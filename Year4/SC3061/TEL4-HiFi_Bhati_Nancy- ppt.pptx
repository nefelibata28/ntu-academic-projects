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3"/>
  </p:notesMasterIdLst>
  <p:sldIdLst>
    <p:sldId id="314" r:id="rId2"/>
    <p:sldId id="256" r:id="rId3"/>
    <p:sldId id="257" r:id="rId4"/>
    <p:sldId id="291" r:id="rId5"/>
    <p:sldId id="286" r:id="rId6"/>
    <p:sldId id="288" r:id="rId7"/>
    <p:sldId id="289" r:id="rId8"/>
    <p:sldId id="290" r:id="rId9"/>
    <p:sldId id="258" r:id="rId10"/>
    <p:sldId id="298" r:id="rId11"/>
    <p:sldId id="299" r:id="rId12"/>
    <p:sldId id="287" r:id="rId13"/>
    <p:sldId id="260" r:id="rId14"/>
    <p:sldId id="262" r:id="rId15"/>
    <p:sldId id="261" r:id="rId16"/>
    <p:sldId id="309" r:id="rId17"/>
    <p:sldId id="310" r:id="rId18"/>
    <p:sldId id="305" r:id="rId19"/>
    <p:sldId id="306" r:id="rId20"/>
    <p:sldId id="266" r:id="rId21"/>
    <p:sldId id="307" r:id="rId22"/>
    <p:sldId id="308" r:id="rId23"/>
    <p:sldId id="263" r:id="rId24"/>
    <p:sldId id="312" r:id="rId25"/>
    <p:sldId id="311" r:id="rId26"/>
    <p:sldId id="313" r:id="rId27"/>
    <p:sldId id="276" r:id="rId28"/>
    <p:sldId id="304" r:id="rId29"/>
    <p:sldId id="301" r:id="rId30"/>
    <p:sldId id="303" r:id="rId31"/>
    <p:sldId id="292" r:id="rId32"/>
    <p:sldId id="295" r:id="rId33"/>
    <p:sldId id="293" r:id="rId34"/>
    <p:sldId id="302" r:id="rId35"/>
    <p:sldId id="294" r:id="rId36"/>
    <p:sldId id="296" r:id="rId37"/>
    <p:sldId id="281" r:id="rId38"/>
    <p:sldId id="300" r:id="rId39"/>
    <p:sldId id="297" r:id="rId40"/>
    <p:sldId id="283" r:id="rId41"/>
    <p:sldId id="284" r:id="rId42"/>
  </p:sldIdLst>
  <p:sldSz cx="10080625" cy="7199313"/>
  <p:notesSz cx="6858000" cy="9144000"/>
  <p:embeddedFontLst>
    <p:embeddedFont>
      <p:font typeface="Canva Sans" panose="020B0604020202020204" charset="0"/>
      <p:regular r:id="rId44"/>
    </p:embeddedFont>
    <p:embeddedFont>
      <p:font typeface="Canva Sans Bold" panose="020B0604020202020204" charset="0"/>
      <p:regular r:id="rId45"/>
    </p:embeddedFont>
    <p:embeddedFont>
      <p:font typeface="League Spartan" panose="020B0604020202020204" charset="0"/>
      <p:regular r:id="rId46"/>
    </p:embeddedFont>
    <p:embeddedFont>
      <p:font typeface="Roboto Mono" panose="00000009000000000000" pitchFamily="49" charset="0"/>
      <p:regular r:id="rId47"/>
      <p:bold r:id="rId48"/>
    </p:embeddedFont>
    <p:embeddedFont>
      <p:font typeface="Roboto Mono Bold" panose="00000009000000000000" charset="0"/>
      <p:regular r:id="rId49"/>
    </p:embeddedFont>
    <p:embeddedFont>
      <p:font typeface="Trend Slab Four" panose="020B0604020202020204" charset="0"/>
      <p:regular r:id="rId50"/>
    </p:embeddedFont>
  </p:embeddedFontLst>
  <p:defaultTextStyle>
    <a:defPPr>
      <a:defRPr lang="en-US"/>
    </a:defPPr>
    <a:lvl1pPr marL="0" algn="l" defTabSz="690918" rtl="0" eaLnBrk="1" latinLnBrk="0" hangingPunct="1">
      <a:defRPr sz="1360" kern="1200">
        <a:solidFill>
          <a:schemeClr val="tx1"/>
        </a:solidFill>
        <a:latin typeface="+mn-lt"/>
        <a:ea typeface="+mn-ea"/>
        <a:cs typeface="+mn-cs"/>
      </a:defRPr>
    </a:lvl1pPr>
    <a:lvl2pPr marL="345459" algn="l" defTabSz="690918" rtl="0" eaLnBrk="1" latinLnBrk="0" hangingPunct="1">
      <a:defRPr sz="1360" kern="1200">
        <a:solidFill>
          <a:schemeClr val="tx1"/>
        </a:solidFill>
        <a:latin typeface="+mn-lt"/>
        <a:ea typeface="+mn-ea"/>
        <a:cs typeface="+mn-cs"/>
      </a:defRPr>
    </a:lvl2pPr>
    <a:lvl3pPr marL="690918" algn="l" defTabSz="690918" rtl="0" eaLnBrk="1" latinLnBrk="0" hangingPunct="1">
      <a:defRPr sz="1360" kern="1200">
        <a:solidFill>
          <a:schemeClr val="tx1"/>
        </a:solidFill>
        <a:latin typeface="+mn-lt"/>
        <a:ea typeface="+mn-ea"/>
        <a:cs typeface="+mn-cs"/>
      </a:defRPr>
    </a:lvl3pPr>
    <a:lvl4pPr marL="1036378" algn="l" defTabSz="690918" rtl="0" eaLnBrk="1" latinLnBrk="0" hangingPunct="1">
      <a:defRPr sz="1360" kern="1200">
        <a:solidFill>
          <a:schemeClr val="tx1"/>
        </a:solidFill>
        <a:latin typeface="+mn-lt"/>
        <a:ea typeface="+mn-ea"/>
        <a:cs typeface="+mn-cs"/>
      </a:defRPr>
    </a:lvl4pPr>
    <a:lvl5pPr marL="1381837" algn="l" defTabSz="690918" rtl="0" eaLnBrk="1" latinLnBrk="0" hangingPunct="1">
      <a:defRPr sz="1360" kern="1200">
        <a:solidFill>
          <a:schemeClr val="tx1"/>
        </a:solidFill>
        <a:latin typeface="+mn-lt"/>
        <a:ea typeface="+mn-ea"/>
        <a:cs typeface="+mn-cs"/>
      </a:defRPr>
    </a:lvl5pPr>
    <a:lvl6pPr marL="1727296" algn="l" defTabSz="690918" rtl="0" eaLnBrk="1" latinLnBrk="0" hangingPunct="1">
      <a:defRPr sz="1360" kern="1200">
        <a:solidFill>
          <a:schemeClr val="tx1"/>
        </a:solidFill>
        <a:latin typeface="+mn-lt"/>
        <a:ea typeface="+mn-ea"/>
        <a:cs typeface="+mn-cs"/>
      </a:defRPr>
    </a:lvl6pPr>
    <a:lvl7pPr marL="2072755" algn="l" defTabSz="690918" rtl="0" eaLnBrk="1" latinLnBrk="0" hangingPunct="1">
      <a:defRPr sz="1360" kern="1200">
        <a:solidFill>
          <a:schemeClr val="tx1"/>
        </a:solidFill>
        <a:latin typeface="+mn-lt"/>
        <a:ea typeface="+mn-ea"/>
        <a:cs typeface="+mn-cs"/>
      </a:defRPr>
    </a:lvl7pPr>
    <a:lvl8pPr marL="2418214" algn="l" defTabSz="690918" rtl="0" eaLnBrk="1" latinLnBrk="0" hangingPunct="1">
      <a:defRPr sz="1360" kern="1200">
        <a:solidFill>
          <a:schemeClr val="tx1"/>
        </a:solidFill>
        <a:latin typeface="+mn-lt"/>
        <a:ea typeface="+mn-ea"/>
        <a:cs typeface="+mn-cs"/>
      </a:defRPr>
    </a:lvl8pPr>
    <a:lvl9pPr marL="2763674" algn="l" defTabSz="690918" rtl="0" eaLnBrk="1" latinLnBrk="0" hangingPunct="1">
      <a:defRPr sz="136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96" userDrawn="1">
          <p15:clr>
            <a:srgbClr val="A4A3A4"/>
          </p15:clr>
        </p15:guide>
        <p15:guide id="2" pos="217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22" autoAdjust="0"/>
  </p:normalViewPr>
  <p:slideViewPr>
    <p:cSldViewPr>
      <p:cViewPr varScale="1">
        <p:scale>
          <a:sx n="71" d="100"/>
          <a:sy n="71" d="100"/>
        </p:scale>
        <p:origin x="1531" y="43"/>
      </p:cViewPr>
      <p:guideLst>
        <p:guide orient="horz" pos="1596"/>
        <p:guide pos="2177"/>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4.fntdata"/><Relationship Id="rId50" Type="http://schemas.openxmlformats.org/officeDocument/2006/relationships/font" Target="fonts/font7.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2.fntdata"/><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50FE80-C495-48C9-8B30-0B684132D207}" type="datetimeFigureOut">
              <a:rPr lang="en-SG" smtClean="0"/>
              <a:t>29/12/2025</a:t>
            </a:fld>
            <a:endParaRPr lang="en-SG"/>
          </a:p>
        </p:txBody>
      </p:sp>
      <p:sp>
        <p:nvSpPr>
          <p:cNvPr id="4" name="Slide Image Placeholder 3"/>
          <p:cNvSpPr>
            <a:spLocks noGrp="1" noRot="1" noChangeAspect="1"/>
          </p:cNvSpPr>
          <p:nvPr>
            <p:ph type="sldImg" idx="2"/>
          </p:nvPr>
        </p:nvSpPr>
        <p:spPr>
          <a:xfrm>
            <a:off x="1268413" y="1143000"/>
            <a:ext cx="4321175"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9D0AE2-E137-4F6C-A610-07D02DC45D4D}" type="slidenum">
              <a:rPr lang="en-SG" smtClean="0"/>
              <a:t>‹#›</a:t>
            </a:fld>
            <a:endParaRPr lang="en-SG"/>
          </a:p>
        </p:txBody>
      </p:sp>
    </p:spTree>
    <p:extLst>
      <p:ext uri="{BB962C8B-B14F-4D97-AF65-F5344CB8AC3E}">
        <p14:creationId xmlns:p14="http://schemas.microsoft.com/office/powerpoint/2010/main" val="3618929167"/>
      </p:ext>
    </p:extLst>
  </p:cSld>
  <p:clrMap bg1="lt1" tx1="dk1" bg2="lt2" tx2="dk2" accent1="accent1" accent2="accent2" accent3="accent3" accent4="accent4" accent5="accent5" accent6="accent6" hlink="hlink" folHlink="folHlink"/>
  <p:notesStyle>
    <a:lvl1pPr marL="0" algn="l" defTabSz="690918" rtl="0" eaLnBrk="1" latinLnBrk="0" hangingPunct="1">
      <a:defRPr sz="906" kern="1200">
        <a:solidFill>
          <a:schemeClr val="tx1"/>
        </a:solidFill>
        <a:latin typeface="+mn-lt"/>
        <a:ea typeface="+mn-ea"/>
        <a:cs typeface="+mn-cs"/>
      </a:defRPr>
    </a:lvl1pPr>
    <a:lvl2pPr marL="345459" algn="l" defTabSz="690918" rtl="0" eaLnBrk="1" latinLnBrk="0" hangingPunct="1">
      <a:defRPr sz="906" kern="1200">
        <a:solidFill>
          <a:schemeClr val="tx1"/>
        </a:solidFill>
        <a:latin typeface="+mn-lt"/>
        <a:ea typeface="+mn-ea"/>
        <a:cs typeface="+mn-cs"/>
      </a:defRPr>
    </a:lvl2pPr>
    <a:lvl3pPr marL="690918" algn="l" defTabSz="690918" rtl="0" eaLnBrk="1" latinLnBrk="0" hangingPunct="1">
      <a:defRPr sz="906" kern="1200">
        <a:solidFill>
          <a:schemeClr val="tx1"/>
        </a:solidFill>
        <a:latin typeface="+mn-lt"/>
        <a:ea typeface="+mn-ea"/>
        <a:cs typeface="+mn-cs"/>
      </a:defRPr>
    </a:lvl3pPr>
    <a:lvl4pPr marL="1036378" algn="l" defTabSz="690918" rtl="0" eaLnBrk="1" latinLnBrk="0" hangingPunct="1">
      <a:defRPr sz="906" kern="1200">
        <a:solidFill>
          <a:schemeClr val="tx1"/>
        </a:solidFill>
        <a:latin typeface="+mn-lt"/>
        <a:ea typeface="+mn-ea"/>
        <a:cs typeface="+mn-cs"/>
      </a:defRPr>
    </a:lvl4pPr>
    <a:lvl5pPr marL="1381837" algn="l" defTabSz="690918" rtl="0" eaLnBrk="1" latinLnBrk="0" hangingPunct="1">
      <a:defRPr sz="906" kern="1200">
        <a:solidFill>
          <a:schemeClr val="tx1"/>
        </a:solidFill>
        <a:latin typeface="+mn-lt"/>
        <a:ea typeface="+mn-ea"/>
        <a:cs typeface="+mn-cs"/>
      </a:defRPr>
    </a:lvl5pPr>
    <a:lvl6pPr marL="1727296" algn="l" defTabSz="690918" rtl="0" eaLnBrk="1" latinLnBrk="0" hangingPunct="1">
      <a:defRPr sz="906" kern="1200">
        <a:solidFill>
          <a:schemeClr val="tx1"/>
        </a:solidFill>
        <a:latin typeface="+mn-lt"/>
        <a:ea typeface="+mn-ea"/>
        <a:cs typeface="+mn-cs"/>
      </a:defRPr>
    </a:lvl6pPr>
    <a:lvl7pPr marL="2072755" algn="l" defTabSz="690918" rtl="0" eaLnBrk="1" latinLnBrk="0" hangingPunct="1">
      <a:defRPr sz="906" kern="1200">
        <a:solidFill>
          <a:schemeClr val="tx1"/>
        </a:solidFill>
        <a:latin typeface="+mn-lt"/>
        <a:ea typeface="+mn-ea"/>
        <a:cs typeface="+mn-cs"/>
      </a:defRPr>
    </a:lvl7pPr>
    <a:lvl8pPr marL="2418214" algn="l" defTabSz="690918" rtl="0" eaLnBrk="1" latinLnBrk="0" hangingPunct="1">
      <a:defRPr sz="906" kern="1200">
        <a:solidFill>
          <a:schemeClr val="tx1"/>
        </a:solidFill>
        <a:latin typeface="+mn-lt"/>
        <a:ea typeface="+mn-ea"/>
        <a:cs typeface="+mn-cs"/>
      </a:defRPr>
    </a:lvl8pPr>
    <a:lvl9pPr marL="2763674" algn="l" defTabSz="690918" rtl="0" eaLnBrk="1" latinLnBrk="0" hangingPunct="1">
      <a:defRPr sz="90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389D0AE2-E137-4F6C-A610-07D02DC45D4D}" type="slidenum">
              <a:rPr lang="en-SG" smtClean="0"/>
              <a:t>2</a:t>
            </a:fld>
            <a:endParaRPr lang="en-SG"/>
          </a:p>
        </p:txBody>
      </p:sp>
    </p:spTree>
    <p:extLst>
      <p:ext uri="{BB962C8B-B14F-4D97-AF65-F5344CB8AC3E}">
        <p14:creationId xmlns:p14="http://schemas.microsoft.com/office/powerpoint/2010/main" val="23704723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BA802-143D-AD1C-4719-C18B517727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0B74CA-7AD6-277C-5D68-9FBC029C0E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33135F-4D01-76E5-F319-785687B8B081}"/>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E1B57C3F-54CA-73E9-E5D0-4F28F63B335F}"/>
              </a:ext>
            </a:extLst>
          </p:cNvPr>
          <p:cNvSpPr>
            <a:spLocks noGrp="1"/>
          </p:cNvSpPr>
          <p:nvPr>
            <p:ph type="sldNum" sz="quarter" idx="5"/>
          </p:nvPr>
        </p:nvSpPr>
        <p:spPr/>
        <p:txBody>
          <a:bodyPr/>
          <a:lstStyle/>
          <a:p>
            <a:fld id="{389D0AE2-E137-4F6C-A610-07D02DC45D4D}" type="slidenum">
              <a:rPr lang="en-SG" smtClean="0"/>
              <a:t>16</a:t>
            </a:fld>
            <a:endParaRPr lang="en-SG"/>
          </a:p>
        </p:txBody>
      </p:sp>
    </p:spTree>
    <p:extLst>
      <p:ext uri="{BB962C8B-B14F-4D97-AF65-F5344CB8AC3E}">
        <p14:creationId xmlns:p14="http://schemas.microsoft.com/office/powerpoint/2010/main" val="20694347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B94DB-3A6F-50B3-B8DF-A826E16189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D9A00E-1F7D-5488-F987-847606932F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4A8D3C-578C-2603-409D-EDB449BBF0A8}"/>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5454E129-7522-1CDE-0140-2D452CDF1F03}"/>
              </a:ext>
            </a:extLst>
          </p:cNvPr>
          <p:cNvSpPr>
            <a:spLocks noGrp="1"/>
          </p:cNvSpPr>
          <p:nvPr>
            <p:ph type="sldNum" sz="quarter" idx="5"/>
          </p:nvPr>
        </p:nvSpPr>
        <p:spPr/>
        <p:txBody>
          <a:bodyPr/>
          <a:lstStyle/>
          <a:p>
            <a:fld id="{389D0AE2-E137-4F6C-A610-07D02DC45D4D}" type="slidenum">
              <a:rPr lang="en-SG" smtClean="0"/>
              <a:t>17</a:t>
            </a:fld>
            <a:endParaRPr lang="en-SG"/>
          </a:p>
        </p:txBody>
      </p:sp>
    </p:spTree>
    <p:extLst>
      <p:ext uri="{BB962C8B-B14F-4D97-AF65-F5344CB8AC3E}">
        <p14:creationId xmlns:p14="http://schemas.microsoft.com/office/powerpoint/2010/main" val="31637162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D886A-7901-3A16-F0A8-2DD0B93871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EF46F2-C538-F29C-08CD-695BCEC35C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5A471C-116E-E9E4-834D-C9846042020D}"/>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3198EE5F-21FD-0D58-CC2E-E04FFA0844E2}"/>
              </a:ext>
            </a:extLst>
          </p:cNvPr>
          <p:cNvSpPr>
            <a:spLocks noGrp="1"/>
          </p:cNvSpPr>
          <p:nvPr>
            <p:ph type="sldNum" sz="quarter" idx="5"/>
          </p:nvPr>
        </p:nvSpPr>
        <p:spPr/>
        <p:txBody>
          <a:bodyPr/>
          <a:lstStyle/>
          <a:p>
            <a:fld id="{389D0AE2-E137-4F6C-A610-07D02DC45D4D}" type="slidenum">
              <a:rPr lang="en-SG" smtClean="0"/>
              <a:t>21</a:t>
            </a:fld>
            <a:endParaRPr lang="en-SG"/>
          </a:p>
        </p:txBody>
      </p:sp>
    </p:spTree>
    <p:extLst>
      <p:ext uri="{BB962C8B-B14F-4D97-AF65-F5344CB8AC3E}">
        <p14:creationId xmlns:p14="http://schemas.microsoft.com/office/powerpoint/2010/main" val="40047587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C401A-D5BD-80E3-818E-C6E33C4418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A483D6-B97F-61C1-8965-C1171CC60C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45A5C1-1BFD-FA95-F16F-9320C52D6D52}"/>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14B86292-28CE-0F5A-E018-3FD8DA9B4305}"/>
              </a:ext>
            </a:extLst>
          </p:cNvPr>
          <p:cNvSpPr>
            <a:spLocks noGrp="1"/>
          </p:cNvSpPr>
          <p:nvPr>
            <p:ph type="sldNum" sz="quarter" idx="5"/>
          </p:nvPr>
        </p:nvSpPr>
        <p:spPr/>
        <p:txBody>
          <a:bodyPr/>
          <a:lstStyle/>
          <a:p>
            <a:fld id="{389D0AE2-E137-4F6C-A610-07D02DC45D4D}" type="slidenum">
              <a:rPr lang="en-SG" smtClean="0"/>
              <a:t>22</a:t>
            </a:fld>
            <a:endParaRPr lang="en-SG"/>
          </a:p>
        </p:txBody>
      </p:sp>
    </p:spTree>
    <p:extLst>
      <p:ext uri="{BB962C8B-B14F-4D97-AF65-F5344CB8AC3E}">
        <p14:creationId xmlns:p14="http://schemas.microsoft.com/office/powerpoint/2010/main" val="39183362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389D0AE2-E137-4F6C-A610-07D02DC45D4D}" type="slidenum">
              <a:rPr lang="en-SG" smtClean="0"/>
              <a:t>23</a:t>
            </a:fld>
            <a:endParaRPr lang="en-SG"/>
          </a:p>
        </p:txBody>
      </p:sp>
    </p:spTree>
    <p:extLst>
      <p:ext uri="{BB962C8B-B14F-4D97-AF65-F5344CB8AC3E}">
        <p14:creationId xmlns:p14="http://schemas.microsoft.com/office/powerpoint/2010/main" val="38678399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ABB54-07E8-BA4A-33F9-B10712EC12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BB0B7A-B404-0498-8320-1F91AA4E4B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B75EA5-36DF-471A-6AFD-E45620932432}"/>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5F2A7D3F-F06E-266B-CE26-BFAAC9336B8A}"/>
              </a:ext>
            </a:extLst>
          </p:cNvPr>
          <p:cNvSpPr>
            <a:spLocks noGrp="1"/>
          </p:cNvSpPr>
          <p:nvPr>
            <p:ph type="sldNum" sz="quarter" idx="5"/>
          </p:nvPr>
        </p:nvSpPr>
        <p:spPr/>
        <p:txBody>
          <a:bodyPr/>
          <a:lstStyle/>
          <a:p>
            <a:fld id="{389D0AE2-E137-4F6C-A610-07D02DC45D4D}" type="slidenum">
              <a:rPr lang="en-SG" smtClean="0"/>
              <a:t>24</a:t>
            </a:fld>
            <a:endParaRPr lang="en-SG"/>
          </a:p>
        </p:txBody>
      </p:sp>
    </p:spTree>
    <p:extLst>
      <p:ext uri="{BB962C8B-B14F-4D97-AF65-F5344CB8AC3E}">
        <p14:creationId xmlns:p14="http://schemas.microsoft.com/office/powerpoint/2010/main" val="34482676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A3097-F7DB-7534-2F3A-24349A9D2F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E10822-8A3F-2FBF-BD74-D11C24FB27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C22C79-24BC-A5DE-009B-080CA0ABE79B}"/>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8535517D-8575-A986-4225-813163170E7A}"/>
              </a:ext>
            </a:extLst>
          </p:cNvPr>
          <p:cNvSpPr>
            <a:spLocks noGrp="1"/>
          </p:cNvSpPr>
          <p:nvPr>
            <p:ph type="sldNum" sz="quarter" idx="5"/>
          </p:nvPr>
        </p:nvSpPr>
        <p:spPr/>
        <p:txBody>
          <a:bodyPr/>
          <a:lstStyle/>
          <a:p>
            <a:fld id="{389D0AE2-E137-4F6C-A610-07D02DC45D4D}" type="slidenum">
              <a:rPr lang="en-SG" smtClean="0"/>
              <a:t>25</a:t>
            </a:fld>
            <a:endParaRPr lang="en-SG"/>
          </a:p>
        </p:txBody>
      </p:sp>
    </p:spTree>
    <p:extLst>
      <p:ext uri="{BB962C8B-B14F-4D97-AF65-F5344CB8AC3E}">
        <p14:creationId xmlns:p14="http://schemas.microsoft.com/office/powerpoint/2010/main" val="23162075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36716-16E6-4E25-046D-6A2E8CE140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8EB077-32E2-EE72-DAB8-351443316F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68106C-99AC-F841-304F-498D8E61F976}"/>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2578BC42-711F-8BA4-103C-C8BF53EA214F}"/>
              </a:ext>
            </a:extLst>
          </p:cNvPr>
          <p:cNvSpPr>
            <a:spLocks noGrp="1"/>
          </p:cNvSpPr>
          <p:nvPr>
            <p:ph type="sldNum" sz="quarter" idx="5"/>
          </p:nvPr>
        </p:nvSpPr>
        <p:spPr/>
        <p:txBody>
          <a:bodyPr/>
          <a:lstStyle/>
          <a:p>
            <a:fld id="{389D0AE2-E137-4F6C-A610-07D02DC45D4D}" type="slidenum">
              <a:rPr lang="en-SG" smtClean="0"/>
              <a:t>26</a:t>
            </a:fld>
            <a:endParaRPr lang="en-SG"/>
          </a:p>
        </p:txBody>
      </p:sp>
    </p:spTree>
    <p:extLst>
      <p:ext uri="{BB962C8B-B14F-4D97-AF65-F5344CB8AC3E}">
        <p14:creationId xmlns:p14="http://schemas.microsoft.com/office/powerpoint/2010/main" val="29605486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389D0AE2-E137-4F6C-A610-07D02DC45D4D}" type="slidenum">
              <a:rPr lang="en-SG" smtClean="0"/>
              <a:t>37</a:t>
            </a:fld>
            <a:endParaRPr lang="en-SG"/>
          </a:p>
        </p:txBody>
      </p:sp>
    </p:spTree>
    <p:extLst>
      <p:ext uri="{BB962C8B-B14F-4D97-AF65-F5344CB8AC3E}">
        <p14:creationId xmlns:p14="http://schemas.microsoft.com/office/powerpoint/2010/main" val="3405946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F0564-3A55-0335-B8DC-7435FCDD63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D0C05A-1B76-F95A-5DEB-E1C0627307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7330EB-3C5A-67E7-8736-14476E40A8DC}"/>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7D594D2B-31AD-25D8-0AA4-30F40B284265}"/>
              </a:ext>
            </a:extLst>
          </p:cNvPr>
          <p:cNvSpPr>
            <a:spLocks noGrp="1"/>
          </p:cNvSpPr>
          <p:nvPr>
            <p:ph type="sldNum" sz="quarter" idx="5"/>
          </p:nvPr>
        </p:nvSpPr>
        <p:spPr/>
        <p:txBody>
          <a:bodyPr/>
          <a:lstStyle/>
          <a:p>
            <a:fld id="{389D0AE2-E137-4F6C-A610-07D02DC45D4D}" type="slidenum">
              <a:rPr lang="en-SG" smtClean="0"/>
              <a:t>38</a:t>
            </a:fld>
            <a:endParaRPr lang="en-SG"/>
          </a:p>
        </p:txBody>
      </p:sp>
    </p:spTree>
    <p:extLst>
      <p:ext uri="{BB962C8B-B14F-4D97-AF65-F5344CB8AC3E}">
        <p14:creationId xmlns:p14="http://schemas.microsoft.com/office/powerpoint/2010/main" val="22023073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8EDC3-64B0-ABE2-4DC0-ABE7BCB552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6DF4BA-9375-3275-43F0-780765F4E3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F20CFC-86FA-8661-E91C-1FB25F8BD3FD}"/>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28E78CBC-AF49-0275-A035-A582F858E80C}"/>
              </a:ext>
            </a:extLst>
          </p:cNvPr>
          <p:cNvSpPr>
            <a:spLocks noGrp="1"/>
          </p:cNvSpPr>
          <p:nvPr>
            <p:ph type="sldNum" sz="quarter" idx="5"/>
          </p:nvPr>
        </p:nvSpPr>
        <p:spPr/>
        <p:txBody>
          <a:bodyPr/>
          <a:lstStyle/>
          <a:p>
            <a:fld id="{389D0AE2-E137-4F6C-A610-07D02DC45D4D}" type="slidenum">
              <a:rPr lang="en-SG" smtClean="0"/>
              <a:t>39</a:t>
            </a:fld>
            <a:endParaRPr lang="en-SG"/>
          </a:p>
        </p:txBody>
      </p:sp>
    </p:spTree>
    <p:extLst>
      <p:ext uri="{BB962C8B-B14F-4D97-AF65-F5344CB8AC3E}">
        <p14:creationId xmlns:p14="http://schemas.microsoft.com/office/powerpoint/2010/main" val="9690861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8432" y="1610247"/>
            <a:ext cx="5875564" cy="1111094"/>
          </a:xfrm>
        </p:spPr>
        <p:txBody>
          <a:bodyPr/>
          <a:lstStyle/>
          <a:p>
            <a:r>
              <a:rPr lang="en-US"/>
              <a:t>Click to edit Master title style</a:t>
            </a:r>
          </a:p>
        </p:txBody>
      </p:sp>
      <p:sp>
        <p:nvSpPr>
          <p:cNvPr id="3" name="Subtitle 2"/>
          <p:cNvSpPr>
            <a:spLocks noGrp="1"/>
          </p:cNvSpPr>
          <p:nvPr>
            <p:ph type="subTitle" idx="1"/>
          </p:nvPr>
        </p:nvSpPr>
        <p:spPr>
          <a:xfrm>
            <a:off x="1036864" y="2937320"/>
            <a:ext cx="4838700" cy="1324674"/>
          </a:xfrm>
        </p:spPr>
        <p:txBody>
          <a:bodyPr/>
          <a:lstStyle>
            <a:lvl1pPr marL="0" indent="0" algn="ctr">
              <a:buNone/>
              <a:defRPr>
                <a:solidFill>
                  <a:schemeClr val="tx1">
                    <a:tint val="75000"/>
                  </a:schemeClr>
                </a:solidFill>
              </a:defRPr>
            </a:lvl1pPr>
            <a:lvl2pPr marL="365760" indent="0" algn="ctr">
              <a:buNone/>
              <a:defRPr>
                <a:solidFill>
                  <a:schemeClr val="tx1">
                    <a:tint val="75000"/>
                  </a:schemeClr>
                </a:solidFill>
              </a:defRPr>
            </a:lvl2pPr>
            <a:lvl3pPr marL="731520" indent="0" algn="ctr">
              <a:buNone/>
              <a:defRPr>
                <a:solidFill>
                  <a:schemeClr val="tx1">
                    <a:tint val="75000"/>
                  </a:schemeClr>
                </a:solidFill>
              </a:defRPr>
            </a:lvl3pPr>
            <a:lvl4pPr marL="1097280" indent="0" algn="ctr">
              <a:buNone/>
              <a:defRPr>
                <a:solidFill>
                  <a:schemeClr val="tx1">
                    <a:tint val="75000"/>
                  </a:schemeClr>
                </a:solidFill>
              </a:defRPr>
            </a:lvl4pPr>
            <a:lvl5pPr marL="1463040" indent="0" algn="ctr">
              <a:buNone/>
              <a:defRPr>
                <a:solidFill>
                  <a:schemeClr val="tx1">
                    <a:tint val="75000"/>
                  </a:schemeClr>
                </a:solidFill>
              </a:defRPr>
            </a:lvl5pPr>
            <a:lvl6pPr marL="1828800" indent="0" algn="ctr">
              <a:buNone/>
              <a:defRPr>
                <a:solidFill>
                  <a:schemeClr val="tx1">
                    <a:tint val="75000"/>
                  </a:schemeClr>
                </a:solidFill>
              </a:defRPr>
            </a:lvl6pPr>
            <a:lvl7pPr marL="2194560" indent="0" algn="ctr">
              <a:buNone/>
              <a:defRPr>
                <a:solidFill>
                  <a:schemeClr val="tx1">
                    <a:tint val="75000"/>
                  </a:schemeClr>
                </a:solidFill>
              </a:defRPr>
            </a:lvl7pPr>
            <a:lvl8pPr marL="2560320" indent="0" algn="ctr">
              <a:buNone/>
              <a:defRPr>
                <a:solidFill>
                  <a:schemeClr val="tx1">
                    <a:tint val="75000"/>
                  </a:schemeClr>
                </a:solidFill>
              </a:defRPr>
            </a:lvl8pPr>
            <a:lvl9pPr marL="292608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6035" y="3330883"/>
            <a:ext cx="5875564" cy="1029502"/>
          </a:xfrm>
        </p:spPr>
        <p:txBody>
          <a:bodyPr anchor="t"/>
          <a:lstStyle>
            <a:lvl1pPr algn="l">
              <a:defRPr sz="3200" b="1" cap="all"/>
            </a:lvl1pPr>
          </a:lstStyle>
          <a:p>
            <a:r>
              <a:rPr lang="en-US"/>
              <a:t>Click to edit Master title style</a:t>
            </a:r>
          </a:p>
        </p:txBody>
      </p:sp>
      <p:sp>
        <p:nvSpPr>
          <p:cNvPr id="3" name="Text Placeholder 2"/>
          <p:cNvSpPr>
            <a:spLocks noGrp="1"/>
          </p:cNvSpPr>
          <p:nvPr>
            <p:ph type="body" idx="1"/>
          </p:nvPr>
        </p:nvSpPr>
        <p:spPr>
          <a:xfrm>
            <a:off x="546035" y="2196991"/>
            <a:ext cx="5875564" cy="1133892"/>
          </a:xfrm>
        </p:spPr>
        <p:txBody>
          <a:bodyPr anchor="b"/>
          <a:lstStyle>
            <a:lvl1pPr marL="0" indent="0">
              <a:buNone/>
              <a:defRPr sz="1600">
                <a:solidFill>
                  <a:schemeClr val="tx1">
                    <a:tint val="75000"/>
                  </a:schemeClr>
                </a:solidFill>
              </a:defRPr>
            </a:lvl1pPr>
            <a:lvl2pPr marL="365760" indent="0">
              <a:buNone/>
              <a:defRPr sz="1440">
                <a:solidFill>
                  <a:schemeClr val="tx1">
                    <a:tint val="75000"/>
                  </a:schemeClr>
                </a:solidFill>
              </a:defRPr>
            </a:lvl2pPr>
            <a:lvl3pPr marL="731520" indent="0">
              <a:buNone/>
              <a:defRPr sz="1280">
                <a:solidFill>
                  <a:schemeClr val="tx1">
                    <a:tint val="75000"/>
                  </a:schemeClr>
                </a:solidFill>
              </a:defRPr>
            </a:lvl3pPr>
            <a:lvl4pPr marL="1097280" indent="0">
              <a:buNone/>
              <a:defRPr sz="1120">
                <a:solidFill>
                  <a:schemeClr val="tx1">
                    <a:tint val="75000"/>
                  </a:schemeClr>
                </a:solidFill>
              </a:defRPr>
            </a:lvl4pPr>
            <a:lvl5pPr marL="1463040" indent="0">
              <a:buNone/>
              <a:defRPr sz="1120">
                <a:solidFill>
                  <a:schemeClr val="tx1">
                    <a:tint val="75000"/>
                  </a:schemeClr>
                </a:solidFill>
              </a:defRPr>
            </a:lvl5pPr>
            <a:lvl6pPr marL="1828800" indent="0">
              <a:buNone/>
              <a:defRPr sz="1120">
                <a:solidFill>
                  <a:schemeClr val="tx1">
                    <a:tint val="75000"/>
                  </a:schemeClr>
                </a:solidFill>
              </a:defRPr>
            </a:lvl6pPr>
            <a:lvl7pPr marL="2194560" indent="0">
              <a:buNone/>
              <a:defRPr sz="1120">
                <a:solidFill>
                  <a:schemeClr val="tx1">
                    <a:tint val="75000"/>
                  </a:schemeClr>
                </a:solidFill>
              </a:defRPr>
            </a:lvl7pPr>
            <a:lvl8pPr marL="2560320" indent="0">
              <a:buNone/>
              <a:defRPr sz="1120">
                <a:solidFill>
                  <a:schemeClr val="tx1">
                    <a:tint val="75000"/>
                  </a:schemeClr>
                </a:solidFill>
              </a:defRPr>
            </a:lvl8pPr>
            <a:lvl9pPr marL="2926080" indent="0">
              <a:buNone/>
              <a:defRPr sz="11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45622" y="1209485"/>
            <a:ext cx="3052989" cy="3420874"/>
          </a:xfrm>
        </p:spPr>
        <p:txBody>
          <a:bodyPr/>
          <a:lstStyle>
            <a:lvl1pPr>
              <a:defRPr sz="2240"/>
            </a:lvl1pPr>
            <a:lvl2pPr>
              <a:defRPr sz="1920"/>
            </a:lvl2pPr>
            <a:lvl3pPr>
              <a:defRPr sz="160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513818" y="1209485"/>
            <a:ext cx="3052989" cy="3420874"/>
          </a:xfrm>
        </p:spPr>
        <p:txBody>
          <a:bodyPr/>
          <a:lstStyle>
            <a:lvl1pPr>
              <a:defRPr sz="2240"/>
            </a:lvl1pPr>
            <a:lvl2pPr>
              <a:defRPr sz="1920"/>
            </a:lvl2pPr>
            <a:lvl3pPr>
              <a:defRPr sz="160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5622" y="1160290"/>
            <a:ext cx="3054190" cy="483554"/>
          </a:xfrm>
        </p:spPr>
        <p:txBody>
          <a:bodyPr anchor="b"/>
          <a:lstStyle>
            <a:lvl1pPr marL="0" indent="0">
              <a:buNone/>
              <a:defRPr sz="1920" b="1"/>
            </a:lvl1pPr>
            <a:lvl2pPr marL="365760" indent="0">
              <a:buNone/>
              <a:defRPr sz="1600" b="1"/>
            </a:lvl2pPr>
            <a:lvl3pPr marL="731520" indent="0">
              <a:buNone/>
              <a:defRPr sz="1440" b="1"/>
            </a:lvl3pPr>
            <a:lvl4pPr marL="1097280" indent="0">
              <a:buNone/>
              <a:defRPr sz="1280" b="1"/>
            </a:lvl4pPr>
            <a:lvl5pPr marL="1463040" indent="0">
              <a:buNone/>
              <a:defRPr sz="1280" b="1"/>
            </a:lvl5pPr>
            <a:lvl6pPr marL="1828800" indent="0">
              <a:buNone/>
              <a:defRPr sz="1280" b="1"/>
            </a:lvl6pPr>
            <a:lvl7pPr marL="2194560" indent="0">
              <a:buNone/>
              <a:defRPr sz="1280" b="1"/>
            </a:lvl7pPr>
            <a:lvl8pPr marL="2560320" indent="0">
              <a:buNone/>
              <a:defRPr sz="1280" b="1"/>
            </a:lvl8pPr>
            <a:lvl9pPr marL="2926080" indent="0">
              <a:buNone/>
              <a:defRPr sz="1280" b="1"/>
            </a:lvl9pPr>
          </a:lstStyle>
          <a:p>
            <a:pPr lvl="0"/>
            <a:r>
              <a:rPr lang="en-US"/>
              <a:t>Click to edit Master text styles</a:t>
            </a:r>
          </a:p>
        </p:txBody>
      </p:sp>
      <p:sp>
        <p:nvSpPr>
          <p:cNvPr id="4" name="Content Placeholder 3"/>
          <p:cNvSpPr>
            <a:spLocks noGrp="1"/>
          </p:cNvSpPr>
          <p:nvPr>
            <p:ph sz="half" idx="2"/>
          </p:nvPr>
        </p:nvSpPr>
        <p:spPr>
          <a:xfrm>
            <a:off x="345622" y="1643843"/>
            <a:ext cx="3054190" cy="2986516"/>
          </a:xfrm>
        </p:spPr>
        <p:txBody>
          <a:bodyPr/>
          <a:lstStyle>
            <a:lvl1pPr>
              <a:defRPr sz="1920"/>
            </a:lvl1pPr>
            <a:lvl2pPr>
              <a:defRPr sz="1600"/>
            </a:lvl2pPr>
            <a:lvl3pPr>
              <a:defRPr sz="1440"/>
            </a:lvl3pPr>
            <a:lvl4pPr>
              <a:defRPr sz="1280"/>
            </a:lvl4pPr>
            <a:lvl5pPr>
              <a:defRPr sz="1280"/>
            </a:lvl5pPr>
            <a:lvl6pPr>
              <a:defRPr sz="1280"/>
            </a:lvl6pPr>
            <a:lvl7pPr>
              <a:defRPr sz="1280"/>
            </a:lvl7pPr>
            <a:lvl8pPr>
              <a:defRPr sz="1280"/>
            </a:lvl8pPr>
            <a:lvl9pPr>
              <a:defRPr sz="12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511418" y="1160290"/>
            <a:ext cx="3055389" cy="483554"/>
          </a:xfrm>
        </p:spPr>
        <p:txBody>
          <a:bodyPr anchor="b"/>
          <a:lstStyle>
            <a:lvl1pPr marL="0" indent="0">
              <a:buNone/>
              <a:defRPr sz="1920" b="1"/>
            </a:lvl1pPr>
            <a:lvl2pPr marL="365760" indent="0">
              <a:buNone/>
              <a:defRPr sz="1600" b="1"/>
            </a:lvl2pPr>
            <a:lvl3pPr marL="731520" indent="0">
              <a:buNone/>
              <a:defRPr sz="1440" b="1"/>
            </a:lvl3pPr>
            <a:lvl4pPr marL="1097280" indent="0">
              <a:buNone/>
              <a:defRPr sz="1280" b="1"/>
            </a:lvl4pPr>
            <a:lvl5pPr marL="1463040" indent="0">
              <a:buNone/>
              <a:defRPr sz="1280" b="1"/>
            </a:lvl5pPr>
            <a:lvl6pPr marL="1828800" indent="0">
              <a:buNone/>
              <a:defRPr sz="1280" b="1"/>
            </a:lvl6pPr>
            <a:lvl7pPr marL="2194560" indent="0">
              <a:buNone/>
              <a:defRPr sz="1280" b="1"/>
            </a:lvl7pPr>
            <a:lvl8pPr marL="2560320" indent="0">
              <a:buNone/>
              <a:defRPr sz="1280" b="1"/>
            </a:lvl8pPr>
            <a:lvl9pPr marL="2926080" indent="0">
              <a:buNone/>
              <a:defRPr sz="1280" b="1"/>
            </a:lvl9pPr>
          </a:lstStyle>
          <a:p>
            <a:pPr lvl="0"/>
            <a:r>
              <a:rPr lang="en-US"/>
              <a:t>Click to edit Master text styles</a:t>
            </a:r>
          </a:p>
        </p:txBody>
      </p:sp>
      <p:sp>
        <p:nvSpPr>
          <p:cNvPr id="6" name="Content Placeholder 5"/>
          <p:cNvSpPr>
            <a:spLocks noGrp="1"/>
          </p:cNvSpPr>
          <p:nvPr>
            <p:ph sz="quarter" idx="4"/>
          </p:nvPr>
        </p:nvSpPr>
        <p:spPr>
          <a:xfrm>
            <a:off x="3511418" y="1643843"/>
            <a:ext cx="3055389" cy="2986516"/>
          </a:xfrm>
        </p:spPr>
        <p:txBody>
          <a:bodyPr/>
          <a:lstStyle>
            <a:lvl1pPr>
              <a:defRPr sz="1920"/>
            </a:lvl1pPr>
            <a:lvl2pPr>
              <a:defRPr sz="1600"/>
            </a:lvl2pPr>
            <a:lvl3pPr>
              <a:defRPr sz="1440"/>
            </a:lvl3pPr>
            <a:lvl4pPr>
              <a:defRPr sz="1280"/>
            </a:lvl4pPr>
            <a:lvl5pPr>
              <a:defRPr sz="1280"/>
            </a:lvl5pPr>
            <a:lvl6pPr>
              <a:defRPr sz="1280"/>
            </a:lvl6pPr>
            <a:lvl7pPr>
              <a:defRPr sz="1280"/>
            </a:lvl7pPr>
            <a:lvl8pPr>
              <a:defRPr sz="1280"/>
            </a:lvl8pPr>
            <a:lvl9pPr>
              <a:defRPr sz="12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5622" y="206381"/>
            <a:ext cx="2274142" cy="878316"/>
          </a:xfrm>
        </p:spPr>
        <p:txBody>
          <a:bodyPr anchor="b"/>
          <a:lstStyle>
            <a:lvl1pPr algn="l">
              <a:defRPr sz="1600" b="1"/>
            </a:lvl1pPr>
          </a:lstStyle>
          <a:p>
            <a:r>
              <a:rPr lang="en-US"/>
              <a:t>Click to edit Master title style</a:t>
            </a:r>
          </a:p>
        </p:txBody>
      </p:sp>
      <p:sp>
        <p:nvSpPr>
          <p:cNvPr id="3" name="Content Placeholder 2"/>
          <p:cNvSpPr>
            <a:spLocks noGrp="1"/>
          </p:cNvSpPr>
          <p:nvPr>
            <p:ph idx="1"/>
          </p:nvPr>
        </p:nvSpPr>
        <p:spPr>
          <a:xfrm>
            <a:off x="2702568" y="206381"/>
            <a:ext cx="3864239" cy="4423979"/>
          </a:xfrm>
        </p:spPr>
        <p:txBody>
          <a:bodyPr/>
          <a:lstStyle>
            <a:lvl1pPr>
              <a:defRPr sz="2560"/>
            </a:lvl1pPr>
            <a:lvl2pPr>
              <a:defRPr sz="2240"/>
            </a:lvl2pPr>
            <a:lvl3pPr>
              <a:defRPr sz="192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5622" y="1084697"/>
            <a:ext cx="2274142" cy="3545662"/>
          </a:xfrm>
        </p:spPr>
        <p:txBody>
          <a:bodyPr/>
          <a:lstStyle>
            <a:lvl1pPr marL="0" indent="0">
              <a:buNone/>
              <a:defRPr sz="1120"/>
            </a:lvl1pPr>
            <a:lvl2pPr marL="365760" indent="0">
              <a:buNone/>
              <a:defRPr sz="960"/>
            </a:lvl2pPr>
            <a:lvl3pPr marL="731520" indent="0">
              <a:buNone/>
              <a:defRPr sz="800"/>
            </a:lvl3pPr>
            <a:lvl4pPr marL="1097280" indent="0">
              <a:buNone/>
              <a:defRPr sz="720"/>
            </a:lvl4pPr>
            <a:lvl5pPr marL="1463040" indent="0">
              <a:buNone/>
              <a:defRPr sz="720"/>
            </a:lvl5pPr>
            <a:lvl6pPr marL="1828800" indent="0">
              <a:buNone/>
              <a:defRPr sz="720"/>
            </a:lvl6pPr>
            <a:lvl7pPr marL="2194560" indent="0">
              <a:buNone/>
              <a:defRPr sz="720"/>
            </a:lvl7pPr>
            <a:lvl8pPr marL="2560320" indent="0">
              <a:buNone/>
              <a:defRPr sz="720"/>
            </a:lvl8pPr>
            <a:lvl9pPr marL="2926080" indent="0">
              <a:buNone/>
              <a:defRPr sz="72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54885" y="3628454"/>
            <a:ext cx="4147457" cy="428360"/>
          </a:xfrm>
        </p:spPr>
        <p:txBody>
          <a:bodyPr anchor="b"/>
          <a:lstStyle>
            <a:lvl1pPr algn="l">
              <a:defRPr sz="1600" b="1"/>
            </a:lvl1pPr>
          </a:lstStyle>
          <a:p>
            <a:r>
              <a:rPr lang="en-US"/>
              <a:t>Click to edit Master title style</a:t>
            </a:r>
          </a:p>
        </p:txBody>
      </p:sp>
      <p:sp>
        <p:nvSpPr>
          <p:cNvPr id="3" name="Picture Placeholder 2"/>
          <p:cNvSpPr>
            <a:spLocks noGrp="1"/>
          </p:cNvSpPr>
          <p:nvPr>
            <p:ph type="pic" idx="1"/>
          </p:nvPr>
        </p:nvSpPr>
        <p:spPr>
          <a:xfrm>
            <a:off x="1354885" y="463156"/>
            <a:ext cx="4147457" cy="3110103"/>
          </a:xfrm>
        </p:spPr>
        <p:txBody>
          <a:bodyPr/>
          <a:lstStyle>
            <a:lvl1pPr marL="0" indent="0">
              <a:buNone/>
              <a:defRPr sz="2560"/>
            </a:lvl1pPr>
            <a:lvl2pPr marL="365760" indent="0">
              <a:buNone/>
              <a:defRPr sz="2240"/>
            </a:lvl2pPr>
            <a:lvl3pPr marL="731520" indent="0">
              <a:buNone/>
              <a:defRPr sz="1920"/>
            </a:lvl3pPr>
            <a:lvl4pPr marL="1097280" indent="0">
              <a:buNone/>
              <a:defRPr sz="1600"/>
            </a:lvl4pPr>
            <a:lvl5pPr marL="1463040" indent="0">
              <a:buNone/>
              <a:defRPr sz="1600"/>
            </a:lvl5pPr>
            <a:lvl6pPr marL="1828800" indent="0">
              <a:buNone/>
              <a:defRPr sz="1600"/>
            </a:lvl6pPr>
            <a:lvl7pPr marL="2194560" indent="0">
              <a:buNone/>
              <a:defRPr sz="1600"/>
            </a:lvl7pPr>
            <a:lvl8pPr marL="2560320" indent="0">
              <a:buNone/>
              <a:defRPr sz="1600"/>
            </a:lvl8pPr>
            <a:lvl9pPr marL="2926080" indent="0">
              <a:buNone/>
              <a:defRPr sz="1600"/>
            </a:lvl9pPr>
          </a:lstStyle>
          <a:p>
            <a:endParaRPr lang="en-US"/>
          </a:p>
        </p:txBody>
      </p:sp>
      <p:sp>
        <p:nvSpPr>
          <p:cNvPr id="4" name="Text Placeholder 3"/>
          <p:cNvSpPr>
            <a:spLocks noGrp="1"/>
          </p:cNvSpPr>
          <p:nvPr>
            <p:ph type="body" sz="half" idx="2"/>
          </p:nvPr>
        </p:nvSpPr>
        <p:spPr>
          <a:xfrm>
            <a:off x="1354885" y="4056813"/>
            <a:ext cx="4147457" cy="608341"/>
          </a:xfrm>
        </p:spPr>
        <p:txBody>
          <a:bodyPr/>
          <a:lstStyle>
            <a:lvl1pPr marL="0" indent="0">
              <a:buNone/>
              <a:defRPr sz="1120"/>
            </a:lvl1pPr>
            <a:lvl2pPr marL="365760" indent="0">
              <a:buNone/>
              <a:defRPr sz="960"/>
            </a:lvl2pPr>
            <a:lvl3pPr marL="731520" indent="0">
              <a:buNone/>
              <a:defRPr sz="800"/>
            </a:lvl3pPr>
            <a:lvl4pPr marL="1097280" indent="0">
              <a:buNone/>
              <a:defRPr sz="720"/>
            </a:lvl4pPr>
            <a:lvl5pPr marL="1463040" indent="0">
              <a:buNone/>
              <a:defRPr sz="720"/>
            </a:lvl5pPr>
            <a:lvl6pPr marL="1828800" indent="0">
              <a:buNone/>
              <a:defRPr sz="720"/>
            </a:lvl6pPr>
            <a:lvl7pPr marL="2194560" indent="0">
              <a:buNone/>
              <a:defRPr sz="720"/>
            </a:lvl7pPr>
            <a:lvl8pPr marL="2560320" indent="0">
              <a:buNone/>
              <a:defRPr sz="720"/>
            </a:lvl8pPr>
            <a:lvl9pPr marL="2926080" indent="0">
              <a:buNone/>
              <a:defRPr sz="72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011511" y="207581"/>
            <a:ext cx="1555296" cy="442277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45622" y="207581"/>
            <a:ext cx="4550682" cy="442277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5621" y="207581"/>
            <a:ext cx="6221186" cy="86391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45621" y="1209485"/>
            <a:ext cx="6221186" cy="342087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45622" y="4804342"/>
            <a:ext cx="1612900" cy="275973"/>
          </a:xfrm>
          <a:prstGeom prst="rect">
            <a:avLst/>
          </a:prstGeom>
        </p:spPr>
        <p:txBody>
          <a:bodyPr vert="horz" lIns="91440" tIns="45720" rIns="91440" bIns="45720" rtlCol="0" anchor="ctr"/>
          <a:lstStyle>
            <a:lvl1pPr algn="l">
              <a:defRPr sz="960">
                <a:solidFill>
                  <a:schemeClr val="tx1">
                    <a:tint val="75000"/>
                  </a:schemeClr>
                </a:solidFill>
              </a:defRPr>
            </a:lvl1pPr>
          </a:lstStyle>
          <a:p>
            <a:fld id="{1D8BD707-D9CF-40AE-B4C6-C98DA3205C09}" type="datetimeFigureOut">
              <a:rPr lang="en-US" smtClean="0"/>
              <a:pPr/>
              <a:t>12/29/2025</a:t>
            </a:fld>
            <a:endParaRPr lang="en-US"/>
          </a:p>
        </p:txBody>
      </p:sp>
      <p:sp>
        <p:nvSpPr>
          <p:cNvPr id="5" name="Footer Placeholder 4"/>
          <p:cNvSpPr>
            <a:spLocks noGrp="1"/>
          </p:cNvSpPr>
          <p:nvPr>
            <p:ph type="ftr" sz="quarter" idx="3"/>
          </p:nvPr>
        </p:nvSpPr>
        <p:spPr>
          <a:xfrm>
            <a:off x="2361747" y="4804342"/>
            <a:ext cx="2188935" cy="275973"/>
          </a:xfrm>
          <a:prstGeom prst="rect">
            <a:avLst/>
          </a:prstGeom>
        </p:spPr>
        <p:txBody>
          <a:bodyPr vert="horz" lIns="91440" tIns="45720" rIns="91440" bIns="45720" rtlCol="0" anchor="ctr"/>
          <a:lstStyle>
            <a:lvl1pPr algn="ctr">
              <a:defRPr sz="96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953907" y="4804342"/>
            <a:ext cx="1612900" cy="275973"/>
          </a:xfrm>
          <a:prstGeom prst="rect">
            <a:avLst/>
          </a:prstGeom>
        </p:spPr>
        <p:txBody>
          <a:bodyPr vert="horz" lIns="91440" tIns="45720" rIns="91440" bIns="45720" rtlCol="0" anchor="ctr"/>
          <a:lstStyle>
            <a:lvl1pPr algn="r">
              <a:defRPr sz="96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731520" rtl="0" eaLnBrk="1" latinLnBrk="0" hangingPunct="1">
        <a:spcBef>
          <a:spcPct val="0"/>
        </a:spcBef>
        <a:buNone/>
        <a:defRPr sz="3520" kern="1200">
          <a:solidFill>
            <a:schemeClr val="tx1"/>
          </a:solidFill>
          <a:latin typeface="+mj-lt"/>
          <a:ea typeface="+mj-ea"/>
          <a:cs typeface="+mj-cs"/>
        </a:defRPr>
      </a:lvl1pPr>
    </p:titleStyle>
    <p:bodyStyle>
      <a:lvl1pPr marL="274320" indent="-274320" algn="l" defTabSz="731520" rtl="0" eaLnBrk="1" latinLnBrk="0" hangingPunct="1">
        <a:spcBef>
          <a:spcPct val="20000"/>
        </a:spcBef>
        <a:buFont typeface="Arial" pitchFamily="34" charset="0"/>
        <a:buChar char="•"/>
        <a:defRPr sz="2560" kern="1200">
          <a:solidFill>
            <a:schemeClr val="tx1"/>
          </a:solidFill>
          <a:latin typeface="+mn-lt"/>
          <a:ea typeface="+mn-ea"/>
          <a:cs typeface="+mn-cs"/>
        </a:defRPr>
      </a:lvl1pPr>
      <a:lvl2pPr marL="594360" indent="-228600" algn="l" defTabSz="731520" rtl="0" eaLnBrk="1" latinLnBrk="0" hangingPunct="1">
        <a:spcBef>
          <a:spcPct val="20000"/>
        </a:spcBef>
        <a:buFont typeface="Arial" pitchFamily="34" charset="0"/>
        <a:buChar char="–"/>
        <a:defRPr sz="2240" kern="1200">
          <a:solidFill>
            <a:schemeClr val="tx1"/>
          </a:solidFill>
          <a:latin typeface="+mn-lt"/>
          <a:ea typeface="+mn-ea"/>
          <a:cs typeface="+mn-cs"/>
        </a:defRPr>
      </a:lvl2pPr>
      <a:lvl3pPr marL="914400" indent="-182880" algn="l" defTabSz="731520" rtl="0" eaLnBrk="1" latinLnBrk="0" hangingPunct="1">
        <a:spcBef>
          <a:spcPct val="20000"/>
        </a:spcBef>
        <a:buFont typeface="Arial" pitchFamily="34" charset="0"/>
        <a:buChar char="•"/>
        <a:defRPr sz="1920" kern="1200">
          <a:solidFill>
            <a:schemeClr val="tx1"/>
          </a:solidFill>
          <a:latin typeface="+mn-lt"/>
          <a:ea typeface="+mn-ea"/>
          <a:cs typeface="+mn-cs"/>
        </a:defRPr>
      </a:lvl3pPr>
      <a:lvl4pPr marL="1280160" indent="-182880" algn="l" defTabSz="731520" rtl="0" eaLnBrk="1" latinLnBrk="0" hangingPunct="1">
        <a:spcBef>
          <a:spcPct val="20000"/>
        </a:spcBef>
        <a:buFont typeface="Arial" pitchFamily="34" charset="0"/>
        <a:buChar char="–"/>
        <a:defRPr sz="1600" kern="1200">
          <a:solidFill>
            <a:schemeClr val="tx1"/>
          </a:solidFill>
          <a:latin typeface="+mn-lt"/>
          <a:ea typeface="+mn-ea"/>
          <a:cs typeface="+mn-cs"/>
        </a:defRPr>
      </a:lvl4pPr>
      <a:lvl5pPr marL="1645920" indent="-182880" algn="l" defTabSz="731520"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011680" indent="-182880" algn="l" defTabSz="731520" rtl="0" eaLnBrk="1" latinLnBrk="0" hangingPunct="1">
        <a:spcBef>
          <a:spcPct val="20000"/>
        </a:spcBef>
        <a:buFont typeface="Arial" pitchFamily="34" charset="0"/>
        <a:buChar char="•"/>
        <a:defRPr sz="1600" kern="1200">
          <a:solidFill>
            <a:schemeClr val="tx1"/>
          </a:solidFill>
          <a:latin typeface="+mn-lt"/>
          <a:ea typeface="+mn-ea"/>
          <a:cs typeface="+mn-cs"/>
        </a:defRPr>
      </a:lvl6pPr>
      <a:lvl7pPr marL="2377440" indent="-182880" algn="l" defTabSz="731520" rtl="0" eaLnBrk="1" latinLnBrk="0" hangingPunct="1">
        <a:spcBef>
          <a:spcPct val="20000"/>
        </a:spcBef>
        <a:buFont typeface="Arial" pitchFamily="34" charset="0"/>
        <a:buChar char="•"/>
        <a:defRPr sz="1600" kern="1200">
          <a:solidFill>
            <a:schemeClr val="tx1"/>
          </a:solidFill>
          <a:latin typeface="+mn-lt"/>
          <a:ea typeface="+mn-ea"/>
          <a:cs typeface="+mn-cs"/>
        </a:defRPr>
      </a:lvl7pPr>
      <a:lvl8pPr marL="2743200" indent="-182880" algn="l" defTabSz="731520" rtl="0" eaLnBrk="1" latinLnBrk="0" hangingPunct="1">
        <a:spcBef>
          <a:spcPct val="20000"/>
        </a:spcBef>
        <a:buFont typeface="Arial" pitchFamily="34" charset="0"/>
        <a:buChar char="•"/>
        <a:defRPr sz="1600" kern="1200">
          <a:solidFill>
            <a:schemeClr val="tx1"/>
          </a:solidFill>
          <a:latin typeface="+mn-lt"/>
          <a:ea typeface="+mn-ea"/>
          <a:cs typeface="+mn-cs"/>
        </a:defRPr>
      </a:lvl8pPr>
      <a:lvl9pPr marL="3108960" indent="-182880" algn="l" defTabSz="731520" rtl="0" eaLnBrk="1" latinLnBrk="0" hangingPunct="1">
        <a:spcBef>
          <a:spcPct val="20000"/>
        </a:spcBef>
        <a:buFont typeface="Arial" pitchFamily="34" charset="0"/>
        <a:buChar char="•"/>
        <a:defRPr sz="1600" kern="1200">
          <a:solidFill>
            <a:schemeClr val="tx1"/>
          </a:solidFill>
          <a:latin typeface="+mn-lt"/>
          <a:ea typeface="+mn-ea"/>
          <a:cs typeface="+mn-cs"/>
        </a:defRPr>
      </a:lvl9pPr>
    </p:bodyStyle>
    <p:otherStyle>
      <a:defPPr>
        <a:defRPr lang="en-US"/>
      </a:defPPr>
      <a:lvl1pPr marL="0" algn="l" defTabSz="731520" rtl="0" eaLnBrk="1" latinLnBrk="0" hangingPunct="1">
        <a:defRPr sz="1440" kern="1200">
          <a:solidFill>
            <a:schemeClr val="tx1"/>
          </a:solidFill>
          <a:latin typeface="+mn-lt"/>
          <a:ea typeface="+mn-ea"/>
          <a:cs typeface="+mn-cs"/>
        </a:defRPr>
      </a:lvl1pPr>
      <a:lvl2pPr marL="365760" algn="l" defTabSz="731520" rtl="0" eaLnBrk="1" latinLnBrk="0" hangingPunct="1">
        <a:defRPr sz="1440" kern="1200">
          <a:solidFill>
            <a:schemeClr val="tx1"/>
          </a:solidFill>
          <a:latin typeface="+mn-lt"/>
          <a:ea typeface="+mn-ea"/>
          <a:cs typeface="+mn-cs"/>
        </a:defRPr>
      </a:lvl2pPr>
      <a:lvl3pPr marL="731520" algn="l" defTabSz="731520" rtl="0" eaLnBrk="1" latinLnBrk="0" hangingPunct="1">
        <a:defRPr sz="1440" kern="1200">
          <a:solidFill>
            <a:schemeClr val="tx1"/>
          </a:solidFill>
          <a:latin typeface="+mn-lt"/>
          <a:ea typeface="+mn-ea"/>
          <a:cs typeface="+mn-cs"/>
        </a:defRPr>
      </a:lvl3pPr>
      <a:lvl4pPr marL="1097280" algn="l" defTabSz="731520" rtl="0" eaLnBrk="1" latinLnBrk="0" hangingPunct="1">
        <a:defRPr sz="1440" kern="1200">
          <a:solidFill>
            <a:schemeClr val="tx1"/>
          </a:solidFill>
          <a:latin typeface="+mn-lt"/>
          <a:ea typeface="+mn-ea"/>
          <a:cs typeface="+mn-cs"/>
        </a:defRPr>
      </a:lvl4pPr>
      <a:lvl5pPr marL="1463040" algn="l" defTabSz="731520" rtl="0" eaLnBrk="1" latinLnBrk="0" hangingPunct="1">
        <a:defRPr sz="1440" kern="1200">
          <a:solidFill>
            <a:schemeClr val="tx1"/>
          </a:solidFill>
          <a:latin typeface="+mn-lt"/>
          <a:ea typeface="+mn-ea"/>
          <a:cs typeface="+mn-cs"/>
        </a:defRPr>
      </a:lvl5pPr>
      <a:lvl6pPr marL="1828800" algn="l" defTabSz="731520" rtl="0" eaLnBrk="1" latinLnBrk="0" hangingPunct="1">
        <a:defRPr sz="1440" kern="1200">
          <a:solidFill>
            <a:schemeClr val="tx1"/>
          </a:solidFill>
          <a:latin typeface="+mn-lt"/>
          <a:ea typeface="+mn-ea"/>
          <a:cs typeface="+mn-cs"/>
        </a:defRPr>
      </a:lvl6pPr>
      <a:lvl7pPr marL="2194560" algn="l" defTabSz="731520" rtl="0" eaLnBrk="1" latinLnBrk="0" hangingPunct="1">
        <a:defRPr sz="1440" kern="1200">
          <a:solidFill>
            <a:schemeClr val="tx1"/>
          </a:solidFill>
          <a:latin typeface="+mn-lt"/>
          <a:ea typeface="+mn-ea"/>
          <a:cs typeface="+mn-cs"/>
        </a:defRPr>
      </a:lvl7pPr>
      <a:lvl8pPr marL="2560320" algn="l" defTabSz="731520" rtl="0" eaLnBrk="1" latinLnBrk="0" hangingPunct="1">
        <a:defRPr sz="1440" kern="1200">
          <a:solidFill>
            <a:schemeClr val="tx1"/>
          </a:solidFill>
          <a:latin typeface="+mn-lt"/>
          <a:ea typeface="+mn-ea"/>
          <a:cs typeface="+mn-cs"/>
        </a:defRPr>
      </a:lvl8pPr>
      <a:lvl9pPr marL="2926080" algn="l" defTabSz="731520" rtl="0" eaLnBrk="1" latinLnBrk="0" hangingPunct="1">
        <a:defRPr sz="14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5.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slide" Target="slide2.xml"/><Relationship Id="rId2" Type="http://schemas.openxmlformats.org/officeDocument/2006/relationships/notesSlide" Target="../notesSlides/notesSlide1.xml"/><Relationship Id="rId16" Type="http://schemas.openxmlformats.org/officeDocument/2006/relationships/image" Target="../media/image14.sv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slide" Target="slide3.xml"/><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2.png"/></Relationships>
</file>

<file path=ppt/slides/_rels/slide3.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4.png"/><Relationship Id="rId18" Type="http://schemas.openxmlformats.org/officeDocument/2006/relationships/slide" Target="slide6.xml"/><Relationship Id="rId26" Type="http://schemas.openxmlformats.org/officeDocument/2006/relationships/image" Target="../media/image33.png"/><Relationship Id="rId3" Type="http://schemas.openxmlformats.org/officeDocument/2006/relationships/image" Target="../media/image4.svg"/><Relationship Id="rId21" Type="http://schemas.openxmlformats.org/officeDocument/2006/relationships/slide" Target="slide14.xml"/><Relationship Id="rId7" Type="http://schemas.openxmlformats.org/officeDocument/2006/relationships/image" Target="../media/image19.svg"/><Relationship Id="rId12" Type="http://schemas.openxmlformats.org/officeDocument/2006/relationships/image" Target="../media/image23.svg"/><Relationship Id="rId17" Type="http://schemas.openxmlformats.org/officeDocument/2006/relationships/image" Target="../media/image27.svg"/><Relationship Id="rId25" Type="http://schemas.openxmlformats.org/officeDocument/2006/relationships/slide" Target="slide7.xml"/><Relationship Id="rId2" Type="http://schemas.openxmlformats.org/officeDocument/2006/relationships/image" Target="../media/image3.png"/><Relationship Id="rId16" Type="http://schemas.openxmlformats.org/officeDocument/2006/relationships/image" Target="../media/image26.png"/><Relationship Id="rId20" Type="http://schemas.openxmlformats.org/officeDocument/2006/relationships/image" Target="../media/image29.svg"/><Relationship Id="rId1" Type="http://schemas.openxmlformats.org/officeDocument/2006/relationships/slideLayout" Target="../slideLayouts/slideLayout7.xml"/><Relationship Id="rId6" Type="http://schemas.openxmlformats.org/officeDocument/2006/relationships/image" Target="../media/image18.png"/><Relationship Id="rId11" Type="http://schemas.openxmlformats.org/officeDocument/2006/relationships/image" Target="../media/image22.png"/><Relationship Id="rId24" Type="http://schemas.openxmlformats.org/officeDocument/2006/relationships/image" Target="../media/image32.png"/><Relationship Id="rId5" Type="http://schemas.openxmlformats.org/officeDocument/2006/relationships/image" Target="../media/image17.svg"/><Relationship Id="rId15" Type="http://schemas.openxmlformats.org/officeDocument/2006/relationships/slide" Target="slide5.xml"/><Relationship Id="rId23" Type="http://schemas.openxmlformats.org/officeDocument/2006/relationships/image" Target="../media/image31.svg"/><Relationship Id="rId10" Type="http://schemas.openxmlformats.org/officeDocument/2006/relationships/slide" Target="slide16.xml"/><Relationship Id="rId19" Type="http://schemas.openxmlformats.org/officeDocument/2006/relationships/image" Target="../media/image28.png"/><Relationship Id="rId4" Type="http://schemas.openxmlformats.org/officeDocument/2006/relationships/image" Target="../media/image16.png"/><Relationship Id="rId9" Type="http://schemas.openxmlformats.org/officeDocument/2006/relationships/image" Target="../media/image21.svg"/><Relationship Id="rId14" Type="http://schemas.openxmlformats.org/officeDocument/2006/relationships/image" Target="../media/image25.svg"/><Relationship Id="rId22" Type="http://schemas.openxmlformats.org/officeDocument/2006/relationships/image" Target="../media/image30.png"/><Relationship Id="rId27" Type="http://schemas.openxmlformats.org/officeDocument/2006/relationships/image" Target="../media/image34.svg"/></Relationships>
</file>

<file path=ppt/slides/_rels/slide4.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4.png"/><Relationship Id="rId18" Type="http://schemas.openxmlformats.org/officeDocument/2006/relationships/slide" Target="slide6.xml"/><Relationship Id="rId26" Type="http://schemas.openxmlformats.org/officeDocument/2006/relationships/image" Target="../media/image33.png"/><Relationship Id="rId3" Type="http://schemas.openxmlformats.org/officeDocument/2006/relationships/image" Target="../media/image4.svg"/><Relationship Id="rId21" Type="http://schemas.openxmlformats.org/officeDocument/2006/relationships/slide" Target="slide14.xml"/><Relationship Id="rId7" Type="http://schemas.openxmlformats.org/officeDocument/2006/relationships/image" Target="../media/image19.svg"/><Relationship Id="rId12" Type="http://schemas.openxmlformats.org/officeDocument/2006/relationships/image" Target="../media/image23.svg"/><Relationship Id="rId17" Type="http://schemas.openxmlformats.org/officeDocument/2006/relationships/image" Target="../media/image27.svg"/><Relationship Id="rId25" Type="http://schemas.openxmlformats.org/officeDocument/2006/relationships/slide" Target="slide7.xml"/><Relationship Id="rId2" Type="http://schemas.openxmlformats.org/officeDocument/2006/relationships/image" Target="../media/image3.png"/><Relationship Id="rId16" Type="http://schemas.openxmlformats.org/officeDocument/2006/relationships/image" Target="../media/image26.png"/><Relationship Id="rId20" Type="http://schemas.openxmlformats.org/officeDocument/2006/relationships/image" Target="../media/image29.svg"/><Relationship Id="rId1" Type="http://schemas.openxmlformats.org/officeDocument/2006/relationships/slideLayout" Target="../slideLayouts/slideLayout7.xml"/><Relationship Id="rId6" Type="http://schemas.openxmlformats.org/officeDocument/2006/relationships/image" Target="../media/image18.png"/><Relationship Id="rId11" Type="http://schemas.openxmlformats.org/officeDocument/2006/relationships/image" Target="../media/image22.png"/><Relationship Id="rId24" Type="http://schemas.openxmlformats.org/officeDocument/2006/relationships/image" Target="../media/image32.png"/><Relationship Id="rId5" Type="http://schemas.openxmlformats.org/officeDocument/2006/relationships/image" Target="../media/image17.svg"/><Relationship Id="rId15" Type="http://schemas.openxmlformats.org/officeDocument/2006/relationships/slide" Target="slide5.xml"/><Relationship Id="rId23" Type="http://schemas.openxmlformats.org/officeDocument/2006/relationships/image" Target="../media/image31.svg"/><Relationship Id="rId10" Type="http://schemas.openxmlformats.org/officeDocument/2006/relationships/slide" Target="slide16.xml"/><Relationship Id="rId19" Type="http://schemas.openxmlformats.org/officeDocument/2006/relationships/image" Target="../media/image28.png"/><Relationship Id="rId4" Type="http://schemas.openxmlformats.org/officeDocument/2006/relationships/image" Target="../media/image16.png"/><Relationship Id="rId9" Type="http://schemas.openxmlformats.org/officeDocument/2006/relationships/image" Target="../media/image21.svg"/><Relationship Id="rId14" Type="http://schemas.openxmlformats.org/officeDocument/2006/relationships/image" Target="../media/image25.svg"/><Relationship Id="rId22" Type="http://schemas.openxmlformats.org/officeDocument/2006/relationships/image" Target="../media/image30.png"/><Relationship Id="rId27" Type="http://schemas.openxmlformats.org/officeDocument/2006/relationships/image" Target="../media/image34.svg"/></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4.png"/><Relationship Id="rId18" Type="http://schemas.openxmlformats.org/officeDocument/2006/relationships/image" Target="../media/image31.svg"/><Relationship Id="rId3" Type="http://schemas.openxmlformats.org/officeDocument/2006/relationships/image" Target="../media/image4.svg"/><Relationship Id="rId21" Type="http://schemas.openxmlformats.org/officeDocument/2006/relationships/image" Target="../media/image35.png"/><Relationship Id="rId7" Type="http://schemas.openxmlformats.org/officeDocument/2006/relationships/image" Target="../media/image19.svg"/><Relationship Id="rId12" Type="http://schemas.openxmlformats.org/officeDocument/2006/relationships/image" Target="../media/image23.svg"/><Relationship Id="rId17" Type="http://schemas.openxmlformats.org/officeDocument/2006/relationships/image" Target="../media/image30.png"/><Relationship Id="rId2" Type="http://schemas.openxmlformats.org/officeDocument/2006/relationships/image" Target="../media/image3.png"/><Relationship Id="rId16" Type="http://schemas.openxmlformats.org/officeDocument/2006/relationships/image" Target="../media/image29.svg"/><Relationship Id="rId20" Type="http://schemas.openxmlformats.org/officeDocument/2006/relationships/slide" Target="slide3.xml"/><Relationship Id="rId1" Type="http://schemas.openxmlformats.org/officeDocument/2006/relationships/slideLayout" Target="../slideLayouts/slideLayout7.xml"/><Relationship Id="rId6" Type="http://schemas.openxmlformats.org/officeDocument/2006/relationships/image" Target="../media/image18.png"/><Relationship Id="rId11" Type="http://schemas.openxmlformats.org/officeDocument/2006/relationships/image" Target="../media/image22.png"/><Relationship Id="rId24" Type="http://schemas.openxmlformats.org/officeDocument/2006/relationships/image" Target="../media/image34.svg"/><Relationship Id="rId5" Type="http://schemas.openxmlformats.org/officeDocument/2006/relationships/image" Target="../media/image17.svg"/><Relationship Id="rId15" Type="http://schemas.openxmlformats.org/officeDocument/2006/relationships/image" Target="../media/image28.png"/><Relationship Id="rId23" Type="http://schemas.openxmlformats.org/officeDocument/2006/relationships/image" Target="../media/image33.png"/><Relationship Id="rId10" Type="http://schemas.openxmlformats.org/officeDocument/2006/relationships/slide" Target="slide16.xml"/><Relationship Id="rId19" Type="http://schemas.openxmlformats.org/officeDocument/2006/relationships/image" Target="../media/image32.png"/><Relationship Id="rId4" Type="http://schemas.openxmlformats.org/officeDocument/2006/relationships/image" Target="../media/image16.png"/><Relationship Id="rId9" Type="http://schemas.openxmlformats.org/officeDocument/2006/relationships/image" Target="../media/image21.svg"/><Relationship Id="rId14" Type="http://schemas.openxmlformats.org/officeDocument/2006/relationships/image" Target="../media/image25.svg"/><Relationship Id="rId22" Type="http://schemas.openxmlformats.org/officeDocument/2006/relationships/image" Target="../media/image36.svg"/></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svg"/><Relationship Id="rId18" Type="http://schemas.openxmlformats.org/officeDocument/2006/relationships/image" Target="../media/image32.png"/><Relationship Id="rId3" Type="http://schemas.openxmlformats.org/officeDocument/2006/relationships/image" Target="../media/image4.svg"/><Relationship Id="rId21" Type="http://schemas.openxmlformats.org/officeDocument/2006/relationships/image" Target="../media/image33.png"/><Relationship Id="rId7" Type="http://schemas.openxmlformats.org/officeDocument/2006/relationships/image" Target="../media/image19.svg"/><Relationship Id="rId12" Type="http://schemas.openxmlformats.org/officeDocument/2006/relationships/image" Target="../media/image24.png"/><Relationship Id="rId17" Type="http://schemas.openxmlformats.org/officeDocument/2006/relationships/image" Target="../media/image31.svg"/><Relationship Id="rId2" Type="http://schemas.openxmlformats.org/officeDocument/2006/relationships/image" Target="../media/image3.png"/><Relationship Id="rId16" Type="http://schemas.openxmlformats.org/officeDocument/2006/relationships/image" Target="../media/image30.png"/><Relationship Id="rId20" Type="http://schemas.openxmlformats.org/officeDocument/2006/relationships/image" Target="../media/image36.svg"/><Relationship Id="rId1" Type="http://schemas.openxmlformats.org/officeDocument/2006/relationships/slideLayout" Target="../slideLayouts/slideLayout7.xml"/><Relationship Id="rId6" Type="http://schemas.openxmlformats.org/officeDocument/2006/relationships/image" Target="../media/image18.png"/><Relationship Id="rId11" Type="http://schemas.openxmlformats.org/officeDocument/2006/relationships/image" Target="../media/image23.svg"/><Relationship Id="rId24" Type="http://schemas.openxmlformats.org/officeDocument/2006/relationships/slide" Target="slide3.xml"/><Relationship Id="rId5" Type="http://schemas.openxmlformats.org/officeDocument/2006/relationships/image" Target="../media/image17.svg"/><Relationship Id="rId15" Type="http://schemas.openxmlformats.org/officeDocument/2006/relationships/image" Target="../media/image29.svg"/><Relationship Id="rId23" Type="http://schemas.openxmlformats.org/officeDocument/2006/relationships/slide" Target="slide2.xml"/><Relationship Id="rId10" Type="http://schemas.openxmlformats.org/officeDocument/2006/relationships/image" Target="../media/image22.png"/><Relationship Id="rId19" Type="http://schemas.openxmlformats.org/officeDocument/2006/relationships/image" Target="../media/image35.png"/><Relationship Id="rId4" Type="http://schemas.openxmlformats.org/officeDocument/2006/relationships/image" Target="../media/image16.png"/><Relationship Id="rId9" Type="http://schemas.openxmlformats.org/officeDocument/2006/relationships/image" Target="../media/image21.svg"/><Relationship Id="rId14" Type="http://schemas.openxmlformats.org/officeDocument/2006/relationships/image" Target="../media/image28.png"/><Relationship Id="rId22" Type="http://schemas.openxmlformats.org/officeDocument/2006/relationships/image" Target="../media/image34.svg"/></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svg"/><Relationship Id="rId18" Type="http://schemas.openxmlformats.org/officeDocument/2006/relationships/image" Target="../media/image32.png"/><Relationship Id="rId3" Type="http://schemas.openxmlformats.org/officeDocument/2006/relationships/image" Target="../media/image4.svg"/><Relationship Id="rId21" Type="http://schemas.openxmlformats.org/officeDocument/2006/relationships/image" Target="../media/image33.png"/><Relationship Id="rId7" Type="http://schemas.openxmlformats.org/officeDocument/2006/relationships/image" Target="../media/image19.svg"/><Relationship Id="rId12" Type="http://schemas.openxmlformats.org/officeDocument/2006/relationships/image" Target="../media/image24.png"/><Relationship Id="rId17" Type="http://schemas.openxmlformats.org/officeDocument/2006/relationships/image" Target="../media/image31.svg"/><Relationship Id="rId25" Type="http://schemas.openxmlformats.org/officeDocument/2006/relationships/slide" Target="slide4.xml"/><Relationship Id="rId2" Type="http://schemas.openxmlformats.org/officeDocument/2006/relationships/image" Target="../media/image3.png"/><Relationship Id="rId16" Type="http://schemas.openxmlformats.org/officeDocument/2006/relationships/image" Target="../media/image30.png"/><Relationship Id="rId20" Type="http://schemas.openxmlformats.org/officeDocument/2006/relationships/image" Target="../media/image36.svg"/><Relationship Id="rId1" Type="http://schemas.openxmlformats.org/officeDocument/2006/relationships/slideLayout" Target="../slideLayouts/slideLayout7.xml"/><Relationship Id="rId6" Type="http://schemas.openxmlformats.org/officeDocument/2006/relationships/image" Target="../media/image18.png"/><Relationship Id="rId11" Type="http://schemas.openxmlformats.org/officeDocument/2006/relationships/image" Target="../media/image23.svg"/><Relationship Id="rId24" Type="http://schemas.openxmlformats.org/officeDocument/2006/relationships/slide" Target="slide8.xml"/><Relationship Id="rId5" Type="http://schemas.openxmlformats.org/officeDocument/2006/relationships/image" Target="../media/image17.svg"/><Relationship Id="rId15" Type="http://schemas.openxmlformats.org/officeDocument/2006/relationships/image" Target="../media/image29.svg"/><Relationship Id="rId23" Type="http://schemas.openxmlformats.org/officeDocument/2006/relationships/slide" Target="slide3.xml"/><Relationship Id="rId10" Type="http://schemas.openxmlformats.org/officeDocument/2006/relationships/image" Target="../media/image22.png"/><Relationship Id="rId19" Type="http://schemas.openxmlformats.org/officeDocument/2006/relationships/image" Target="../media/image35.png"/><Relationship Id="rId4" Type="http://schemas.openxmlformats.org/officeDocument/2006/relationships/image" Target="../media/image16.png"/><Relationship Id="rId9" Type="http://schemas.openxmlformats.org/officeDocument/2006/relationships/image" Target="../media/image21.svg"/><Relationship Id="rId14" Type="http://schemas.openxmlformats.org/officeDocument/2006/relationships/image" Target="../media/image28.png"/><Relationship Id="rId22" Type="http://schemas.openxmlformats.org/officeDocument/2006/relationships/image" Target="../media/image34.svg"/></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svg"/><Relationship Id="rId18" Type="http://schemas.openxmlformats.org/officeDocument/2006/relationships/image" Target="../media/image32.png"/><Relationship Id="rId3" Type="http://schemas.openxmlformats.org/officeDocument/2006/relationships/image" Target="../media/image4.svg"/><Relationship Id="rId21" Type="http://schemas.openxmlformats.org/officeDocument/2006/relationships/image" Target="../media/image33.png"/><Relationship Id="rId7" Type="http://schemas.openxmlformats.org/officeDocument/2006/relationships/image" Target="../media/image19.svg"/><Relationship Id="rId12" Type="http://schemas.openxmlformats.org/officeDocument/2006/relationships/image" Target="../media/image24.png"/><Relationship Id="rId17" Type="http://schemas.openxmlformats.org/officeDocument/2006/relationships/image" Target="../media/image31.svg"/><Relationship Id="rId2" Type="http://schemas.openxmlformats.org/officeDocument/2006/relationships/image" Target="../media/image3.png"/><Relationship Id="rId16" Type="http://schemas.openxmlformats.org/officeDocument/2006/relationships/image" Target="../media/image30.png"/><Relationship Id="rId20" Type="http://schemas.openxmlformats.org/officeDocument/2006/relationships/image" Target="../media/image36.svg"/><Relationship Id="rId1" Type="http://schemas.openxmlformats.org/officeDocument/2006/relationships/slideLayout" Target="../slideLayouts/slideLayout7.xml"/><Relationship Id="rId6" Type="http://schemas.openxmlformats.org/officeDocument/2006/relationships/image" Target="../media/image18.png"/><Relationship Id="rId11" Type="http://schemas.openxmlformats.org/officeDocument/2006/relationships/image" Target="../media/image23.svg"/><Relationship Id="rId5" Type="http://schemas.openxmlformats.org/officeDocument/2006/relationships/image" Target="../media/image17.svg"/><Relationship Id="rId15" Type="http://schemas.openxmlformats.org/officeDocument/2006/relationships/image" Target="../media/image29.svg"/><Relationship Id="rId23" Type="http://schemas.openxmlformats.org/officeDocument/2006/relationships/slide" Target="slide3.xml"/><Relationship Id="rId10" Type="http://schemas.openxmlformats.org/officeDocument/2006/relationships/image" Target="../media/image22.png"/><Relationship Id="rId19" Type="http://schemas.openxmlformats.org/officeDocument/2006/relationships/image" Target="../media/image35.png"/><Relationship Id="rId4" Type="http://schemas.openxmlformats.org/officeDocument/2006/relationships/image" Target="../media/image16.png"/><Relationship Id="rId9" Type="http://schemas.openxmlformats.org/officeDocument/2006/relationships/image" Target="../media/image21.svg"/><Relationship Id="rId14" Type="http://schemas.openxmlformats.org/officeDocument/2006/relationships/image" Target="../media/image28.png"/><Relationship Id="rId22" Type="http://schemas.openxmlformats.org/officeDocument/2006/relationships/image" Target="../media/image34.svg"/></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38.svg"/><Relationship Id="rId18" Type="http://schemas.openxmlformats.org/officeDocument/2006/relationships/image" Target="../media/image30.png"/><Relationship Id="rId3" Type="http://schemas.openxmlformats.org/officeDocument/2006/relationships/image" Target="../media/image4.svg"/><Relationship Id="rId21" Type="http://schemas.openxmlformats.org/officeDocument/2006/relationships/image" Target="../media/image33.png"/><Relationship Id="rId7" Type="http://schemas.openxmlformats.org/officeDocument/2006/relationships/image" Target="../media/image19.svg"/><Relationship Id="rId12" Type="http://schemas.openxmlformats.org/officeDocument/2006/relationships/image" Target="../media/image37.png"/><Relationship Id="rId17" Type="http://schemas.openxmlformats.org/officeDocument/2006/relationships/image" Target="../media/image29.svg"/><Relationship Id="rId2" Type="http://schemas.openxmlformats.org/officeDocument/2006/relationships/image" Target="../media/image3.png"/><Relationship Id="rId16" Type="http://schemas.openxmlformats.org/officeDocument/2006/relationships/image" Target="../media/image28.png"/><Relationship Id="rId20"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18.png"/><Relationship Id="rId11" Type="http://schemas.openxmlformats.org/officeDocument/2006/relationships/image" Target="../media/image23.svg"/><Relationship Id="rId5" Type="http://schemas.openxmlformats.org/officeDocument/2006/relationships/image" Target="../media/image17.svg"/><Relationship Id="rId15" Type="http://schemas.openxmlformats.org/officeDocument/2006/relationships/image" Target="../media/image27.svg"/><Relationship Id="rId10" Type="http://schemas.openxmlformats.org/officeDocument/2006/relationships/image" Target="../media/image22.png"/><Relationship Id="rId19" Type="http://schemas.openxmlformats.org/officeDocument/2006/relationships/image" Target="../media/image31.svg"/><Relationship Id="rId4" Type="http://schemas.openxmlformats.org/officeDocument/2006/relationships/image" Target="../media/image16.png"/><Relationship Id="rId9" Type="http://schemas.openxmlformats.org/officeDocument/2006/relationships/image" Target="../media/image21.svg"/><Relationship Id="rId14" Type="http://schemas.openxmlformats.org/officeDocument/2006/relationships/image" Target="../media/image26.png"/><Relationship Id="rId22" Type="http://schemas.openxmlformats.org/officeDocument/2006/relationships/image" Target="../media/image34.svg"/></Relationships>
</file>

<file path=ppt/slides/_rels/slide10.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38.svg"/><Relationship Id="rId18" Type="http://schemas.openxmlformats.org/officeDocument/2006/relationships/image" Target="../media/image30.png"/><Relationship Id="rId3" Type="http://schemas.openxmlformats.org/officeDocument/2006/relationships/image" Target="../media/image4.svg"/><Relationship Id="rId21" Type="http://schemas.openxmlformats.org/officeDocument/2006/relationships/image" Target="../media/image33.png"/><Relationship Id="rId7" Type="http://schemas.openxmlformats.org/officeDocument/2006/relationships/image" Target="../media/image19.svg"/><Relationship Id="rId12" Type="http://schemas.openxmlformats.org/officeDocument/2006/relationships/image" Target="../media/image37.png"/><Relationship Id="rId17" Type="http://schemas.openxmlformats.org/officeDocument/2006/relationships/image" Target="../media/image29.svg"/><Relationship Id="rId2" Type="http://schemas.openxmlformats.org/officeDocument/2006/relationships/image" Target="../media/image3.png"/><Relationship Id="rId16" Type="http://schemas.openxmlformats.org/officeDocument/2006/relationships/image" Target="../media/image28.png"/><Relationship Id="rId20"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18.png"/><Relationship Id="rId11" Type="http://schemas.openxmlformats.org/officeDocument/2006/relationships/image" Target="../media/image23.svg"/><Relationship Id="rId5" Type="http://schemas.openxmlformats.org/officeDocument/2006/relationships/image" Target="../media/image17.svg"/><Relationship Id="rId15" Type="http://schemas.openxmlformats.org/officeDocument/2006/relationships/image" Target="../media/image27.svg"/><Relationship Id="rId10" Type="http://schemas.openxmlformats.org/officeDocument/2006/relationships/image" Target="../media/image22.png"/><Relationship Id="rId19" Type="http://schemas.openxmlformats.org/officeDocument/2006/relationships/image" Target="../media/image31.svg"/><Relationship Id="rId4" Type="http://schemas.openxmlformats.org/officeDocument/2006/relationships/image" Target="../media/image16.png"/><Relationship Id="rId9" Type="http://schemas.openxmlformats.org/officeDocument/2006/relationships/image" Target="../media/image21.svg"/><Relationship Id="rId14" Type="http://schemas.openxmlformats.org/officeDocument/2006/relationships/image" Target="../media/image26.png"/><Relationship Id="rId22" Type="http://schemas.openxmlformats.org/officeDocument/2006/relationships/image" Target="../media/image34.svg"/></Relationships>
</file>

<file path=ppt/slides/_rels/slide11.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38.svg"/><Relationship Id="rId18" Type="http://schemas.openxmlformats.org/officeDocument/2006/relationships/image" Target="../media/image30.png"/><Relationship Id="rId3" Type="http://schemas.openxmlformats.org/officeDocument/2006/relationships/image" Target="../media/image4.svg"/><Relationship Id="rId21" Type="http://schemas.openxmlformats.org/officeDocument/2006/relationships/image" Target="../media/image33.png"/><Relationship Id="rId7" Type="http://schemas.openxmlformats.org/officeDocument/2006/relationships/image" Target="../media/image19.svg"/><Relationship Id="rId12" Type="http://schemas.openxmlformats.org/officeDocument/2006/relationships/image" Target="../media/image37.png"/><Relationship Id="rId17" Type="http://schemas.openxmlformats.org/officeDocument/2006/relationships/image" Target="../media/image29.svg"/><Relationship Id="rId2" Type="http://schemas.openxmlformats.org/officeDocument/2006/relationships/image" Target="../media/image3.png"/><Relationship Id="rId16" Type="http://schemas.openxmlformats.org/officeDocument/2006/relationships/image" Target="../media/image28.png"/><Relationship Id="rId20"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18.png"/><Relationship Id="rId11" Type="http://schemas.openxmlformats.org/officeDocument/2006/relationships/image" Target="../media/image23.svg"/><Relationship Id="rId5" Type="http://schemas.openxmlformats.org/officeDocument/2006/relationships/image" Target="../media/image17.svg"/><Relationship Id="rId15" Type="http://schemas.openxmlformats.org/officeDocument/2006/relationships/image" Target="../media/image27.svg"/><Relationship Id="rId23" Type="http://schemas.openxmlformats.org/officeDocument/2006/relationships/slide" Target="slide3.xml"/><Relationship Id="rId10" Type="http://schemas.openxmlformats.org/officeDocument/2006/relationships/image" Target="../media/image22.png"/><Relationship Id="rId19" Type="http://schemas.openxmlformats.org/officeDocument/2006/relationships/image" Target="../media/image31.svg"/><Relationship Id="rId4" Type="http://schemas.openxmlformats.org/officeDocument/2006/relationships/image" Target="../media/image16.png"/><Relationship Id="rId9" Type="http://schemas.openxmlformats.org/officeDocument/2006/relationships/image" Target="../media/image21.svg"/><Relationship Id="rId14" Type="http://schemas.openxmlformats.org/officeDocument/2006/relationships/image" Target="../media/image26.png"/><Relationship Id="rId22" Type="http://schemas.openxmlformats.org/officeDocument/2006/relationships/image" Target="../media/image34.svg"/></Relationships>
</file>

<file path=ppt/slides/_rels/slide12.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38.svg"/><Relationship Id="rId18" Type="http://schemas.openxmlformats.org/officeDocument/2006/relationships/image" Target="../media/image30.png"/><Relationship Id="rId3" Type="http://schemas.openxmlformats.org/officeDocument/2006/relationships/image" Target="../media/image4.svg"/><Relationship Id="rId21" Type="http://schemas.openxmlformats.org/officeDocument/2006/relationships/image" Target="../media/image33.png"/><Relationship Id="rId7" Type="http://schemas.openxmlformats.org/officeDocument/2006/relationships/image" Target="../media/image19.svg"/><Relationship Id="rId12" Type="http://schemas.openxmlformats.org/officeDocument/2006/relationships/image" Target="../media/image37.png"/><Relationship Id="rId17" Type="http://schemas.openxmlformats.org/officeDocument/2006/relationships/image" Target="../media/image29.svg"/><Relationship Id="rId2" Type="http://schemas.openxmlformats.org/officeDocument/2006/relationships/image" Target="../media/image3.png"/><Relationship Id="rId16" Type="http://schemas.openxmlformats.org/officeDocument/2006/relationships/image" Target="../media/image28.png"/><Relationship Id="rId20"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18.png"/><Relationship Id="rId11" Type="http://schemas.openxmlformats.org/officeDocument/2006/relationships/image" Target="../media/image23.svg"/><Relationship Id="rId24" Type="http://schemas.openxmlformats.org/officeDocument/2006/relationships/slide" Target="slide13.xml"/><Relationship Id="rId5" Type="http://schemas.openxmlformats.org/officeDocument/2006/relationships/image" Target="../media/image17.svg"/><Relationship Id="rId15" Type="http://schemas.openxmlformats.org/officeDocument/2006/relationships/image" Target="../media/image27.svg"/><Relationship Id="rId23" Type="http://schemas.openxmlformats.org/officeDocument/2006/relationships/slide" Target="slide3.xml"/><Relationship Id="rId10" Type="http://schemas.openxmlformats.org/officeDocument/2006/relationships/image" Target="../media/image22.png"/><Relationship Id="rId19" Type="http://schemas.openxmlformats.org/officeDocument/2006/relationships/image" Target="../media/image31.svg"/><Relationship Id="rId4" Type="http://schemas.openxmlformats.org/officeDocument/2006/relationships/image" Target="../media/image16.png"/><Relationship Id="rId9" Type="http://schemas.openxmlformats.org/officeDocument/2006/relationships/image" Target="../media/image21.svg"/><Relationship Id="rId14" Type="http://schemas.openxmlformats.org/officeDocument/2006/relationships/image" Target="../media/image26.png"/><Relationship Id="rId22" Type="http://schemas.openxmlformats.org/officeDocument/2006/relationships/image" Target="../media/image34.svg"/></Relationships>
</file>

<file path=ppt/slides/_rels/slide13.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svg"/><Relationship Id="rId18" Type="http://schemas.openxmlformats.org/officeDocument/2006/relationships/image" Target="../media/image30.png"/><Relationship Id="rId26" Type="http://schemas.openxmlformats.org/officeDocument/2006/relationships/image" Target="../media/image43.png"/><Relationship Id="rId3" Type="http://schemas.openxmlformats.org/officeDocument/2006/relationships/image" Target="../media/image4.svg"/><Relationship Id="rId21" Type="http://schemas.openxmlformats.org/officeDocument/2006/relationships/image" Target="../media/image33.png"/><Relationship Id="rId7" Type="http://schemas.openxmlformats.org/officeDocument/2006/relationships/image" Target="../media/image19.svg"/><Relationship Id="rId12" Type="http://schemas.openxmlformats.org/officeDocument/2006/relationships/image" Target="../media/image24.png"/><Relationship Id="rId17" Type="http://schemas.openxmlformats.org/officeDocument/2006/relationships/image" Target="../media/image29.svg"/><Relationship Id="rId25" Type="http://schemas.openxmlformats.org/officeDocument/2006/relationships/image" Target="../media/image42.svg"/><Relationship Id="rId2" Type="http://schemas.openxmlformats.org/officeDocument/2006/relationships/image" Target="../media/image3.png"/><Relationship Id="rId16" Type="http://schemas.openxmlformats.org/officeDocument/2006/relationships/image" Target="../media/image28.png"/><Relationship Id="rId20"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18.png"/><Relationship Id="rId11" Type="http://schemas.openxmlformats.org/officeDocument/2006/relationships/image" Target="../media/image40.svg"/><Relationship Id="rId24" Type="http://schemas.openxmlformats.org/officeDocument/2006/relationships/image" Target="../media/image41.png"/><Relationship Id="rId5" Type="http://schemas.openxmlformats.org/officeDocument/2006/relationships/image" Target="../media/image17.svg"/><Relationship Id="rId15" Type="http://schemas.openxmlformats.org/officeDocument/2006/relationships/image" Target="../media/image27.svg"/><Relationship Id="rId23" Type="http://schemas.openxmlformats.org/officeDocument/2006/relationships/slide" Target="slide2.xml"/><Relationship Id="rId10" Type="http://schemas.openxmlformats.org/officeDocument/2006/relationships/image" Target="../media/image39.png"/><Relationship Id="rId19" Type="http://schemas.openxmlformats.org/officeDocument/2006/relationships/image" Target="../media/image31.svg"/><Relationship Id="rId4" Type="http://schemas.openxmlformats.org/officeDocument/2006/relationships/image" Target="../media/image16.png"/><Relationship Id="rId9" Type="http://schemas.openxmlformats.org/officeDocument/2006/relationships/image" Target="../media/image21.svg"/><Relationship Id="rId14" Type="http://schemas.openxmlformats.org/officeDocument/2006/relationships/image" Target="../media/image26.png"/><Relationship Id="rId22" Type="http://schemas.openxmlformats.org/officeDocument/2006/relationships/image" Target="../media/image34.svg"/><Relationship Id="rId27" Type="http://schemas.openxmlformats.org/officeDocument/2006/relationships/image" Target="../media/image44.svg"/></Relationships>
</file>

<file path=ppt/slides/_rels/slide14.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21.svg"/><Relationship Id="rId18" Type="http://schemas.openxmlformats.org/officeDocument/2006/relationships/image" Target="../media/image49.png"/><Relationship Id="rId3" Type="http://schemas.openxmlformats.org/officeDocument/2006/relationships/image" Target="../media/image4.svg"/><Relationship Id="rId7" Type="http://schemas.openxmlformats.org/officeDocument/2006/relationships/image" Target="../media/image19.svg"/><Relationship Id="rId12" Type="http://schemas.openxmlformats.org/officeDocument/2006/relationships/image" Target="../media/image20.png"/><Relationship Id="rId17" Type="http://schemas.openxmlformats.org/officeDocument/2006/relationships/slide" Target="slide15.xml"/><Relationship Id="rId2" Type="http://schemas.openxmlformats.org/officeDocument/2006/relationships/image" Target="../media/image3.png"/><Relationship Id="rId16" Type="http://schemas.openxmlformats.org/officeDocument/2006/relationships/image" Target="../media/image29.svg"/><Relationship Id="rId1" Type="http://schemas.openxmlformats.org/officeDocument/2006/relationships/slideLayout" Target="../slideLayouts/slideLayout7.xml"/><Relationship Id="rId6" Type="http://schemas.openxmlformats.org/officeDocument/2006/relationships/image" Target="../media/image18.png"/><Relationship Id="rId11" Type="http://schemas.openxmlformats.org/officeDocument/2006/relationships/image" Target="../media/image48.svg"/><Relationship Id="rId5" Type="http://schemas.openxmlformats.org/officeDocument/2006/relationships/image" Target="../media/image17.svg"/><Relationship Id="rId15" Type="http://schemas.openxmlformats.org/officeDocument/2006/relationships/image" Target="../media/image28.png"/><Relationship Id="rId10" Type="http://schemas.openxmlformats.org/officeDocument/2006/relationships/image" Target="../media/image47.png"/><Relationship Id="rId19" Type="http://schemas.openxmlformats.org/officeDocument/2006/relationships/image" Target="../media/image50.svg"/><Relationship Id="rId4" Type="http://schemas.openxmlformats.org/officeDocument/2006/relationships/image" Target="../media/image16.png"/><Relationship Id="rId9" Type="http://schemas.openxmlformats.org/officeDocument/2006/relationships/image" Target="../media/image46.svg"/><Relationship Id="rId14" Type="http://schemas.openxmlformats.org/officeDocument/2006/relationships/slide" Target="slide3.xml"/></Relationships>
</file>

<file path=ppt/slides/_rels/slide15.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21.svg"/><Relationship Id="rId18" Type="http://schemas.openxmlformats.org/officeDocument/2006/relationships/image" Target="../media/image49.png"/><Relationship Id="rId3" Type="http://schemas.openxmlformats.org/officeDocument/2006/relationships/image" Target="../media/image4.svg"/><Relationship Id="rId7" Type="http://schemas.openxmlformats.org/officeDocument/2006/relationships/image" Target="../media/image19.svg"/><Relationship Id="rId12" Type="http://schemas.openxmlformats.org/officeDocument/2006/relationships/image" Target="../media/image20.png"/><Relationship Id="rId17" Type="http://schemas.openxmlformats.org/officeDocument/2006/relationships/slide" Target="slide15.xml"/><Relationship Id="rId2" Type="http://schemas.openxmlformats.org/officeDocument/2006/relationships/image" Target="../media/image3.png"/><Relationship Id="rId16" Type="http://schemas.openxmlformats.org/officeDocument/2006/relationships/image" Target="../media/image29.svg"/><Relationship Id="rId1" Type="http://schemas.openxmlformats.org/officeDocument/2006/relationships/slideLayout" Target="../slideLayouts/slideLayout7.xml"/><Relationship Id="rId6" Type="http://schemas.openxmlformats.org/officeDocument/2006/relationships/image" Target="../media/image18.png"/><Relationship Id="rId11" Type="http://schemas.openxmlformats.org/officeDocument/2006/relationships/image" Target="../media/image48.svg"/><Relationship Id="rId5" Type="http://schemas.openxmlformats.org/officeDocument/2006/relationships/image" Target="../media/image17.svg"/><Relationship Id="rId15" Type="http://schemas.openxmlformats.org/officeDocument/2006/relationships/image" Target="../media/image28.png"/><Relationship Id="rId10" Type="http://schemas.openxmlformats.org/officeDocument/2006/relationships/image" Target="../media/image47.png"/><Relationship Id="rId19" Type="http://schemas.openxmlformats.org/officeDocument/2006/relationships/image" Target="../media/image50.svg"/><Relationship Id="rId4" Type="http://schemas.openxmlformats.org/officeDocument/2006/relationships/image" Target="../media/image16.png"/><Relationship Id="rId9" Type="http://schemas.openxmlformats.org/officeDocument/2006/relationships/image" Target="../media/image46.svg"/><Relationship Id="rId14" Type="http://schemas.openxmlformats.org/officeDocument/2006/relationships/slide" Target="slide3.xml"/></Relationships>
</file>

<file path=ppt/slides/_rels/slide16.xml.rels><?xml version="1.0" encoding="UTF-8" standalone="yes"?>
<Relationships xmlns="http://schemas.openxmlformats.org/package/2006/relationships"><Relationship Id="rId13" Type="http://schemas.openxmlformats.org/officeDocument/2006/relationships/image" Target="../media/image59.png"/><Relationship Id="rId18" Type="http://schemas.openxmlformats.org/officeDocument/2006/relationships/image" Target="../media/image63.png"/><Relationship Id="rId26" Type="http://schemas.openxmlformats.org/officeDocument/2006/relationships/slide" Target="slide3.xml"/><Relationship Id="rId39" Type="http://schemas.openxmlformats.org/officeDocument/2006/relationships/image" Target="../media/image83.svg"/><Relationship Id="rId21" Type="http://schemas.openxmlformats.org/officeDocument/2006/relationships/image" Target="../media/image66.svg"/><Relationship Id="rId34" Type="http://schemas.openxmlformats.org/officeDocument/2006/relationships/image" Target="../media/image78.png"/><Relationship Id="rId42" Type="http://schemas.openxmlformats.org/officeDocument/2006/relationships/image" Target="../media/image86.png"/><Relationship Id="rId47" Type="http://schemas.openxmlformats.org/officeDocument/2006/relationships/slide" Target="slide18.xml"/><Relationship Id="rId7" Type="http://schemas.openxmlformats.org/officeDocument/2006/relationships/image" Target="../media/image54.png"/><Relationship Id="rId2" Type="http://schemas.openxmlformats.org/officeDocument/2006/relationships/notesSlide" Target="../notesSlides/notesSlide2.xml"/><Relationship Id="rId16" Type="http://schemas.openxmlformats.org/officeDocument/2006/relationships/image" Target="../media/image62.svg"/><Relationship Id="rId29" Type="http://schemas.openxmlformats.org/officeDocument/2006/relationships/image" Target="../media/image73.png"/><Relationship Id="rId1" Type="http://schemas.openxmlformats.org/officeDocument/2006/relationships/slideLayout" Target="../slideLayouts/slideLayout7.xml"/><Relationship Id="rId6" Type="http://schemas.openxmlformats.org/officeDocument/2006/relationships/image" Target="../media/image53.svg"/><Relationship Id="rId11" Type="http://schemas.openxmlformats.org/officeDocument/2006/relationships/image" Target="../media/image57.svg"/><Relationship Id="rId24" Type="http://schemas.openxmlformats.org/officeDocument/2006/relationships/image" Target="../media/image69.png"/><Relationship Id="rId32" Type="http://schemas.openxmlformats.org/officeDocument/2006/relationships/image" Target="../media/image76.png"/><Relationship Id="rId37" Type="http://schemas.openxmlformats.org/officeDocument/2006/relationships/image" Target="../media/image81.svg"/><Relationship Id="rId40" Type="http://schemas.openxmlformats.org/officeDocument/2006/relationships/image" Target="../media/image84.png"/><Relationship Id="rId45" Type="http://schemas.openxmlformats.org/officeDocument/2006/relationships/slide" Target="slide27.xml"/><Relationship Id="rId5" Type="http://schemas.openxmlformats.org/officeDocument/2006/relationships/image" Target="../media/image52.png"/><Relationship Id="rId15" Type="http://schemas.openxmlformats.org/officeDocument/2006/relationships/image" Target="../media/image61.png"/><Relationship Id="rId23" Type="http://schemas.openxmlformats.org/officeDocument/2006/relationships/image" Target="../media/image68.svg"/><Relationship Id="rId28" Type="http://schemas.openxmlformats.org/officeDocument/2006/relationships/image" Target="../media/image72.svg"/><Relationship Id="rId36" Type="http://schemas.openxmlformats.org/officeDocument/2006/relationships/image" Target="../media/image80.png"/><Relationship Id="rId10" Type="http://schemas.openxmlformats.org/officeDocument/2006/relationships/image" Target="../media/image56.png"/><Relationship Id="rId19" Type="http://schemas.openxmlformats.org/officeDocument/2006/relationships/image" Target="../media/image64.svg"/><Relationship Id="rId31" Type="http://schemas.openxmlformats.org/officeDocument/2006/relationships/image" Target="../media/image75.svg"/><Relationship Id="rId44" Type="http://schemas.openxmlformats.org/officeDocument/2006/relationships/slide" Target="slide22.xml"/><Relationship Id="rId4" Type="http://schemas.openxmlformats.org/officeDocument/2006/relationships/slide" Target="slide25.xml"/><Relationship Id="rId9" Type="http://schemas.openxmlformats.org/officeDocument/2006/relationships/slide" Target="slide20.xml"/><Relationship Id="rId14" Type="http://schemas.openxmlformats.org/officeDocument/2006/relationships/image" Target="../media/image60.svg"/><Relationship Id="rId22" Type="http://schemas.openxmlformats.org/officeDocument/2006/relationships/image" Target="../media/image67.png"/><Relationship Id="rId27" Type="http://schemas.openxmlformats.org/officeDocument/2006/relationships/image" Target="../media/image71.png"/><Relationship Id="rId30" Type="http://schemas.openxmlformats.org/officeDocument/2006/relationships/image" Target="../media/image74.png"/><Relationship Id="rId35" Type="http://schemas.openxmlformats.org/officeDocument/2006/relationships/image" Target="../media/image79.svg"/><Relationship Id="rId43" Type="http://schemas.openxmlformats.org/officeDocument/2006/relationships/image" Target="../media/image87.svg"/><Relationship Id="rId8" Type="http://schemas.openxmlformats.org/officeDocument/2006/relationships/image" Target="../media/image55.svg"/><Relationship Id="rId3" Type="http://schemas.openxmlformats.org/officeDocument/2006/relationships/image" Target="../media/image51.png"/><Relationship Id="rId12" Type="http://schemas.openxmlformats.org/officeDocument/2006/relationships/image" Target="../media/image58.png"/><Relationship Id="rId17" Type="http://schemas.openxmlformats.org/officeDocument/2006/relationships/slide" Target="slide21.xml"/><Relationship Id="rId25" Type="http://schemas.openxmlformats.org/officeDocument/2006/relationships/image" Target="../media/image70.svg"/><Relationship Id="rId33" Type="http://schemas.openxmlformats.org/officeDocument/2006/relationships/image" Target="../media/image77.svg"/><Relationship Id="rId38" Type="http://schemas.openxmlformats.org/officeDocument/2006/relationships/image" Target="../media/image82.png"/><Relationship Id="rId46" Type="http://schemas.openxmlformats.org/officeDocument/2006/relationships/slide" Target="slide19.xml"/><Relationship Id="rId20" Type="http://schemas.openxmlformats.org/officeDocument/2006/relationships/image" Target="../media/image65.png"/><Relationship Id="rId41" Type="http://schemas.openxmlformats.org/officeDocument/2006/relationships/image" Target="../media/image85.svg"/></Relationships>
</file>

<file path=ppt/slides/_rels/slide17.xml.rels><?xml version="1.0" encoding="UTF-8" standalone="yes"?>
<Relationships xmlns="http://schemas.openxmlformats.org/package/2006/relationships"><Relationship Id="rId13" Type="http://schemas.openxmlformats.org/officeDocument/2006/relationships/image" Target="../media/image59.png"/><Relationship Id="rId18" Type="http://schemas.openxmlformats.org/officeDocument/2006/relationships/image" Target="../media/image64.svg"/><Relationship Id="rId26" Type="http://schemas.openxmlformats.org/officeDocument/2006/relationships/image" Target="../media/image71.png"/><Relationship Id="rId39" Type="http://schemas.openxmlformats.org/officeDocument/2006/relationships/image" Target="../media/image84.png"/><Relationship Id="rId21" Type="http://schemas.openxmlformats.org/officeDocument/2006/relationships/image" Target="../media/image67.png"/><Relationship Id="rId34" Type="http://schemas.openxmlformats.org/officeDocument/2006/relationships/image" Target="../media/image79.svg"/><Relationship Id="rId42" Type="http://schemas.openxmlformats.org/officeDocument/2006/relationships/image" Target="../media/image87.svg"/><Relationship Id="rId47" Type="http://schemas.openxmlformats.org/officeDocument/2006/relationships/slide" Target="slide18.xml"/><Relationship Id="rId7" Type="http://schemas.openxmlformats.org/officeDocument/2006/relationships/image" Target="../media/image54.png"/><Relationship Id="rId2" Type="http://schemas.openxmlformats.org/officeDocument/2006/relationships/notesSlide" Target="../notesSlides/notesSlide3.xml"/><Relationship Id="rId16" Type="http://schemas.openxmlformats.org/officeDocument/2006/relationships/image" Target="../media/image62.svg"/><Relationship Id="rId29" Type="http://schemas.openxmlformats.org/officeDocument/2006/relationships/image" Target="../media/image74.png"/><Relationship Id="rId1" Type="http://schemas.openxmlformats.org/officeDocument/2006/relationships/slideLayout" Target="../slideLayouts/slideLayout7.xml"/><Relationship Id="rId6" Type="http://schemas.openxmlformats.org/officeDocument/2006/relationships/image" Target="../media/image53.svg"/><Relationship Id="rId11" Type="http://schemas.openxmlformats.org/officeDocument/2006/relationships/image" Target="../media/image57.svg"/><Relationship Id="rId24" Type="http://schemas.openxmlformats.org/officeDocument/2006/relationships/image" Target="../media/image70.svg"/><Relationship Id="rId32" Type="http://schemas.openxmlformats.org/officeDocument/2006/relationships/image" Target="../media/image77.svg"/><Relationship Id="rId37" Type="http://schemas.openxmlformats.org/officeDocument/2006/relationships/image" Target="../media/image82.png"/><Relationship Id="rId40" Type="http://schemas.openxmlformats.org/officeDocument/2006/relationships/image" Target="../media/image85.svg"/><Relationship Id="rId45" Type="http://schemas.openxmlformats.org/officeDocument/2006/relationships/slide" Target="slide27.xml"/><Relationship Id="rId5" Type="http://schemas.openxmlformats.org/officeDocument/2006/relationships/image" Target="../media/image52.png"/><Relationship Id="rId15" Type="http://schemas.openxmlformats.org/officeDocument/2006/relationships/image" Target="../media/image61.png"/><Relationship Id="rId23" Type="http://schemas.openxmlformats.org/officeDocument/2006/relationships/image" Target="../media/image69.png"/><Relationship Id="rId28" Type="http://schemas.openxmlformats.org/officeDocument/2006/relationships/image" Target="../media/image73.png"/><Relationship Id="rId36" Type="http://schemas.openxmlformats.org/officeDocument/2006/relationships/image" Target="../media/image81.svg"/><Relationship Id="rId10" Type="http://schemas.openxmlformats.org/officeDocument/2006/relationships/image" Target="../media/image56.png"/><Relationship Id="rId19" Type="http://schemas.openxmlformats.org/officeDocument/2006/relationships/image" Target="../media/image65.png"/><Relationship Id="rId31" Type="http://schemas.openxmlformats.org/officeDocument/2006/relationships/image" Target="../media/image76.png"/><Relationship Id="rId44" Type="http://schemas.openxmlformats.org/officeDocument/2006/relationships/slide" Target="slide21.xml"/><Relationship Id="rId4" Type="http://schemas.openxmlformats.org/officeDocument/2006/relationships/slide" Target="slide25.xml"/><Relationship Id="rId9" Type="http://schemas.openxmlformats.org/officeDocument/2006/relationships/slide" Target="slide20.xml"/><Relationship Id="rId14" Type="http://schemas.openxmlformats.org/officeDocument/2006/relationships/image" Target="../media/image60.svg"/><Relationship Id="rId22" Type="http://schemas.openxmlformats.org/officeDocument/2006/relationships/image" Target="../media/image68.svg"/><Relationship Id="rId27" Type="http://schemas.openxmlformats.org/officeDocument/2006/relationships/image" Target="../media/image72.svg"/><Relationship Id="rId30" Type="http://schemas.openxmlformats.org/officeDocument/2006/relationships/image" Target="../media/image75.svg"/><Relationship Id="rId35" Type="http://schemas.openxmlformats.org/officeDocument/2006/relationships/image" Target="../media/image80.png"/><Relationship Id="rId43" Type="http://schemas.openxmlformats.org/officeDocument/2006/relationships/slide" Target="slide22.xml"/><Relationship Id="rId8" Type="http://schemas.openxmlformats.org/officeDocument/2006/relationships/image" Target="../media/image55.svg"/><Relationship Id="rId3" Type="http://schemas.openxmlformats.org/officeDocument/2006/relationships/image" Target="../media/image51.png"/><Relationship Id="rId12" Type="http://schemas.openxmlformats.org/officeDocument/2006/relationships/image" Target="../media/image58.png"/><Relationship Id="rId17" Type="http://schemas.openxmlformats.org/officeDocument/2006/relationships/image" Target="../media/image63.png"/><Relationship Id="rId25" Type="http://schemas.openxmlformats.org/officeDocument/2006/relationships/slide" Target="slide3.xml"/><Relationship Id="rId33" Type="http://schemas.openxmlformats.org/officeDocument/2006/relationships/image" Target="../media/image78.png"/><Relationship Id="rId38" Type="http://schemas.openxmlformats.org/officeDocument/2006/relationships/image" Target="../media/image83.svg"/><Relationship Id="rId46" Type="http://schemas.openxmlformats.org/officeDocument/2006/relationships/slide" Target="slide19.xml"/><Relationship Id="rId20" Type="http://schemas.openxmlformats.org/officeDocument/2006/relationships/image" Target="../media/image66.svg"/><Relationship Id="rId41" Type="http://schemas.openxmlformats.org/officeDocument/2006/relationships/image" Target="../media/image86.png"/></Relationships>
</file>

<file path=ppt/slides/_rels/slide18.xml.rels><?xml version="1.0" encoding="UTF-8" standalone="yes"?>
<Relationships xmlns="http://schemas.openxmlformats.org/package/2006/relationships"><Relationship Id="rId13" Type="http://schemas.openxmlformats.org/officeDocument/2006/relationships/image" Target="../media/image60.svg"/><Relationship Id="rId18" Type="http://schemas.openxmlformats.org/officeDocument/2006/relationships/image" Target="../media/image65.png"/><Relationship Id="rId26" Type="http://schemas.openxmlformats.org/officeDocument/2006/relationships/image" Target="../media/image72.svg"/><Relationship Id="rId39" Type="http://schemas.openxmlformats.org/officeDocument/2006/relationships/image" Target="../media/image85.svg"/><Relationship Id="rId21" Type="http://schemas.openxmlformats.org/officeDocument/2006/relationships/image" Target="../media/image68.svg"/><Relationship Id="rId34" Type="http://schemas.openxmlformats.org/officeDocument/2006/relationships/image" Target="../media/image80.png"/><Relationship Id="rId42" Type="http://schemas.openxmlformats.org/officeDocument/2006/relationships/slide" Target="slide22.xml"/><Relationship Id="rId7" Type="http://schemas.openxmlformats.org/officeDocument/2006/relationships/image" Target="../media/image55.svg"/><Relationship Id="rId2" Type="http://schemas.openxmlformats.org/officeDocument/2006/relationships/image" Target="../media/image51.png"/><Relationship Id="rId16" Type="http://schemas.openxmlformats.org/officeDocument/2006/relationships/image" Target="../media/image63.png"/><Relationship Id="rId29" Type="http://schemas.openxmlformats.org/officeDocument/2006/relationships/image" Target="../media/image75.svg"/><Relationship Id="rId1" Type="http://schemas.openxmlformats.org/officeDocument/2006/relationships/slideLayout" Target="../slideLayouts/slideLayout7.xml"/><Relationship Id="rId6" Type="http://schemas.openxmlformats.org/officeDocument/2006/relationships/image" Target="../media/image54.png"/><Relationship Id="rId11" Type="http://schemas.openxmlformats.org/officeDocument/2006/relationships/image" Target="../media/image58.png"/><Relationship Id="rId24" Type="http://schemas.openxmlformats.org/officeDocument/2006/relationships/slide" Target="slide3.xml"/><Relationship Id="rId32" Type="http://schemas.openxmlformats.org/officeDocument/2006/relationships/image" Target="../media/image78.png"/><Relationship Id="rId37" Type="http://schemas.openxmlformats.org/officeDocument/2006/relationships/image" Target="../media/image83.svg"/><Relationship Id="rId40" Type="http://schemas.openxmlformats.org/officeDocument/2006/relationships/image" Target="../media/image86.png"/><Relationship Id="rId45" Type="http://schemas.openxmlformats.org/officeDocument/2006/relationships/slide" Target="slide19.xml"/><Relationship Id="rId5" Type="http://schemas.openxmlformats.org/officeDocument/2006/relationships/image" Target="../media/image53.svg"/><Relationship Id="rId15" Type="http://schemas.openxmlformats.org/officeDocument/2006/relationships/image" Target="../media/image62.svg"/><Relationship Id="rId23" Type="http://schemas.openxmlformats.org/officeDocument/2006/relationships/image" Target="../media/image70.svg"/><Relationship Id="rId28" Type="http://schemas.openxmlformats.org/officeDocument/2006/relationships/image" Target="../media/image74.png"/><Relationship Id="rId36" Type="http://schemas.openxmlformats.org/officeDocument/2006/relationships/image" Target="../media/image82.png"/><Relationship Id="rId10" Type="http://schemas.openxmlformats.org/officeDocument/2006/relationships/image" Target="../media/image57.svg"/><Relationship Id="rId19" Type="http://schemas.openxmlformats.org/officeDocument/2006/relationships/image" Target="../media/image66.svg"/><Relationship Id="rId31" Type="http://schemas.openxmlformats.org/officeDocument/2006/relationships/image" Target="../media/image77.svg"/><Relationship Id="rId44" Type="http://schemas.openxmlformats.org/officeDocument/2006/relationships/slide" Target="slide27.xml"/><Relationship Id="rId4" Type="http://schemas.openxmlformats.org/officeDocument/2006/relationships/image" Target="../media/image52.png"/><Relationship Id="rId9" Type="http://schemas.openxmlformats.org/officeDocument/2006/relationships/image" Target="../media/image56.png"/><Relationship Id="rId14" Type="http://schemas.openxmlformats.org/officeDocument/2006/relationships/image" Target="../media/image61.png"/><Relationship Id="rId22" Type="http://schemas.openxmlformats.org/officeDocument/2006/relationships/image" Target="../media/image69.png"/><Relationship Id="rId27" Type="http://schemas.openxmlformats.org/officeDocument/2006/relationships/image" Target="../media/image73.png"/><Relationship Id="rId30" Type="http://schemas.openxmlformats.org/officeDocument/2006/relationships/image" Target="../media/image76.png"/><Relationship Id="rId35" Type="http://schemas.openxmlformats.org/officeDocument/2006/relationships/image" Target="../media/image81.svg"/><Relationship Id="rId43" Type="http://schemas.openxmlformats.org/officeDocument/2006/relationships/slide" Target="slide21.xml"/><Relationship Id="rId8" Type="http://schemas.openxmlformats.org/officeDocument/2006/relationships/slide" Target="slide20.xml"/><Relationship Id="rId3" Type="http://schemas.openxmlformats.org/officeDocument/2006/relationships/slide" Target="slide25.xml"/><Relationship Id="rId12" Type="http://schemas.openxmlformats.org/officeDocument/2006/relationships/image" Target="../media/image59.png"/><Relationship Id="rId17" Type="http://schemas.openxmlformats.org/officeDocument/2006/relationships/image" Target="../media/image64.svg"/><Relationship Id="rId25" Type="http://schemas.openxmlformats.org/officeDocument/2006/relationships/image" Target="../media/image71.png"/><Relationship Id="rId33" Type="http://schemas.openxmlformats.org/officeDocument/2006/relationships/image" Target="../media/image79.svg"/><Relationship Id="rId38" Type="http://schemas.openxmlformats.org/officeDocument/2006/relationships/image" Target="../media/image84.png"/><Relationship Id="rId46" Type="http://schemas.openxmlformats.org/officeDocument/2006/relationships/slide" Target="slide18.xml"/><Relationship Id="rId20" Type="http://schemas.openxmlformats.org/officeDocument/2006/relationships/image" Target="../media/image67.png"/><Relationship Id="rId41" Type="http://schemas.openxmlformats.org/officeDocument/2006/relationships/image" Target="../media/image87.svg"/></Relationships>
</file>

<file path=ppt/slides/_rels/slide19.xml.rels><?xml version="1.0" encoding="UTF-8" standalone="yes"?>
<Relationships xmlns="http://schemas.openxmlformats.org/package/2006/relationships"><Relationship Id="rId13" Type="http://schemas.openxmlformats.org/officeDocument/2006/relationships/image" Target="../media/image60.svg"/><Relationship Id="rId18" Type="http://schemas.openxmlformats.org/officeDocument/2006/relationships/image" Target="../media/image65.png"/><Relationship Id="rId26" Type="http://schemas.openxmlformats.org/officeDocument/2006/relationships/image" Target="../media/image72.svg"/><Relationship Id="rId39" Type="http://schemas.openxmlformats.org/officeDocument/2006/relationships/image" Target="../media/image86.png"/><Relationship Id="rId21" Type="http://schemas.openxmlformats.org/officeDocument/2006/relationships/image" Target="../media/image68.svg"/><Relationship Id="rId34" Type="http://schemas.openxmlformats.org/officeDocument/2006/relationships/image" Target="../media/image81.svg"/><Relationship Id="rId42" Type="http://schemas.openxmlformats.org/officeDocument/2006/relationships/slide" Target="slide21.xml"/><Relationship Id="rId7" Type="http://schemas.openxmlformats.org/officeDocument/2006/relationships/image" Target="../media/image55.svg"/><Relationship Id="rId2" Type="http://schemas.openxmlformats.org/officeDocument/2006/relationships/image" Target="../media/image51.png"/><Relationship Id="rId16" Type="http://schemas.openxmlformats.org/officeDocument/2006/relationships/image" Target="../media/image63.png"/><Relationship Id="rId20" Type="http://schemas.openxmlformats.org/officeDocument/2006/relationships/image" Target="../media/image67.png"/><Relationship Id="rId29" Type="http://schemas.openxmlformats.org/officeDocument/2006/relationships/image" Target="../media/image76.png"/><Relationship Id="rId41"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54.png"/><Relationship Id="rId11" Type="http://schemas.openxmlformats.org/officeDocument/2006/relationships/image" Target="../media/image58.png"/><Relationship Id="rId24" Type="http://schemas.openxmlformats.org/officeDocument/2006/relationships/slide" Target="slide3.xml"/><Relationship Id="rId32" Type="http://schemas.openxmlformats.org/officeDocument/2006/relationships/image" Target="../media/image79.svg"/><Relationship Id="rId37" Type="http://schemas.openxmlformats.org/officeDocument/2006/relationships/image" Target="../media/image84.png"/><Relationship Id="rId40" Type="http://schemas.openxmlformats.org/officeDocument/2006/relationships/image" Target="../media/image87.svg"/><Relationship Id="rId5" Type="http://schemas.openxmlformats.org/officeDocument/2006/relationships/image" Target="../media/image53.svg"/><Relationship Id="rId15" Type="http://schemas.openxmlformats.org/officeDocument/2006/relationships/image" Target="../media/image62.svg"/><Relationship Id="rId23" Type="http://schemas.openxmlformats.org/officeDocument/2006/relationships/image" Target="../media/image70.svg"/><Relationship Id="rId28" Type="http://schemas.openxmlformats.org/officeDocument/2006/relationships/image" Target="../media/image75.svg"/><Relationship Id="rId36" Type="http://schemas.openxmlformats.org/officeDocument/2006/relationships/image" Target="../media/image83.svg"/><Relationship Id="rId10" Type="http://schemas.openxmlformats.org/officeDocument/2006/relationships/image" Target="../media/image57.svg"/><Relationship Id="rId19" Type="http://schemas.openxmlformats.org/officeDocument/2006/relationships/image" Target="../media/image66.svg"/><Relationship Id="rId31" Type="http://schemas.openxmlformats.org/officeDocument/2006/relationships/image" Target="../media/image78.png"/><Relationship Id="rId4" Type="http://schemas.openxmlformats.org/officeDocument/2006/relationships/image" Target="../media/image52.png"/><Relationship Id="rId9" Type="http://schemas.openxmlformats.org/officeDocument/2006/relationships/image" Target="../media/image56.png"/><Relationship Id="rId14" Type="http://schemas.openxmlformats.org/officeDocument/2006/relationships/image" Target="../media/image61.png"/><Relationship Id="rId22" Type="http://schemas.openxmlformats.org/officeDocument/2006/relationships/image" Target="../media/image69.png"/><Relationship Id="rId27" Type="http://schemas.openxmlformats.org/officeDocument/2006/relationships/image" Target="../media/image74.png"/><Relationship Id="rId30" Type="http://schemas.openxmlformats.org/officeDocument/2006/relationships/image" Target="../media/image77.svg"/><Relationship Id="rId35" Type="http://schemas.openxmlformats.org/officeDocument/2006/relationships/image" Target="../media/image82.png"/><Relationship Id="rId43" Type="http://schemas.openxmlformats.org/officeDocument/2006/relationships/slide" Target="slide27.xml"/><Relationship Id="rId8" Type="http://schemas.openxmlformats.org/officeDocument/2006/relationships/slide" Target="slide20.xml"/><Relationship Id="rId3" Type="http://schemas.openxmlformats.org/officeDocument/2006/relationships/slide" Target="slide25.xml"/><Relationship Id="rId12" Type="http://schemas.openxmlformats.org/officeDocument/2006/relationships/image" Target="../media/image59.png"/><Relationship Id="rId17" Type="http://schemas.openxmlformats.org/officeDocument/2006/relationships/image" Target="../media/image64.svg"/><Relationship Id="rId25" Type="http://schemas.openxmlformats.org/officeDocument/2006/relationships/image" Target="../media/image71.png"/><Relationship Id="rId33" Type="http://schemas.openxmlformats.org/officeDocument/2006/relationships/image" Target="../media/image80.png"/><Relationship Id="rId38" Type="http://schemas.openxmlformats.org/officeDocument/2006/relationships/image" Target="../media/image85.svg"/></Relationships>
</file>

<file path=ppt/slides/_rels/slide20.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slide" Target="slide16.xml"/><Relationship Id="rId7" Type="http://schemas.openxmlformats.org/officeDocument/2006/relationships/image" Target="../media/image72.svg"/><Relationship Id="rId2" Type="http://schemas.openxmlformats.org/officeDocument/2006/relationships/image" Target="../media/image51.png"/><Relationship Id="rId1" Type="http://schemas.openxmlformats.org/officeDocument/2006/relationships/slideLayout" Target="../slideLayouts/slideLayout7.xml"/><Relationship Id="rId6" Type="http://schemas.openxmlformats.org/officeDocument/2006/relationships/image" Target="../media/image71.png"/><Relationship Id="rId5" Type="http://schemas.openxmlformats.org/officeDocument/2006/relationships/image" Target="../media/image89.svg"/><Relationship Id="rId10" Type="http://schemas.openxmlformats.org/officeDocument/2006/relationships/image" Target="../media/image60.svg"/><Relationship Id="rId4" Type="http://schemas.openxmlformats.org/officeDocument/2006/relationships/image" Target="../media/image88.png"/><Relationship Id="rId9" Type="http://schemas.openxmlformats.org/officeDocument/2006/relationships/image" Target="../media/image59.png"/></Relationships>
</file>

<file path=ppt/slides/_rels/slide21.xml.rels><?xml version="1.0" encoding="UTF-8" standalone="yes"?>
<Relationships xmlns="http://schemas.openxmlformats.org/package/2006/relationships"><Relationship Id="rId13" Type="http://schemas.openxmlformats.org/officeDocument/2006/relationships/image" Target="../media/image60.svg"/><Relationship Id="rId18" Type="http://schemas.openxmlformats.org/officeDocument/2006/relationships/image" Target="../media/image65.png"/><Relationship Id="rId26" Type="http://schemas.openxmlformats.org/officeDocument/2006/relationships/image" Target="../media/image72.svg"/><Relationship Id="rId39" Type="http://schemas.openxmlformats.org/officeDocument/2006/relationships/image" Target="../media/image85.svg"/><Relationship Id="rId21" Type="http://schemas.openxmlformats.org/officeDocument/2006/relationships/image" Target="../media/image68.svg"/><Relationship Id="rId34" Type="http://schemas.openxmlformats.org/officeDocument/2006/relationships/image" Target="../media/image80.png"/><Relationship Id="rId42" Type="http://schemas.openxmlformats.org/officeDocument/2006/relationships/slide" Target="slide21.xml"/><Relationship Id="rId47" Type="http://schemas.openxmlformats.org/officeDocument/2006/relationships/image" Target="../media/image91.png"/><Relationship Id="rId50" Type="http://schemas.openxmlformats.org/officeDocument/2006/relationships/image" Target="../media/image94.svg"/><Relationship Id="rId7" Type="http://schemas.openxmlformats.org/officeDocument/2006/relationships/image" Target="../media/image55.svg"/><Relationship Id="rId2" Type="http://schemas.openxmlformats.org/officeDocument/2006/relationships/notesSlide" Target="../notesSlides/notesSlide4.xml"/><Relationship Id="rId16" Type="http://schemas.openxmlformats.org/officeDocument/2006/relationships/image" Target="../media/image63.png"/><Relationship Id="rId29" Type="http://schemas.openxmlformats.org/officeDocument/2006/relationships/image" Target="../media/image75.svg"/><Relationship Id="rId11" Type="http://schemas.openxmlformats.org/officeDocument/2006/relationships/image" Target="../media/image58.png"/><Relationship Id="rId24" Type="http://schemas.openxmlformats.org/officeDocument/2006/relationships/slide" Target="slide3.xml"/><Relationship Id="rId32" Type="http://schemas.openxmlformats.org/officeDocument/2006/relationships/image" Target="../media/image78.png"/><Relationship Id="rId37" Type="http://schemas.openxmlformats.org/officeDocument/2006/relationships/image" Target="../media/image83.svg"/><Relationship Id="rId40" Type="http://schemas.openxmlformats.org/officeDocument/2006/relationships/image" Target="../media/image86.png"/><Relationship Id="rId45" Type="http://schemas.openxmlformats.org/officeDocument/2006/relationships/slide" Target="slide16.xml"/><Relationship Id="rId5" Type="http://schemas.openxmlformats.org/officeDocument/2006/relationships/image" Target="../media/image53.svg"/><Relationship Id="rId15" Type="http://schemas.openxmlformats.org/officeDocument/2006/relationships/image" Target="../media/image62.svg"/><Relationship Id="rId23" Type="http://schemas.openxmlformats.org/officeDocument/2006/relationships/image" Target="../media/image70.svg"/><Relationship Id="rId28" Type="http://schemas.openxmlformats.org/officeDocument/2006/relationships/image" Target="../media/image74.png"/><Relationship Id="rId36" Type="http://schemas.openxmlformats.org/officeDocument/2006/relationships/image" Target="../media/image82.png"/><Relationship Id="rId49" Type="http://schemas.openxmlformats.org/officeDocument/2006/relationships/image" Target="../media/image93.png"/><Relationship Id="rId10" Type="http://schemas.openxmlformats.org/officeDocument/2006/relationships/image" Target="../media/image57.svg"/><Relationship Id="rId19" Type="http://schemas.openxmlformats.org/officeDocument/2006/relationships/image" Target="../media/image66.svg"/><Relationship Id="rId31" Type="http://schemas.openxmlformats.org/officeDocument/2006/relationships/image" Target="../media/image77.svg"/><Relationship Id="rId44" Type="http://schemas.openxmlformats.org/officeDocument/2006/relationships/slide" Target="slide15.xml"/><Relationship Id="rId52" Type="http://schemas.openxmlformats.org/officeDocument/2006/relationships/image" Target="../media/image96.svg"/><Relationship Id="rId4" Type="http://schemas.openxmlformats.org/officeDocument/2006/relationships/image" Target="../media/image52.png"/><Relationship Id="rId9" Type="http://schemas.openxmlformats.org/officeDocument/2006/relationships/image" Target="../media/image56.png"/><Relationship Id="rId14" Type="http://schemas.openxmlformats.org/officeDocument/2006/relationships/image" Target="../media/image61.png"/><Relationship Id="rId22" Type="http://schemas.openxmlformats.org/officeDocument/2006/relationships/image" Target="../media/image69.png"/><Relationship Id="rId27" Type="http://schemas.openxmlformats.org/officeDocument/2006/relationships/image" Target="../media/image73.png"/><Relationship Id="rId30" Type="http://schemas.openxmlformats.org/officeDocument/2006/relationships/image" Target="../media/image76.png"/><Relationship Id="rId35" Type="http://schemas.openxmlformats.org/officeDocument/2006/relationships/image" Target="../media/image81.svg"/><Relationship Id="rId43" Type="http://schemas.openxmlformats.org/officeDocument/2006/relationships/slide" Target="slide23.xml"/><Relationship Id="rId48" Type="http://schemas.openxmlformats.org/officeDocument/2006/relationships/image" Target="../media/image92.png"/><Relationship Id="rId8" Type="http://schemas.openxmlformats.org/officeDocument/2006/relationships/slide" Target="slide20.xml"/><Relationship Id="rId51" Type="http://schemas.openxmlformats.org/officeDocument/2006/relationships/image" Target="../media/image95.png"/><Relationship Id="rId3" Type="http://schemas.openxmlformats.org/officeDocument/2006/relationships/image" Target="../media/image51.png"/><Relationship Id="rId12" Type="http://schemas.openxmlformats.org/officeDocument/2006/relationships/image" Target="../media/image59.png"/><Relationship Id="rId17" Type="http://schemas.openxmlformats.org/officeDocument/2006/relationships/image" Target="../media/image64.svg"/><Relationship Id="rId25" Type="http://schemas.openxmlformats.org/officeDocument/2006/relationships/image" Target="../media/image71.png"/><Relationship Id="rId33" Type="http://schemas.openxmlformats.org/officeDocument/2006/relationships/image" Target="../media/image79.svg"/><Relationship Id="rId38" Type="http://schemas.openxmlformats.org/officeDocument/2006/relationships/image" Target="../media/image84.png"/><Relationship Id="rId46" Type="http://schemas.openxmlformats.org/officeDocument/2006/relationships/image" Target="../media/image90.png"/><Relationship Id="rId20" Type="http://schemas.openxmlformats.org/officeDocument/2006/relationships/image" Target="../media/image67.png"/><Relationship Id="rId41" Type="http://schemas.openxmlformats.org/officeDocument/2006/relationships/image" Target="../media/image87.svg"/><Relationship Id="rId1" Type="http://schemas.openxmlformats.org/officeDocument/2006/relationships/slideLayout" Target="../slideLayouts/slideLayout7.xml"/><Relationship Id="rId6" Type="http://schemas.openxmlformats.org/officeDocument/2006/relationships/image" Target="../media/image54.png"/></Relationships>
</file>

<file path=ppt/slides/_rels/slide22.xml.rels><?xml version="1.0" encoding="UTF-8" standalone="yes"?>
<Relationships xmlns="http://schemas.openxmlformats.org/package/2006/relationships"><Relationship Id="rId13" Type="http://schemas.openxmlformats.org/officeDocument/2006/relationships/image" Target="../media/image60.svg"/><Relationship Id="rId18" Type="http://schemas.openxmlformats.org/officeDocument/2006/relationships/image" Target="../media/image65.png"/><Relationship Id="rId26" Type="http://schemas.openxmlformats.org/officeDocument/2006/relationships/image" Target="../media/image72.svg"/><Relationship Id="rId39" Type="http://schemas.openxmlformats.org/officeDocument/2006/relationships/image" Target="../media/image85.svg"/><Relationship Id="rId21" Type="http://schemas.openxmlformats.org/officeDocument/2006/relationships/image" Target="../media/image68.svg"/><Relationship Id="rId34" Type="http://schemas.openxmlformats.org/officeDocument/2006/relationships/image" Target="../media/image80.png"/><Relationship Id="rId42" Type="http://schemas.openxmlformats.org/officeDocument/2006/relationships/slide" Target="slide22.xml"/><Relationship Id="rId47" Type="http://schemas.openxmlformats.org/officeDocument/2006/relationships/image" Target="../media/image91.png"/><Relationship Id="rId50" Type="http://schemas.openxmlformats.org/officeDocument/2006/relationships/image" Target="../media/image93.png"/><Relationship Id="rId55" Type="http://schemas.openxmlformats.org/officeDocument/2006/relationships/image" Target="../media/image96.svg"/><Relationship Id="rId7" Type="http://schemas.openxmlformats.org/officeDocument/2006/relationships/image" Target="../media/image55.svg"/><Relationship Id="rId2" Type="http://schemas.openxmlformats.org/officeDocument/2006/relationships/notesSlide" Target="../notesSlides/notesSlide5.xml"/><Relationship Id="rId16" Type="http://schemas.openxmlformats.org/officeDocument/2006/relationships/image" Target="../media/image63.png"/><Relationship Id="rId29" Type="http://schemas.openxmlformats.org/officeDocument/2006/relationships/image" Target="../media/image75.svg"/><Relationship Id="rId11" Type="http://schemas.openxmlformats.org/officeDocument/2006/relationships/image" Target="../media/image58.png"/><Relationship Id="rId24" Type="http://schemas.openxmlformats.org/officeDocument/2006/relationships/slide" Target="slide3.xml"/><Relationship Id="rId32" Type="http://schemas.openxmlformats.org/officeDocument/2006/relationships/image" Target="../media/image78.png"/><Relationship Id="rId37" Type="http://schemas.openxmlformats.org/officeDocument/2006/relationships/image" Target="../media/image83.svg"/><Relationship Id="rId40" Type="http://schemas.openxmlformats.org/officeDocument/2006/relationships/image" Target="../media/image86.png"/><Relationship Id="rId45" Type="http://schemas.openxmlformats.org/officeDocument/2006/relationships/slide" Target="slide15.xml"/><Relationship Id="rId53" Type="http://schemas.openxmlformats.org/officeDocument/2006/relationships/image" Target="../media/image98.svg"/><Relationship Id="rId5" Type="http://schemas.openxmlformats.org/officeDocument/2006/relationships/image" Target="../media/image53.svg"/><Relationship Id="rId10" Type="http://schemas.openxmlformats.org/officeDocument/2006/relationships/image" Target="../media/image57.svg"/><Relationship Id="rId19" Type="http://schemas.openxmlformats.org/officeDocument/2006/relationships/image" Target="../media/image66.svg"/><Relationship Id="rId31" Type="http://schemas.openxmlformats.org/officeDocument/2006/relationships/image" Target="../media/image77.svg"/><Relationship Id="rId44" Type="http://schemas.openxmlformats.org/officeDocument/2006/relationships/slide" Target="slide23.xml"/><Relationship Id="rId52" Type="http://schemas.openxmlformats.org/officeDocument/2006/relationships/image" Target="../media/image97.png"/><Relationship Id="rId4" Type="http://schemas.openxmlformats.org/officeDocument/2006/relationships/image" Target="../media/image52.png"/><Relationship Id="rId9" Type="http://schemas.openxmlformats.org/officeDocument/2006/relationships/image" Target="../media/image56.png"/><Relationship Id="rId14" Type="http://schemas.openxmlformats.org/officeDocument/2006/relationships/image" Target="../media/image61.png"/><Relationship Id="rId22" Type="http://schemas.openxmlformats.org/officeDocument/2006/relationships/image" Target="../media/image69.png"/><Relationship Id="rId27" Type="http://schemas.openxmlformats.org/officeDocument/2006/relationships/image" Target="../media/image73.png"/><Relationship Id="rId30" Type="http://schemas.openxmlformats.org/officeDocument/2006/relationships/image" Target="../media/image76.png"/><Relationship Id="rId35" Type="http://schemas.openxmlformats.org/officeDocument/2006/relationships/image" Target="../media/image81.svg"/><Relationship Id="rId43" Type="http://schemas.openxmlformats.org/officeDocument/2006/relationships/slide" Target="slide21.xml"/><Relationship Id="rId48" Type="http://schemas.openxmlformats.org/officeDocument/2006/relationships/image" Target="../media/image92.png"/><Relationship Id="rId8" Type="http://schemas.openxmlformats.org/officeDocument/2006/relationships/slide" Target="slide20.xml"/><Relationship Id="rId51" Type="http://schemas.openxmlformats.org/officeDocument/2006/relationships/image" Target="../media/image94.svg"/><Relationship Id="rId3" Type="http://schemas.openxmlformats.org/officeDocument/2006/relationships/image" Target="../media/image51.png"/><Relationship Id="rId12" Type="http://schemas.openxmlformats.org/officeDocument/2006/relationships/image" Target="../media/image59.png"/><Relationship Id="rId17" Type="http://schemas.openxmlformats.org/officeDocument/2006/relationships/image" Target="../media/image64.svg"/><Relationship Id="rId25" Type="http://schemas.openxmlformats.org/officeDocument/2006/relationships/image" Target="../media/image71.png"/><Relationship Id="rId33" Type="http://schemas.openxmlformats.org/officeDocument/2006/relationships/image" Target="../media/image79.svg"/><Relationship Id="rId38" Type="http://schemas.openxmlformats.org/officeDocument/2006/relationships/image" Target="../media/image84.png"/><Relationship Id="rId46" Type="http://schemas.openxmlformats.org/officeDocument/2006/relationships/image" Target="../media/image90.png"/><Relationship Id="rId20" Type="http://schemas.openxmlformats.org/officeDocument/2006/relationships/image" Target="../media/image67.png"/><Relationship Id="rId41" Type="http://schemas.openxmlformats.org/officeDocument/2006/relationships/image" Target="../media/image87.svg"/><Relationship Id="rId54" Type="http://schemas.openxmlformats.org/officeDocument/2006/relationships/image" Target="../media/image95.png"/><Relationship Id="rId1" Type="http://schemas.openxmlformats.org/officeDocument/2006/relationships/slideLayout" Target="../slideLayouts/slideLayout7.xml"/><Relationship Id="rId6" Type="http://schemas.openxmlformats.org/officeDocument/2006/relationships/image" Target="../media/image54.png"/><Relationship Id="rId15" Type="http://schemas.openxmlformats.org/officeDocument/2006/relationships/image" Target="../media/image62.svg"/><Relationship Id="rId23" Type="http://schemas.openxmlformats.org/officeDocument/2006/relationships/image" Target="../media/image70.svg"/><Relationship Id="rId28" Type="http://schemas.openxmlformats.org/officeDocument/2006/relationships/image" Target="../media/image74.png"/><Relationship Id="rId36" Type="http://schemas.openxmlformats.org/officeDocument/2006/relationships/image" Target="../media/image82.png"/><Relationship Id="rId49" Type="http://schemas.openxmlformats.org/officeDocument/2006/relationships/slide" Target="slide16.xml"/></Relationships>
</file>

<file path=ppt/slides/_rels/slide23.xml.rels><?xml version="1.0" encoding="UTF-8" standalone="yes"?>
<Relationships xmlns="http://schemas.openxmlformats.org/package/2006/relationships"><Relationship Id="rId13" Type="http://schemas.openxmlformats.org/officeDocument/2006/relationships/image" Target="../media/image59.png"/><Relationship Id="rId18" Type="http://schemas.openxmlformats.org/officeDocument/2006/relationships/image" Target="../media/image64.svg"/><Relationship Id="rId26" Type="http://schemas.openxmlformats.org/officeDocument/2006/relationships/image" Target="../media/image71.png"/><Relationship Id="rId39" Type="http://schemas.openxmlformats.org/officeDocument/2006/relationships/image" Target="../media/image84.png"/><Relationship Id="rId21" Type="http://schemas.openxmlformats.org/officeDocument/2006/relationships/image" Target="../media/image67.png"/><Relationship Id="rId34" Type="http://schemas.openxmlformats.org/officeDocument/2006/relationships/image" Target="../media/image79.svg"/><Relationship Id="rId42" Type="http://schemas.openxmlformats.org/officeDocument/2006/relationships/image" Target="../media/image87.svg"/><Relationship Id="rId47" Type="http://schemas.openxmlformats.org/officeDocument/2006/relationships/slide" Target="slide14.xml"/><Relationship Id="rId7" Type="http://schemas.openxmlformats.org/officeDocument/2006/relationships/image" Target="../media/image54.png"/><Relationship Id="rId2" Type="http://schemas.openxmlformats.org/officeDocument/2006/relationships/notesSlide" Target="../notesSlides/notesSlide6.xml"/><Relationship Id="rId16" Type="http://schemas.openxmlformats.org/officeDocument/2006/relationships/image" Target="../media/image62.svg"/><Relationship Id="rId29" Type="http://schemas.openxmlformats.org/officeDocument/2006/relationships/image" Target="../media/image74.png"/><Relationship Id="rId11" Type="http://schemas.openxmlformats.org/officeDocument/2006/relationships/image" Target="../media/image57.svg"/><Relationship Id="rId24" Type="http://schemas.openxmlformats.org/officeDocument/2006/relationships/image" Target="../media/image70.svg"/><Relationship Id="rId32" Type="http://schemas.openxmlformats.org/officeDocument/2006/relationships/image" Target="../media/image77.svg"/><Relationship Id="rId37" Type="http://schemas.openxmlformats.org/officeDocument/2006/relationships/image" Target="../media/image82.png"/><Relationship Id="rId40" Type="http://schemas.openxmlformats.org/officeDocument/2006/relationships/image" Target="../media/image85.svg"/><Relationship Id="rId45" Type="http://schemas.openxmlformats.org/officeDocument/2006/relationships/slide" Target="slide27.xml"/><Relationship Id="rId5" Type="http://schemas.openxmlformats.org/officeDocument/2006/relationships/image" Target="../media/image52.png"/><Relationship Id="rId15" Type="http://schemas.openxmlformats.org/officeDocument/2006/relationships/image" Target="../media/image61.png"/><Relationship Id="rId23" Type="http://schemas.openxmlformats.org/officeDocument/2006/relationships/image" Target="../media/image69.png"/><Relationship Id="rId28" Type="http://schemas.openxmlformats.org/officeDocument/2006/relationships/image" Target="../media/image73.png"/><Relationship Id="rId36" Type="http://schemas.openxmlformats.org/officeDocument/2006/relationships/image" Target="../media/image81.svg"/><Relationship Id="rId49" Type="http://schemas.openxmlformats.org/officeDocument/2006/relationships/image" Target="../media/image100.svg"/><Relationship Id="rId10" Type="http://schemas.openxmlformats.org/officeDocument/2006/relationships/image" Target="../media/image56.png"/><Relationship Id="rId19" Type="http://schemas.openxmlformats.org/officeDocument/2006/relationships/image" Target="../media/image65.png"/><Relationship Id="rId31" Type="http://schemas.openxmlformats.org/officeDocument/2006/relationships/image" Target="../media/image76.png"/><Relationship Id="rId44" Type="http://schemas.openxmlformats.org/officeDocument/2006/relationships/slide" Target="slide21.xml"/><Relationship Id="rId4" Type="http://schemas.openxmlformats.org/officeDocument/2006/relationships/slide" Target="slide25.xml"/><Relationship Id="rId9" Type="http://schemas.openxmlformats.org/officeDocument/2006/relationships/slide" Target="slide20.xml"/><Relationship Id="rId14" Type="http://schemas.openxmlformats.org/officeDocument/2006/relationships/image" Target="../media/image60.svg"/><Relationship Id="rId22" Type="http://schemas.openxmlformats.org/officeDocument/2006/relationships/image" Target="../media/image68.svg"/><Relationship Id="rId27" Type="http://schemas.openxmlformats.org/officeDocument/2006/relationships/image" Target="../media/image72.svg"/><Relationship Id="rId30" Type="http://schemas.openxmlformats.org/officeDocument/2006/relationships/image" Target="../media/image75.svg"/><Relationship Id="rId35" Type="http://schemas.openxmlformats.org/officeDocument/2006/relationships/image" Target="../media/image80.png"/><Relationship Id="rId43" Type="http://schemas.openxmlformats.org/officeDocument/2006/relationships/slide" Target="slide22.xml"/><Relationship Id="rId48" Type="http://schemas.openxmlformats.org/officeDocument/2006/relationships/image" Target="../media/image99.png"/><Relationship Id="rId8" Type="http://schemas.openxmlformats.org/officeDocument/2006/relationships/image" Target="../media/image55.svg"/><Relationship Id="rId3" Type="http://schemas.openxmlformats.org/officeDocument/2006/relationships/image" Target="../media/image51.png"/><Relationship Id="rId12" Type="http://schemas.openxmlformats.org/officeDocument/2006/relationships/image" Target="../media/image58.png"/><Relationship Id="rId17" Type="http://schemas.openxmlformats.org/officeDocument/2006/relationships/image" Target="../media/image63.png"/><Relationship Id="rId25" Type="http://schemas.openxmlformats.org/officeDocument/2006/relationships/slide" Target="slide3.xml"/><Relationship Id="rId33" Type="http://schemas.openxmlformats.org/officeDocument/2006/relationships/image" Target="../media/image78.png"/><Relationship Id="rId38" Type="http://schemas.openxmlformats.org/officeDocument/2006/relationships/image" Target="../media/image83.svg"/><Relationship Id="rId46" Type="http://schemas.openxmlformats.org/officeDocument/2006/relationships/slide" Target="slide15.xml"/><Relationship Id="rId20" Type="http://schemas.openxmlformats.org/officeDocument/2006/relationships/image" Target="../media/image66.svg"/><Relationship Id="rId41" Type="http://schemas.openxmlformats.org/officeDocument/2006/relationships/image" Target="../media/image86.png"/><Relationship Id="rId1" Type="http://schemas.openxmlformats.org/officeDocument/2006/relationships/slideLayout" Target="../slideLayouts/slideLayout7.xml"/><Relationship Id="rId6" Type="http://schemas.openxmlformats.org/officeDocument/2006/relationships/image" Target="../media/image53.svg"/></Relationships>
</file>

<file path=ppt/slides/_rels/slide24.xml.rels><?xml version="1.0" encoding="UTF-8" standalone="yes"?>
<Relationships xmlns="http://schemas.openxmlformats.org/package/2006/relationships"><Relationship Id="rId13" Type="http://schemas.openxmlformats.org/officeDocument/2006/relationships/image" Target="../media/image60.svg"/><Relationship Id="rId18" Type="http://schemas.openxmlformats.org/officeDocument/2006/relationships/image" Target="../media/image65.png"/><Relationship Id="rId26" Type="http://schemas.openxmlformats.org/officeDocument/2006/relationships/image" Target="../media/image72.svg"/><Relationship Id="rId39" Type="http://schemas.openxmlformats.org/officeDocument/2006/relationships/image" Target="../media/image51.png"/><Relationship Id="rId21" Type="http://schemas.openxmlformats.org/officeDocument/2006/relationships/image" Target="../media/image68.svg"/><Relationship Id="rId34" Type="http://schemas.openxmlformats.org/officeDocument/2006/relationships/slide" Target="slide22.xml"/><Relationship Id="rId42" Type="http://schemas.openxmlformats.org/officeDocument/2006/relationships/image" Target="../media/image84.png"/><Relationship Id="rId47" Type="http://schemas.openxmlformats.org/officeDocument/2006/relationships/image" Target="../media/image83.svg"/><Relationship Id="rId7" Type="http://schemas.openxmlformats.org/officeDocument/2006/relationships/image" Target="../media/image55.svg"/><Relationship Id="rId2" Type="http://schemas.openxmlformats.org/officeDocument/2006/relationships/notesSlide" Target="../notesSlides/notesSlide7.xml"/><Relationship Id="rId16" Type="http://schemas.openxmlformats.org/officeDocument/2006/relationships/image" Target="../media/image63.png"/><Relationship Id="rId29" Type="http://schemas.openxmlformats.org/officeDocument/2006/relationships/image" Target="../media/image75.svg"/><Relationship Id="rId1" Type="http://schemas.openxmlformats.org/officeDocument/2006/relationships/slideLayout" Target="../slideLayouts/slideLayout7.xml"/><Relationship Id="rId6" Type="http://schemas.openxmlformats.org/officeDocument/2006/relationships/image" Target="../media/image54.png"/><Relationship Id="rId11" Type="http://schemas.openxmlformats.org/officeDocument/2006/relationships/image" Target="../media/image58.png"/><Relationship Id="rId24" Type="http://schemas.openxmlformats.org/officeDocument/2006/relationships/slide" Target="slide10.xml"/><Relationship Id="rId32" Type="http://schemas.openxmlformats.org/officeDocument/2006/relationships/image" Target="../media/image78.png"/><Relationship Id="rId37" Type="http://schemas.openxmlformats.org/officeDocument/2006/relationships/slide" Target="slide16.xml"/><Relationship Id="rId40" Type="http://schemas.openxmlformats.org/officeDocument/2006/relationships/image" Target="../media/image80.png"/><Relationship Id="rId45" Type="http://schemas.openxmlformats.org/officeDocument/2006/relationships/image" Target="../media/image87.svg"/><Relationship Id="rId5" Type="http://schemas.openxmlformats.org/officeDocument/2006/relationships/image" Target="../media/image53.svg"/><Relationship Id="rId15" Type="http://schemas.openxmlformats.org/officeDocument/2006/relationships/image" Target="../media/image62.svg"/><Relationship Id="rId23" Type="http://schemas.openxmlformats.org/officeDocument/2006/relationships/image" Target="../media/image70.svg"/><Relationship Id="rId28" Type="http://schemas.openxmlformats.org/officeDocument/2006/relationships/image" Target="../media/image74.png"/><Relationship Id="rId36" Type="http://schemas.openxmlformats.org/officeDocument/2006/relationships/slide" Target="slide27.xml"/><Relationship Id="rId10" Type="http://schemas.openxmlformats.org/officeDocument/2006/relationships/image" Target="../media/image57.svg"/><Relationship Id="rId19" Type="http://schemas.openxmlformats.org/officeDocument/2006/relationships/image" Target="../media/image66.svg"/><Relationship Id="rId31" Type="http://schemas.openxmlformats.org/officeDocument/2006/relationships/image" Target="../media/image77.svg"/><Relationship Id="rId44" Type="http://schemas.openxmlformats.org/officeDocument/2006/relationships/image" Target="../media/image86.png"/><Relationship Id="rId4" Type="http://schemas.openxmlformats.org/officeDocument/2006/relationships/image" Target="../media/image52.png"/><Relationship Id="rId9" Type="http://schemas.openxmlformats.org/officeDocument/2006/relationships/image" Target="../media/image56.png"/><Relationship Id="rId14" Type="http://schemas.openxmlformats.org/officeDocument/2006/relationships/image" Target="../media/image61.png"/><Relationship Id="rId22" Type="http://schemas.openxmlformats.org/officeDocument/2006/relationships/image" Target="../media/image69.png"/><Relationship Id="rId27" Type="http://schemas.openxmlformats.org/officeDocument/2006/relationships/image" Target="../media/image73.png"/><Relationship Id="rId30" Type="http://schemas.openxmlformats.org/officeDocument/2006/relationships/image" Target="../media/image76.png"/><Relationship Id="rId35" Type="http://schemas.openxmlformats.org/officeDocument/2006/relationships/slide" Target="slide21.xml"/><Relationship Id="rId43" Type="http://schemas.openxmlformats.org/officeDocument/2006/relationships/image" Target="../media/image85.svg"/><Relationship Id="rId8" Type="http://schemas.openxmlformats.org/officeDocument/2006/relationships/slide" Target="slide20.xml"/><Relationship Id="rId3" Type="http://schemas.openxmlformats.org/officeDocument/2006/relationships/slide" Target="slide25.xml"/><Relationship Id="rId12" Type="http://schemas.openxmlformats.org/officeDocument/2006/relationships/image" Target="../media/image59.png"/><Relationship Id="rId17" Type="http://schemas.openxmlformats.org/officeDocument/2006/relationships/image" Target="../media/image64.svg"/><Relationship Id="rId25" Type="http://schemas.openxmlformats.org/officeDocument/2006/relationships/image" Target="../media/image71.png"/><Relationship Id="rId33" Type="http://schemas.openxmlformats.org/officeDocument/2006/relationships/image" Target="../media/image79.svg"/><Relationship Id="rId38" Type="http://schemas.openxmlformats.org/officeDocument/2006/relationships/slide" Target="slide15.xml"/><Relationship Id="rId46" Type="http://schemas.openxmlformats.org/officeDocument/2006/relationships/image" Target="../media/image82.png"/><Relationship Id="rId20" Type="http://schemas.openxmlformats.org/officeDocument/2006/relationships/image" Target="../media/image67.png"/><Relationship Id="rId41" Type="http://schemas.openxmlformats.org/officeDocument/2006/relationships/image" Target="../media/image81.svg"/></Relationships>
</file>

<file path=ppt/slides/_rels/slide25.xml.rels><?xml version="1.0" encoding="UTF-8" standalone="yes"?>
<Relationships xmlns="http://schemas.openxmlformats.org/package/2006/relationships"><Relationship Id="rId13" Type="http://schemas.openxmlformats.org/officeDocument/2006/relationships/image" Target="../media/image60.svg"/><Relationship Id="rId18" Type="http://schemas.openxmlformats.org/officeDocument/2006/relationships/image" Target="../media/image65.png"/><Relationship Id="rId26" Type="http://schemas.openxmlformats.org/officeDocument/2006/relationships/image" Target="../media/image72.svg"/><Relationship Id="rId39" Type="http://schemas.openxmlformats.org/officeDocument/2006/relationships/image" Target="../media/image85.svg"/><Relationship Id="rId21" Type="http://schemas.openxmlformats.org/officeDocument/2006/relationships/image" Target="../media/image68.svg"/><Relationship Id="rId34" Type="http://schemas.openxmlformats.org/officeDocument/2006/relationships/image" Target="../media/image80.png"/><Relationship Id="rId42" Type="http://schemas.openxmlformats.org/officeDocument/2006/relationships/slide" Target="slide19.xml"/><Relationship Id="rId47" Type="http://schemas.openxmlformats.org/officeDocument/2006/relationships/image" Target="../media/image93.png"/><Relationship Id="rId7" Type="http://schemas.openxmlformats.org/officeDocument/2006/relationships/image" Target="../media/image55.svg"/><Relationship Id="rId2" Type="http://schemas.openxmlformats.org/officeDocument/2006/relationships/notesSlide" Target="../notesSlides/notesSlide8.xml"/><Relationship Id="rId16" Type="http://schemas.openxmlformats.org/officeDocument/2006/relationships/image" Target="../media/image63.png"/><Relationship Id="rId29" Type="http://schemas.openxmlformats.org/officeDocument/2006/relationships/image" Target="../media/image75.svg"/><Relationship Id="rId1" Type="http://schemas.openxmlformats.org/officeDocument/2006/relationships/slideLayout" Target="../slideLayouts/slideLayout7.xml"/><Relationship Id="rId6" Type="http://schemas.openxmlformats.org/officeDocument/2006/relationships/image" Target="../media/image54.png"/><Relationship Id="rId11" Type="http://schemas.openxmlformats.org/officeDocument/2006/relationships/image" Target="../media/image58.png"/><Relationship Id="rId24" Type="http://schemas.openxmlformats.org/officeDocument/2006/relationships/slide" Target="slide3.xml"/><Relationship Id="rId32" Type="http://schemas.openxmlformats.org/officeDocument/2006/relationships/image" Target="../media/image78.png"/><Relationship Id="rId37" Type="http://schemas.openxmlformats.org/officeDocument/2006/relationships/image" Target="../media/image83.svg"/><Relationship Id="rId40" Type="http://schemas.openxmlformats.org/officeDocument/2006/relationships/image" Target="../media/image86.png"/><Relationship Id="rId45" Type="http://schemas.openxmlformats.org/officeDocument/2006/relationships/slide" Target="slide16.xml"/><Relationship Id="rId5" Type="http://schemas.openxmlformats.org/officeDocument/2006/relationships/image" Target="../media/image53.svg"/><Relationship Id="rId15" Type="http://schemas.openxmlformats.org/officeDocument/2006/relationships/image" Target="../media/image62.svg"/><Relationship Id="rId23" Type="http://schemas.openxmlformats.org/officeDocument/2006/relationships/image" Target="../media/image70.svg"/><Relationship Id="rId28" Type="http://schemas.openxmlformats.org/officeDocument/2006/relationships/image" Target="../media/image74.png"/><Relationship Id="rId36" Type="http://schemas.openxmlformats.org/officeDocument/2006/relationships/image" Target="../media/image82.png"/><Relationship Id="rId10" Type="http://schemas.openxmlformats.org/officeDocument/2006/relationships/image" Target="../media/image57.svg"/><Relationship Id="rId19" Type="http://schemas.openxmlformats.org/officeDocument/2006/relationships/image" Target="../media/image66.svg"/><Relationship Id="rId31" Type="http://schemas.openxmlformats.org/officeDocument/2006/relationships/image" Target="../media/image77.svg"/><Relationship Id="rId44" Type="http://schemas.openxmlformats.org/officeDocument/2006/relationships/slide" Target="slide23.xml"/><Relationship Id="rId4" Type="http://schemas.openxmlformats.org/officeDocument/2006/relationships/image" Target="../media/image52.png"/><Relationship Id="rId9" Type="http://schemas.openxmlformats.org/officeDocument/2006/relationships/image" Target="../media/image56.png"/><Relationship Id="rId14" Type="http://schemas.openxmlformats.org/officeDocument/2006/relationships/image" Target="../media/image61.png"/><Relationship Id="rId22" Type="http://schemas.openxmlformats.org/officeDocument/2006/relationships/image" Target="../media/image69.png"/><Relationship Id="rId27" Type="http://schemas.openxmlformats.org/officeDocument/2006/relationships/image" Target="../media/image73.png"/><Relationship Id="rId30" Type="http://schemas.openxmlformats.org/officeDocument/2006/relationships/image" Target="../media/image76.png"/><Relationship Id="rId35" Type="http://schemas.openxmlformats.org/officeDocument/2006/relationships/image" Target="../media/image81.svg"/><Relationship Id="rId43" Type="http://schemas.openxmlformats.org/officeDocument/2006/relationships/slide" Target="slide18.xml"/><Relationship Id="rId48" Type="http://schemas.openxmlformats.org/officeDocument/2006/relationships/image" Target="../media/image94.svg"/><Relationship Id="rId8" Type="http://schemas.openxmlformats.org/officeDocument/2006/relationships/slide" Target="slide20.xml"/><Relationship Id="rId3" Type="http://schemas.openxmlformats.org/officeDocument/2006/relationships/image" Target="../media/image51.png"/><Relationship Id="rId12" Type="http://schemas.openxmlformats.org/officeDocument/2006/relationships/image" Target="../media/image59.png"/><Relationship Id="rId17" Type="http://schemas.openxmlformats.org/officeDocument/2006/relationships/image" Target="../media/image64.svg"/><Relationship Id="rId25" Type="http://schemas.openxmlformats.org/officeDocument/2006/relationships/image" Target="../media/image71.png"/><Relationship Id="rId33" Type="http://schemas.openxmlformats.org/officeDocument/2006/relationships/image" Target="../media/image79.svg"/><Relationship Id="rId38" Type="http://schemas.openxmlformats.org/officeDocument/2006/relationships/image" Target="../media/image84.png"/><Relationship Id="rId46" Type="http://schemas.openxmlformats.org/officeDocument/2006/relationships/slide" Target="slide15.xml"/><Relationship Id="rId20" Type="http://schemas.openxmlformats.org/officeDocument/2006/relationships/image" Target="../media/image67.png"/><Relationship Id="rId41" Type="http://schemas.openxmlformats.org/officeDocument/2006/relationships/image" Target="../media/image87.svg"/></Relationships>
</file>

<file path=ppt/slides/_rels/slide26.xml.rels><?xml version="1.0" encoding="UTF-8" standalone="yes"?>
<Relationships xmlns="http://schemas.openxmlformats.org/package/2006/relationships"><Relationship Id="rId13" Type="http://schemas.openxmlformats.org/officeDocument/2006/relationships/image" Target="../media/image59.png"/><Relationship Id="rId18" Type="http://schemas.openxmlformats.org/officeDocument/2006/relationships/image" Target="../media/image64.svg"/><Relationship Id="rId26" Type="http://schemas.openxmlformats.org/officeDocument/2006/relationships/image" Target="../media/image71.png"/><Relationship Id="rId39" Type="http://schemas.openxmlformats.org/officeDocument/2006/relationships/image" Target="../media/image84.png"/><Relationship Id="rId21" Type="http://schemas.openxmlformats.org/officeDocument/2006/relationships/image" Target="../media/image67.png"/><Relationship Id="rId34" Type="http://schemas.openxmlformats.org/officeDocument/2006/relationships/image" Target="../media/image79.svg"/><Relationship Id="rId42" Type="http://schemas.openxmlformats.org/officeDocument/2006/relationships/image" Target="../media/image87.svg"/><Relationship Id="rId47" Type="http://schemas.openxmlformats.org/officeDocument/2006/relationships/slide" Target="slide15.xml"/><Relationship Id="rId50" Type="http://schemas.openxmlformats.org/officeDocument/2006/relationships/image" Target="../media/image93.png"/><Relationship Id="rId7" Type="http://schemas.openxmlformats.org/officeDocument/2006/relationships/image" Target="../media/image54.png"/><Relationship Id="rId2" Type="http://schemas.openxmlformats.org/officeDocument/2006/relationships/notesSlide" Target="../notesSlides/notesSlide9.xml"/><Relationship Id="rId16" Type="http://schemas.openxmlformats.org/officeDocument/2006/relationships/image" Target="../media/image62.svg"/><Relationship Id="rId29" Type="http://schemas.openxmlformats.org/officeDocument/2006/relationships/image" Target="../media/image74.png"/><Relationship Id="rId11" Type="http://schemas.openxmlformats.org/officeDocument/2006/relationships/image" Target="../media/image57.svg"/><Relationship Id="rId24" Type="http://schemas.openxmlformats.org/officeDocument/2006/relationships/image" Target="../media/image70.svg"/><Relationship Id="rId32" Type="http://schemas.openxmlformats.org/officeDocument/2006/relationships/image" Target="../media/image77.svg"/><Relationship Id="rId37" Type="http://schemas.openxmlformats.org/officeDocument/2006/relationships/image" Target="../media/image82.png"/><Relationship Id="rId40" Type="http://schemas.openxmlformats.org/officeDocument/2006/relationships/image" Target="../media/image85.svg"/><Relationship Id="rId45" Type="http://schemas.openxmlformats.org/officeDocument/2006/relationships/slide" Target="slide23.xml"/><Relationship Id="rId5" Type="http://schemas.openxmlformats.org/officeDocument/2006/relationships/image" Target="../media/image52.png"/><Relationship Id="rId15" Type="http://schemas.openxmlformats.org/officeDocument/2006/relationships/image" Target="../media/image61.png"/><Relationship Id="rId23" Type="http://schemas.openxmlformats.org/officeDocument/2006/relationships/image" Target="../media/image69.png"/><Relationship Id="rId28" Type="http://schemas.openxmlformats.org/officeDocument/2006/relationships/image" Target="../media/image73.png"/><Relationship Id="rId36" Type="http://schemas.openxmlformats.org/officeDocument/2006/relationships/image" Target="../media/image81.svg"/><Relationship Id="rId49" Type="http://schemas.openxmlformats.org/officeDocument/2006/relationships/image" Target="../media/image91.png"/><Relationship Id="rId10" Type="http://schemas.openxmlformats.org/officeDocument/2006/relationships/image" Target="../media/image56.png"/><Relationship Id="rId19" Type="http://schemas.openxmlformats.org/officeDocument/2006/relationships/image" Target="../media/image65.png"/><Relationship Id="rId31" Type="http://schemas.openxmlformats.org/officeDocument/2006/relationships/image" Target="../media/image76.png"/><Relationship Id="rId44" Type="http://schemas.openxmlformats.org/officeDocument/2006/relationships/slide" Target="slide18.xml"/><Relationship Id="rId52" Type="http://schemas.openxmlformats.org/officeDocument/2006/relationships/image" Target="../media/image92.png"/><Relationship Id="rId4" Type="http://schemas.openxmlformats.org/officeDocument/2006/relationships/slide" Target="slide25.xml"/><Relationship Id="rId9" Type="http://schemas.openxmlformats.org/officeDocument/2006/relationships/slide" Target="slide20.xml"/><Relationship Id="rId14" Type="http://schemas.openxmlformats.org/officeDocument/2006/relationships/image" Target="../media/image60.svg"/><Relationship Id="rId22" Type="http://schemas.openxmlformats.org/officeDocument/2006/relationships/image" Target="../media/image68.svg"/><Relationship Id="rId27" Type="http://schemas.openxmlformats.org/officeDocument/2006/relationships/image" Target="../media/image72.svg"/><Relationship Id="rId30" Type="http://schemas.openxmlformats.org/officeDocument/2006/relationships/image" Target="../media/image75.svg"/><Relationship Id="rId35" Type="http://schemas.openxmlformats.org/officeDocument/2006/relationships/image" Target="../media/image80.png"/><Relationship Id="rId43" Type="http://schemas.openxmlformats.org/officeDocument/2006/relationships/slide" Target="slide19.xml"/><Relationship Id="rId48" Type="http://schemas.openxmlformats.org/officeDocument/2006/relationships/image" Target="../media/image90.png"/><Relationship Id="rId8" Type="http://schemas.openxmlformats.org/officeDocument/2006/relationships/image" Target="../media/image55.svg"/><Relationship Id="rId51" Type="http://schemas.openxmlformats.org/officeDocument/2006/relationships/image" Target="../media/image94.svg"/><Relationship Id="rId3" Type="http://schemas.openxmlformats.org/officeDocument/2006/relationships/image" Target="../media/image51.png"/><Relationship Id="rId12" Type="http://schemas.openxmlformats.org/officeDocument/2006/relationships/image" Target="../media/image58.png"/><Relationship Id="rId17" Type="http://schemas.openxmlformats.org/officeDocument/2006/relationships/image" Target="../media/image63.png"/><Relationship Id="rId25" Type="http://schemas.openxmlformats.org/officeDocument/2006/relationships/slide" Target="slide3.xml"/><Relationship Id="rId33" Type="http://schemas.openxmlformats.org/officeDocument/2006/relationships/image" Target="../media/image78.png"/><Relationship Id="rId38" Type="http://schemas.openxmlformats.org/officeDocument/2006/relationships/image" Target="../media/image83.svg"/><Relationship Id="rId46" Type="http://schemas.openxmlformats.org/officeDocument/2006/relationships/slide" Target="slide16.xml"/><Relationship Id="rId20" Type="http://schemas.openxmlformats.org/officeDocument/2006/relationships/image" Target="../media/image66.svg"/><Relationship Id="rId41" Type="http://schemas.openxmlformats.org/officeDocument/2006/relationships/image" Target="../media/image86.png"/><Relationship Id="rId1" Type="http://schemas.openxmlformats.org/officeDocument/2006/relationships/slideLayout" Target="../slideLayouts/slideLayout7.xml"/><Relationship Id="rId6" Type="http://schemas.openxmlformats.org/officeDocument/2006/relationships/image" Target="../media/image53.svg"/></Relationships>
</file>

<file path=ppt/slides/_rels/slide27.xml.rels><?xml version="1.0" encoding="UTF-8" standalone="yes"?>
<Relationships xmlns="http://schemas.openxmlformats.org/package/2006/relationships"><Relationship Id="rId8" Type="http://schemas.openxmlformats.org/officeDocument/2006/relationships/slide" Target="slide25.xml"/><Relationship Id="rId13" Type="http://schemas.openxmlformats.org/officeDocument/2006/relationships/slide" Target="slide14.xml"/><Relationship Id="rId18" Type="http://schemas.openxmlformats.org/officeDocument/2006/relationships/image" Target="../media/image72.svg"/><Relationship Id="rId26" Type="http://schemas.openxmlformats.org/officeDocument/2006/relationships/image" Target="../media/image113.png"/><Relationship Id="rId3" Type="http://schemas.openxmlformats.org/officeDocument/2006/relationships/image" Target="../media/image102.svg"/><Relationship Id="rId21" Type="http://schemas.openxmlformats.org/officeDocument/2006/relationships/image" Target="../media/image110.svg"/><Relationship Id="rId7" Type="http://schemas.openxmlformats.org/officeDocument/2006/relationships/image" Target="../media/image106.svg"/><Relationship Id="rId12" Type="http://schemas.openxmlformats.org/officeDocument/2006/relationships/image" Target="../media/image55.svg"/><Relationship Id="rId17" Type="http://schemas.openxmlformats.org/officeDocument/2006/relationships/image" Target="../media/image71.png"/><Relationship Id="rId25" Type="http://schemas.openxmlformats.org/officeDocument/2006/relationships/image" Target="../media/image112.svg"/><Relationship Id="rId2" Type="http://schemas.openxmlformats.org/officeDocument/2006/relationships/image" Target="../media/image101.png"/><Relationship Id="rId16" Type="http://schemas.openxmlformats.org/officeDocument/2006/relationships/slide" Target="slide28.xml"/><Relationship Id="rId20" Type="http://schemas.openxmlformats.org/officeDocument/2006/relationships/image" Target="../media/image109.png"/><Relationship Id="rId1" Type="http://schemas.openxmlformats.org/officeDocument/2006/relationships/slideLayout" Target="../slideLayouts/slideLayout7.xml"/><Relationship Id="rId6" Type="http://schemas.openxmlformats.org/officeDocument/2006/relationships/image" Target="../media/image105.png"/><Relationship Id="rId11" Type="http://schemas.openxmlformats.org/officeDocument/2006/relationships/image" Target="../media/image54.png"/><Relationship Id="rId24" Type="http://schemas.openxmlformats.org/officeDocument/2006/relationships/image" Target="../media/image111.png"/><Relationship Id="rId5" Type="http://schemas.openxmlformats.org/officeDocument/2006/relationships/image" Target="../media/image104.svg"/><Relationship Id="rId15" Type="http://schemas.openxmlformats.org/officeDocument/2006/relationships/image" Target="../media/image108.svg"/><Relationship Id="rId23" Type="http://schemas.openxmlformats.org/officeDocument/2006/relationships/image" Target="../media/image62.svg"/><Relationship Id="rId10" Type="http://schemas.openxmlformats.org/officeDocument/2006/relationships/image" Target="../media/image53.svg"/><Relationship Id="rId19" Type="http://schemas.openxmlformats.org/officeDocument/2006/relationships/slide" Target="slide40.xml"/><Relationship Id="rId4" Type="http://schemas.openxmlformats.org/officeDocument/2006/relationships/image" Target="../media/image103.png"/><Relationship Id="rId9" Type="http://schemas.openxmlformats.org/officeDocument/2006/relationships/image" Target="../media/image52.png"/><Relationship Id="rId14" Type="http://schemas.openxmlformats.org/officeDocument/2006/relationships/image" Target="../media/image107.png"/><Relationship Id="rId22" Type="http://schemas.openxmlformats.org/officeDocument/2006/relationships/image" Target="../media/image61.png"/><Relationship Id="rId27" Type="http://schemas.openxmlformats.org/officeDocument/2006/relationships/slide" Target="slide29.xml"/></Relationships>
</file>

<file path=ppt/slides/_rels/slide28.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108.svg"/><Relationship Id="rId18" Type="http://schemas.openxmlformats.org/officeDocument/2006/relationships/image" Target="../media/image61.png"/><Relationship Id="rId3" Type="http://schemas.openxmlformats.org/officeDocument/2006/relationships/image" Target="../media/image102.svg"/><Relationship Id="rId21" Type="http://schemas.openxmlformats.org/officeDocument/2006/relationships/image" Target="../media/image112.svg"/><Relationship Id="rId7" Type="http://schemas.openxmlformats.org/officeDocument/2006/relationships/image" Target="../media/image106.svg"/><Relationship Id="rId12" Type="http://schemas.openxmlformats.org/officeDocument/2006/relationships/image" Target="../media/image107.png"/><Relationship Id="rId17" Type="http://schemas.openxmlformats.org/officeDocument/2006/relationships/image" Target="../media/image110.svg"/><Relationship Id="rId2" Type="http://schemas.openxmlformats.org/officeDocument/2006/relationships/image" Target="../media/image101.png"/><Relationship Id="rId16" Type="http://schemas.openxmlformats.org/officeDocument/2006/relationships/image" Target="../media/image109.png"/><Relationship Id="rId20" Type="http://schemas.openxmlformats.org/officeDocument/2006/relationships/image" Target="../media/image111.png"/><Relationship Id="rId1" Type="http://schemas.openxmlformats.org/officeDocument/2006/relationships/slideLayout" Target="../slideLayouts/slideLayout7.xml"/><Relationship Id="rId6" Type="http://schemas.openxmlformats.org/officeDocument/2006/relationships/image" Target="../media/image105.png"/><Relationship Id="rId11" Type="http://schemas.openxmlformats.org/officeDocument/2006/relationships/image" Target="../media/image55.svg"/><Relationship Id="rId24" Type="http://schemas.openxmlformats.org/officeDocument/2006/relationships/slide" Target="slide29.xml"/><Relationship Id="rId5" Type="http://schemas.openxmlformats.org/officeDocument/2006/relationships/image" Target="../media/image104.svg"/><Relationship Id="rId15" Type="http://schemas.openxmlformats.org/officeDocument/2006/relationships/image" Target="../media/image72.svg"/><Relationship Id="rId23" Type="http://schemas.openxmlformats.org/officeDocument/2006/relationships/slide" Target="slide3.xml"/><Relationship Id="rId10" Type="http://schemas.openxmlformats.org/officeDocument/2006/relationships/image" Target="../media/image54.png"/><Relationship Id="rId19" Type="http://schemas.openxmlformats.org/officeDocument/2006/relationships/image" Target="../media/image62.svg"/><Relationship Id="rId4" Type="http://schemas.openxmlformats.org/officeDocument/2006/relationships/image" Target="../media/image103.png"/><Relationship Id="rId9" Type="http://schemas.openxmlformats.org/officeDocument/2006/relationships/image" Target="../media/image53.svg"/><Relationship Id="rId14" Type="http://schemas.openxmlformats.org/officeDocument/2006/relationships/image" Target="../media/image71.png"/><Relationship Id="rId22" Type="http://schemas.openxmlformats.org/officeDocument/2006/relationships/image" Target="../media/image113.png"/></Relationships>
</file>

<file path=ppt/slides/_rels/slide29.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107.png"/><Relationship Id="rId18" Type="http://schemas.openxmlformats.org/officeDocument/2006/relationships/image" Target="../media/image61.png"/><Relationship Id="rId3" Type="http://schemas.openxmlformats.org/officeDocument/2006/relationships/image" Target="../media/image102.svg"/><Relationship Id="rId21" Type="http://schemas.openxmlformats.org/officeDocument/2006/relationships/image" Target="../media/image112.svg"/><Relationship Id="rId7" Type="http://schemas.openxmlformats.org/officeDocument/2006/relationships/image" Target="../media/image106.svg"/><Relationship Id="rId12" Type="http://schemas.openxmlformats.org/officeDocument/2006/relationships/slide" Target="slide14.xml"/><Relationship Id="rId17" Type="http://schemas.openxmlformats.org/officeDocument/2006/relationships/image" Target="../media/image72.svg"/><Relationship Id="rId2" Type="http://schemas.openxmlformats.org/officeDocument/2006/relationships/image" Target="../media/image101.png"/><Relationship Id="rId16" Type="http://schemas.openxmlformats.org/officeDocument/2006/relationships/image" Target="../media/image71.png"/><Relationship Id="rId20" Type="http://schemas.openxmlformats.org/officeDocument/2006/relationships/image" Target="../media/image111.png"/><Relationship Id="rId1" Type="http://schemas.openxmlformats.org/officeDocument/2006/relationships/slideLayout" Target="../slideLayouts/slideLayout7.xml"/><Relationship Id="rId6" Type="http://schemas.openxmlformats.org/officeDocument/2006/relationships/image" Target="../media/image105.png"/><Relationship Id="rId11" Type="http://schemas.openxmlformats.org/officeDocument/2006/relationships/image" Target="../media/image55.svg"/><Relationship Id="rId5" Type="http://schemas.openxmlformats.org/officeDocument/2006/relationships/image" Target="../media/image104.svg"/><Relationship Id="rId15" Type="http://schemas.openxmlformats.org/officeDocument/2006/relationships/slide" Target="slide28.xml"/><Relationship Id="rId10" Type="http://schemas.openxmlformats.org/officeDocument/2006/relationships/image" Target="../media/image54.png"/><Relationship Id="rId19" Type="http://schemas.openxmlformats.org/officeDocument/2006/relationships/image" Target="../media/image62.svg"/><Relationship Id="rId4" Type="http://schemas.openxmlformats.org/officeDocument/2006/relationships/image" Target="../media/image103.png"/><Relationship Id="rId9" Type="http://schemas.openxmlformats.org/officeDocument/2006/relationships/image" Target="../media/image53.svg"/><Relationship Id="rId14" Type="http://schemas.openxmlformats.org/officeDocument/2006/relationships/image" Target="../media/image108.svg"/><Relationship Id="rId22" Type="http://schemas.openxmlformats.org/officeDocument/2006/relationships/slide" Target="slide40.xml"/></Relationships>
</file>

<file path=ppt/slides/_rels/slide30.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107.png"/><Relationship Id="rId18" Type="http://schemas.openxmlformats.org/officeDocument/2006/relationships/image" Target="../media/image61.png"/><Relationship Id="rId3" Type="http://schemas.openxmlformats.org/officeDocument/2006/relationships/image" Target="../media/image102.svg"/><Relationship Id="rId21" Type="http://schemas.openxmlformats.org/officeDocument/2006/relationships/image" Target="../media/image112.svg"/><Relationship Id="rId7" Type="http://schemas.openxmlformats.org/officeDocument/2006/relationships/image" Target="../media/image106.svg"/><Relationship Id="rId12" Type="http://schemas.openxmlformats.org/officeDocument/2006/relationships/slide" Target="slide14.xml"/><Relationship Id="rId17" Type="http://schemas.openxmlformats.org/officeDocument/2006/relationships/image" Target="../media/image72.svg"/><Relationship Id="rId2" Type="http://schemas.openxmlformats.org/officeDocument/2006/relationships/image" Target="../media/image101.png"/><Relationship Id="rId16" Type="http://schemas.openxmlformats.org/officeDocument/2006/relationships/image" Target="../media/image71.png"/><Relationship Id="rId20" Type="http://schemas.openxmlformats.org/officeDocument/2006/relationships/image" Target="../media/image111.png"/><Relationship Id="rId1" Type="http://schemas.openxmlformats.org/officeDocument/2006/relationships/slideLayout" Target="../slideLayouts/slideLayout7.xml"/><Relationship Id="rId6" Type="http://schemas.openxmlformats.org/officeDocument/2006/relationships/image" Target="../media/image105.png"/><Relationship Id="rId11" Type="http://schemas.openxmlformats.org/officeDocument/2006/relationships/image" Target="../media/image55.svg"/><Relationship Id="rId5" Type="http://schemas.openxmlformats.org/officeDocument/2006/relationships/image" Target="../media/image104.svg"/><Relationship Id="rId15" Type="http://schemas.openxmlformats.org/officeDocument/2006/relationships/slide" Target="slide28.xml"/><Relationship Id="rId10" Type="http://schemas.openxmlformats.org/officeDocument/2006/relationships/image" Target="../media/image54.png"/><Relationship Id="rId19" Type="http://schemas.openxmlformats.org/officeDocument/2006/relationships/image" Target="../media/image62.svg"/><Relationship Id="rId4" Type="http://schemas.openxmlformats.org/officeDocument/2006/relationships/image" Target="../media/image103.png"/><Relationship Id="rId9" Type="http://schemas.openxmlformats.org/officeDocument/2006/relationships/image" Target="../media/image53.svg"/><Relationship Id="rId14" Type="http://schemas.openxmlformats.org/officeDocument/2006/relationships/image" Target="../media/image108.svg"/><Relationship Id="rId22" Type="http://schemas.openxmlformats.org/officeDocument/2006/relationships/slide" Target="slide40.xml"/></Relationships>
</file>

<file path=ppt/slides/_rels/slide31.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107.png"/><Relationship Id="rId18" Type="http://schemas.openxmlformats.org/officeDocument/2006/relationships/image" Target="../media/image109.png"/><Relationship Id="rId26" Type="http://schemas.openxmlformats.org/officeDocument/2006/relationships/slide" Target="slide29.xml"/><Relationship Id="rId3" Type="http://schemas.openxmlformats.org/officeDocument/2006/relationships/image" Target="../media/image102.svg"/><Relationship Id="rId21" Type="http://schemas.openxmlformats.org/officeDocument/2006/relationships/image" Target="../media/image62.svg"/><Relationship Id="rId7" Type="http://schemas.openxmlformats.org/officeDocument/2006/relationships/image" Target="../media/image106.svg"/><Relationship Id="rId12" Type="http://schemas.openxmlformats.org/officeDocument/2006/relationships/slide" Target="slide14.xml"/><Relationship Id="rId17" Type="http://schemas.openxmlformats.org/officeDocument/2006/relationships/image" Target="../media/image72.svg"/><Relationship Id="rId25" Type="http://schemas.openxmlformats.org/officeDocument/2006/relationships/image" Target="../media/image113.png"/><Relationship Id="rId2" Type="http://schemas.openxmlformats.org/officeDocument/2006/relationships/image" Target="../media/image101.png"/><Relationship Id="rId16" Type="http://schemas.openxmlformats.org/officeDocument/2006/relationships/image" Target="../media/image71.png"/><Relationship Id="rId20" Type="http://schemas.openxmlformats.org/officeDocument/2006/relationships/image" Target="../media/image61.png"/><Relationship Id="rId1" Type="http://schemas.openxmlformats.org/officeDocument/2006/relationships/slideLayout" Target="../slideLayouts/slideLayout7.xml"/><Relationship Id="rId6" Type="http://schemas.openxmlformats.org/officeDocument/2006/relationships/image" Target="../media/image105.png"/><Relationship Id="rId11" Type="http://schemas.openxmlformats.org/officeDocument/2006/relationships/image" Target="../media/image55.svg"/><Relationship Id="rId24" Type="http://schemas.openxmlformats.org/officeDocument/2006/relationships/slide" Target="slide40.xml"/><Relationship Id="rId5" Type="http://schemas.openxmlformats.org/officeDocument/2006/relationships/image" Target="../media/image104.svg"/><Relationship Id="rId15" Type="http://schemas.openxmlformats.org/officeDocument/2006/relationships/slide" Target="slide28.xml"/><Relationship Id="rId23" Type="http://schemas.openxmlformats.org/officeDocument/2006/relationships/image" Target="../media/image112.svg"/><Relationship Id="rId10" Type="http://schemas.openxmlformats.org/officeDocument/2006/relationships/image" Target="../media/image54.png"/><Relationship Id="rId19" Type="http://schemas.openxmlformats.org/officeDocument/2006/relationships/image" Target="../media/image110.svg"/><Relationship Id="rId4" Type="http://schemas.openxmlformats.org/officeDocument/2006/relationships/image" Target="../media/image103.png"/><Relationship Id="rId9" Type="http://schemas.openxmlformats.org/officeDocument/2006/relationships/image" Target="../media/image53.svg"/><Relationship Id="rId14" Type="http://schemas.openxmlformats.org/officeDocument/2006/relationships/image" Target="../media/image108.svg"/><Relationship Id="rId22" Type="http://schemas.openxmlformats.org/officeDocument/2006/relationships/image" Target="../media/image111.png"/></Relationships>
</file>

<file path=ppt/slides/_rels/slide32.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107.png"/><Relationship Id="rId18" Type="http://schemas.openxmlformats.org/officeDocument/2006/relationships/slide" Target="slide40.xml"/><Relationship Id="rId26" Type="http://schemas.openxmlformats.org/officeDocument/2006/relationships/slide" Target="slide34.xml"/><Relationship Id="rId3" Type="http://schemas.openxmlformats.org/officeDocument/2006/relationships/image" Target="../media/image102.svg"/><Relationship Id="rId21" Type="http://schemas.openxmlformats.org/officeDocument/2006/relationships/image" Target="../media/image61.png"/><Relationship Id="rId7" Type="http://schemas.openxmlformats.org/officeDocument/2006/relationships/image" Target="../media/image106.svg"/><Relationship Id="rId12" Type="http://schemas.openxmlformats.org/officeDocument/2006/relationships/slide" Target="slide14.xml"/><Relationship Id="rId17" Type="http://schemas.openxmlformats.org/officeDocument/2006/relationships/image" Target="../media/image72.svg"/><Relationship Id="rId25" Type="http://schemas.openxmlformats.org/officeDocument/2006/relationships/image" Target="../media/image113.png"/><Relationship Id="rId2" Type="http://schemas.openxmlformats.org/officeDocument/2006/relationships/image" Target="../media/image101.png"/><Relationship Id="rId16" Type="http://schemas.openxmlformats.org/officeDocument/2006/relationships/image" Target="../media/image71.png"/><Relationship Id="rId20" Type="http://schemas.openxmlformats.org/officeDocument/2006/relationships/image" Target="../media/image110.svg"/><Relationship Id="rId1" Type="http://schemas.openxmlformats.org/officeDocument/2006/relationships/slideLayout" Target="../slideLayouts/slideLayout7.xml"/><Relationship Id="rId6" Type="http://schemas.openxmlformats.org/officeDocument/2006/relationships/image" Target="../media/image105.png"/><Relationship Id="rId11" Type="http://schemas.openxmlformats.org/officeDocument/2006/relationships/image" Target="../media/image55.svg"/><Relationship Id="rId24" Type="http://schemas.openxmlformats.org/officeDocument/2006/relationships/image" Target="../media/image112.svg"/><Relationship Id="rId5" Type="http://schemas.openxmlformats.org/officeDocument/2006/relationships/image" Target="../media/image104.svg"/><Relationship Id="rId15" Type="http://schemas.openxmlformats.org/officeDocument/2006/relationships/slide" Target="slide28.xml"/><Relationship Id="rId23" Type="http://schemas.openxmlformats.org/officeDocument/2006/relationships/image" Target="../media/image111.png"/><Relationship Id="rId10" Type="http://schemas.openxmlformats.org/officeDocument/2006/relationships/image" Target="../media/image54.png"/><Relationship Id="rId19" Type="http://schemas.openxmlformats.org/officeDocument/2006/relationships/image" Target="../media/image109.png"/><Relationship Id="rId4" Type="http://schemas.openxmlformats.org/officeDocument/2006/relationships/image" Target="../media/image103.png"/><Relationship Id="rId9" Type="http://schemas.openxmlformats.org/officeDocument/2006/relationships/image" Target="../media/image53.svg"/><Relationship Id="rId14" Type="http://schemas.openxmlformats.org/officeDocument/2006/relationships/image" Target="../media/image108.svg"/><Relationship Id="rId22" Type="http://schemas.openxmlformats.org/officeDocument/2006/relationships/image" Target="../media/image62.svg"/></Relationships>
</file>

<file path=ppt/slides/_rels/slide33.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107.png"/><Relationship Id="rId18" Type="http://schemas.openxmlformats.org/officeDocument/2006/relationships/image" Target="../media/image109.png"/><Relationship Id="rId26" Type="http://schemas.openxmlformats.org/officeDocument/2006/relationships/slide" Target="slide34.xml"/><Relationship Id="rId3" Type="http://schemas.openxmlformats.org/officeDocument/2006/relationships/image" Target="../media/image102.svg"/><Relationship Id="rId21" Type="http://schemas.openxmlformats.org/officeDocument/2006/relationships/image" Target="../media/image62.svg"/><Relationship Id="rId7" Type="http://schemas.openxmlformats.org/officeDocument/2006/relationships/image" Target="../media/image106.svg"/><Relationship Id="rId12" Type="http://schemas.openxmlformats.org/officeDocument/2006/relationships/slide" Target="slide14.xml"/><Relationship Id="rId17" Type="http://schemas.openxmlformats.org/officeDocument/2006/relationships/image" Target="../media/image72.svg"/><Relationship Id="rId25" Type="http://schemas.openxmlformats.org/officeDocument/2006/relationships/image" Target="../media/image113.png"/><Relationship Id="rId2" Type="http://schemas.openxmlformats.org/officeDocument/2006/relationships/image" Target="../media/image101.png"/><Relationship Id="rId16" Type="http://schemas.openxmlformats.org/officeDocument/2006/relationships/image" Target="../media/image71.png"/><Relationship Id="rId20" Type="http://schemas.openxmlformats.org/officeDocument/2006/relationships/image" Target="../media/image61.png"/><Relationship Id="rId1" Type="http://schemas.openxmlformats.org/officeDocument/2006/relationships/slideLayout" Target="../slideLayouts/slideLayout7.xml"/><Relationship Id="rId6" Type="http://schemas.openxmlformats.org/officeDocument/2006/relationships/image" Target="../media/image105.png"/><Relationship Id="rId11" Type="http://schemas.openxmlformats.org/officeDocument/2006/relationships/image" Target="../media/image55.svg"/><Relationship Id="rId24" Type="http://schemas.openxmlformats.org/officeDocument/2006/relationships/slide" Target="slide40.xml"/><Relationship Id="rId5" Type="http://schemas.openxmlformats.org/officeDocument/2006/relationships/image" Target="../media/image104.svg"/><Relationship Id="rId15" Type="http://schemas.openxmlformats.org/officeDocument/2006/relationships/slide" Target="slide28.xml"/><Relationship Id="rId23" Type="http://schemas.openxmlformats.org/officeDocument/2006/relationships/image" Target="../media/image112.svg"/><Relationship Id="rId10" Type="http://schemas.openxmlformats.org/officeDocument/2006/relationships/image" Target="../media/image54.png"/><Relationship Id="rId19" Type="http://schemas.openxmlformats.org/officeDocument/2006/relationships/image" Target="../media/image110.svg"/><Relationship Id="rId4" Type="http://schemas.openxmlformats.org/officeDocument/2006/relationships/image" Target="../media/image103.png"/><Relationship Id="rId9" Type="http://schemas.openxmlformats.org/officeDocument/2006/relationships/image" Target="../media/image53.svg"/><Relationship Id="rId14" Type="http://schemas.openxmlformats.org/officeDocument/2006/relationships/image" Target="../media/image108.svg"/><Relationship Id="rId22" Type="http://schemas.openxmlformats.org/officeDocument/2006/relationships/image" Target="../media/image111.png"/></Relationships>
</file>

<file path=ppt/slides/_rels/slide34.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107.png"/><Relationship Id="rId18" Type="http://schemas.openxmlformats.org/officeDocument/2006/relationships/image" Target="../media/image61.png"/><Relationship Id="rId3" Type="http://schemas.openxmlformats.org/officeDocument/2006/relationships/image" Target="../media/image102.svg"/><Relationship Id="rId21" Type="http://schemas.openxmlformats.org/officeDocument/2006/relationships/image" Target="../media/image112.svg"/><Relationship Id="rId7" Type="http://schemas.openxmlformats.org/officeDocument/2006/relationships/image" Target="../media/image106.svg"/><Relationship Id="rId12" Type="http://schemas.openxmlformats.org/officeDocument/2006/relationships/slide" Target="slide14.xml"/><Relationship Id="rId17" Type="http://schemas.openxmlformats.org/officeDocument/2006/relationships/image" Target="../media/image72.svg"/><Relationship Id="rId2" Type="http://schemas.openxmlformats.org/officeDocument/2006/relationships/image" Target="../media/image101.png"/><Relationship Id="rId16" Type="http://schemas.openxmlformats.org/officeDocument/2006/relationships/image" Target="../media/image71.png"/><Relationship Id="rId20" Type="http://schemas.openxmlformats.org/officeDocument/2006/relationships/image" Target="../media/image111.png"/><Relationship Id="rId1" Type="http://schemas.openxmlformats.org/officeDocument/2006/relationships/slideLayout" Target="../slideLayouts/slideLayout7.xml"/><Relationship Id="rId6" Type="http://schemas.openxmlformats.org/officeDocument/2006/relationships/image" Target="../media/image105.png"/><Relationship Id="rId11" Type="http://schemas.openxmlformats.org/officeDocument/2006/relationships/image" Target="../media/image55.svg"/><Relationship Id="rId5" Type="http://schemas.openxmlformats.org/officeDocument/2006/relationships/image" Target="../media/image104.svg"/><Relationship Id="rId15" Type="http://schemas.openxmlformats.org/officeDocument/2006/relationships/slide" Target="slide28.xml"/><Relationship Id="rId10" Type="http://schemas.openxmlformats.org/officeDocument/2006/relationships/image" Target="../media/image54.png"/><Relationship Id="rId19" Type="http://schemas.openxmlformats.org/officeDocument/2006/relationships/image" Target="../media/image62.svg"/><Relationship Id="rId4" Type="http://schemas.openxmlformats.org/officeDocument/2006/relationships/image" Target="../media/image103.png"/><Relationship Id="rId9" Type="http://schemas.openxmlformats.org/officeDocument/2006/relationships/image" Target="../media/image53.svg"/><Relationship Id="rId14" Type="http://schemas.openxmlformats.org/officeDocument/2006/relationships/image" Target="../media/image108.svg"/><Relationship Id="rId22" Type="http://schemas.openxmlformats.org/officeDocument/2006/relationships/slide" Target="slide40.xml"/></Relationships>
</file>

<file path=ppt/slides/_rels/slide35.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107.png"/><Relationship Id="rId18" Type="http://schemas.openxmlformats.org/officeDocument/2006/relationships/image" Target="../media/image109.png"/><Relationship Id="rId26" Type="http://schemas.openxmlformats.org/officeDocument/2006/relationships/slide" Target="slide40.xml"/><Relationship Id="rId3" Type="http://schemas.openxmlformats.org/officeDocument/2006/relationships/image" Target="../media/image102.svg"/><Relationship Id="rId21" Type="http://schemas.openxmlformats.org/officeDocument/2006/relationships/image" Target="../media/image62.svg"/><Relationship Id="rId7" Type="http://schemas.openxmlformats.org/officeDocument/2006/relationships/image" Target="../media/image106.svg"/><Relationship Id="rId12" Type="http://schemas.openxmlformats.org/officeDocument/2006/relationships/slide" Target="slide14.xml"/><Relationship Id="rId17" Type="http://schemas.openxmlformats.org/officeDocument/2006/relationships/image" Target="../media/image72.svg"/><Relationship Id="rId25" Type="http://schemas.openxmlformats.org/officeDocument/2006/relationships/slide" Target="slide34.xml"/><Relationship Id="rId2" Type="http://schemas.openxmlformats.org/officeDocument/2006/relationships/image" Target="../media/image101.png"/><Relationship Id="rId16" Type="http://schemas.openxmlformats.org/officeDocument/2006/relationships/image" Target="../media/image71.png"/><Relationship Id="rId20" Type="http://schemas.openxmlformats.org/officeDocument/2006/relationships/image" Target="../media/image61.png"/><Relationship Id="rId1" Type="http://schemas.openxmlformats.org/officeDocument/2006/relationships/slideLayout" Target="../slideLayouts/slideLayout7.xml"/><Relationship Id="rId6" Type="http://schemas.openxmlformats.org/officeDocument/2006/relationships/image" Target="../media/image105.png"/><Relationship Id="rId11" Type="http://schemas.openxmlformats.org/officeDocument/2006/relationships/image" Target="../media/image55.svg"/><Relationship Id="rId24" Type="http://schemas.openxmlformats.org/officeDocument/2006/relationships/image" Target="../media/image113.png"/><Relationship Id="rId5" Type="http://schemas.openxmlformats.org/officeDocument/2006/relationships/image" Target="../media/image104.svg"/><Relationship Id="rId15" Type="http://schemas.openxmlformats.org/officeDocument/2006/relationships/slide" Target="slide28.xml"/><Relationship Id="rId23" Type="http://schemas.openxmlformats.org/officeDocument/2006/relationships/image" Target="../media/image112.svg"/><Relationship Id="rId10" Type="http://schemas.openxmlformats.org/officeDocument/2006/relationships/image" Target="../media/image54.png"/><Relationship Id="rId19" Type="http://schemas.openxmlformats.org/officeDocument/2006/relationships/image" Target="../media/image110.svg"/><Relationship Id="rId4" Type="http://schemas.openxmlformats.org/officeDocument/2006/relationships/image" Target="../media/image103.png"/><Relationship Id="rId9" Type="http://schemas.openxmlformats.org/officeDocument/2006/relationships/image" Target="../media/image53.svg"/><Relationship Id="rId14" Type="http://schemas.openxmlformats.org/officeDocument/2006/relationships/image" Target="../media/image108.svg"/><Relationship Id="rId22" Type="http://schemas.openxmlformats.org/officeDocument/2006/relationships/image" Target="../media/image111.png"/></Relationships>
</file>

<file path=ppt/slides/_rels/slide36.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107.png"/><Relationship Id="rId18" Type="http://schemas.openxmlformats.org/officeDocument/2006/relationships/image" Target="../media/image109.png"/><Relationship Id="rId26" Type="http://schemas.openxmlformats.org/officeDocument/2006/relationships/slide" Target="slide41.xml"/><Relationship Id="rId3" Type="http://schemas.openxmlformats.org/officeDocument/2006/relationships/image" Target="../media/image102.svg"/><Relationship Id="rId21" Type="http://schemas.openxmlformats.org/officeDocument/2006/relationships/image" Target="../media/image62.svg"/><Relationship Id="rId7" Type="http://schemas.openxmlformats.org/officeDocument/2006/relationships/image" Target="../media/image106.svg"/><Relationship Id="rId12" Type="http://schemas.openxmlformats.org/officeDocument/2006/relationships/slide" Target="slide14.xml"/><Relationship Id="rId17" Type="http://schemas.openxmlformats.org/officeDocument/2006/relationships/image" Target="../media/image72.svg"/><Relationship Id="rId25" Type="http://schemas.openxmlformats.org/officeDocument/2006/relationships/slide" Target="slide38.xml"/><Relationship Id="rId2" Type="http://schemas.openxmlformats.org/officeDocument/2006/relationships/image" Target="../media/image101.png"/><Relationship Id="rId16" Type="http://schemas.openxmlformats.org/officeDocument/2006/relationships/image" Target="../media/image71.png"/><Relationship Id="rId20" Type="http://schemas.openxmlformats.org/officeDocument/2006/relationships/image" Target="../media/image61.png"/><Relationship Id="rId1" Type="http://schemas.openxmlformats.org/officeDocument/2006/relationships/slideLayout" Target="../slideLayouts/slideLayout7.xml"/><Relationship Id="rId6" Type="http://schemas.openxmlformats.org/officeDocument/2006/relationships/image" Target="../media/image105.png"/><Relationship Id="rId11" Type="http://schemas.openxmlformats.org/officeDocument/2006/relationships/image" Target="../media/image55.svg"/><Relationship Id="rId24" Type="http://schemas.openxmlformats.org/officeDocument/2006/relationships/image" Target="../media/image113.png"/><Relationship Id="rId5" Type="http://schemas.openxmlformats.org/officeDocument/2006/relationships/image" Target="../media/image104.svg"/><Relationship Id="rId15" Type="http://schemas.openxmlformats.org/officeDocument/2006/relationships/slide" Target="slide28.xml"/><Relationship Id="rId23" Type="http://schemas.openxmlformats.org/officeDocument/2006/relationships/image" Target="../media/image112.svg"/><Relationship Id="rId10" Type="http://schemas.openxmlformats.org/officeDocument/2006/relationships/image" Target="../media/image54.png"/><Relationship Id="rId19" Type="http://schemas.openxmlformats.org/officeDocument/2006/relationships/image" Target="../media/image110.svg"/><Relationship Id="rId4" Type="http://schemas.openxmlformats.org/officeDocument/2006/relationships/image" Target="../media/image103.png"/><Relationship Id="rId9" Type="http://schemas.openxmlformats.org/officeDocument/2006/relationships/image" Target="../media/image53.svg"/><Relationship Id="rId14" Type="http://schemas.openxmlformats.org/officeDocument/2006/relationships/image" Target="../media/image108.svg"/><Relationship Id="rId22" Type="http://schemas.openxmlformats.org/officeDocument/2006/relationships/image" Target="../media/image111.png"/></Relationships>
</file>

<file path=ppt/slides/_rels/slide37.xml.rels><?xml version="1.0" encoding="UTF-8" standalone="yes"?>
<Relationships xmlns="http://schemas.openxmlformats.org/package/2006/relationships"><Relationship Id="rId8" Type="http://schemas.openxmlformats.org/officeDocument/2006/relationships/image" Target="../media/image106.svg"/><Relationship Id="rId13" Type="http://schemas.openxmlformats.org/officeDocument/2006/relationships/slide" Target="slide14.xml"/><Relationship Id="rId18" Type="http://schemas.openxmlformats.org/officeDocument/2006/relationships/image" Target="../media/image72.svg"/><Relationship Id="rId26" Type="http://schemas.openxmlformats.org/officeDocument/2006/relationships/image" Target="../media/image109.png"/><Relationship Id="rId3" Type="http://schemas.openxmlformats.org/officeDocument/2006/relationships/image" Target="../media/image101.png"/><Relationship Id="rId21" Type="http://schemas.openxmlformats.org/officeDocument/2006/relationships/image" Target="../media/image62.svg"/><Relationship Id="rId7" Type="http://schemas.openxmlformats.org/officeDocument/2006/relationships/image" Target="../media/image105.png"/><Relationship Id="rId12" Type="http://schemas.openxmlformats.org/officeDocument/2006/relationships/image" Target="../media/image55.svg"/><Relationship Id="rId17" Type="http://schemas.openxmlformats.org/officeDocument/2006/relationships/image" Target="../media/image71.png"/><Relationship Id="rId25" Type="http://schemas.openxmlformats.org/officeDocument/2006/relationships/slide" Target="slide40.xml"/><Relationship Id="rId2" Type="http://schemas.openxmlformats.org/officeDocument/2006/relationships/notesSlide" Target="../notesSlides/notesSlide10.xml"/><Relationship Id="rId16" Type="http://schemas.openxmlformats.org/officeDocument/2006/relationships/slide" Target="slide28.xml"/><Relationship Id="rId20" Type="http://schemas.openxmlformats.org/officeDocument/2006/relationships/image" Target="../media/image61.png"/><Relationship Id="rId29" Type="http://schemas.openxmlformats.org/officeDocument/2006/relationships/slide" Target="slide38.xml"/><Relationship Id="rId1" Type="http://schemas.openxmlformats.org/officeDocument/2006/relationships/slideLayout" Target="../slideLayouts/slideLayout7.xml"/><Relationship Id="rId6" Type="http://schemas.openxmlformats.org/officeDocument/2006/relationships/image" Target="../media/image104.svg"/><Relationship Id="rId11" Type="http://schemas.openxmlformats.org/officeDocument/2006/relationships/image" Target="../media/image54.png"/><Relationship Id="rId24" Type="http://schemas.openxmlformats.org/officeDocument/2006/relationships/slide" Target="slide39.xml"/><Relationship Id="rId5" Type="http://schemas.openxmlformats.org/officeDocument/2006/relationships/image" Target="../media/image103.png"/><Relationship Id="rId15" Type="http://schemas.openxmlformats.org/officeDocument/2006/relationships/image" Target="../media/image108.svg"/><Relationship Id="rId23" Type="http://schemas.openxmlformats.org/officeDocument/2006/relationships/image" Target="../media/image112.svg"/><Relationship Id="rId28" Type="http://schemas.openxmlformats.org/officeDocument/2006/relationships/image" Target="../media/image113.png"/><Relationship Id="rId10" Type="http://schemas.openxmlformats.org/officeDocument/2006/relationships/image" Target="../media/image53.svg"/><Relationship Id="rId19" Type="http://schemas.openxmlformats.org/officeDocument/2006/relationships/slide" Target="slide41.xml"/><Relationship Id="rId4" Type="http://schemas.openxmlformats.org/officeDocument/2006/relationships/image" Target="../media/image102.svg"/><Relationship Id="rId9" Type="http://schemas.openxmlformats.org/officeDocument/2006/relationships/image" Target="../media/image52.png"/><Relationship Id="rId14" Type="http://schemas.openxmlformats.org/officeDocument/2006/relationships/image" Target="../media/image107.png"/><Relationship Id="rId22" Type="http://schemas.openxmlformats.org/officeDocument/2006/relationships/image" Target="../media/image111.png"/><Relationship Id="rId27" Type="http://schemas.openxmlformats.org/officeDocument/2006/relationships/image" Target="../media/image110.svg"/></Relationships>
</file>

<file path=ppt/slides/_rels/slide38.xml.rels><?xml version="1.0" encoding="UTF-8" standalone="yes"?>
<Relationships xmlns="http://schemas.openxmlformats.org/package/2006/relationships"><Relationship Id="rId8" Type="http://schemas.openxmlformats.org/officeDocument/2006/relationships/image" Target="../media/image106.svg"/><Relationship Id="rId13" Type="http://schemas.openxmlformats.org/officeDocument/2006/relationships/slide" Target="slide14.xml"/><Relationship Id="rId18" Type="http://schemas.openxmlformats.org/officeDocument/2006/relationships/image" Target="../media/image72.svg"/><Relationship Id="rId3" Type="http://schemas.openxmlformats.org/officeDocument/2006/relationships/image" Target="../media/image101.png"/><Relationship Id="rId21" Type="http://schemas.openxmlformats.org/officeDocument/2006/relationships/image" Target="../media/image62.svg"/><Relationship Id="rId7" Type="http://schemas.openxmlformats.org/officeDocument/2006/relationships/image" Target="../media/image105.png"/><Relationship Id="rId12" Type="http://schemas.openxmlformats.org/officeDocument/2006/relationships/image" Target="../media/image55.svg"/><Relationship Id="rId17" Type="http://schemas.openxmlformats.org/officeDocument/2006/relationships/image" Target="../media/image71.png"/><Relationship Id="rId2" Type="http://schemas.openxmlformats.org/officeDocument/2006/relationships/notesSlide" Target="../notesSlides/notesSlide11.xml"/><Relationship Id="rId16" Type="http://schemas.openxmlformats.org/officeDocument/2006/relationships/slide" Target="slide28.xml"/><Relationship Id="rId20" Type="http://schemas.openxmlformats.org/officeDocument/2006/relationships/image" Target="../media/image61.png"/><Relationship Id="rId1" Type="http://schemas.openxmlformats.org/officeDocument/2006/relationships/slideLayout" Target="../slideLayouts/slideLayout7.xml"/><Relationship Id="rId6" Type="http://schemas.openxmlformats.org/officeDocument/2006/relationships/image" Target="../media/image104.svg"/><Relationship Id="rId11" Type="http://schemas.openxmlformats.org/officeDocument/2006/relationships/image" Target="../media/image54.png"/><Relationship Id="rId24" Type="http://schemas.openxmlformats.org/officeDocument/2006/relationships/slide" Target="slide39.xml"/><Relationship Id="rId5" Type="http://schemas.openxmlformats.org/officeDocument/2006/relationships/image" Target="../media/image103.png"/><Relationship Id="rId15" Type="http://schemas.openxmlformats.org/officeDocument/2006/relationships/image" Target="../media/image108.svg"/><Relationship Id="rId23" Type="http://schemas.openxmlformats.org/officeDocument/2006/relationships/image" Target="../media/image112.svg"/><Relationship Id="rId10" Type="http://schemas.openxmlformats.org/officeDocument/2006/relationships/image" Target="../media/image53.svg"/><Relationship Id="rId19" Type="http://schemas.openxmlformats.org/officeDocument/2006/relationships/slide" Target="slide41.xml"/><Relationship Id="rId4" Type="http://schemas.openxmlformats.org/officeDocument/2006/relationships/image" Target="../media/image102.svg"/><Relationship Id="rId9" Type="http://schemas.openxmlformats.org/officeDocument/2006/relationships/image" Target="../media/image52.png"/><Relationship Id="rId14" Type="http://schemas.openxmlformats.org/officeDocument/2006/relationships/image" Target="../media/image107.png"/><Relationship Id="rId22" Type="http://schemas.openxmlformats.org/officeDocument/2006/relationships/image" Target="../media/image111.png"/></Relationships>
</file>

<file path=ppt/slides/_rels/slide39.xml.rels><?xml version="1.0" encoding="UTF-8" standalone="yes"?>
<Relationships xmlns="http://schemas.openxmlformats.org/package/2006/relationships"><Relationship Id="rId8" Type="http://schemas.openxmlformats.org/officeDocument/2006/relationships/image" Target="../media/image106.svg"/><Relationship Id="rId13" Type="http://schemas.openxmlformats.org/officeDocument/2006/relationships/image" Target="../media/image61.png"/><Relationship Id="rId18" Type="http://schemas.openxmlformats.org/officeDocument/2006/relationships/image" Target="../media/image110.svg"/><Relationship Id="rId26" Type="http://schemas.openxmlformats.org/officeDocument/2006/relationships/image" Target="../media/image71.png"/><Relationship Id="rId3" Type="http://schemas.openxmlformats.org/officeDocument/2006/relationships/image" Target="../media/image101.png"/><Relationship Id="rId21" Type="http://schemas.openxmlformats.org/officeDocument/2006/relationships/slide" Target="slide41.xml"/><Relationship Id="rId7" Type="http://schemas.openxmlformats.org/officeDocument/2006/relationships/image" Target="../media/image105.png"/><Relationship Id="rId12" Type="http://schemas.openxmlformats.org/officeDocument/2006/relationships/image" Target="../media/image55.svg"/><Relationship Id="rId17" Type="http://schemas.openxmlformats.org/officeDocument/2006/relationships/image" Target="../media/image109.png"/><Relationship Id="rId25" Type="http://schemas.openxmlformats.org/officeDocument/2006/relationships/slide" Target="slide28.xml"/><Relationship Id="rId2" Type="http://schemas.openxmlformats.org/officeDocument/2006/relationships/notesSlide" Target="../notesSlides/notesSlide12.xml"/><Relationship Id="rId16" Type="http://schemas.openxmlformats.org/officeDocument/2006/relationships/image" Target="../media/image112.svg"/><Relationship Id="rId20" Type="http://schemas.openxmlformats.org/officeDocument/2006/relationships/slide" Target="slide38.xml"/><Relationship Id="rId1" Type="http://schemas.openxmlformats.org/officeDocument/2006/relationships/slideLayout" Target="../slideLayouts/slideLayout7.xml"/><Relationship Id="rId6" Type="http://schemas.openxmlformats.org/officeDocument/2006/relationships/image" Target="../media/image104.svg"/><Relationship Id="rId11" Type="http://schemas.openxmlformats.org/officeDocument/2006/relationships/image" Target="../media/image54.png"/><Relationship Id="rId24" Type="http://schemas.openxmlformats.org/officeDocument/2006/relationships/image" Target="../media/image108.svg"/><Relationship Id="rId5" Type="http://schemas.openxmlformats.org/officeDocument/2006/relationships/image" Target="../media/image103.png"/><Relationship Id="rId15" Type="http://schemas.openxmlformats.org/officeDocument/2006/relationships/image" Target="../media/image111.png"/><Relationship Id="rId23" Type="http://schemas.openxmlformats.org/officeDocument/2006/relationships/image" Target="../media/image107.png"/><Relationship Id="rId28" Type="http://schemas.openxmlformats.org/officeDocument/2006/relationships/slide" Target="slide37.xml"/><Relationship Id="rId10" Type="http://schemas.openxmlformats.org/officeDocument/2006/relationships/image" Target="../media/image53.svg"/><Relationship Id="rId19" Type="http://schemas.openxmlformats.org/officeDocument/2006/relationships/image" Target="../media/image113.png"/><Relationship Id="rId4" Type="http://schemas.openxmlformats.org/officeDocument/2006/relationships/image" Target="../media/image102.svg"/><Relationship Id="rId9" Type="http://schemas.openxmlformats.org/officeDocument/2006/relationships/image" Target="../media/image52.png"/><Relationship Id="rId14" Type="http://schemas.openxmlformats.org/officeDocument/2006/relationships/image" Target="../media/image62.svg"/><Relationship Id="rId22" Type="http://schemas.openxmlformats.org/officeDocument/2006/relationships/slide" Target="slide14.xml"/><Relationship Id="rId27" Type="http://schemas.openxmlformats.org/officeDocument/2006/relationships/image" Target="../media/image72.svg"/></Relationships>
</file>

<file path=ppt/slides/_rels/slide40.xml.rels><?xml version="1.0" encoding="UTF-8" standalone="yes"?>
<Relationships xmlns="http://schemas.openxmlformats.org/package/2006/relationships"><Relationship Id="rId8" Type="http://schemas.openxmlformats.org/officeDocument/2006/relationships/image" Target="../media/image114.png"/><Relationship Id="rId3" Type="http://schemas.openxmlformats.org/officeDocument/2006/relationships/image" Target="../media/image62.svg"/><Relationship Id="rId7" Type="http://schemas.openxmlformats.org/officeDocument/2006/relationships/slide" Target="slide10.xml"/><Relationship Id="rId2" Type="http://schemas.openxmlformats.org/officeDocument/2006/relationships/image" Target="../media/image61.png"/><Relationship Id="rId1" Type="http://schemas.openxmlformats.org/officeDocument/2006/relationships/slideLayout" Target="../slideLayouts/slideLayout7.xml"/><Relationship Id="rId6" Type="http://schemas.openxmlformats.org/officeDocument/2006/relationships/slide" Target="slide27.xml"/><Relationship Id="rId5" Type="http://schemas.openxmlformats.org/officeDocument/2006/relationships/image" Target="../media/image112.svg"/><Relationship Id="rId4" Type="http://schemas.openxmlformats.org/officeDocument/2006/relationships/image" Target="../media/image111.png"/><Relationship Id="rId9" Type="http://schemas.openxmlformats.org/officeDocument/2006/relationships/image" Target="../media/image115.svg"/></Relationships>
</file>

<file path=ppt/slides/_rels/slide41.xml.rels><?xml version="1.0" encoding="UTF-8" standalone="yes"?>
<Relationships xmlns="http://schemas.openxmlformats.org/package/2006/relationships"><Relationship Id="rId8" Type="http://schemas.openxmlformats.org/officeDocument/2006/relationships/image" Target="../media/image114.png"/><Relationship Id="rId3" Type="http://schemas.openxmlformats.org/officeDocument/2006/relationships/image" Target="../media/image62.svg"/><Relationship Id="rId7" Type="http://schemas.openxmlformats.org/officeDocument/2006/relationships/slide" Target="slide10.xml"/><Relationship Id="rId2" Type="http://schemas.openxmlformats.org/officeDocument/2006/relationships/image" Target="../media/image61.png"/><Relationship Id="rId1" Type="http://schemas.openxmlformats.org/officeDocument/2006/relationships/slideLayout" Target="../slideLayouts/slideLayout7.xml"/><Relationship Id="rId6" Type="http://schemas.openxmlformats.org/officeDocument/2006/relationships/slide" Target="slide37.xml"/><Relationship Id="rId5" Type="http://schemas.openxmlformats.org/officeDocument/2006/relationships/image" Target="../media/image112.svg"/><Relationship Id="rId4" Type="http://schemas.openxmlformats.org/officeDocument/2006/relationships/image" Target="../media/image111.png"/><Relationship Id="rId9" Type="http://schemas.openxmlformats.org/officeDocument/2006/relationships/image" Target="../media/image11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48DD9DF-F962-0EC2-9776-7BB044CCB9E2}"/>
              </a:ext>
            </a:extLst>
          </p:cNvPr>
          <p:cNvSpPr txBox="1"/>
          <p:nvPr/>
        </p:nvSpPr>
        <p:spPr>
          <a:xfrm>
            <a:off x="1714500" y="1313656"/>
            <a:ext cx="6602412" cy="6370975"/>
          </a:xfrm>
          <a:prstGeom prst="rect">
            <a:avLst/>
          </a:prstGeom>
          <a:noFill/>
        </p:spPr>
        <p:txBody>
          <a:bodyPr wrap="square" rtlCol="0">
            <a:spAutoFit/>
          </a:bodyPr>
          <a:lstStyle/>
          <a:p>
            <a:r>
              <a:rPr lang="en-SG" sz="3600" b="1" dirty="0">
                <a:latin typeface="League Spartan" panose="020B0604020202020204" charset="0"/>
              </a:rPr>
              <a:t>SC3061 Hi-Fi Prototype</a:t>
            </a:r>
          </a:p>
          <a:p>
            <a:endParaRPr lang="en-SG" sz="3600" b="1" dirty="0">
              <a:latin typeface="League Spartan" panose="020B0604020202020204" charset="0"/>
            </a:endParaRPr>
          </a:p>
          <a:p>
            <a:r>
              <a:rPr lang="en-SG" sz="2800" dirty="0"/>
              <a:t>Bhati Nancy</a:t>
            </a:r>
          </a:p>
          <a:p>
            <a:r>
              <a:rPr lang="en-SG" sz="2800" dirty="0"/>
              <a:t>Seat Number: 37</a:t>
            </a:r>
          </a:p>
          <a:p>
            <a:r>
              <a:rPr lang="en-SG" sz="2800" dirty="0"/>
              <a:t>Matric </a:t>
            </a:r>
            <a:r>
              <a:rPr lang="en-SG" sz="2800" dirty="0" err="1"/>
              <a:t>Number:U</a:t>
            </a:r>
            <a:endParaRPr lang="en-SG" sz="2800" dirty="0"/>
          </a:p>
          <a:p>
            <a:r>
              <a:rPr lang="en-SG" sz="2800" dirty="0"/>
              <a:t>TEL: 4</a:t>
            </a:r>
          </a:p>
          <a:p>
            <a:endParaRPr lang="en-SG" sz="2800" dirty="0"/>
          </a:p>
          <a:p>
            <a:endParaRPr lang="en-SG" sz="2800" dirty="0"/>
          </a:p>
          <a:p>
            <a:r>
              <a:rPr lang="en-SG" sz="2800" dirty="0"/>
              <a:t>Reviewers, Seat Numbers: </a:t>
            </a:r>
          </a:p>
          <a:p>
            <a:r>
              <a:rPr lang="en-SG" sz="2800" dirty="0"/>
              <a:t>Yu Minsun, 36</a:t>
            </a:r>
          </a:p>
          <a:p>
            <a:r>
              <a:rPr lang="en-SG" sz="2800" dirty="0" err="1"/>
              <a:t>Vaishob</a:t>
            </a:r>
            <a:r>
              <a:rPr lang="en-SG" sz="2800" dirty="0"/>
              <a:t> Anand 35</a:t>
            </a:r>
          </a:p>
          <a:p>
            <a:endParaRPr lang="en-SG" sz="2800" dirty="0"/>
          </a:p>
          <a:p>
            <a:endParaRPr lang="en-SG" sz="2800" dirty="0"/>
          </a:p>
          <a:p>
            <a:endParaRPr lang="en-SG" sz="2800" dirty="0"/>
          </a:p>
        </p:txBody>
      </p:sp>
      <p:sp>
        <p:nvSpPr>
          <p:cNvPr id="3" name="Rectangle 2">
            <a:extLst>
              <a:ext uri="{FF2B5EF4-FFF2-40B4-BE49-F238E27FC236}">
                <a16:creationId xmlns:a16="http://schemas.microsoft.com/office/drawing/2014/main" id="{B1B4E283-5C1C-C064-A4D6-E43ABD56E8EB}"/>
              </a:ext>
            </a:extLst>
          </p:cNvPr>
          <p:cNvSpPr/>
          <p:nvPr/>
        </p:nvSpPr>
        <p:spPr>
          <a:xfrm>
            <a:off x="1839912" y="5504656"/>
            <a:ext cx="1447800" cy="381001"/>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 name="Rectangle 3">
            <a:extLst>
              <a:ext uri="{FF2B5EF4-FFF2-40B4-BE49-F238E27FC236}">
                <a16:creationId xmlns:a16="http://schemas.microsoft.com/office/drawing/2014/main" id="{F25CFBB2-A233-AE62-06DD-C68C488B3641}"/>
              </a:ext>
            </a:extLst>
          </p:cNvPr>
          <p:cNvSpPr/>
          <p:nvPr/>
        </p:nvSpPr>
        <p:spPr>
          <a:xfrm>
            <a:off x="1763712" y="5999956"/>
            <a:ext cx="2209799" cy="381001"/>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 name="Rectangle 4">
            <a:extLst>
              <a:ext uri="{FF2B5EF4-FFF2-40B4-BE49-F238E27FC236}">
                <a16:creationId xmlns:a16="http://schemas.microsoft.com/office/drawing/2014/main" id="{AFEA1402-9EF9-5A90-3363-E83B262E6158}"/>
              </a:ext>
            </a:extLst>
          </p:cNvPr>
          <p:cNvSpPr/>
          <p:nvPr/>
        </p:nvSpPr>
        <p:spPr>
          <a:xfrm>
            <a:off x="4125912" y="3371056"/>
            <a:ext cx="1447800" cy="381001"/>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081188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3E8"/>
        </a:solidFill>
        <a:effectLst/>
      </p:bgPr>
    </p:bg>
    <p:spTree>
      <p:nvGrpSpPr>
        <p:cNvPr id="1" name=""/>
        <p:cNvGrpSpPr/>
        <p:nvPr/>
      </p:nvGrpSpPr>
      <p:grpSpPr>
        <a:xfrm>
          <a:off x="0" y="0"/>
          <a:ext cx="0" cy="0"/>
          <a:chOff x="0" y="0"/>
          <a:chExt cx="0" cy="0"/>
        </a:xfrm>
      </p:grpSpPr>
      <p:sp>
        <p:nvSpPr>
          <p:cNvPr id="2" name="Freeform 2"/>
          <p:cNvSpPr>
            <a:spLocks noGrp="1" noRot="1" noMove="1" noResize="1" noEditPoints="1" noAdjustHandles="1" noChangeArrowheads="1" noChangeShapeType="1"/>
          </p:cNvSpPr>
          <p:nvPr/>
        </p:nvSpPr>
        <p:spPr>
          <a:xfrm>
            <a:off x="1961" y="-19315"/>
            <a:ext cx="9226802" cy="7237941"/>
          </a:xfrm>
          <a:custGeom>
            <a:avLst/>
            <a:gdLst/>
            <a:ahLst/>
            <a:cxnLst/>
            <a:rect l="l" t="t" r="r" b="b"/>
            <a:pathLst>
              <a:path w="10017108" h="10017108">
                <a:moveTo>
                  <a:pt x="0" y="0"/>
                </a:moveTo>
                <a:lnTo>
                  <a:pt x="10017108" y="0"/>
                </a:lnTo>
                <a:lnTo>
                  <a:pt x="10017108" y="10017108"/>
                </a:lnTo>
                <a:lnTo>
                  <a:pt x="0" y="1001710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SG" sz="1088"/>
          </a:p>
        </p:txBody>
      </p:sp>
      <p:sp>
        <p:nvSpPr>
          <p:cNvPr id="3" name="Freeform 3"/>
          <p:cNvSpPr>
            <a:spLocks noGrp="1" noRot="1" noMove="1" noResize="1" noEditPoints="1" noAdjustHandles="1" noChangeArrowheads="1" noChangeShapeType="1"/>
          </p:cNvSpPr>
          <p:nvPr/>
        </p:nvSpPr>
        <p:spPr>
          <a:xfrm>
            <a:off x="8795004" y="-19315"/>
            <a:ext cx="1302123" cy="7898504"/>
          </a:xfrm>
          <a:custGeom>
            <a:avLst/>
            <a:gdLst/>
            <a:ahLst/>
            <a:cxnLst/>
            <a:rect l="l" t="t" r="r" b="b"/>
            <a:pathLst>
              <a:path w="10017108" h="10017108">
                <a:moveTo>
                  <a:pt x="0" y="0"/>
                </a:moveTo>
                <a:lnTo>
                  <a:pt x="10017109" y="0"/>
                </a:lnTo>
                <a:lnTo>
                  <a:pt x="10017109" y="10017108"/>
                </a:lnTo>
                <a:lnTo>
                  <a:pt x="0" y="10017108"/>
                </a:lnTo>
                <a:lnTo>
                  <a:pt x="0" y="0"/>
                </a:lnTo>
                <a:close/>
              </a:path>
            </a:pathLst>
          </a:custGeom>
          <a:blipFill>
            <a:blip r:embed="rId3">
              <a:extLst>
                <a:ext uri="{96DAC541-7B7A-43D3-8B79-37D633B846F1}">
                  <asvg:svgBlip xmlns:asvg="http://schemas.microsoft.com/office/drawing/2016/SVG/main" r:embed="rId4"/>
                </a:ext>
              </a:extLst>
            </a:blip>
            <a:stretch>
              <a:fillRect l="-197" t="-12721" r="-510924" b="12721"/>
            </a:stretch>
          </a:blipFill>
        </p:spPr>
        <p:txBody>
          <a:bodyPr/>
          <a:lstStyle/>
          <a:p>
            <a:endParaRPr lang="en-SG" sz="1088"/>
          </a:p>
        </p:txBody>
      </p:sp>
      <p:sp>
        <p:nvSpPr>
          <p:cNvPr id="4" name="Freeform 4"/>
          <p:cNvSpPr/>
          <p:nvPr/>
        </p:nvSpPr>
        <p:spPr>
          <a:xfrm flipH="1">
            <a:off x="-73666" y="5211880"/>
            <a:ext cx="10720451" cy="1987434"/>
          </a:xfrm>
          <a:custGeom>
            <a:avLst/>
            <a:gdLst/>
            <a:ahLst/>
            <a:cxnLst/>
            <a:rect l="l" t="t" r="r" b="b"/>
            <a:pathLst>
              <a:path w="14230833" h="2899532">
                <a:moveTo>
                  <a:pt x="14230832" y="0"/>
                </a:moveTo>
                <a:lnTo>
                  <a:pt x="0" y="0"/>
                </a:lnTo>
                <a:lnTo>
                  <a:pt x="0" y="2899532"/>
                </a:lnTo>
                <a:lnTo>
                  <a:pt x="14230832" y="2899532"/>
                </a:lnTo>
                <a:lnTo>
                  <a:pt x="14230832" y="0"/>
                </a:lnTo>
                <a:close/>
              </a:path>
            </a:pathLst>
          </a:custGeom>
          <a:blipFill>
            <a:blip r:embed="rId5">
              <a:alphaModFix amt="41000"/>
              <a:extLst>
                <a:ext uri="{96DAC541-7B7A-43D3-8B79-37D633B846F1}">
                  <asvg:svgBlip xmlns:asvg="http://schemas.microsoft.com/office/drawing/2016/SVG/main" r:embed="rId6"/>
                </a:ext>
              </a:extLst>
            </a:blip>
            <a:stretch>
              <a:fillRect l="5281" t="1" r="-6191" b="-16709"/>
            </a:stretch>
          </a:blipFill>
        </p:spPr>
        <p:txBody>
          <a:bodyPr/>
          <a:lstStyle/>
          <a:p>
            <a:endParaRPr lang="en-SG" sz="1088"/>
          </a:p>
        </p:txBody>
      </p:sp>
      <p:sp>
        <p:nvSpPr>
          <p:cNvPr id="5" name="Freeform 5"/>
          <p:cNvSpPr/>
          <p:nvPr/>
        </p:nvSpPr>
        <p:spPr>
          <a:xfrm>
            <a:off x="4522992" y="2756799"/>
            <a:ext cx="3478306" cy="3047866"/>
          </a:xfrm>
          <a:custGeom>
            <a:avLst/>
            <a:gdLst/>
            <a:ahLst/>
            <a:cxnLst/>
            <a:rect l="l" t="t" r="r" b="b"/>
            <a:pathLst>
              <a:path w="4348074" h="3810000">
                <a:moveTo>
                  <a:pt x="0" y="0"/>
                </a:moveTo>
                <a:lnTo>
                  <a:pt x="4348075" y="0"/>
                </a:lnTo>
                <a:lnTo>
                  <a:pt x="4348075" y="3810000"/>
                </a:lnTo>
                <a:lnTo>
                  <a:pt x="0" y="3810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SG" sz="1088"/>
          </a:p>
        </p:txBody>
      </p:sp>
      <p:sp>
        <p:nvSpPr>
          <p:cNvPr id="6" name="Freeform 6"/>
          <p:cNvSpPr/>
          <p:nvPr/>
        </p:nvSpPr>
        <p:spPr>
          <a:xfrm>
            <a:off x="-1074866" y="-2127778"/>
            <a:ext cx="3478306" cy="3047866"/>
          </a:xfrm>
          <a:custGeom>
            <a:avLst/>
            <a:gdLst/>
            <a:ahLst/>
            <a:cxnLst/>
            <a:rect l="l" t="t" r="r" b="b"/>
            <a:pathLst>
              <a:path w="4348074" h="3810000">
                <a:moveTo>
                  <a:pt x="0" y="0"/>
                </a:moveTo>
                <a:lnTo>
                  <a:pt x="4348074" y="0"/>
                </a:lnTo>
                <a:lnTo>
                  <a:pt x="4348074" y="3810000"/>
                </a:lnTo>
                <a:lnTo>
                  <a:pt x="0" y="3810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SG" sz="1088"/>
          </a:p>
        </p:txBody>
      </p:sp>
      <p:grpSp>
        <p:nvGrpSpPr>
          <p:cNvPr id="7" name="Group 7"/>
          <p:cNvGrpSpPr>
            <a:grpSpLocks noChangeAspect="1"/>
          </p:cNvGrpSpPr>
          <p:nvPr/>
        </p:nvGrpSpPr>
        <p:grpSpPr>
          <a:xfrm rot="-193647">
            <a:off x="57945" y="2251825"/>
            <a:ext cx="3516344" cy="4824998"/>
            <a:chOff x="0" y="0"/>
            <a:chExt cx="4589780" cy="6297930"/>
          </a:xfrm>
        </p:grpSpPr>
        <p:sp>
          <p:nvSpPr>
            <p:cNvPr id="8" name="Freeform 8"/>
            <p:cNvSpPr/>
            <p:nvPr/>
          </p:nvSpPr>
          <p:spPr>
            <a:xfrm>
              <a:off x="0" y="0"/>
              <a:ext cx="4591050" cy="6297930"/>
            </a:xfrm>
            <a:custGeom>
              <a:avLst/>
              <a:gdLst/>
              <a:ahLst/>
              <a:cxnLst/>
              <a:rect l="l" t="t" r="r" b="b"/>
              <a:pathLst>
                <a:path w="4591050" h="6297930">
                  <a:moveTo>
                    <a:pt x="3148330" y="1708150"/>
                  </a:moveTo>
                  <a:cubicBezTo>
                    <a:pt x="2754630" y="1708150"/>
                    <a:pt x="2396490" y="1866900"/>
                    <a:pt x="2136140" y="2124710"/>
                  </a:cubicBezTo>
                  <a:lnTo>
                    <a:pt x="1611630" y="1600200"/>
                  </a:lnTo>
                  <a:cubicBezTo>
                    <a:pt x="1778000" y="1430020"/>
                    <a:pt x="1882140" y="1197610"/>
                    <a:pt x="1882140" y="941070"/>
                  </a:cubicBezTo>
                  <a:cubicBezTo>
                    <a:pt x="1882140" y="421640"/>
                    <a:pt x="1459230" y="0"/>
                    <a:pt x="941070" y="0"/>
                  </a:cubicBezTo>
                  <a:cubicBezTo>
                    <a:pt x="422910" y="0"/>
                    <a:pt x="0" y="421640"/>
                    <a:pt x="0" y="941070"/>
                  </a:cubicBezTo>
                  <a:cubicBezTo>
                    <a:pt x="0" y="1459230"/>
                    <a:pt x="421640" y="1882140"/>
                    <a:pt x="941070" y="1882140"/>
                  </a:cubicBezTo>
                  <a:cubicBezTo>
                    <a:pt x="1160780" y="1882140"/>
                    <a:pt x="1362710" y="1805940"/>
                    <a:pt x="1524000" y="1678940"/>
                  </a:cubicBezTo>
                  <a:lnTo>
                    <a:pt x="2056130" y="2211070"/>
                  </a:lnTo>
                  <a:cubicBezTo>
                    <a:pt x="1838960" y="2463800"/>
                    <a:pt x="1708150" y="2791460"/>
                    <a:pt x="1708150" y="3148330"/>
                  </a:cubicBezTo>
                  <a:cubicBezTo>
                    <a:pt x="1708150" y="3549650"/>
                    <a:pt x="1873250" y="3914140"/>
                    <a:pt x="2139950" y="4175760"/>
                  </a:cubicBezTo>
                  <a:lnTo>
                    <a:pt x="1614170" y="4701540"/>
                  </a:lnTo>
                  <a:cubicBezTo>
                    <a:pt x="1442720" y="4526280"/>
                    <a:pt x="1203960" y="4417060"/>
                    <a:pt x="941070" y="4417060"/>
                  </a:cubicBezTo>
                  <a:cubicBezTo>
                    <a:pt x="421640" y="4415790"/>
                    <a:pt x="0" y="4838700"/>
                    <a:pt x="0" y="5356860"/>
                  </a:cubicBezTo>
                  <a:cubicBezTo>
                    <a:pt x="0" y="5875020"/>
                    <a:pt x="421640" y="6297930"/>
                    <a:pt x="941070" y="6297930"/>
                  </a:cubicBezTo>
                  <a:cubicBezTo>
                    <a:pt x="1459230" y="6297930"/>
                    <a:pt x="1882140" y="5876290"/>
                    <a:pt x="1882140" y="5356860"/>
                  </a:cubicBezTo>
                  <a:cubicBezTo>
                    <a:pt x="1882140" y="5144770"/>
                    <a:pt x="1811020" y="4947920"/>
                    <a:pt x="1692910" y="4790440"/>
                  </a:cubicBezTo>
                  <a:lnTo>
                    <a:pt x="2228850" y="4254500"/>
                  </a:lnTo>
                  <a:cubicBezTo>
                    <a:pt x="2479040" y="4462780"/>
                    <a:pt x="2800350" y="4588509"/>
                    <a:pt x="3150870" y="4588509"/>
                  </a:cubicBezTo>
                  <a:cubicBezTo>
                    <a:pt x="3945890" y="4588509"/>
                    <a:pt x="4591050" y="3942080"/>
                    <a:pt x="4591050" y="3148330"/>
                  </a:cubicBezTo>
                  <a:cubicBezTo>
                    <a:pt x="4589780" y="2354580"/>
                    <a:pt x="3943350" y="1708150"/>
                    <a:pt x="3148330" y="1708150"/>
                  </a:cubicBezTo>
                  <a:close/>
                </a:path>
              </a:pathLst>
            </a:custGeom>
            <a:solidFill>
              <a:srgbClr val="FFD775"/>
            </a:solidFill>
          </p:spPr>
          <p:txBody>
            <a:bodyPr/>
            <a:lstStyle/>
            <a:p>
              <a:endParaRPr lang="en-SG" sz="1088"/>
            </a:p>
          </p:txBody>
        </p:sp>
        <p:sp>
          <p:nvSpPr>
            <p:cNvPr id="9" name="Freeform 9"/>
            <p:cNvSpPr/>
            <p:nvPr/>
          </p:nvSpPr>
          <p:spPr>
            <a:xfrm>
              <a:off x="118110" y="4533900"/>
              <a:ext cx="1645920" cy="1645920"/>
            </a:xfrm>
            <a:custGeom>
              <a:avLst/>
              <a:gdLst/>
              <a:ahLst/>
              <a:cxnLst/>
              <a:rect l="l" t="t" r="r" b="b"/>
              <a:pathLst>
                <a:path w="1645920" h="1645920">
                  <a:moveTo>
                    <a:pt x="822960" y="1645920"/>
                  </a:moveTo>
                  <a:cubicBezTo>
                    <a:pt x="369570" y="1645920"/>
                    <a:pt x="0" y="1277620"/>
                    <a:pt x="0" y="822960"/>
                  </a:cubicBezTo>
                  <a:cubicBezTo>
                    <a:pt x="0" y="368300"/>
                    <a:pt x="368300" y="0"/>
                    <a:pt x="822960" y="0"/>
                  </a:cubicBezTo>
                  <a:cubicBezTo>
                    <a:pt x="1276350" y="0"/>
                    <a:pt x="1645920" y="368300"/>
                    <a:pt x="1645920" y="822960"/>
                  </a:cubicBezTo>
                  <a:cubicBezTo>
                    <a:pt x="1645920" y="1277620"/>
                    <a:pt x="1276350" y="1645920"/>
                    <a:pt x="822960" y="1645920"/>
                  </a:cubicBezTo>
                  <a:close/>
                </a:path>
              </a:pathLst>
            </a:custGeom>
            <a:blipFill>
              <a:blip r:embed="rId9"/>
              <a:stretch>
                <a:fillRect l="-16666" r="-16666"/>
              </a:stretch>
            </a:blipFill>
          </p:spPr>
          <p:txBody>
            <a:bodyPr/>
            <a:lstStyle/>
            <a:p>
              <a:endParaRPr lang="en-SG" sz="1088"/>
            </a:p>
          </p:txBody>
        </p:sp>
        <p:sp>
          <p:nvSpPr>
            <p:cNvPr id="10" name="Freeform 10"/>
            <p:cNvSpPr/>
            <p:nvPr/>
          </p:nvSpPr>
          <p:spPr>
            <a:xfrm>
              <a:off x="118110" y="118110"/>
              <a:ext cx="1645920" cy="1644650"/>
            </a:xfrm>
            <a:custGeom>
              <a:avLst/>
              <a:gdLst/>
              <a:ahLst/>
              <a:cxnLst/>
              <a:rect l="l" t="t" r="r" b="b"/>
              <a:pathLst>
                <a:path w="1645920" h="1644650">
                  <a:moveTo>
                    <a:pt x="0" y="822960"/>
                  </a:moveTo>
                  <a:cubicBezTo>
                    <a:pt x="0" y="369570"/>
                    <a:pt x="368300" y="0"/>
                    <a:pt x="822960" y="0"/>
                  </a:cubicBezTo>
                  <a:cubicBezTo>
                    <a:pt x="1276350" y="0"/>
                    <a:pt x="1645920" y="368300"/>
                    <a:pt x="1645920" y="822960"/>
                  </a:cubicBezTo>
                  <a:cubicBezTo>
                    <a:pt x="1645920" y="1060450"/>
                    <a:pt x="1544320" y="1273810"/>
                    <a:pt x="1384300" y="1423670"/>
                  </a:cubicBezTo>
                  <a:cubicBezTo>
                    <a:pt x="1377950" y="1426210"/>
                    <a:pt x="1371600" y="1430020"/>
                    <a:pt x="1366520" y="1436370"/>
                  </a:cubicBezTo>
                  <a:cubicBezTo>
                    <a:pt x="1362710" y="1440180"/>
                    <a:pt x="1360170" y="1443990"/>
                    <a:pt x="1357630" y="1447800"/>
                  </a:cubicBezTo>
                  <a:cubicBezTo>
                    <a:pt x="1214120" y="1569720"/>
                    <a:pt x="1027430" y="1644650"/>
                    <a:pt x="824230" y="1644650"/>
                  </a:cubicBezTo>
                  <a:cubicBezTo>
                    <a:pt x="369570" y="1644650"/>
                    <a:pt x="0" y="1276350"/>
                    <a:pt x="0" y="822960"/>
                  </a:cubicBezTo>
                  <a:close/>
                </a:path>
              </a:pathLst>
            </a:custGeom>
            <a:blipFill>
              <a:blip r:embed="rId10"/>
              <a:stretch>
                <a:fillRect t="-12486" b="-12486"/>
              </a:stretch>
            </a:blipFill>
          </p:spPr>
          <p:txBody>
            <a:bodyPr/>
            <a:lstStyle/>
            <a:p>
              <a:endParaRPr lang="en-SG" sz="1088"/>
            </a:p>
          </p:txBody>
        </p:sp>
        <p:sp>
          <p:nvSpPr>
            <p:cNvPr id="11" name="Freeform 11"/>
            <p:cNvSpPr/>
            <p:nvPr/>
          </p:nvSpPr>
          <p:spPr>
            <a:xfrm>
              <a:off x="1826260" y="1827530"/>
              <a:ext cx="2644140" cy="2644140"/>
            </a:xfrm>
            <a:custGeom>
              <a:avLst/>
              <a:gdLst/>
              <a:ahLst/>
              <a:cxnLst/>
              <a:rect l="l" t="t" r="r" b="b"/>
              <a:pathLst>
                <a:path w="2644140" h="2644140">
                  <a:moveTo>
                    <a:pt x="1322070" y="2644140"/>
                  </a:moveTo>
                  <a:cubicBezTo>
                    <a:pt x="593090" y="2644140"/>
                    <a:pt x="0" y="2051050"/>
                    <a:pt x="0" y="1322070"/>
                  </a:cubicBezTo>
                  <a:cubicBezTo>
                    <a:pt x="0" y="593090"/>
                    <a:pt x="593090" y="0"/>
                    <a:pt x="1322070" y="0"/>
                  </a:cubicBezTo>
                  <a:cubicBezTo>
                    <a:pt x="2051050" y="0"/>
                    <a:pt x="2644140" y="593090"/>
                    <a:pt x="2644140" y="1322070"/>
                  </a:cubicBezTo>
                  <a:cubicBezTo>
                    <a:pt x="2644140" y="2051050"/>
                    <a:pt x="2052320" y="2644140"/>
                    <a:pt x="1322070" y="2644140"/>
                  </a:cubicBezTo>
                  <a:close/>
                </a:path>
              </a:pathLst>
            </a:custGeom>
            <a:blipFill>
              <a:blip r:embed="rId11"/>
              <a:stretch>
                <a:fillRect l="-25136" r="-25136"/>
              </a:stretch>
            </a:blipFill>
          </p:spPr>
          <p:txBody>
            <a:bodyPr/>
            <a:lstStyle/>
            <a:p>
              <a:endParaRPr lang="en-SG" sz="1088"/>
            </a:p>
          </p:txBody>
        </p:sp>
      </p:grpSp>
      <p:grpSp>
        <p:nvGrpSpPr>
          <p:cNvPr id="12" name="Group 12"/>
          <p:cNvGrpSpPr>
            <a:grpSpLocks noChangeAspect="1"/>
          </p:cNvGrpSpPr>
          <p:nvPr/>
        </p:nvGrpSpPr>
        <p:grpSpPr>
          <a:xfrm rot="9814395">
            <a:off x="7104431" y="172130"/>
            <a:ext cx="3018346" cy="4141666"/>
            <a:chOff x="0" y="0"/>
            <a:chExt cx="4589780" cy="6297930"/>
          </a:xfrm>
        </p:grpSpPr>
        <p:sp>
          <p:nvSpPr>
            <p:cNvPr id="13" name="Freeform 13"/>
            <p:cNvSpPr/>
            <p:nvPr/>
          </p:nvSpPr>
          <p:spPr>
            <a:xfrm>
              <a:off x="0" y="0"/>
              <a:ext cx="4591050" cy="6297930"/>
            </a:xfrm>
            <a:custGeom>
              <a:avLst/>
              <a:gdLst/>
              <a:ahLst/>
              <a:cxnLst/>
              <a:rect l="l" t="t" r="r" b="b"/>
              <a:pathLst>
                <a:path w="4591050" h="6297930">
                  <a:moveTo>
                    <a:pt x="3148330" y="1708150"/>
                  </a:moveTo>
                  <a:cubicBezTo>
                    <a:pt x="2754630" y="1708150"/>
                    <a:pt x="2396490" y="1866900"/>
                    <a:pt x="2136140" y="2124710"/>
                  </a:cubicBezTo>
                  <a:lnTo>
                    <a:pt x="1611630" y="1600200"/>
                  </a:lnTo>
                  <a:cubicBezTo>
                    <a:pt x="1778000" y="1430020"/>
                    <a:pt x="1882140" y="1197610"/>
                    <a:pt x="1882140" y="941070"/>
                  </a:cubicBezTo>
                  <a:cubicBezTo>
                    <a:pt x="1882140" y="421640"/>
                    <a:pt x="1459230" y="0"/>
                    <a:pt x="941070" y="0"/>
                  </a:cubicBezTo>
                  <a:cubicBezTo>
                    <a:pt x="422910" y="0"/>
                    <a:pt x="0" y="421640"/>
                    <a:pt x="0" y="941070"/>
                  </a:cubicBezTo>
                  <a:cubicBezTo>
                    <a:pt x="0" y="1459230"/>
                    <a:pt x="421640" y="1882140"/>
                    <a:pt x="941070" y="1882140"/>
                  </a:cubicBezTo>
                  <a:cubicBezTo>
                    <a:pt x="1160780" y="1882140"/>
                    <a:pt x="1362710" y="1805940"/>
                    <a:pt x="1524000" y="1678940"/>
                  </a:cubicBezTo>
                  <a:lnTo>
                    <a:pt x="2056130" y="2211070"/>
                  </a:lnTo>
                  <a:cubicBezTo>
                    <a:pt x="1838960" y="2463800"/>
                    <a:pt x="1708150" y="2791460"/>
                    <a:pt x="1708150" y="3148330"/>
                  </a:cubicBezTo>
                  <a:cubicBezTo>
                    <a:pt x="1708150" y="3549650"/>
                    <a:pt x="1873250" y="3914140"/>
                    <a:pt x="2139950" y="4175760"/>
                  </a:cubicBezTo>
                  <a:lnTo>
                    <a:pt x="1614170" y="4701540"/>
                  </a:lnTo>
                  <a:cubicBezTo>
                    <a:pt x="1442720" y="4526280"/>
                    <a:pt x="1203960" y="4417060"/>
                    <a:pt x="941070" y="4417060"/>
                  </a:cubicBezTo>
                  <a:cubicBezTo>
                    <a:pt x="421640" y="4415790"/>
                    <a:pt x="0" y="4838700"/>
                    <a:pt x="0" y="5356860"/>
                  </a:cubicBezTo>
                  <a:cubicBezTo>
                    <a:pt x="0" y="5875020"/>
                    <a:pt x="421640" y="6297930"/>
                    <a:pt x="941070" y="6297930"/>
                  </a:cubicBezTo>
                  <a:cubicBezTo>
                    <a:pt x="1459230" y="6297930"/>
                    <a:pt x="1882140" y="5876290"/>
                    <a:pt x="1882140" y="5356860"/>
                  </a:cubicBezTo>
                  <a:cubicBezTo>
                    <a:pt x="1882140" y="5144770"/>
                    <a:pt x="1811020" y="4947920"/>
                    <a:pt x="1692910" y="4790440"/>
                  </a:cubicBezTo>
                  <a:lnTo>
                    <a:pt x="2228850" y="4254500"/>
                  </a:lnTo>
                  <a:cubicBezTo>
                    <a:pt x="2479040" y="4462780"/>
                    <a:pt x="2800350" y="4588509"/>
                    <a:pt x="3150870" y="4588509"/>
                  </a:cubicBezTo>
                  <a:cubicBezTo>
                    <a:pt x="3945890" y="4588509"/>
                    <a:pt x="4591050" y="3942080"/>
                    <a:pt x="4591050" y="3148330"/>
                  </a:cubicBezTo>
                  <a:cubicBezTo>
                    <a:pt x="4589780" y="2354580"/>
                    <a:pt x="3943350" y="1708150"/>
                    <a:pt x="3148330" y="1708150"/>
                  </a:cubicBezTo>
                  <a:close/>
                </a:path>
              </a:pathLst>
            </a:custGeom>
            <a:solidFill>
              <a:srgbClr val="FFD775"/>
            </a:solidFill>
          </p:spPr>
          <p:txBody>
            <a:bodyPr/>
            <a:lstStyle/>
            <a:p>
              <a:endParaRPr lang="en-SG" sz="1088"/>
            </a:p>
          </p:txBody>
        </p:sp>
        <p:sp>
          <p:nvSpPr>
            <p:cNvPr id="14" name="Freeform 14"/>
            <p:cNvSpPr/>
            <p:nvPr/>
          </p:nvSpPr>
          <p:spPr>
            <a:xfrm flipV="1">
              <a:off x="118110" y="4533900"/>
              <a:ext cx="1645920" cy="1645920"/>
            </a:xfrm>
            <a:custGeom>
              <a:avLst/>
              <a:gdLst/>
              <a:ahLst/>
              <a:cxnLst/>
              <a:rect l="l" t="t" r="r" b="b"/>
              <a:pathLst>
                <a:path w="1645920" h="1645920">
                  <a:moveTo>
                    <a:pt x="822960" y="0"/>
                  </a:moveTo>
                  <a:cubicBezTo>
                    <a:pt x="369570" y="0"/>
                    <a:pt x="0" y="368300"/>
                    <a:pt x="0" y="822960"/>
                  </a:cubicBezTo>
                  <a:cubicBezTo>
                    <a:pt x="0" y="1277620"/>
                    <a:pt x="368300" y="1645920"/>
                    <a:pt x="822960" y="1645920"/>
                  </a:cubicBezTo>
                  <a:cubicBezTo>
                    <a:pt x="1276350" y="1645920"/>
                    <a:pt x="1645920" y="1277620"/>
                    <a:pt x="1645920" y="822960"/>
                  </a:cubicBezTo>
                  <a:cubicBezTo>
                    <a:pt x="1645920" y="368300"/>
                    <a:pt x="1276350" y="0"/>
                    <a:pt x="822960" y="0"/>
                  </a:cubicBezTo>
                  <a:close/>
                </a:path>
              </a:pathLst>
            </a:custGeom>
            <a:blipFill>
              <a:blip r:embed="rId12"/>
              <a:stretch>
                <a:fillRect/>
              </a:stretch>
            </a:blipFill>
          </p:spPr>
          <p:txBody>
            <a:bodyPr/>
            <a:lstStyle/>
            <a:p>
              <a:endParaRPr lang="en-SG" sz="1088" dirty="0"/>
            </a:p>
          </p:txBody>
        </p:sp>
        <p:sp>
          <p:nvSpPr>
            <p:cNvPr id="15" name="Freeform 15"/>
            <p:cNvSpPr/>
            <p:nvPr/>
          </p:nvSpPr>
          <p:spPr>
            <a:xfrm flipV="1">
              <a:off x="118110" y="118110"/>
              <a:ext cx="1645920" cy="1644650"/>
            </a:xfrm>
            <a:custGeom>
              <a:avLst/>
              <a:gdLst/>
              <a:ahLst/>
              <a:cxnLst/>
              <a:rect l="l" t="t" r="r" b="b"/>
              <a:pathLst>
                <a:path w="1645920" h="1644650">
                  <a:moveTo>
                    <a:pt x="0" y="821690"/>
                  </a:moveTo>
                  <a:cubicBezTo>
                    <a:pt x="0" y="1275080"/>
                    <a:pt x="368300" y="1644650"/>
                    <a:pt x="822960" y="1644650"/>
                  </a:cubicBezTo>
                  <a:cubicBezTo>
                    <a:pt x="1276350" y="1644650"/>
                    <a:pt x="1645920" y="1276350"/>
                    <a:pt x="1645920" y="821690"/>
                  </a:cubicBezTo>
                  <a:cubicBezTo>
                    <a:pt x="1645920" y="584200"/>
                    <a:pt x="1544320" y="370840"/>
                    <a:pt x="1384300" y="220980"/>
                  </a:cubicBezTo>
                  <a:cubicBezTo>
                    <a:pt x="1377950" y="218440"/>
                    <a:pt x="1371600" y="214630"/>
                    <a:pt x="1366520" y="208280"/>
                  </a:cubicBezTo>
                  <a:cubicBezTo>
                    <a:pt x="1362710" y="204470"/>
                    <a:pt x="1360170" y="200660"/>
                    <a:pt x="1357630" y="196850"/>
                  </a:cubicBezTo>
                  <a:cubicBezTo>
                    <a:pt x="1214120" y="74930"/>
                    <a:pt x="1027430" y="0"/>
                    <a:pt x="824230" y="0"/>
                  </a:cubicBezTo>
                  <a:cubicBezTo>
                    <a:pt x="369570" y="0"/>
                    <a:pt x="0" y="368300"/>
                    <a:pt x="0" y="821690"/>
                  </a:cubicBezTo>
                  <a:close/>
                </a:path>
              </a:pathLst>
            </a:custGeom>
            <a:blipFill>
              <a:blip r:embed="rId13"/>
              <a:stretch>
                <a:fillRect l="-24942" r="-24942"/>
              </a:stretch>
            </a:blipFill>
          </p:spPr>
          <p:txBody>
            <a:bodyPr/>
            <a:lstStyle/>
            <a:p>
              <a:endParaRPr lang="en-SG" sz="1088"/>
            </a:p>
          </p:txBody>
        </p:sp>
        <p:sp>
          <p:nvSpPr>
            <p:cNvPr id="16" name="Freeform 16"/>
            <p:cNvSpPr/>
            <p:nvPr/>
          </p:nvSpPr>
          <p:spPr>
            <a:xfrm flipV="1">
              <a:off x="1826260" y="1827530"/>
              <a:ext cx="2644140" cy="2644140"/>
            </a:xfrm>
            <a:custGeom>
              <a:avLst/>
              <a:gdLst/>
              <a:ahLst/>
              <a:cxnLst/>
              <a:rect l="l" t="t" r="r" b="b"/>
              <a:pathLst>
                <a:path w="2644140" h="2644140">
                  <a:moveTo>
                    <a:pt x="1322070" y="0"/>
                  </a:moveTo>
                  <a:cubicBezTo>
                    <a:pt x="593090" y="0"/>
                    <a:pt x="0" y="593090"/>
                    <a:pt x="0" y="1322070"/>
                  </a:cubicBezTo>
                  <a:cubicBezTo>
                    <a:pt x="0" y="2051050"/>
                    <a:pt x="593090" y="2644140"/>
                    <a:pt x="1322070" y="2644140"/>
                  </a:cubicBezTo>
                  <a:cubicBezTo>
                    <a:pt x="2051050" y="2644140"/>
                    <a:pt x="2644140" y="2051050"/>
                    <a:pt x="2644140" y="1322070"/>
                  </a:cubicBezTo>
                  <a:cubicBezTo>
                    <a:pt x="2644140" y="593090"/>
                    <a:pt x="2052320" y="0"/>
                    <a:pt x="1322070" y="0"/>
                  </a:cubicBezTo>
                  <a:close/>
                </a:path>
              </a:pathLst>
            </a:custGeom>
            <a:blipFill>
              <a:blip r:embed="rId14"/>
              <a:stretch>
                <a:fillRect l="-29999" r="-29999"/>
              </a:stretch>
            </a:blipFill>
          </p:spPr>
          <p:txBody>
            <a:bodyPr/>
            <a:lstStyle/>
            <a:p>
              <a:endParaRPr lang="en-SG" sz="1088"/>
            </a:p>
          </p:txBody>
        </p:sp>
      </p:grpSp>
      <p:sp>
        <p:nvSpPr>
          <p:cNvPr id="21" name="Freeform 21"/>
          <p:cNvSpPr/>
          <p:nvPr/>
        </p:nvSpPr>
        <p:spPr>
          <a:xfrm rot="-877049">
            <a:off x="57753" y="403826"/>
            <a:ext cx="4691372" cy="1113544"/>
          </a:xfrm>
          <a:custGeom>
            <a:avLst/>
            <a:gdLst/>
            <a:ahLst/>
            <a:cxnLst/>
            <a:rect l="l" t="t" r="r" b="b"/>
            <a:pathLst>
              <a:path w="7231120" h="1391991">
                <a:moveTo>
                  <a:pt x="0" y="0"/>
                </a:moveTo>
                <a:lnTo>
                  <a:pt x="7231120" y="0"/>
                </a:lnTo>
                <a:lnTo>
                  <a:pt x="7231120" y="1391990"/>
                </a:lnTo>
                <a:lnTo>
                  <a:pt x="0" y="1391990"/>
                </a:lnTo>
                <a:lnTo>
                  <a:pt x="0" y="0"/>
                </a:lnTo>
                <a:close/>
              </a:path>
            </a:pathLst>
          </a:custGeom>
          <a:blipFill>
            <a:blip r:embed="rId15">
              <a:extLst>
                <a:ext uri="{96DAC541-7B7A-43D3-8B79-37D633B846F1}">
                  <asvg:svgBlip xmlns:asvg="http://schemas.microsoft.com/office/drawing/2016/SVG/main" r:embed="rId16"/>
                </a:ext>
              </a:extLst>
            </a:blip>
            <a:srcRect/>
            <a:stretch>
              <a:fillRect l="-13119" t="-51" r="-10185" b="-51"/>
            </a:stretch>
          </a:blipFill>
        </p:spPr>
        <p:txBody>
          <a:bodyPr/>
          <a:lstStyle/>
          <a:p>
            <a:endParaRPr lang="en-SG" sz="1088" dirty="0"/>
          </a:p>
        </p:txBody>
      </p:sp>
      <p:grpSp>
        <p:nvGrpSpPr>
          <p:cNvPr id="22" name="Group 22"/>
          <p:cNvGrpSpPr/>
          <p:nvPr/>
        </p:nvGrpSpPr>
        <p:grpSpPr>
          <a:xfrm>
            <a:off x="2951388" y="5133044"/>
            <a:ext cx="5281329" cy="1139529"/>
            <a:chOff x="0" y="0"/>
            <a:chExt cx="8802602" cy="1899298"/>
          </a:xfrm>
        </p:grpSpPr>
        <p:sp>
          <p:nvSpPr>
            <p:cNvPr id="23" name="Freeform 23">
              <a:hlinkClick r:id="rId17" action="ppaction://hlinksldjump"/>
            </p:cNvPr>
            <p:cNvSpPr/>
            <p:nvPr/>
          </p:nvSpPr>
          <p:spPr>
            <a:xfrm>
              <a:off x="87618" y="0"/>
              <a:ext cx="8714984" cy="1899298"/>
            </a:xfrm>
            <a:custGeom>
              <a:avLst/>
              <a:gdLst/>
              <a:ahLst/>
              <a:cxnLst/>
              <a:rect l="l" t="t" r="r" b="b"/>
              <a:pathLst>
                <a:path w="8714984" h="1899298">
                  <a:moveTo>
                    <a:pt x="0" y="0"/>
                  </a:moveTo>
                  <a:lnTo>
                    <a:pt x="8714984" y="0"/>
                  </a:lnTo>
                  <a:lnTo>
                    <a:pt x="8714984" y="1899298"/>
                  </a:lnTo>
                  <a:lnTo>
                    <a:pt x="0" y="1899298"/>
                  </a:lnTo>
                  <a:lnTo>
                    <a:pt x="0" y="0"/>
                  </a:lnTo>
                  <a:close/>
                </a:path>
              </a:pathLst>
            </a:custGeom>
            <a:blipFill>
              <a:blip r:embed="rId18"/>
              <a:stretch>
                <a:fillRect l="-42409" r="-32587" b="-17435"/>
              </a:stretch>
            </a:blipFill>
          </p:spPr>
          <p:txBody>
            <a:bodyPr/>
            <a:lstStyle/>
            <a:p>
              <a:endParaRPr lang="en-SG" sz="1088"/>
            </a:p>
          </p:txBody>
        </p:sp>
        <p:grpSp>
          <p:nvGrpSpPr>
            <p:cNvPr id="24" name="Group 24"/>
            <p:cNvGrpSpPr/>
            <p:nvPr/>
          </p:nvGrpSpPr>
          <p:grpSpPr>
            <a:xfrm>
              <a:off x="186218" y="276779"/>
              <a:ext cx="8517784" cy="1323771"/>
              <a:chOff x="0" y="0"/>
              <a:chExt cx="1402828" cy="218017"/>
            </a:xfrm>
          </p:grpSpPr>
          <p:sp>
            <p:nvSpPr>
              <p:cNvPr id="25" name="Freeform 25"/>
              <p:cNvSpPr/>
              <p:nvPr/>
            </p:nvSpPr>
            <p:spPr>
              <a:xfrm>
                <a:off x="0" y="0"/>
                <a:ext cx="1402828" cy="218017"/>
              </a:xfrm>
              <a:custGeom>
                <a:avLst/>
                <a:gdLst/>
                <a:ahLst/>
                <a:cxnLst/>
                <a:rect l="l" t="t" r="r" b="b"/>
                <a:pathLst>
                  <a:path w="1402828" h="218017">
                    <a:moveTo>
                      <a:pt x="1402828" y="0"/>
                    </a:moveTo>
                    <a:lnTo>
                      <a:pt x="0" y="0"/>
                    </a:lnTo>
                    <a:lnTo>
                      <a:pt x="101600" y="109009"/>
                    </a:lnTo>
                    <a:lnTo>
                      <a:pt x="0" y="218017"/>
                    </a:lnTo>
                    <a:lnTo>
                      <a:pt x="1402828" y="218017"/>
                    </a:lnTo>
                    <a:lnTo>
                      <a:pt x="1301228" y="109009"/>
                    </a:lnTo>
                    <a:lnTo>
                      <a:pt x="1402828" y="0"/>
                    </a:lnTo>
                    <a:close/>
                  </a:path>
                </a:pathLst>
              </a:custGeom>
              <a:solidFill>
                <a:srgbClr val="ED1D24"/>
              </a:solidFill>
            </p:spPr>
            <p:txBody>
              <a:bodyPr/>
              <a:lstStyle/>
              <a:p>
                <a:endParaRPr lang="en-SG" sz="1088"/>
              </a:p>
            </p:txBody>
          </p:sp>
          <p:sp>
            <p:nvSpPr>
              <p:cNvPr id="26" name="TextBox 26"/>
              <p:cNvSpPr txBox="1"/>
              <p:nvPr/>
            </p:nvSpPr>
            <p:spPr>
              <a:xfrm>
                <a:off x="88900" y="-28575"/>
                <a:ext cx="1225028" cy="246592"/>
              </a:xfrm>
              <a:prstGeom prst="rect">
                <a:avLst/>
              </a:prstGeom>
            </p:spPr>
            <p:txBody>
              <a:bodyPr lIns="40638" tIns="40638" rIns="40638" bIns="40638" rtlCol="0" anchor="ctr"/>
              <a:lstStyle/>
              <a:p>
                <a:pPr algn="ctr">
                  <a:lnSpc>
                    <a:spcPts val="1955"/>
                  </a:lnSpc>
                </a:pPr>
                <a:endParaRPr sz="1088"/>
              </a:p>
            </p:txBody>
          </p:sp>
        </p:grpSp>
        <p:grpSp>
          <p:nvGrpSpPr>
            <p:cNvPr id="27" name="Group 27"/>
            <p:cNvGrpSpPr/>
            <p:nvPr/>
          </p:nvGrpSpPr>
          <p:grpSpPr>
            <a:xfrm rot="-5400000">
              <a:off x="6902103" y="540580"/>
              <a:ext cx="909906" cy="796168"/>
              <a:chOff x="0" y="0"/>
              <a:chExt cx="812800" cy="711200"/>
            </a:xfrm>
          </p:grpSpPr>
          <p:sp>
            <p:nvSpPr>
              <p:cNvPr id="28" name="Freeform 28"/>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FFFFF"/>
              </a:solidFill>
            </p:spPr>
            <p:txBody>
              <a:bodyPr/>
              <a:lstStyle/>
              <a:p>
                <a:endParaRPr lang="en-SG" sz="1088"/>
              </a:p>
            </p:txBody>
          </p:sp>
          <p:sp>
            <p:nvSpPr>
              <p:cNvPr id="29" name="TextBox 29"/>
              <p:cNvSpPr txBox="1"/>
              <p:nvPr/>
            </p:nvSpPr>
            <p:spPr>
              <a:xfrm>
                <a:off x="127000" y="22225"/>
                <a:ext cx="558800" cy="358775"/>
              </a:xfrm>
              <a:prstGeom prst="rect">
                <a:avLst/>
              </a:prstGeom>
            </p:spPr>
            <p:txBody>
              <a:bodyPr lIns="40638" tIns="40638" rIns="40638" bIns="40638" rtlCol="0" anchor="ctr"/>
              <a:lstStyle/>
              <a:p>
                <a:pPr algn="ctr">
                  <a:lnSpc>
                    <a:spcPts val="1955"/>
                  </a:lnSpc>
                </a:pPr>
                <a:endParaRPr sz="1088"/>
              </a:p>
            </p:txBody>
          </p:sp>
        </p:grpSp>
        <p:sp>
          <p:nvSpPr>
            <p:cNvPr id="30" name="TextBox 30">
              <a:hlinkClick r:id="rId19" action="ppaction://hlinksldjump"/>
            </p:cNvPr>
            <p:cNvSpPr txBox="1"/>
            <p:nvPr/>
          </p:nvSpPr>
          <p:spPr>
            <a:xfrm>
              <a:off x="0" y="432752"/>
              <a:ext cx="8295675" cy="1288871"/>
            </a:xfrm>
            <a:prstGeom prst="rect">
              <a:avLst/>
            </a:prstGeom>
          </p:spPr>
          <p:txBody>
            <a:bodyPr lIns="0" tIns="0" rIns="0" bIns="0" rtlCol="0" anchor="t">
              <a:spAutoFit/>
            </a:bodyPr>
            <a:lstStyle/>
            <a:p>
              <a:pPr algn="ctr">
                <a:lnSpc>
                  <a:spcPts val="5503"/>
                </a:lnSpc>
              </a:pPr>
              <a:r>
                <a:rPr lang="en-US" sz="6399" spc="-146" dirty="0" err="1">
                  <a:solidFill>
                    <a:srgbClr val="FEFEFE"/>
                  </a:solidFill>
                  <a:latin typeface="Trend Slab Four"/>
                  <a:ea typeface="Trend Slab Four"/>
                  <a:cs typeface="Trend Slab Four"/>
                  <a:sym typeface="Trend Slab Four"/>
                </a:rPr>
                <a:t>BEgin</a:t>
              </a:r>
              <a:r>
                <a:rPr lang="en-US" sz="6399" spc="-146" dirty="0">
                  <a:solidFill>
                    <a:srgbClr val="FEFEFE"/>
                  </a:solidFill>
                  <a:latin typeface="Trend Slab Four"/>
                  <a:ea typeface="Trend Slab Four"/>
                  <a:cs typeface="Trend Slab Four"/>
                  <a:sym typeface="Trend Slab Four"/>
                </a:rPr>
                <a:t> </a:t>
              </a:r>
            </a:p>
          </p:txBody>
        </p:sp>
      </p:grpSp>
      <p:sp>
        <p:nvSpPr>
          <p:cNvPr id="31" name="Freeform 31"/>
          <p:cNvSpPr/>
          <p:nvPr/>
        </p:nvSpPr>
        <p:spPr>
          <a:xfrm>
            <a:off x="5700958" y="-2380880"/>
            <a:ext cx="3478306" cy="3047866"/>
          </a:xfrm>
          <a:custGeom>
            <a:avLst/>
            <a:gdLst/>
            <a:ahLst/>
            <a:cxnLst/>
            <a:rect l="l" t="t" r="r" b="b"/>
            <a:pathLst>
              <a:path w="4348074" h="3810000">
                <a:moveTo>
                  <a:pt x="0" y="0"/>
                </a:moveTo>
                <a:lnTo>
                  <a:pt x="4348074" y="0"/>
                </a:lnTo>
                <a:lnTo>
                  <a:pt x="4348074" y="3810000"/>
                </a:lnTo>
                <a:lnTo>
                  <a:pt x="0" y="3810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SG" sz="1088"/>
          </a:p>
        </p:txBody>
      </p:sp>
      <p:sp>
        <p:nvSpPr>
          <p:cNvPr id="32" name="Freeform 32"/>
          <p:cNvSpPr/>
          <p:nvPr/>
        </p:nvSpPr>
        <p:spPr>
          <a:xfrm>
            <a:off x="9612110" y="3760652"/>
            <a:ext cx="3478306" cy="3047866"/>
          </a:xfrm>
          <a:custGeom>
            <a:avLst/>
            <a:gdLst/>
            <a:ahLst/>
            <a:cxnLst/>
            <a:rect l="l" t="t" r="r" b="b"/>
            <a:pathLst>
              <a:path w="4348074" h="3810000">
                <a:moveTo>
                  <a:pt x="0" y="0"/>
                </a:moveTo>
                <a:lnTo>
                  <a:pt x="4348074" y="0"/>
                </a:lnTo>
                <a:lnTo>
                  <a:pt x="4348074" y="3810000"/>
                </a:lnTo>
                <a:lnTo>
                  <a:pt x="0" y="3810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SG" sz="1088"/>
          </a:p>
        </p:txBody>
      </p:sp>
      <p:sp>
        <p:nvSpPr>
          <p:cNvPr id="33" name="Freeform 33"/>
          <p:cNvSpPr/>
          <p:nvPr/>
        </p:nvSpPr>
        <p:spPr>
          <a:xfrm>
            <a:off x="-2814019" y="3316793"/>
            <a:ext cx="3478306" cy="3047866"/>
          </a:xfrm>
          <a:custGeom>
            <a:avLst/>
            <a:gdLst/>
            <a:ahLst/>
            <a:cxnLst/>
            <a:rect l="l" t="t" r="r" b="b"/>
            <a:pathLst>
              <a:path w="4348074" h="3810000">
                <a:moveTo>
                  <a:pt x="0" y="0"/>
                </a:moveTo>
                <a:lnTo>
                  <a:pt x="4348074" y="0"/>
                </a:lnTo>
                <a:lnTo>
                  <a:pt x="4348074" y="3810000"/>
                </a:lnTo>
                <a:lnTo>
                  <a:pt x="0" y="3810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SG" sz="1088"/>
          </a:p>
        </p:txBody>
      </p:sp>
      <p:sp>
        <p:nvSpPr>
          <p:cNvPr id="34" name="TextBox 33">
            <a:extLst>
              <a:ext uri="{FF2B5EF4-FFF2-40B4-BE49-F238E27FC236}">
                <a16:creationId xmlns:a16="http://schemas.microsoft.com/office/drawing/2014/main" id="{E764EE92-0D5C-7E8E-9000-316557F5CD1F}"/>
              </a:ext>
            </a:extLst>
          </p:cNvPr>
          <p:cNvSpPr txBox="1"/>
          <p:nvPr/>
        </p:nvSpPr>
        <p:spPr>
          <a:xfrm>
            <a:off x="2369069" y="2288106"/>
            <a:ext cx="4976990" cy="1938992"/>
          </a:xfrm>
          <a:prstGeom prst="rect">
            <a:avLst/>
          </a:prstGeom>
          <a:noFill/>
        </p:spPr>
        <p:txBody>
          <a:bodyPr wrap="square" rtlCol="0">
            <a:spAutoFit/>
          </a:bodyPr>
          <a:lstStyle/>
          <a:p>
            <a:pPr algn="ctr"/>
            <a:r>
              <a:rPr lang="en-SG" sz="6000" b="1" dirty="0">
                <a:solidFill>
                  <a:srgbClr val="FF0000"/>
                </a:solidFill>
                <a:latin typeface="League Spartan" panose="020B0604020202020204" charset="0"/>
              </a:rPr>
              <a:t>Multiversal Studios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 y="4543185"/>
            <a:ext cx="10080625" cy="2866305"/>
          </a:xfrm>
          <a:custGeom>
            <a:avLst/>
            <a:gdLst/>
            <a:ahLst/>
            <a:cxnLst/>
            <a:rect l="l" t="t" r="r" b="b"/>
            <a:pathLst>
              <a:path w="17585468" h="3583039">
                <a:moveTo>
                  <a:pt x="17585467" y="0"/>
                </a:moveTo>
                <a:lnTo>
                  <a:pt x="0" y="0"/>
                </a:lnTo>
                <a:lnTo>
                  <a:pt x="0" y="3583039"/>
                </a:lnTo>
                <a:lnTo>
                  <a:pt x="17585467" y="3583039"/>
                </a:lnTo>
                <a:lnTo>
                  <a:pt x="17585467" y="0"/>
                </a:lnTo>
                <a:close/>
              </a:path>
            </a:pathLst>
          </a:custGeom>
          <a:blipFill>
            <a:blip r:embed="rId2">
              <a:alphaModFix amt="9999"/>
              <a:extLst>
                <a:ext uri="{96DAC541-7B7A-43D3-8B79-37D633B846F1}">
                  <asvg:svgBlip xmlns:asvg="http://schemas.microsoft.com/office/drawing/2016/SVG/main" r:embed="rId3"/>
                </a:ext>
              </a:extLst>
            </a:blip>
            <a:stretch>
              <a:fillRect l="-13909" r="-25643"/>
            </a:stretch>
          </a:blipFill>
        </p:spPr>
        <p:txBody>
          <a:bodyPr/>
          <a:lstStyle/>
          <a:p>
            <a:endParaRPr lang="en-SG" sz="1088"/>
          </a:p>
        </p:txBody>
      </p:sp>
      <p:sp>
        <p:nvSpPr>
          <p:cNvPr id="3" name="Freeform 3"/>
          <p:cNvSpPr/>
          <p:nvPr/>
        </p:nvSpPr>
        <p:spPr>
          <a:xfrm>
            <a:off x="-585716" y="1840457"/>
            <a:ext cx="12068424" cy="5556005"/>
          </a:xfrm>
          <a:custGeom>
            <a:avLst/>
            <a:gdLst/>
            <a:ahLst/>
            <a:cxnLst/>
            <a:rect l="l" t="t" r="r" b="b"/>
            <a:pathLst>
              <a:path w="15086195" h="6945313">
                <a:moveTo>
                  <a:pt x="0" y="0"/>
                </a:moveTo>
                <a:lnTo>
                  <a:pt x="15086195" y="0"/>
                </a:lnTo>
                <a:lnTo>
                  <a:pt x="15086195" y="6945313"/>
                </a:lnTo>
                <a:lnTo>
                  <a:pt x="0" y="6945313"/>
                </a:lnTo>
                <a:lnTo>
                  <a:pt x="0" y="0"/>
                </a:lnTo>
                <a:close/>
              </a:path>
            </a:pathLst>
          </a:custGeom>
          <a:blipFill>
            <a:blip r:embed="rId4">
              <a:alphaModFix amt="6000"/>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4" name="Freeform 4"/>
          <p:cNvSpPr/>
          <p:nvPr/>
        </p:nvSpPr>
        <p:spPr>
          <a:xfrm>
            <a:off x="496" y="1840456"/>
            <a:ext cx="468018" cy="1104466"/>
          </a:xfrm>
          <a:custGeom>
            <a:avLst/>
            <a:gdLst/>
            <a:ahLst/>
            <a:cxnLst/>
            <a:rect l="l" t="t" r="r" b="b"/>
            <a:pathLst>
              <a:path w="585048" h="1380643">
                <a:moveTo>
                  <a:pt x="0" y="0"/>
                </a:moveTo>
                <a:lnTo>
                  <a:pt x="585048" y="0"/>
                </a:lnTo>
                <a:lnTo>
                  <a:pt x="585048" y="1380643"/>
                </a:lnTo>
                <a:lnTo>
                  <a:pt x="0" y="1380643"/>
                </a:lnTo>
                <a:lnTo>
                  <a:pt x="0" y="0"/>
                </a:lnTo>
                <a:close/>
              </a:path>
            </a:pathLst>
          </a:custGeom>
          <a:blipFill>
            <a:blip r:embed="rId6">
              <a:alphaModFix amt="6999"/>
              <a:extLst>
                <a:ext uri="{96DAC541-7B7A-43D3-8B79-37D633B846F1}">
                  <asvg:svgBlip xmlns:asvg="http://schemas.microsoft.com/office/drawing/2016/SVG/main" r:embed="rId7"/>
                </a:ext>
              </a:extLst>
            </a:blip>
            <a:stretch>
              <a:fillRect/>
            </a:stretch>
          </a:blipFill>
        </p:spPr>
        <p:txBody>
          <a:bodyPr/>
          <a:lstStyle/>
          <a:p>
            <a:endParaRPr lang="en-SG" sz="1088"/>
          </a:p>
        </p:txBody>
      </p:sp>
      <p:sp>
        <p:nvSpPr>
          <p:cNvPr id="5" name="Freeform 5"/>
          <p:cNvSpPr/>
          <p:nvPr/>
        </p:nvSpPr>
        <p:spPr>
          <a:xfrm>
            <a:off x="5597575" y="-237607"/>
            <a:ext cx="4267012" cy="1578794"/>
          </a:xfrm>
          <a:custGeom>
            <a:avLst/>
            <a:gdLst/>
            <a:ahLst/>
            <a:cxnLst/>
            <a:rect l="l" t="t" r="r" b="b"/>
            <a:pathLst>
              <a:path w="5334000" h="1973580">
                <a:moveTo>
                  <a:pt x="0" y="0"/>
                </a:moveTo>
                <a:lnTo>
                  <a:pt x="5334000" y="0"/>
                </a:lnTo>
                <a:lnTo>
                  <a:pt x="5334000" y="1973580"/>
                </a:lnTo>
                <a:lnTo>
                  <a:pt x="0" y="1973580"/>
                </a:lnTo>
                <a:lnTo>
                  <a:pt x="0" y="0"/>
                </a:lnTo>
                <a:close/>
              </a:path>
            </a:pathLst>
          </a:custGeom>
          <a:blipFill>
            <a:blip r:embed="rId8">
              <a:alphaModFix amt="6999"/>
              <a:extLst>
                <a:ext uri="{96DAC541-7B7A-43D3-8B79-37D633B846F1}">
                  <asvg:svgBlip xmlns:asvg="http://schemas.microsoft.com/office/drawing/2016/SVG/main" r:embed="rId9"/>
                </a:ext>
              </a:extLst>
            </a:blip>
            <a:stretch>
              <a:fillRect/>
            </a:stretch>
          </a:blipFill>
        </p:spPr>
        <p:txBody>
          <a:bodyPr/>
          <a:lstStyle/>
          <a:p>
            <a:endParaRPr lang="en-SG" sz="1088"/>
          </a:p>
        </p:txBody>
      </p:sp>
      <p:sp>
        <p:nvSpPr>
          <p:cNvPr id="6" name="Freeform 6">
            <a:hlinkClick r:id="rId10" action="ppaction://hlinksldjump"/>
          </p:cNvPr>
          <p:cNvSpPr/>
          <p:nvPr/>
        </p:nvSpPr>
        <p:spPr>
          <a:xfrm rot="432978">
            <a:off x="1369551" y="4289598"/>
            <a:ext cx="2052969" cy="1563989"/>
          </a:xfrm>
          <a:custGeom>
            <a:avLst/>
            <a:gdLst/>
            <a:ahLst/>
            <a:cxnLst/>
            <a:rect l="l" t="t" r="r" b="b"/>
            <a:pathLst>
              <a:path w="2566324" h="1955072">
                <a:moveTo>
                  <a:pt x="0" y="0"/>
                </a:moveTo>
                <a:lnTo>
                  <a:pt x="2566324" y="0"/>
                </a:lnTo>
                <a:lnTo>
                  <a:pt x="2566324" y="1955072"/>
                </a:lnTo>
                <a:lnTo>
                  <a:pt x="0" y="195507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SG" sz="1088"/>
          </a:p>
        </p:txBody>
      </p:sp>
      <p:sp>
        <p:nvSpPr>
          <p:cNvPr id="7" name="Freeform 7"/>
          <p:cNvSpPr/>
          <p:nvPr/>
        </p:nvSpPr>
        <p:spPr>
          <a:xfrm>
            <a:off x="7050846" y="4368864"/>
            <a:ext cx="1329645" cy="1465542"/>
          </a:xfrm>
          <a:custGeom>
            <a:avLst/>
            <a:gdLst/>
            <a:ahLst/>
            <a:cxnLst/>
            <a:rect l="l" t="t" r="r" b="b"/>
            <a:pathLst>
              <a:path w="1662130" h="1832008">
                <a:moveTo>
                  <a:pt x="0" y="0"/>
                </a:moveTo>
                <a:lnTo>
                  <a:pt x="1662130" y="0"/>
                </a:lnTo>
                <a:lnTo>
                  <a:pt x="1662130" y="1832008"/>
                </a:lnTo>
                <a:lnTo>
                  <a:pt x="0" y="1832008"/>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SG" sz="1088"/>
          </a:p>
        </p:txBody>
      </p:sp>
      <p:grpSp>
        <p:nvGrpSpPr>
          <p:cNvPr id="8" name="Group 8"/>
          <p:cNvGrpSpPr/>
          <p:nvPr/>
        </p:nvGrpSpPr>
        <p:grpSpPr>
          <a:xfrm>
            <a:off x="1341841" y="6160852"/>
            <a:ext cx="2285899" cy="660852"/>
            <a:chOff x="0" y="0"/>
            <a:chExt cx="812800" cy="234980"/>
          </a:xfrm>
        </p:grpSpPr>
        <p:sp>
          <p:nvSpPr>
            <p:cNvPr id="9" name="Freeform 9">
              <a:hlinkClick r:id="rId10" action="ppaction://hlinksldjump"/>
            </p:cNvPr>
            <p:cNvSpPr/>
            <p:nvPr/>
          </p:nvSpPr>
          <p:spPr>
            <a:xfrm>
              <a:off x="0" y="0"/>
              <a:ext cx="812800" cy="234980"/>
            </a:xfrm>
            <a:custGeom>
              <a:avLst/>
              <a:gdLst/>
              <a:ahLst/>
              <a:cxnLst/>
              <a:rect l="l" t="t" r="r" b="b"/>
              <a:pathLst>
                <a:path w="812800" h="234980">
                  <a:moveTo>
                    <a:pt x="86699" y="0"/>
                  </a:moveTo>
                  <a:lnTo>
                    <a:pt x="726101" y="0"/>
                  </a:lnTo>
                  <a:cubicBezTo>
                    <a:pt x="773984" y="0"/>
                    <a:pt x="812800" y="38816"/>
                    <a:pt x="812800" y="86699"/>
                  </a:cubicBezTo>
                  <a:lnTo>
                    <a:pt x="812800" y="148281"/>
                  </a:lnTo>
                  <a:cubicBezTo>
                    <a:pt x="812800" y="196164"/>
                    <a:pt x="773984" y="234980"/>
                    <a:pt x="726101" y="234980"/>
                  </a:cubicBezTo>
                  <a:lnTo>
                    <a:pt x="86699" y="234980"/>
                  </a:lnTo>
                  <a:cubicBezTo>
                    <a:pt x="38816" y="234980"/>
                    <a:pt x="0" y="196164"/>
                    <a:pt x="0" y="148281"/>
                  </a:cubicBezTo>
                  <a:lnTo>
                    <a:pt x="0" y="86699"/>
                  </a:lnTo>
                  <a:cubicBezTo>
                    <a:pt x="0" y="38816"/>
                    <a:pt x="38816" y="0"/>
                    <a:pt x="86699" y="0"/>
                  </a:cubicBezTo>
                  <a:close/>
                </a:path>
              </a:pathLst>
            </a:custGeom>
            <a:solidFill>
              <a:srgbClr val="F34336"/>
            </a:solidFill>
          </p:spPr>
          <p:txBody>
            <a:bodyPr/>
            <a:lstStyle/>
            <a:p>
              <a:endParaRPr lang="en-SG" sz="1088"/>
            </a:p>
          </p:txBody>
        </p:sp>
        <p:sp>
          <p:nvSpPr>
            <p:cNvPr id="10" name="TextBox 10"/>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grpSp>
        <p:nvGrpSpPr>
          <p:cNvPr id="11" name="Group 11"/>
          <p:cNvGrpSpPr/>
          <p:nvPr/>
        </p:nvGrpSpPr>
        <p:grpSpPr>
          <a:xfrm>
            <a:off x="6588131" y="6160852"/>
            <a:ext cx="2285899" cy="660852"/>
            <a:chOff x="0" y="0"/>
            <a:chExt cx="812800" cy="234980"/>
          </a:xfrm>
        </p:grpSpPr>
        <p:sp>
          <p:nvSpPr>
            <p:cNvPr id="12" name="Freeform 12"/>
            <p:cNvSpPr/>
            <p:nvPr/>
          </p:nvSpPr>
          <p:spPr>
            <a:xfrm>
              <a:off x="0" y="0"/>
              <a:ext cx="812800" cy="234980"/>
            </a:xfrm>
            <a:custGeom>
              <a:avLst/>
              <a:gdLst/>
              <a:ahLst/>
              <a:cxnLst/>
              <a:rect l="l" t="t" r="r" b="b"/>
              <a:pathLst>
                <a:path w="812800" h="234980">
                  <a:moveTo>
                    <a:pt x="86699" y="0"/>
                  </a:moveTo>
                  <a:lnTo>
                    <a:pt x="726101" y="0"/>
                  </a:lnTo>
                  <a:cubicBezTo>
                    <a:pt x="773984" y="0"/>
                    <a:pt x="812800" y="38816"/>
                    <a:pt x="812800" y="86699"/>
                  </a:cubicBezTo>
                  <a:lnTo>
                    <a:pt x="812800" y="148281"/>
                  </a:lnTo>
                  <a:cubicBezTo>
                    <a:pt x="812800" y="196164"/>
                    <a:pt x="773984" y="234980"/>
                    <a:pt x="726101" y="234980"/>
                  </a:cubicBezTo>
                  <a:lnTo>
                    <a:pt x="86699" y="234980"/>
                  </a:lnTo>
                  <a:cubicBezTo>
                    <a:pt x="38816" y="234980"/>
                    <a:pt x="0" y="196164"/>
                    <a:pt x="0" y="148281"/>
                  </a:cubicBezTo>
                  <a:lnTo>
                    <a:pt x="0" y="86699"/>
                  </a:lnTo>
                  <a:cubicBezTo>
                    <a:pt x="0" y="38816"/>
                    <a:pt x="38816" y="0"/>
                    <a:pt x="86699" y="0"/>
                  </a:cubicBezTo>
                  <a:close/>
                </a:path>
              </a:pathLst>
            </a:custGeom>
            <a:solidFill>
              <a:srgbClr val="F34336"/>
            </a:solidFill>
          </p:spPr>
          <p:txBody>
            <a:bodyPr/>
            <a:lstStyle/>
            <a:p>
              <a:endParaRPr lang="en-SG" sz="1088"/>
            </a:p>
          </p:txBody>
        </p:sp>
        <p:sp>
          <p:nvSpPr>
            <p:cNvPr id="13" name="TextBox 13"/>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sp>
        <p:nvSpPr>
          <p:cNvPr id="14" name="Freeform 14">
            <a:hlinkClick r:id="rId15" action="ppaction://hlinksldjump"/>
          </p:cNvPr>
          <p:cNvSpPr/>
          <p:nvPr/>
        </p:nvSpPr>
        <p:spPr>
          <a:xfrm>
            <a:off x="468515" y="131116"/>
            <a:ext cx="405737" cy="341326"/>
          </a:xfrm>
          <a:custGeom>
            <a:avLst/>
            <a:gdLst/>
            <a:ahLst/>
            <a:cxnLst/>
            <a:rect l="l" t="t" r="r" b="b"/>
            <a:pathLst>
              <a:path w="507193" h="426676">
                <a:moveTo>
                  <a:pt x="0" y="0"/>
                </a:moveTo>
                <a:lnTo>
                  <a:pt x="507193" y="0"/>
                </a:lnTo>
                <a:lnTo>
                  <a:pt x="507193" y="426676"/>
                </a:lnTo>
                <a:lnTo>
                  <a:pt x="0" y="426676"/>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15" name="Freeform 15">
            <a:hlinkClick r:id="rId18" action="ppaction://hlinksldjump"/>
          </p:cNvPr>
          <p:cNvSpPr/>
          <p:nvPr/>
        </p:nvSpPr>
        <p:spPr>
          <a:xfrm>
            <a:off x="9410157" y="58474"/>
            <a:ext cx="540117" cy="540117"/>
          </a:xfrm>
          <a:custGeom>
            <a:avLst/>
            <a:gdLst/>
            <a:ahLst/>
            <a:cxnLst/>
            <a:rect l="l" t="t" r="r" b="b"/>
            <a:pathLst>
              <a:path w="675176" h="675176">
                <a:moveTo>
                  <a:pt x="0" y="0"/>
                </a:moveTo>
                <a:lnTo>
                  <a:pt x="675177" y="0"/>
                </a:lnTo>
                <a:lnTo>
                  <a:pt x="675177" y="675176"/>
                </a:lnTo>
                <a:lnTo>
                  <a:pt x="0" y="675176"/>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en-SG" sz="1088"/>
          </a:p>
        </p:txBody>
      </p:sp>
      <p:sp>
        <p:nvSpPr>
          <p:cNvPr id="16" name="Freeform 16">
            <a:hlinkClick r:id="rId21" action="ppaction://hlinksldjump"/>
          </p:cNvPr>
          <p:cNvSpPr/>
          <p:nvPr/>
        </p:nvSpPr>
        <p:spPr>
          <a:xfrm>
            <a:off x="8870760" y="126393"/>
            <a:ext cx="405357" cy="405357"/>
          </a:xfrm>
          <a:custGeom>
            <a:avLst/>
            <a:gdLst/>
            <a:ahLst/>
            <a:cxnLst/>
            <a:rect l="l" t="t" r="r" b="b"/>
            <a:pathLst>
              <a:path w="506718" h="506718">
                <a:moveTo>
                  <a:pt x="0" y="0"/>
                </a:moveTo>
                <a:lnTo>
                  <a:pt x="506718" y="0"/>
                </a:lnTo>
                <a:lnTo>
                  <a:pt x="506718" y="506718"/>
                </a:lnTo>
                <a:lnTo>
                  <a:pt x="0" y="506718"/>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dirty="0"/>
          </a:p>
        </p:txBody>
      </p:sp>
      <p:grpSp>
        <p:nvGrpSpPr>
          <p:cNvPr id="17" name="Group 17"/>
          <p:cNvGrpSpPr/>
          <p:nvPr/>
        </p:nvGrpSpPr>
        <p:grpSpPr>
          <a:xfrm>
            <a:off x="3168589" y="789962"/>
            <a:ext cx="5470815" cy="1454697"/>
            <a:chOff x="0" y="0"/>
            <a:chExt cx="1945264" cy="517248"/>
          </a:xfrm>
        </p:grpSpPr>
        <p:sp>
          <p:nvSpPr>
            <p:cNvPr id="18" name="Freeform 18"/>
            <p:cNvSpPr/>
            <p:nvPr/>
          </p:nvSpPr>
          <p:spPr>
            <a:xfrm>
              <a:off x="0" y="0"/>
              <a:ext cx="1945264" cy="517249"/>
            </a:xfrm>
            <a:custGeom>
              <a:avLst/>
              <a:gdLst/>
              <a:ahLst/>
              <a:cxnLst/>
              <a:rect l="l" t="t" r="r" b="b"/>
              <a:pathLst>
                <a:path w="1945264" h="517249">
                  <a:moveTo>
                    <a:pt x="47546" y="0"/>
                  </a:moveTo>
                  <a:lnTo>
                    <a:pt x="1897718" y="0"/>
                  </a:lnTo>
                  <a:cubicBezTo>
                    <a:pt x="1910328" y="0"/>
                    <a:pt x="1922422" y="5009"/>
                    <a:pt x="1931339" y="13926"/>
                  </a:cubicBezTo>
                  <a:cubicBezTo>
                    <a:pt x="1940255" y="22843"/>
                    <a:pt x="1945264" y="34936"/>
                    <a:pt x="1945264" y="47546"/>
                  </a:cubicBezTo>
                  <a:lnTo>
                    <a:pt x="1945264" y="469702"/>
                  </a:lnTo>
                  <a:cubicBezTo>
                    <a:pt x="1945264" y="495961"/>
                    <a:pt x="1923977" y="517249"/>
                    <a:pt x="1897718" y="517249"/>
                  </a:cubicBezTo>
                  <a:lnTo>
                    <a:pt x="47546" y="517249"/>
                  </a:lnTo>
                  <a:cubicBezTo>
                    <a:pt x="34936" y="517249"/>
                    <a:pt x="22843" y="512239"/>
                    <a:pt x="13926" y="503323"/>
                  </a:cubicBezTo>
                  <a:cubicBezTo>
                    <a:pt x="5009" y="494406"/>
                    <a:pt x="0" y="482312"/>
                    <a:pt x="0" y="469702"/>
                  </a:cubicBezTo>
                  <a:lnTo>
                    <a:pt x="0" y="47546"/>
                  </a:lnTo>
                  <a:cubicBezTo>
                    <a:pt x="0" y="21287"/>
                    <a:pt x="21287" y="0"/>
                    <a:pt x="47546" y="0"/>
                  </a:cubicBezTo>
                  <a:close/>
                </a:path>
              </a:pathLst>
            </a:custGeom>
            <a:solidFill>
              <a:srgbClr val="FFC431">
                <a:alpha val="66667"/>
              </a:srgbClr>
            </a:solidFill>
          </p:spPr>
          <p:txBody>
            <a:bodyPr/>
            <a:lstStyle/>
            <a:p>
              <a:endParaRPr lang="en-SG" sz="1088"/>
            </a:p>
          </p:txBody>
        </p:sp>
        <p:sp>
          <p:nvSpPr>
            <p:cNvPr id="19" name="TextBox 19"/>
            <p:cNvSpPr txBox="1"/>
            <p:nvPr/>
          </p:nvSpPr>
          <p:spPr>
            <a:xfrm>
              <a:off x="0" y="-28575"/>
              <a:ext cx="1945264" cy="545823"/>
            </a:xfrm>
            <a:prstGeom prst="rect">
              <a:avLst/>
            </a:prstGeom>
          </p:spPr>
          <p:txBody>
            <a:bodyPr lIns="40638" tIns="40638" rIns="40638" bIns="40638" rtlCol="0" anchor="ctr"/>
            <a:lstStyle/>
            <a:p>
              <a:pPr algn="ctr">
                <a:lnSpc>
                  <a:spcPts val="2016"/>
                </a:lnSpc>
              </a:pPr>
              <a:endParaRPr sz="1088"/>
            </a:p>
          </p:txBody>
        </p:sp>
      </p:grpSp>
      <p:sp>
        <p:nvSpPr>
          <p:cNvPr id="20" name="Freeform 20"/>
          <p:cNvSpPr/>
          <p:nvPr/>
        </p:nvSpPr>
        <p:spPr>
          <a:xfrm>
            <a:off x="1475912" y="551790"/>
            <a:ext cx="2496100" cy="2365054"/>
          </a:xfrm>
          <a:custGeom>
            <a:avLst/>
            <a:gdLst/>
            <a:ahLst/>
            <a:cxnLst/>
            <a:rect l="l" t="t" r="r" b="b"/>
            <a:pathLst>
              <a:path w="3120262" h="2956448">
                <a:moveTo>
                  <a:pt x="0" y="0"/>
                </a:moveTo>
                <a:lnTo>
                  <a:pt x="3120262" y="0"/>
                </a:lnTo>
                <a:lnTo>
                  <a:pt x="3120262" y="2956448"/>
                </a:lnTo>
                <a:lnTo>
                  <a:pt x="0" y="2956448"/>
                </a:lnTo>
                <a:lnTo>
                  <a:pt x="0" y="0"/>
                </a:lnTo>
                <a:close/>
              </a:path>
            </a:pathLst>
          </a:custGeom>
          <a:blipFill>
            <a:blip r:embed="rId24"/>
            <a:stretch>
              <a:fillRect/>
            </a:stretch>
          </a:blipFill>
          <a:ln cap="sq">
            <a:noFill/>
            <a:prstDash val="solid"/>
            <a:miter/>
          </a:ln>
        </p:spPr>
        <p:txBody>
          <a:bodyPr/>
          <a:lstStyle/>
          <a:p>
            <a:endParaRPr lang="en-SG" sz="1088"/>
          </a:p>
        </p:txBody>
      </p:sp>
      <p:sp>
        <p:nvSpPr>
          <p:cNvPr id="21" name="TextBox 21"/>
          <p:cNvSpPr txBox="1"/>
          <p:nvPr/>
        </p:nvSpPr>
        <p:spPr>
          <a:xfrm>
            <a:off x="4119609" y="1090584"/>
            <a:ext cx="4203435" cy="838884"/>
          </a:xfrm>
          <a:prstGeom prst="rect">
            <a:avLst/>
          </a:prstGeom>
        </p:spPr>
        <p:txBody>
          <a:bodyPr lIns="0" tIns="0" rIns="0" bIns="0" rtlCol="0" anchor="t">
            <a:spAutoFit/>
          </a:bodyPr>
          <a:lstStyle/>
          <a:p>
            <a:pPr>
              <a:lnSpc>
                <a:spcPts val="3357"/>
              </a:lnSpc>
            </a:pPr>
            <a:r>
              <a:rPr lang="en-US" sz="2398" b="1" dirty="0">
                <a:solidFill>
                  <a:srgbClr val="000000"/>
                </a:solidFill>
                <a:latin typeface="Roboto Mono Bold"/>
                <a:ea typeface="Roboto Mono Bold"/>
                <a:cs typeface="Roboto Mono Bold"/>
                <a:sym typeface="Roboto Mono Bold"/>
              </a:rPr>
              <a:t>Hi, I am Kiki! </a:t>
            </a:r>
          </a:p>
          <a:p>
            <a:pPr>
              <a:lnSpc>
                <a:spcPts val="3357"/>
              </a:lnSpc>
              <a:spcBef>
                <a:spcPct val="0"/>
              </a:spcBef>
            </a:pPr>
            <a:r>
              <a:rPr lang="en-US" sz="2398" b="1" dirty="0">
                <a:solidFill>
                  <a:srgbClr val="000000"/>
                </a:solidFill>
                <a:latin typeface="Roboto Mono Bold"/>
                <a:ea typeface="Roboto Mono Bold"/>
                <a:cs typeface="Roboto Mono Bold"/>
                <a:sym typeface="Roboto Mono Bold"/>
              </a:rPr>
              <a:t>Looks like you are new</a:t>
            </a:r>
            <a:r>
              <a:rPr lang="en-US" sz="2398" dirty="0">
                <a:solidFill>
                  <a:srgbClr val="000000"/>
                </a:solidFill>
                <a:latin typeface="Roboto Mono"/>
                <a:ea typeface="Roboto Mono"/>
                <a:cs typeface="Roboto Mono"/>
                <a:sym typeface="Roboto Mono"/>
              </a:rPr>
              <a:t>.</a:t>
            </a:r>
          </a:p>
        </p:txBody>
      </p:sp>
      <p:sp>
        <p:nvSpPr>
          <p:cNvPr id="22" name="TextBox 22">
            <a:hlinkClick r:id="rId10" action="ppaction://hlinksldjump"/>
          </p:cNvPr>
          <p:cNvSpPr txBox="1"/>
          <p:nvPr/>
        </p:nvSpPr>
        <p:spPr>
          <a:xfrm>
            <a:off x="1942118" y="6280042"/>
            <a:ext cx="1085343" cy="419346"/>
          </a:xfrm>
          <a:prstGeom prst="rect">
            <a:avLst/>
          </a:prstGeom>
        </p:spPr>
        <p:txBody>
          <a:bodyPr wrap="square" lIns="0" tIns="0" rIns="0" bIns="0" rtlCol="0" anchor="t">
            <a:spAutoFit/>
          </a:bodyPr>
          <a:lstStyle/>
          <a:p>
            <a:pPr algn="ctr">
              <a:lnSpc>
                <a:spcPts val="3359"/>
              </a:lnSpc>
              <a:spcBef>
                <a:spcPct val="0"/>
              </a:spcBef>
            </a:pPr>
            <a:r>
              <a:rPr lang="en-US" sz="2399" dirty="0">
                <a:solidFill>
                  <a:srgbClr val="FFFFFF"/>
                </a:solidFill>
                <a:latin typeface="League Spartan"/>
                <a:ea typeface="League Spartan"/>
                <a:cs typeface="League Spartan"/>
                <a:sym typeface="League Spartan"/>
              </a:rPr>
              <a:t>Map</a:t>
            </a:r>
          </a:p>
        </p:txBody>
      </p:sp>
      <p:sp>
        <p:nvSpPr>
          <p:cNvPr id="23" name="TextBox 23"/>
          <p:cNvSpPr txBox="1"/>
          <p:nvPr/>
        </p:nvSpPr>
        <p:spPr>
          <a:xfrm>
            <a:off x="6887111" y="6280042"/>
            <a:ext cx="1687938" cy="419346"/>
          </a:xfrm>
          <a:prstGeom prst="rect">
            <a:avLst/>
          </a:prstGeom>
        </p:spPr>
        <p:txBody>
          <a:bodyPr wrap="square" lIns="0" tIns="0" rIns="0" bIns="0" rtlCol="0" anchor="t">
            <a:spAutoFit/>
          </a:bodyPr>
          <a:lstStyle/>
          <a:p>
            <a:pPr algn="ctr">
              <a:lnSpc>
                <a:spcPts val="3359"/>
              </a:lnSpc>
              <a:spcBef>
                <a:spcPct val="0"/>
              </a:spcBef>
            </a:pPr>
            <a:r>
              <a:rPr lang="en-US" sz="2399" dirty="0">
                <a:solidFill>
                  <a:srgbClr val="FFFFFF"/>
                </a:solidFill>
                <a:latin typeface="League Spartan"/>
                <a:ea typeface="League Spartan"/>
                <a:cs typeface="League Spartan"/>
                <a:sym typeface="League Spartan"/>
              </a:rPr>
              <a:t>Plan Trip</a:t>
            </a:r>
          </a:p>
        </p:txBody>
      </p:sp>
      <p:sp>
        <p:nvSpPr>
          <p:cNvPr id="24" name="TextBox 22">
            <a:hlinkClick r:id="rId25" action="ppaction://hlinksldjump"/>
            <a:extLst>
              <a:ext uri="{FF2B5EF4-FFF2-40B4-BE49-F238E27FC236}">
                <a16:creationId xmlns:a16="http://schemas.microsoft.com/office/drawing/2014/main" id="{69E00A28-6849-630D-B03B-82D3B7DEE338}"/>
              </a:ext>
            </a:extLst>
          </p:cNvPr>
          <p:cNvSpPr txBox="1"/>
          <p:nvPr/>
        </p:nvSpPr>
        <p:spPr>
          <a:xfrm>
            <a:off x="6964030" y="73783"/>
            <a:ext cx="1503275" cy="419346"/>
          </a:xfrm>
          <a:prstGeom prst="rect">
            <a:avLst/>
          </a:prstGeom>
        </p:spPr>
        <p:txBody>
          <a:bodyPr wrap="square" lIns="0" tIns="0" rIns="0" bIns="0" rtlCol="0" anchor="t">
            <a:spAutoFit/>
          </a:bodyPr>
          <a:lstStyle/>
          <a:p>
            <a:pPr algn="ctr">
              <a:lnSpc>
                <a:spcPts val="3359"/>
              </a:lnSpc>
              <a:spcBef>
                <a:spcPct val="0"/>
              </a:spcBef>
            </a:pPr>
            <a:r>
              <a:rPr lang="en-US" sz="2399" dirty="0">
                <a:solidFill>
                  <a:srgbClr val="FF0000"/>
                </a:solidFill>
                <a:latin typeface="League Spartan"/>
                <a:ea typeface="League Spartan"/>
                <a:cs typeface="League Spartan"/>
                <a:sym typeface="League Spartan"/>
              </a:rPr>
              <a:t>English </a:t>
            </a:r>
          </a:p>
        </p:txBody>
      </p:sp>
      <p:pic>
        <p:nvPicPr>
          <p:cNvPr id="26" name="Graphic 25" descr="Caret Down with solid fill">
            <a:hlinkClick r:id="rId25" action="ppaction://hlinksldjump"/>
            <a:extLst>
              <a:ext uri="{FF2B5EF4-FFF2-40B4-BE49-F238E27FC236}">
                <a16:creationId xmlns:a16="http://schemas.microsoft.com/office/drawing/2014/main" id="{3BFE82C9-DBED-81F4-D380-03A2C5326E5F}"/>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rot="10800000" flipV="1">
            <a:off x="8213974" y="108137"/>
            <a:ext cx="457200" cy="457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690BA-4078-01B6-D8F7-0D7A49AA190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658F22F-5128-5E39-377C-EB7BF12EEA6F}"/>
              </a:ext>
            </a:extLst>
          </p:cNvPr>
          <p:cNvSpPr/>
          <p:nvPr/>
        </p:nvSpPr>
        <p:spPr>
          <a:xfrm flipH="1">
            <a:off x="-1" y="4543185"/>
            <a:ext cx="10080625" cy="2866305"/>
          </a:xfrm>
          <a:custGeom>
            <a:avLst/>
            <a:gdLst/>
            <a:ahLst/>
            <a:cxnLst/>
            <a:rect l="l" t="t" r="r" b="b"/>
            <a:pathLst>
              <a:path w="17585468" h="3583039">
                <a:moveTo>
                  <a:pt x="17585467" y="0"/>
                </a:moveTo>
                <a:lnTo>
                  <a:pt x="0" y="0"/>
                </a:lnTo>
                <a:lnTo>
                  <a:pt x="0" y="3583039"/>
                </a:lnTo>
                <a:lnTo>
                  <a:pt x="17585467" y="3583039"/>
                </a:lnTo>
                <a:lnTo>
                  <a:pt x="17585467" y="0"/>
                </a:lnTo>
                <a:close/>
              </a:path>
            </a:pathLst>
          </a:custGeom>
          <a:blipFill>
            <a:blip r:embed="rId2">
              <a:alphaModFix amt="9999"/>
              <a:extLst>
                <a:ext uri="{96DAC541-7B7A-43D3-8B79-37D633B846F1}">
                  <asvg:svgBlip xmlns:asvg="http://schemas.microsoft.com/office/drawing/2016/SVG/main" r:embed="rId3"/>
                </a:ext>
              </a:extLst>
            </a:blip>
            <a:stretch>
              <a:fillRect l="-13909" r="-25643"/>
            </a:stretch>
          </a:blipFill>
        </p:spPr>
        <p:txBody>
          <a:bodyPr/>
          <a:lstStyle/>
          <a:p>
            <a:endParaRPr lang="en-SG" sz="1088"/>
          </a:p>
        </p:txBody>
      </p:sp>
      <p:sp>
        <p:nvSpPr>
          <p:cNvPr id="3" name="Freeform 3">
            <a:extLst>
              <a:ext uri="{FF2B5EF4-FFF2-40B4-BE49-F238E27FC236}">
                <a16:creationId xmlns:a16="http://schemas.microsoft.com/office/drawing/2014/main" id="{3008501A-7CB8-5E42-D9F4-AE72AEB9423D}"/>
              </a:ext>
            </a:extLst>
          </p:cNvPr>
          <p:cNvSpPr/>
          <p:nvPr/>
        </p:nvSpPr>
        <p:spPr>
          <a:xfrm>
            <a:off x="-585716" y="1840457"/>
            <a:ext cx="12068424" cy="5556005"/>
          </a:xfrm>
          <a:custGeom>
            <a:avLst/>
            <a:gdLst/>
            <a:ahLst/>
            <a:cxnLst/>
            <a:rect l="l" t="t" r="r" b="b"/>
            <a:pathLst>
              <a:path w="15086195" h="6945313">
                <a:moveTo>
                  <a:pt x="0" y="0"/>
                </a:moveTo>
                <a:lnTo>
                  <a:pt x="15086195" y="0"/>
                </a:lnTo>
                <a:lnTo>
                  <a:pt x="15086195" y="6945313"/>
                </a:lnTo>
                <a:lnTo>
                  <a:pt x="0" y="6945313"/>
                </a:lnTo>
                <a:lnTo>
                  <a:pt x="0" y="0"/>
                </a:lnTo>
                <a:close/>
              </a:path>
            </a:pathLst>
          </a:custGeom>
          <a:blipFill>
            <a:blip r:embed="rId4">
              <a:alphaModFix amt="6000"/>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4" name="Freeform 4">
            <a:extLst>
              <a:ext uri="{FF2B5EF4-FFF2-40B4-BE49-F238E27FC236}">
                <a16:creationId xmlns:a16="http://schemas.microsoft.com/office/drawing/2014/main" id="{BEF899C8-80D2-D1EA-6B40-8B17AA2E55A9}"/>
              </a:ext>
            </a:extLst>
          </p:cNvPr>
          <p:cNvSpPr/>
          <p:nvPr/>
        </p:nvSpPr>
        <p:spPr>
          <a:xfrm>
            <a:off x="496" y="1840456"/>
            <a:ext cx="468018" cy="1104466"/>
          </a:xfrm>
          <a:custGeom>
            <a:avLst/>
            <a:gdLst/>
            <a:ahLst/>
            <a:cxnLst/>
            <a:rect l="l" t="t" r="r" b="b"/>
            <a:pathLst>
              <a:path w="585048" h="1380643">
                <a:moveTo>
                  <a:pt x="0" y="0"/>
                </a:moveTo>
                <a:lnTo>
                  <a:pt x="585048" y="0"/>
                </a:lnTo>
                <a:lnTo>
                  <a:pt x="585048" y="1380643"/>
                </a:lnTo>
                <a:lnTo>
                  <a:pt x="0" y="1380643"/>
                </a:lnTo>
                <a:lnTo>
                  <a:pt x="0" y="0"/>
                </a:lnTo>
                <a:close/>
              </a:path>
            </a:pathLst>
          </a:custGeom>
          <a:blipFill>
            <a:blip r:embed="rId6">
              <a:alphaModFix amt="6999"/>
              <a:extLst>
                <a:ext uri="{96DAC541-7B7A-43D3-8B79-37D633B846F1}">
                  <asvg:svgBlip xmlns:asvg="http://schemas.microsoft.com/office/drawing/2016/SVG/main" r:embed="rId7"/>
                </a:ext>
              </a:extLst>
            </a:blip>
            <a:stretch>
              <a:fillRect/>
            </a:stretch>
          </a:blipFill>
        </p:spPr>
        <p:txBody>
          <a:bodyPr/>
          <a:lstStyle/>
          <a:p>
            <a:endParaRPr lang="en-SG" sz="1088"/>
          </a:p>
        </p:txBody>
      </p:sp>
      <p:sp>
        <p:nvSpPr>
          <p:cNvPr id="5" name="Freeform 5">
            <a:extLst>
              <a:ext uri="{FF2B5EF4-FFF2-40B4-BE49-F238E27FC236}">
                <a16:creationId xmlns:a16="http://schemas.microsoft.com/office/drawing/2014/main" id="{4F70CA2F-900C-E986-4B05-5E680FA45219}"/>
              </a:ext>
            </a:extLst>
          </p:cNvPr>
          <p:cNvSpPr/>
          <p:nvPr/>
        </p:nvSpPr>
        <p:spPr>
          <a:xfrm>
            <a:off x="5597575" y="-237607"/>
            <a:ext cx="4267012" cy="1578794"/>
          </a:xfrm>
          <a:custGeom>
            <a:avLst/>
            <a:gdLst/>
            <a:ahLst/>
            <a:cxnLst/>
            <a:rect l="l" t="t" r="r" b="b"/>
            <a:pathLst>
              <a:path w="5334000" h="1973580">
                <a:moveTo>
                  <a:pt x="0" y="0"/>
                </a:moveTo>
                <a:lnTo>
                  <a:pt x="5334000" y="0"/>
                </a:lnTo>
                <a:lnTo>
                  <a:pt x="5334000" y="1973580"/>
                </a:lnTo>
                <a:lnTo>
                  <a:pt x="0" y="1973580"/>
                </a:lnTo>
                <a:lnTo>
                  <a:pt x="0" y="0"/>
                </a:lnTo>
                <a:close/>
              </a:path>
            </a:pathLst>
          </a:custGeom>
          <a:blipFill>
            <a:blip r:embed="rId8">
              <a:alphaModFix amt="6999"/>
              <a:extLst>
                <a:ext uri="{96DAC541-7B7A-43D3-8B79-37D633B846F1}">
                  <asvg:svgBlip xmlns:asvg="http://schemas.microsoft.com/office/drawing/2016/SVG/main" r:embed="rId9"/>
                </a:ext>
              </a:extLst>
            </a:blip>
            <a:stretch>
              <a:fillRect/>
            </a:stretch>
          </a:blipFill>
        </p:spPr>
        <p:txBody>
          <a:bodyPr/>
          <a:lstStyle/>
          <a:p>
            <a:endParaRPr lang="en-SG" sz="1088"/>
          </a:p>
        </p:txBody>
      </p:sp>
      <p:sp>
        <p:nvSpPr>
          <p:cNvPr id="6" name="Freeform 6">
            <a:hlinkClick r:id="rId10" action="ppaction://hlinksldjump"/>
            <a:extLst>
              <a:ext uri="{FF2B5EF4-FFF2-40B4-BE49-F238E27FC236}">
                <a16:creationId xmlns:a16="http://schemas.microsoft.com/office/drawing/2014/main" id="{25AB250F-1653-48D5-5C81-50E685D3B389}"/>
              </a:ext>
            </a:extLst>
          </p:cNvPr>
          <p:cNvSpPr/>
          <p:nvPr/>
        </p:nvSpPr>
        <p:spPr>
          <a:xfrm rot="432978">
            <a:off x="1369551" y="4289598"/>
            <a:ext cx="2052969" cy="1563989"/>
          </a:xfrm>
          <a:custGeom>
            <a:avLst/>
            <a:gdLst/>
            <a:ahLst/>
            <a:cxnLst/>
            <a:rect l="l" t="t" r="r" b="b"/>
            <a:pathLst>
              <a:path w="2566324" h="1955072">
                <a:moveTo>
                  <a:pt x="0" y="0"/>
                </a:moveTo>
                <a:lnTo>
                  <a:pt x="2566324" y="0"/>
                </a:lnTo>
                <a:lnTo>
                  <a:pt x="2566324" y="1955072"/>
                </a:lnTo>
                <a:lnTo>
                  <a:pt x="0" y="195507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SG" sz="1088"/>
          </a:p>
        </p:txBody>
      </p:sp>
      <p:sp>
        <p:nvSpPr>
          <p:cNvPr id="7" name="Freeform 7">
            <a:extLst>
              <a:ext uri="{FF2B5EF4-FFF2-40B4-BE49-F238E27FC236}">
                <a16:creationId xmlns:a16="http://schemas.microsoft.com/office/drawing/2014/main" id="{D3AF8F06-213A-1904-376A-21057F8D5C0F}"/>
              </a:ext>
            </a:extLst>
          </p:cNvPr>
          <p:cNvSpPr/>
          <p:nvPr/>
        </p:nvSpPr>
        <p:spPr>
          <a:xfrm>
            <a:off x="7050846" y="4368864"/>
            <a:ext cx="1329645" cy="1465542"/>
          </a:xfrm>
          <a:custGeom>
            <a:avLst/>
            <a:gdLst/>
            <a:ahLst/>
            <a:cxnLst/>
            <a:rect l="l" t="t" r="r" b="b"/>
            <a:pathLst>
              <a:path w="1662130" h="1832008">
                <a:moveTo>
                  <a:pt x="0" y="0"/>
                </a:moveTo>
                <a:lnTo>
                  <a:pt x="1662130" y="0"/>
                </a:lnTo>
                <a:lnTo>
                  <a:pt x="1662130" y="1832008"/>
                </a:lnTo>
                <a:lnTo>
                  <a:pt x="0" y="1832008"/>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SG" sz="1088"/>
          </a:p>
        </p:txBody>
      </p:sp>
      <p:grpSp>
        <p:nvGrpSpPr>
          <p:cNvPr id="8" name="Group 8">
            <a:extLst>
              <a:ext uri="{FF2B5EF4-FFF2-40B4-BE49-F238E27FC236}">
                <a16:creationId xmlns:a16="http://schemas.microsoft.com/office/drawing/2014/main" id="{FD613BCD-D3A8-203B-B0A7-BA2FE5B621ED}"/>
              </a:ext>
            </a:extLst>
          </p:cNvPr>
          <p:cNvGrpSpPr/>
          <p:nvPr/>
        </p:nvGrpSpPr>
        <p:grpSpPr>
          <a:xfrm>
            <a:off x="1341841" y="6160852"/>
            <a:ext cx="2285899" cy="660852"/>
            <a:chOff x="0" y="0"/>
            <a:chExt cx="812800" cy="234980"/>
          </a:xfrm>
        </p:grpSpPr>
        <p:sp>
          <p:nvSpPr>
            <p:cNvPr id="9" name="Freeform 9">
              <a:extLst>
                <a:ext uri="{FF2B5EF4-FFF2-40B4-BE49-F238E27FC236}">
                  <a16:creationId xmlns:a16="http://schemas.microsoft.com/office/drawing/2014/main" id="{9DC09479-DB7F-49ED-EBF1-E1BCE96CDDE9}"/>
                </a:ext>
              </a:extLst>
            </p:cNvPr>
            <p:cNvSpPr/>
            <p:nvPr/>
          </p:nvSpPr>
          <p:spPr>
            <a:xfrm>
              <a:off x="0" y="0"/>
              <a:ext cx="812800" cy="234980"/>
            </a:xfrm>
            <a:custGeom>
              <a:avLst/>
              <a:gdLst/>
              <a:ahLst/>
              <a:cxnLst/>
              <a:rect l="l" t="t" r="r" b="b"/>
              <a:pathLst>
                <a:path w="812800" h="234980">
                  <a:moveTo>
                    <a:pt x="86699" y="0"/>
                  </a:moveTo>
                  <a:lnTo>
                    <a:pt x="726101" y="0"/>
                  </a:lnTo>
                  <a:cubicBezTo>
                    <a:pt x="773984" y="0"/>
                    <a:pt x="812800" y="38816"/>
                    <a:pt x="812800" y="86699"/>
                  </a:cubicBezTo>
                  <a:lnTo>
                    <a:pt x="812800" y="148281"/>
                  </a:lnTo>
                  <a:cubicBezTo>
                    <a:pt x="812800" y="196164"/>
                    <a:pt x="773984" y="234980"/>
                    <a:pt x="726101" y="234980"/>
                  </a:cubicBezTo>
                  <a:lnTo>
                    <a:pt x="86699" y="234980"/>
                  </a:lnTo>
                  <a:cubicBezTo>
                    <a:pt x="38816" y="234980"/>
                    <a:pt x="0" y="196164"/>
                    <a:pt x="0" y="148281"/>
                  </a:cubicBezTo>
                  <a:lnTo>
                    <a:pt x="0" y="86699"/>
                  </a:lnTo>
                  <a:cubicBezTo>
                    <a:pt x="0" y="38816"/>
                    <a:pt x="38816" y="0"/>
                    <a:pt x="86699" y="0"/>
                  </a:cubicBezTo>
                  <a:close/>
                </a:path>
              </a:pathLst>
            </a:custGeom>
            <a:solidFill>
              <a:srgbClr val="F34336"/>
            </a:solidFill>
          </p:spPr>
          <p:txBody>
            <a:bodyPr/>
            <a:lstStyle/>
            <a:p>
              <a:endParaRPr lang="en-SG" sz="1088"/>
            </a:p>
          </p:txBody>
        </p:sp>
        <p:sp>
          <p:nvSpPr>
            <p:cNvPr id="10" name="TextBox 10">
              <a:extLst>
                <a:ext uri="{FF2B5EF4-FFF2-40B4-BE49-F238E27FC236}">
                  <a16:creationId xmlns:a16="http://schemas.microsoft.com/office/drawing/2014/main" id="{E34A9E0B-F4D3-557A-36C2-193A7DDE1360}"/>
                </a:ext>
              </a:extLst>
            </p:cNvPr>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grpSp>
        <p:nvGrpSpPr>
          <p:cNvPr id="11" name="Group 11">
            <a:extLst>
              <a:ext uri="{FF2B5EF4-FFF2-40B4-BE49-F238E27FC236}">
                <a16:creationId xmlns:a16="http://schemas.microsoft.com/office/drawing/2014/main" id="{55C01F2F-F5B7-D8B7-B7C9-B0C864FFAF7C}"/>
              </a:ext>
            </a:extLst>
          </p:cNvPr>
          <p:cNvGrpSpPr/>
          <p:nvPr/>
        </p:nvGrpSpPr>
        <p:grpSpPr>
          <a:xfrm>
            <a:off x="6588131" y="6160852"/>
            <a:ext cx="2285899" cy="660852"/>
            <a:chOff x="0" y="0"/>
            <a:chExt cx="812800" cy="234980"/>
          </a:xfrm>
        </p:grpSpPr>
        <p:sp>
          <p:nvSpPr>
            <p:cNvPr id="12" name="Freeform 12">
              <a:extLst>
                <a:ext uri="{FF2B5EF4-FFF2-40B4-BE49-F238E27FC236}">
                  <a16:creationId xmlns:a16="http://schemas.microsoft.com/office/drawing/2014/main" id="{DF6B6042-9DBB-46FB-96BC-4389234E166C}"/>
                </a:ext>
              </a:extLst>
            </p:cNvPr>
            <p:cNvSpPr/>
            <p:nvPr/>
          </p:nvSpPr>
          <p:spPr>
            <a:xfrm>
              <a:off x="0" y="0"/>
              <a:ext cx="812800" cy="234980"/>
            </a:xfrm>
            <a:custGeom>
              <a:avLst/>
              <a:gdLst/>
              <a:ahLst/>
              <a:cxnLst/>
              <a:rect l="l" t="t" r="r" b="b"/>
              <a:pathLst>
                <a:path w="812800" h="234980">
                  <a:moveTo>
                    <a:pt x="86699" y="0"/>
                  </a:moveTo>
                  <a:lnTo>
                    <a:pt x="726101" y="0"/>
                  </a:lnTo>
                  <a:cubicBezTo>
                    <a:pt x="773984" y="0"/>
                    <a:pt x="812800" y="38816"/>
                    <a:pt x="812800" y="86699"/>
                  </a:cubicBezTo>
                  <a:lnTo>
                    <a:pt x="812800" y="148281"/>
                  </a:lnTo>
                  <a:cubicBezTo>
                    <a:pt x="812800" y="196164"/>
                    <a:pt x="773984" y="234980"/>
                    <a:pt x="726101" y="234980"/>
                  </a:cubicBezTo>
                  <a:lnTo>
                    <a:pt x="86699" y="234980"/>
                  </a:lnTo>
                  <a:cubicBezTo>
                    <a:pt x="38816" y="234980"/>
                    <a:pt x="0" y="196164"/>
                    <a:pt x="0" y="148281"/>
                  </a:cubicBezTo>
                  <a:lnTo>
                    <a:pt x="0" y="86699"/>
                  </a:lnTo>
                  <a:cubicBezTo>
                    <a:pt x="0" y="38816"/>
                    <a:pt x="38816" y="0"/>
                    <a:pt x="86699" y="0"/>
                  </a:cubicBezTo>
                  <a:close/>
                </a:path>
              </a:pathLst>
            </a:custGeom>
            <a:solidFill>
              <a:srgbClr val="F34336"/>
            </a:solidFill>
          </p:spPr>
          <p:txBody>
            <a:bodyPr/>
            <a:lstStyle/>
            <a:p>
              <a:endParaRPr lang="en-SG" sz="1088"/>
            </a:p>
          </p:txBody>
        </p:sp>
        <p:sp>
          <p:nvSpPr>
            <p:cNvPr id="13" name="TextBox 13">
              <a:extLst>
                <a:ext uri="{FF2B5EF4-FFF2-40B4-BE49-F238E27FC236}">
                  <a16:creationId xmlns:a16="http://schemas.microsoft.com/office/drawing/2014/main" id="{4F37EC6F-AEF8-8E39-0D0C-CA4C14C28FDB}"/>
                </a:ext>
              </a:extLst>
            </p:cNvPr>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sp>
        <p:nvSpPr>
          <p:cNvPr id="14" name="Freeform 14">
            <a:hlinkClick r:id="rId15" action="ppaction://hlinksldjump"/>
            <a:extLst>
              <a:ext uri="{FF2B5EF4-FFF2-40B4-BE49-F238E27FC236}">
                <a16:creationId xmlns:a16="http://schemas.microsoft.com/office/drawing/2014/main" id="{9B118DE2-C85A-B71A-90B4-E18F1F7E7B0D}"/>
              </a:ext>
            </a:extLst>
          </p:cNvPr>
          <p:cNvSpPr/>
          <p:nvPr/>
        </p:nvSpPr>
        <p:spPr>
          <a:xfrm>
            <a:off x="468515" y="131116"/>
            <a:ext cx="405737" cy="341326"/>
          </a:xfrm>
          <a:custGeom>
            <a:avLst/>
            <a:gdLst/>
            <a:ahLst/>
            <a:cxnLst/>
            <a:rect l="l" t="t" r="r" b="b"/>
            <a:pathLst>
              <a:path w="507193" h="426676">
                <a:moveTo>
                  <a:pt x="0" y="0"/>
                </a:moveTo>
                <a:lnTo>
                  <a:pt x="507193" y="0"/>
                </a:lnTo>
                <a:lnTo>
                  <a:pt x="507193" y="426676"/>
                </a:lnTo>
                <a:lnTo>
                  <a:pt x="0" y="426676"/>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15" name="Freeform 15">
            <a:hlinkClick r:id="rId18" action="ppaction://hlinksldjump"/>
            <a:extLst>
              <a:ext uri="{FF2B5EF4-FFF2-40B4-BE49-F238E27FC236}">
                <a16:creationId xmlns:a16="http://schemas.microsoft.com/office/drawing/2014/main" id="{5F260731-6487-CC3C-0194-4148840F89FC}"/>
              </a:ext>
            </a:extLst>
          </p:cNvPr>
          <p:cNvSpPr/>
          <p:nvPr/>
        </p:nvSpPr>
        <p:spPr>
          <a:xfrm>
            <a:off x="9410157" y="58474"/>
            <a:ext cx="540117" cy="540117"/>
          </a:xfrm>
          <a:custGeom>
            <a:avLst/>
            <a:gdLst/>
            <a:ahLst/>
            <a:cxnLst/>
            <a:rect l="l" t="t" r="r" b="b"/>
            <a:pathLst>
              <a:path w="675176" h="675176">
                <a:moveTo>
                  <a:pt x="0" y="0"/>
                </a:moveTo>
                <a:lnTo>
                  <a:pt x="675177" y="0"/>
                </a:lnTo>
                <a:lnTo>
                  <a:pt x="675177" y="675176"/>
                </a:lnTo>
                <a:lnTo>
                  <a:pt x="0" y="675176"/>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en-SG" sz="1088"/>
          </a:p>
        </p:txBody>
      </p:sp>
      <p:sp>
        <p:nvSpPr>
          <p:cNvPr id="16" name="Freeform 16">
            <a:hlinkClick r:id="rId21" action="ppaction://hlinksldjump"/>
            <a:extLst>
              <a:ext uri="{FF2B5EF4-FFF2-40B4-BE49-F238E27FC236}">
                <a16:creationId xmlns:a16="http://schemas.microsoft.com/office/drawing/2014/main" id="{752D41BC-EBEC-58C6-79C3-BAB7097A8BE5}"/>
              </a:ext>
            </a:extLst>
          </p:cNvPr>
          <p:cNvSpPr/>
          <p:nvPr/>
        </p:nvSpPr>
        <p:spPr>
          <a:xfrm>
            <a:off x="8870760" y="126393"/>
            <a:ext cx="405357" cy="405357"/>
          </a:xfrm>
          <a:custGeom>
            <a:avLst/>
            <a:gdLst/>
            <a:ahLst/>
            <a:cxnLst/>
            <a:rect l="l" t="t" r="r" b="b"/>
            <a:pathLst>
              <a:path w="506718" h="506718">
                <a:moveTo>
                  <a:pt x="0" y="0"/>
                </a:moveTo>
                <a:lnTo>
                  <a:pt x="506718" y="0"/>
                </a:lnTo>
                <a:lnTo>
                  <a:pt x="506718" y="506718"/>
                </a:lnTo>
                <a:lnTo>
                  <a:pt x="0" y="506718"/>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dirty="0"/>
          </a:p>
        </p:txBody>
      </p:sp>
      <p:grpSp>
        <p:nvGrpSpPr>
          <p:cNvPr id="17" name="Group 17">
            <a:extLst>
              <a:ext uri="{FF2B5EF4-FFF2-40B4-BE49-F238E27FC236}">
                <a16:creationId xmlns:a16="http://schemas.microsoft.com/office/drawing/2014/main" id="{2E6CDBA9-485A-4301-F6E8-D3A9FCEBDEDF}"/>
              </a:ext>
            </a:extLst>
          </p:cNvPr>
          <p:cNvGrpSpPr/>
          <p:nvPr/>
        </p:nvGrpSpPr>
        <p:grpSpPr>
          <a:xfrm>
            <a:off x="3168589" y="789962"/>
            <a:ext cx="5470815" cy="1454697"/>
            <a:chOff x="0" y="0"/>
            <a:chExt cx="1945264" cy="517248"/>
          </a:xfrm>
        </p:grpSpPr>
        <p:sp>
          <p:nvSpPr>
            <p:cNvPr id="18" name="Freeform 18">
              <a:extLst>
                <a:ext uri="{FF2B5EF4-FFF2-40B4-BE49-F238E27FC236}">
                  <a16:creationId xmlns:a16="http://schemas.microsoft.com/office/drawing/2014/main" id="{403B292C-6973-A77C-297B-3AC45D279A0C}"/>
                </a:ext>
              </a:extLst>
            </p:cNvPr>
            <p:cNvSpPr/>
            <p:nvPr/>
          </p:nvSpPr>
          <p:spPr>
            <a:xfrm>
              <a:off x="0" y="0"/>
              <a:ext cx="1945264" cy="517249"/>
            </a:xfrm>
            <a:custGeom>
              <a:avLst/>
              <a:gdLst/>
              <a:ahLst/>
              <a:cxnLst/>
              <a:rect l="l" t="t" r="r" b="b"/>
              <a:pathLst>
                <a:path w="1945264" h="517249">
                  <a:moveTo>
                    <a:pt x="47546" y="0"/>
                  </a:moveTo>
                  <a:lnTo>
                    <a:pt x="1897718" y="0"/>
                  </a:lnTo>
                  <a:cubicBezTo>
                    <a:pt x="1910328" y="0"/>
                    <a:pt x="1922422" y="5009"/>
                    <a:pt x="1931339" y="13926"/>
                  </a:cubicBezTo>
                  <a:cubicBezTo>
                    <a:pt x="1940255" y="22843"/>
                    <a:pt x="1945264" y="34936"/>
                    <a:pt x="1945264" y="47546"/>
                  </a:cubicBezTo>
                  <a:lnTo>
                    <a:pt x="1945264" y="469702"/>
                  </a:lnTo>
                  <a:cubicBezTo>
                    <a:pt x="1945264" y="495961"/>
                    <a:pt x="1923977" y="517249"/>
                    <a:pt x="1897718" y="517249"/>
                  </a:cubicBezTo>
                  <a:lnTo>
                    <a:pt x="47546" y="517249"/>
                  </a:lnTo>
                  <a:cubicBezTo>
                    <a:pt x="34936" y="517249"/>
                    <a:pt x="22843" y="512239"/>
                    <a:pt x="13926" y="503323"/>
                  </a:cubicBezTo>
                  <a:cubicBezTo>
                    <a:pt x="5009" y="494406"/>
                    <a:pt x="0" y="482312"/>
                    <a:pt x="0" y="469702"/>
                  </a:cubicBezTo>
                  <a:lnTo>
                    <a:pt x="0" y="47546"/>
                  </a:lnTo>
                  <a:cubicBezTo>
                    <a:pt x="0" y="21287"/>
                    <a:pt x="21287" y="0"/>
                    <a:pt x="47546" y="0"/>
                  </a:cubicBezTo>
                  <a:close/>
                </a:path>
              </a:pathLst>
            </a:custGeom>
            <a:solidFill>
              <a:srgbClr val="FFC431">
                <a:alpha val="66667"/>
              </a:srgbClr>
            </a:solidFill>
          </p:spPr>
          <p:txBody>
            <a:bodyPr/>
            <a:lstStyle/>
            <a:p>
              <a:endParaRPr lang="en-SG" sz="1088"/>
            </a:p>
          </p:txBody>
        </p:sp>
        <p:sp>
          <p:nvSpPr>
            <p:cNvPr id="19" name="TextBox 19">
              <a:extLst>
                <a:ext uri="{FF2B5EF4-FFF2-40B4-BE49-F238E27FC236}">
                  <a16:creationId xmlns:a16="http://schemas.microsoft.com/office/drawing/2014/main" id="{1C250129-35F3-289D-2552-E2E790BC167A}"/>
                </a:ext>
              </a:extLst>
            </p:cNvPr>
            <p:cNvSpPr txBox="1"/>
            <p:nvPr/>
          </p:nvSpPr>
          <p:spPr>
            <a:xfrm>
              <a:off x="0" y="-28575"/>
              <a:ext cx="1945264" cy="545823"/>
            </a:xfrm>
            <a:prstGeom prst="rect">
              <a:avLst/>
            </a:prstGeom>
          </p:spPr>
          <p:txBody>
            <a:bodyPr lIns="40638" tIns="40638" rIns="40638" bIns="40638" rtlCol="0" anchor="ctr"/>
            <a:lstStyle/>
            <a:p>
              <a:pPr algn="ctr">
                <a:lnSpc>
                  <a:spcPts val="2016"/>
                </a:lnSpc>
              </a:pPr>
              <a:endParaRPr sz="1088"/>
            </a:p>
          </p:txBody>
        </p:sp>
      </p:grpSp>
      <p:sp>
        <p:nvSpPr>
          <p:cNvPr id="20" name="Freeform 20">
            <a:extLst>
              <a:ext uri="{FF2B5EF4-FFF2-40B4-BE49-F238E27FC236}">
                <a16:creationId xmlns:a16="http://schemas.microsoft.com/office/drawing/2014/main" id="{0AFFD9DC-FB82-C7DA-46D6-27298645A730}"/>
              </a:ext>
            </a:extLst>
          </p:cNvPr>
          <p:cNvSpPr/>
          <p:nvPr/>
        </p:nvSpPr>
        <p:spPr>
          <a:xfrm>
            <a:off x="1475912" y="551790"/>
            <a:ext cx="2496100" cy="2365054"/>
          </a:xfrm>
          <a:custGeom>
            <a:avLst/>
            <a:gdLst/>
            <a:ahLst/>
            <a:cxnLst/>
            <a:rect l="l" t="t" r="r" b="b"/>
            <a:pathLst>
              <a:path w="3120262" h="2956448">
                <a:moveTo>
                  <a:pt x="0" y="0"/>
                </a:moveTo>
                <a:lnTo>
                  <a:pt x="3120262" y="0"/>
                </a:lnTo>
                <a:lnTo>
                  <a:pt x="3120262" y="2956448"/>
                </a:lnTo>
                <a:lnTo>
                  <a:pt x="0" y="2956448"/>
                </a:lnTo>
                <a:lnTo>
                  <a:pt x="0" y="0"/>
                </a:lnTo>
                <a:close/>
              </a:path>
            </a:pathLst>
          </a:custGeom>
          <a:blipFill>
            <a:blip r:embed="rId24"/>
            <a:stretch>
              <a:fillRect/>
            </a:stretch>
          </a:blipFill>
          <a:ln cap="sq">
            <a:noFill/>
            <a:prstDash val="solid"/>
            <a:miter/>
          </a:ln>
        </p:spPr>
        <p:txBody>
          <a:bodyPr/>
          <a:lstStyle/>
          <a:p>
            <a:endParaRPr lang="en-SG" sz="1088"/>
          </a:p>
        </p:txBody>
      </p:sp>
      <p:sp>
        <p:nvSpPr>
          <p:cNvPr id="21" name="TextBox 21">
            <a:extLst>
              <a:ext uri="{FF2B5EF4-FFF2-40B4-BE49-F238E27FC236}">
                <a16:creationId xmlns:a16="http://schemas.microsoft.com/office/drawing/2014/main" id="{F102BAD5-EAC6-0524-5A66-DF7019159A6D}"/>
              </a:ext>
            </a:extLst>
          </p:cNvPr>
          <p:cNvSpPr txBox="1"/>
          <p:nvPr/>
        </p:nvSpPr>
        <p:spPr>
          <a:xfrm>
            <a:off x="4119609" y="1090584"/>
            <a:ext cx="4203435" cy="834331"/>
          </a:xfrm>
          <a:prstGeom prst="rect">
            <a:avLst/>
          </a:prstGeom>
        </p:spPr>
        <p:txBody>
          <a:bodyPr lIns="0" tIns="0" rIns="0" bIns="0" rtlCol="0" anchor="t">
            <a:spAutoFit/>
          </a:bodyPr>
          <a:lstStyle/>
          <a:p>
            <a:pPr>
              <a:lnSpc>
                <a:spcPts val="3357"/>
              </a:lnSpc>
            </a:pPr>
            <a:r>
              <a:rPr lang="zh-CN" altLang="en-US" sz="2400" b="1" dirty="0"/>
              <a:t>你好，我是琪琪！</a:t>
            </a:r>
            <a:br>
              <a:rPr lang="zh-CN" altLang="en-US" sz="2400" b="1" dirty="0"/>
            </a:br>
            <a:r>
              <a:rPr lang="zh-CN" altLang="en-US" sz="2400" b="1" dirty="0"/>
              <a:t>看起来你是新来的。</a:t>
            </a:r>
            <a:endParaRPr lang="en-US" sz="2398" b="1" dirty="0">
              <a:solidFill>
                <a:srgbClr val="000000"/>
              </a:solidFill>
              <a:latin typeface="Roboto Mono"/>
              <a:ea typeface="Roboto Mono"/>
              <a:cs typeface="Roboto Mono"/>
              <a:sym typeface="Roboto Mono"/>
            </a:endParaRPr>
          </a:p>
        </p:txBody>
      </p:sp>
      <p:sp>
        <p:nvSpPr>
          <p:cNvPr id="22" name="TextBox 22">
            <a:hlinkClick r:id="rId10" action="ppaction://hlinksldjump"/>
            <a:extLst>
              <a:ext uri="{FF2B5EF4-FFF2-40B4-BE49-F238E27FC236}">
                <a16:creationId xmlns:a16="http://schemas.microsoft.com/office/drawing/2014/main" id="{383D1FD7-CBE1-FDD5-4122-1BB3F6718616}"/>
              </a:ext>
            </a:extLst>
          </p:cNvPr>
          <p:cNvSpPr txBox="1"/>
          <p:nvPr/>
        </p:nvSpPr>
        <p:spPr>
          <a:xfrm>
            <a:off x="2083246" y="6282499"/>
            <a:ext cx="1085343" cy="417807"/>
          </a:xfrm>
          <a:prstGeom prst="rect">
            <a:avLst/>
          </a:prstGeom>
        </p:spPr>
        <p:txBody>
          <a:bodyPr wrap="square" lIns="0" tIns="0" rIns="0" bIns="0" rtlCol="0" anchor="t">
            <a:spAutoFit/>
          </a:bodyPr>
          <a:lstStyle/>
          <a:p>
            <a:pPr algn="ctr">
              <a:lnSpc>
                <a:spcPts val="3359"/>
              </a:lnSpc>
              <a:spcBef>
                <a:spcPct val="0"/>
              </a:spcBef>
            </a:pPr>
            <a:r>
              <a:rPr lang="ja-JP" altLang="en-US" sz="2400" dirty="0"/>
              <a:t>地图</a:t>
            </a:r>
            <a:endParaRPr lang="en-US" sz="2399" dirty="0">
              <a:solidFill>
                <a:srgbClr val="FFFFFF"/>
              </a:solidFill>
              <a:latin typeface="League Spartan"/>
              <a:ea typeface="League Spartan"/>
              <a:cs typeface="League Spartan"/>
              <a:sym typeface="League Spartan"/>
            </a:endParaRPr>
          </a:p>
        </p:txBody>
      </p:sp>
      <p:sp>
        <p:nvSpPr>
          <p:cNvPr id="23" name="TextBox 23">
            <a:extLst>
              <a:ext uri="{FF2B5EF4-FFF2-40B4-BE49-F238E27FC236}">
                <a16:creationId xmlns:a16="http://schemas.microsoft.com/office/drawing/2014/main" id="{6315743A-E476-A8A4-211D-C0D908F694CC}"/>
              </a:ext>
            </a:extLst>
          </p:cNvPr>
          <p:cNvSpPr txBox="1"/>
          <p:nvPr/>
        </p:nvSpPr>
        <p:spPr>
          <a:xfrm>
            <a:off x="6887111" y="6280042"/>
            <a:ext cx="1687938" cy="417807"/>
          </a:xfrm>
          <a:prstGeom prst="rect">
            <a:avLst/>
          </a:prstGeom>
        </p:spPr>
        <p:txBody>
          <a:bodyPr wrap="square" lIns="0" tIns="0" rIns="0" bIns="0" rtlCol="0" anchor="t">
            <a:spAutoFit/>
          </a:bodyPr>
          <a:lstStyle/>
          <a:p>
            <a:pPr algn="ctr">
              <a:lnSpc>
                <a:spcPts val="3359"/>
              </a:lnSpc>
              <a:spcBef>
                <a:spcPct val="0"/>
              </a:spcBef>
            </a:pPr>
            <a:r>
              <a:rPr lang="ja-JP" altLang="en-US" sz="2400" dirty="0"/>
              <a:t>计划旅行</a:t>
            </a:r>
            <a:endParaRPr lang="en-US" sz="2399" dirty="0">
              <a:solidFill>
                <a:srgbClr val="FFFFFF"/>
              </a:solidFill>
              <a:latin typeface="League Spartan"/>
              <a:ea typeface="League Spartan"/>
              <a:cs typeface="League Spartan"/>
              <a:sym typeface="League Spartan"/>
            </a:endParaRPr>
          </a:p>
        </p:txBody>
      </p:sp>
      <p:sp>
        <p:nvSpPr>
          <p:cNvPr id="24" name="TextBox 22">
            <a:hlinkClick r:id="rId25" action="ppaction://hlinksldjump"/>
            <a:extLst>
              <a:ext uri="{FF2B5EF4-FFF2-40B4-BE49-F238E27FC236}">
                <a16:creationId xmlns:a16="http://schemas.microsoft.com/office/drawing/2014/main" id="{6571BD38-3BF5-6A63-B23B-A97829C3E403}"/>
              </a:ext>
            </a:extLst>
          </p:cNvPr>
          <p:cNvSpPr txBox="1"/>
          <p:nvPr/>
        </p:nvSpPr>
        <p:spPr>
          <a:xfrm>
            <a:off x="6684651" y="50305"/>
            <a:ext cx="1638431" cy="419346"/>
          </a:xfrm>
          <a:prstGeom prst="rect">
            <a:avLst/>
          </a:prstGeom>
        </p:spPr>
        <p:txBody>
          <a:bodyPr wrap="square" lIns="0" tIns="0" rIns="0" bIns="0" rtlCol="0" anchor="t">
            <a:spAutoFit/>
          </a:bodyPr>
          <a:lstStyle/>
          <a:p>
            <a:pPr algn="ctr">
              <a:lnSpc>
                <a:spcPts val="3359"/>
              </a:lnSpc>
              <a:spcBef>
                <a:spcPct val="0"/>
              </a:spcBef>
            </a:pPr>
            <a:r>
              <a:rPr lang="en-US" sz="2399" dirty="0">
                <a:solidFill>
                  <a:srgbClr val="FF0000"/>
                </a:solidFill>
                <a:latin typeface="League Spartan"/>
                <a:ea typeface="League Spartan"/>
                <a:cs typeface="League Spartan"/>
                <a:sym typeface="League Spartan"/>
              </a:rPr>
              <a:t>Mandarin </a:t>
            </a:r>
          </a:p>
        </p:txBody>
      </p:sp>
      <p:pic>
        <p:nvPicPr>
          <p:cNvPr id="26" name="Graphic 25" descr="Caret Down with solid fill">
            <a:hlinkClick r:id="rId25" action="ppaction://hlinksldjump"/>
            <a:extLst>
              <a:ext uri="{FF2B5EF4-FFF2-40B4-BE49-F238E27FC236}">
                <a16:creationId xmlns:a16="http://schemas.microsoft.com/office/drawing/2014/main" id="{B6F4B54C-67FB-A30D-D791-A640A9118457}"/>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rot="10800000" flipV="1">
            <a:off x="8213974" y="108137"/>
            <a:ext cx="457200" cy="457200"/>
          </a:xfrm>
          <a:prstGeom prst="rect">
            <a:avLst/>
          </a:prstGeom>
        </p:spPr>
      </p:pic>
    </p:spTree>
    <p:extLst>
      <p:ext uri="{BB962C8B-B14F-4D97-AF65-F5344CB8AC3E}">
        <p14:creationId xmlns:p14="http://schemas.microsoft.com/office/powerpoint/2010/main" val="42502396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E5CC9-8494-EE4B-B2A2-713D46E0774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EA3F5E3-8699-84A3-385F-806C8253AC52}"/>
              </a:ext>
            </a:extLst>
          </p:cNvPr>
          <p:cNvSpPr/>
          <p:nvPr/>
        </p:nvSpPr>
        <p:spPr>
          <a:xfrm flipH="1">
            <a:off x="-1" y="4543185"/>
            <a:ext cx="10080625" cy="2866305"/>
          </a:xfrm>
          <a:custGeom>
            <a:avLst/>
            <a:gdLst/>
            <a:ahLst/>
            <a:cxnLst/>
            <a:rect l="l" t="t" r="r" b="b"/>
            <a:pathLst>
              <a:path w="17585468" h="3583039">
                <a:moveTo>
                  <a:pt x="17585467" y="0"/>
                </a:moveTo>
                <a:lnTo>
                  <a:pt x="0" y="0"/>
                </a:lnTo>
                <a:lnTo>
                  <a:pt x="0" y="3583039"/>
                </a:lnTo>
                <a:lnTo>
                  <a:pt x="17585467" y="3583039"/>
                </a:lnTo>
                <a:lnTo>
                  <a:pt x="17585467" y="0"/>
                </a:lnTo>
                <a:close/>
              </a:path>
            </a:pathLst>
          </a:custGeom>
          <a:blipFill>
            <a:blip r:embed="rId2">
              <a:alphaModFix amt="9999"/>
              <a:extLst>
                <a:ext uri="{96DAC541-7B7A-43D3-8B79-37D633B846F1}">
                  <asvg:svgBlip xmlns:asvg="http://schemas.microsoft.com/office/drawing/2016/SVG/main" r:embed="rId3"/>
                </a:ext>
              </a:extLst>
            </a:blip>
            <a:stretch>
              <a:fillRect l="-13909" r="-25643"/>
            </a:stretch>
          </a:blipFill>
        </p:spPr>
        <p:txBody>
          <a:bodyPr/>
          <a:lstStyle/>
          <a:p>
            <a:endParaRPr lang="en-SG" sz="1088"/>
          </a:p>
        </p:txBody>
      </p:sp>
      <p:sp>
        <p:nvSpPr>
          <p:cNvPr id="3" name="Freeform 3">
            <a:extLst>
              <a:ext uri="{FF2B5EF4-FFF2-40B4-BE49-F238E27FC236}">
                <a16:creationId xmlns:a16="http://schemas.microsoft.com/office/drawing/2014/main" id="{35F32CB1-DCB5-BADA-DD6A-0811E645FC3B}"/>
              </a:ext>
            </a:extLst>
          </p:cNvPr>
          <p:cNvSpPr/>
          <p:nvPr/>
        </p:nvSpPr>
        <p:spPr>
          <a:xfrm>
            <a:off x="-585716" y="1840457"/>
            <a:ext cx="12068424" cy="5556005"/>
          </a:xfrm>
          <a:custGeom>
            <a:avLst/>
            <a:gdLst/>
            <a:ahLst/>
            <a:cxnLst/>
            <a:rect l="l" t="t" r="r" b="b"/>
            <a:pathLst>
              <a:path w="15086195" h="6945313">
                <a:moveTo>
                  <a:pt x="0" y="0"/>
                </a:moveTo>
                <a:lnTo>
                  <a:pt x="15086195" y="0"/>
                </a:lnTo>
                <a:lnTo>
                  <a:pt x="15086195" y="6945313"/>
                </a:lnTo>
                <a:lnTo>
                  <a:pt x="0" y="6945313"/>
                </a:lnTo>
                <a:lnTo>
                  <a:pt x="0" y="0"/>
                </a:lnTo>
                <a:close/>
              </a:path>
            </a:pathLst>
          </a:custGeom>
          <a:blipFill>
            <a:blip r:embed="rId4">
              <a:alphaModFix amt="6000"/>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4" name="Freeform 4">
            <a:extLst>
              <a:ext uri="{FF2B5EF4-FFF2-40B4-BE49-F238E27FC236}">
                <a16:creationId xmlns:a16="http://schemas.microsoft.com/office/drawing/2014/main" id="{FC6BC5B8-EBA7-1D13-EDF9-C87D5DF7B5D7}"/>
              </a:ext>
            </a:extLst>
          </p:cNvPr>
          <p:cNvSpPr/>
          <p:nvPr/>
        </p:nvSpPr>
        <p:spPr>
          <a:xfrm>
            <a:off x="496" y="1840456"/>
            <a:ext cx="468018" cy="1104466"/>
          </a:xfrm>
          <a:custGeom>
            <a:avLst/>
            <a:gdLst/>
            <a:ahLst/>
            <a:cxnLst/>
            <a:rect l="l" t="t" r="r" b="b"/>
            <a:pathLst>
              <a:path w="585048" h="1380643">
                <a:moveTo>
                  <a:pt x="0" y="0"/>
                </a:moveTo>
                <a:lnTo>
                  <a:pt x="585048" y="0"/>
                </a:lnTo>
                <a:lnTo>
                  <a:pt x="585048" y="1380643"/>
                </a:lnTo>
                <a:lnTo>
                  <a:pt x="0" y="1380643"/>
                </a:lnTo>
                <a:lnTo>
                  <a:pt x="0" y="0"/>
                </a:lnTo>
                <a:close/>
              </a:path>
            </a:pathLst>
          </a:custGeom>
          <a:blipFill>
            <a:blip r:embed="rId6">
              <a:alphaModFix amt="6999"/>
              <a:extLst>
                <a:ext uri="{96DAC541-7B7A-43D3-8B79-37D633B846F1}">
                  <asvg:svgBlip xmlns:asvg="http://schemas.microsoft.com/office/drawing/2016/SVG/main" r:embed="rId7"/>
                </a:ext>
              </a:extLst>
            </a:blip>
            <a:stretch>
              <a:fillRect/>
            </a:stretch>
          </a:blipFill>
        </p:spPr>
        <p:txBody>
          <a:bodyPr/>
          <a:lstStyle/>
          <a:p>
            <a:endParaRPr lang="en-SG" sz="1088"/>
          </a:p>
        </p:txBody>
      </p:sp>
      <p:sp>
        <p:nvSpPr>
          <p:cNvPr id="5" name="Freeform 5">
            <a:extLst>
              <a:ext uri="{FF2B5EF4-FFF2-40B4-BE49-F238E27FC236}">
                <a16:creationId xmlns:a16="http://schemas.microsoft.com/office/drawing/2014/main" id="{98E7CE56-D550-42C4-E2B2-203A31C91915}"/>
              </a:ext>
            </a:extLst>
          </p:cNvPr>
          <p:cNvSpPr/>
          <p:nvPr/>
        </p:nvSpPr>
        <p:spPr>
          <a:xfrm>
            <a:off x="5597575" y="-237607"/>
            <a:ext cx="4267012" cy="1578794"/>
          </a:xfrm>
          <a:custGeom>
            <a:avLst/>
            <a:gdLst/>
            <a:ahLst/>
            <a:cxnLst/>
            <a:rect l="l" t="t" r="r" b="b"/>
            <a:pathLst>
              <a:path w="5334000" h="1973580">
                <a:moveTo>
                  <a:pt x="0" y="0"/>
                </a:moveTo>
                <a:lnTo>
                  <a:pt x="5334000" y="0"/>
                </a:lnTo>
                <a:lnTo>
                  <a:pt x="5334000" y="1973580"/>
                </a:lnTo>
                <a:lnTo>
                  <a:pt x="0" y="1973580"/>
                </a:lnTo>
                <a:lnTo>
                  <a:pt x="0" y="0"/>
                </a:lnTo>
                <a:close/>
              </a:path>
            </a:pathLst>
          </a:custGeom>
          <a:blipFill>
            <a:blip r:embed="rId8">
              <a:alphaModFix amt="6999"/>
              <a:extLst>
                <a:ext uri="{96DAC541-7B7A-43D3-8B79-37D633B846F1}">
                  <asvg:svgBlip xmlns:asvg="http://schemas.microsoft.com/office/drawing/2016/SVG/main" r:embed="rId9"/>
                </a:ext>
              </a:extLst>
            </a:blip>
            <a:stretch>
              <a:fillRect/>
            </a:stretch>
          </a:blipFill>
        </p:spPr>
        <p:txBody>
          <a:bodyPr/>
          <a:lstStyle/>
          <a:p>
            <a:endParaRPr lang="en-SG" sz="1088"/>
          </a:p>
        </p:txBody>
      </p:sp>
      <p:sp>
        <p:nvSpPr>
          <p:cNvPr id="6" name="Freeform 6">
            <a:hlinkClick r:id="rId10" action="ppaction://hlinksldjump"/>
            <a:extLst>
              <a:ext uri="{FF2B5EF4-FFF2-40B4-BE49-F238E27FC236}">
                <a16:creationId xmlns:a16="http://schemas.microsoft.com/office/drawing/2014/main" id="{F39E276D-B314-95CD-1FE7-C5D0C369EEF4}"/>
              </a:ext>
            </a:extLst>
          </p:cNvPr>
          <p:cNvSpPr/>
          <p:nvPr/>
        </p:nvSpPr>
        <p:spPr>
          <a:xfrm rot="432978">
            <a:off x="1369551" y="4289598"/>
            <a:ext cx="2052969" cy="1563989"/>
          </a:xfrm>
          <a:custGeom>
            <a:avLst/>
            <a:gdLst/>
            <a:ahLst/>
            <a:cxnLst/>
            <a:rect l="l" t="t" r="r" b="b"/>
            <a:pathLst>
              <a:path w="2566324" h="1955072">
                <a:moveTo>
                  <a:pt x="0" y="0"/>
                </a:moveTo>
                <a:lnTo>
                  <a:pt x="2566324" y="0"/>
                </a:lnTo>
                <a:lnTo>
                  <a:pt x="2566324" y="1955072"/>
                </a:lnTo>
                <a:lnTo>
                  <a:pt x="0" y="195507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SG" sz="1088"/>
          </a:p>
        </p:txBody>
      </p:sp>
      <p:sp>
        <p:nvSpPr>
          <p:cNvPr id="7" name="Freeform 7">
            <a:extLst>
              <a:ext uri="{FF2B5EF4-FFF2-40B4-BE49-F238E27FC236}">
                <a16:creationId xmlns:a16="http://schemas.microsoft.com/office/drawing/2014/main" id="{78CAA718-EE6C-205B-9F6C-7E13A9F2211F}"/>
              </a:ext>
            </a:extLst>
          </p:cNvPr>
          <p:cNvSpPr/>
          <p:nvPr/>
        </p:nvSpPr>
        <p:spPr>
          <a:xfrm>
            <a:off x="7050846" y="4368864"/>
            <a:ext cx="1329645" cy="1465542"/>
          </a:xfrm>
          <a:custGeom>
            <a:avLst/>
            <a:gdLst/>
            <a:ahLst/>
            <a:cxnLst/>
            <a:rect l="l" t="t" r="r" b="b"/>
            <a:pathLst>
              <a:path w="1662130" h="1832008">
                <a:moveTo>
                  <a:pt x="0" y="0"/>
                </a:moveTo>
                <a:lnTo>
                  <a:pt x="1662130" y="0"/>
                </a:lnTo>
                <a:lnTo>
                  <a:pt x="1662130" y="1832008"/>
                </a:lnTo>
                <a:lnTo>
                  <a:pt x="0" y="1832008"/>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SG" sz="1088"/>
          </a:p>
        </p:txBody>
      </p:sp>
      <p:grpSp>
        <p:nvGrpSpPr>
          <p:cNvPr id="8" name="Group 8">
            <a:extLst>
              <a:ext uri="{FF2B5EF4-FFF2-40B4-BE49-F238E27FC236}">
                <a16:creationId xmlns:a16="http://schemas.microsoft.com/office/drawing/2014/main" id="{536D6A4D-EC9C-D487-A469-28D0F57FE690}"/>
              </a:ext>
            </a:extLst>
          </p:cNvPr>
          <p:cNvGrpSpPr/>
          <p:nvPr/>
        </p:nvGrpSpPr>
        <p:grpSpPr>
          <a:xfrm>
            <a:off x="1341841" y="6160852"/>
            <a:ext cx="2285899" cy="660852"/>
            <a:chOff x="0" y="0"/>
            <a:chExt cx="812800" cy="234980"/>
          </a:xfrm>
        </p:grpSpPr>
        <p:sp>
          <p:nvSpPr>
            <p:cNvPr id="9" name="Freeform 9">
              <a:extLst>
                <a:ext uri="{FF2B5EF4-FFF2-40B4-BE49-F238E27FC236}">
                  <a16:creationId xmlns:a16="http://schemas.microsoft.com/office/drawing/2014/main" id="{1D3538F5-A6F9-785F-9B93-5C5CF0BEFE1F}"/>
                </a:ext>
              </a:extLst>
            </p:cNvPr>
            <p:cNvSpPr/>
            <p:nvPr/>
          </p:nvSpPr>
          <p:spPr>
            <a:xfrm>
              <a:off x="0" y="0"/>
              <a:ext cx="812800" cy="234980"/>
            </a:xfrm>
            <a:custGeom>
              <a:avLst/>
              <a:gdLst/>
              <a:ahLst/>
              <a:cxnLst/>
              <a:rect l="l" t="t" r="r" b="b"/>
              <a:pathLst>
                <a:path w="812800" h="234980">
                  <a:moveTo>
                    <a:pt x="86699" y="0"/>
                  </a:moveTo>
                  <a:lnTo>
                    <a:pt x="726101" y="0"/>
                  </a:lnTo>
                  <a:cubicBezTo>
                    <a:pt x="773984" y="0"/>
                    <a:pt x="812800" y="38816"/>
                    <a:pt x="812800" y="86699"/>
                  </a:cubicBezTo>
                  <a:lnTo>
                    <a:pt x="812800" y="148281"/>
                  </a:lnTo>
                  <a:cubicBezTo>
                    <a:pt x="812800" y="196164"/>
                    <a:pt x="773984" y="234980"/>
                    <a:pt x="726101" y="234980"/>
                  </a:cubicBezTo>
                  <a:lnTo>
                    <a:pt x="86699" y="234980"/>
                  </a:lnTo>
                  <a:cubicBezTo>
                    <a:pt x="38816" y="234980"/>
                    <a:pt x="0" y="196164"/>
                    <a:pt x="0" y="148281"/>
                  </a:cubicBezTo>
                  <a:lnTo>
                    <a:pt x="0" y="86699"/>
                  </a:lnTo>
                  <a:cubicBezTo>
                    <a:pt x="0" y="38816"/>
                    <a:pt x="38816" y="0"/>
                    <a:pt x="86699" y="0"/>
                  </a:cubicBezTo>
                  <a:close/>
                </a:path>
              </a:pathLst>
            </a:custGeom>
            <a:solidFill>
              <a:srgbClr val="F34336"/>
            </a:solidFill>
          </p:spPr>
          <p:txBody>
            <a:bodyPr/>
            <a:lstStyle/>
            <a:p>
              <a:endParaRPr lang="en-SG" sz="1088"/>
            </a:p>
          </p:txBody>
        </p:sp>
        <p:sp>
          <p:nvSpPr>
            <p:cNvPr id="10" name="TextBox 10">
              <a:extLst>
                <a:ext uri="{FF2B5EF4-FFF2-40B4-BE49-F238E27FC236}">
                  <a16:creationId xmlns:a16="http://schemas.microsoft.com/office/drawing/2014/main" id="{AF545E49-D527-71B1-A135-40127B323787}"/>
                </a:ext>
              </a:extLst>
            </p:cNvPr>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grpSp>
        <p:nvGrpSpPr>
          <p:cNvPr id="11" name="Group 11">
            <a:extLst>
              <a:ext uri="{FF2B5EF4-FFF2-40B4-BE49-F238E27FC236}">
                <a16:creationId xmlns:a16="http://schemas.microsoft.com/office/drawing/2014/main" id="{51770EE4-75E4-9662-9311-5C0091BD6F7C}"/>
              </a:ext>
            </a:extLst>
          </p:cNvPr>
          <p:cNvGrpSpPr/>
          <p:nvPr/>
        </p:nvGrpSpPr>
        <p:grpSpPr>
          <a:xfrm>
            <a:off x="6588131" y="6160852"/>
            <a:ext cx="2285899" cy="660852"/>
            <a:chOff x="0" y="0"/>
            <a:chExt cx="812800" cy="234980"/>
          </a:xfrm>
        </p:grpSpPr>
        <p:sp>
          <p:nvSpPr>
            <p:cNvPr id="12" name="Freeform 12">
              <a:extLst>
                <a:ext uri="{FF2B5EF4-FFF2-40B4-BE49-F238E27FC236}">
                  <a16:creationId xmlns:a16="http://schemas.microsoft.com/office/drawing/2014/main" id="{82421899-13D2-2ABE-7CF3-84E6B9E3F130}"/>
                </a:ext>
              </a:extLst>
            </p:cNvPr>
            <p:cNvSpPr/>
            <p:nvPr/>
          </p:nvSpPr>
          <p:spPr>
            <a:xfrm>
              <a:off x="0" y="0"/>
              <a:ext cx="812800" cy="234980"/>
            </a:xfrm>
            <a:custGeom>
              <a:avLst/>
              <a:gdLst/>
              <a:ahLst/>
              <a:cxnLst/>
              <a:rect l="l" t="t" r="r" b="b"/>
              <a:pathLst>
                <a:path w="812800" h="234980">
                  <a:moveTo>
                    <a:pt x="86699" y="0"/>
                  </a:moveTo>
                  <a:lnTo>
                    <a:pt x="726101" y="0"/>
                  </a:lnTo>
                  <a:cubicBezTo>
                    <a:pt x="773984" y="0"/>
                    <a:pt x="812800" y="38816"/>
                    <a:pt x="812800" y="86699"/>
                  </a:cubicBezTo>
                  <a:lnTo>
                    <a:pt x="812800" y="148281"/>
                  </a:lnTo>
                  <a:cubicBezTo>
                    <a:pt x="812800" y="196164"/>
                    <a:pt x="773984" y="234980"/>
                    <a:pt x="726101" y="234980"/>
                  </a:cubicBezTo>
                  <a:lnTo>
                    <a:pt x="86699" y="234980"/>
                  </a:lnTo>
                  <a:cubicBezTo>
                    <a:pt x="38816" y="234980"/>
                    <a:pt x="0" y="196164"/>
                    <a:pt x="0" y="148281"/>
                  </a:cubicBezTo>
                  <a:lnTo>
                    <a:pt x="0" y="86699"/>
                  </a:lnTo>
                  <a:cubicBezTo>
                    <a:pt x="0" y="38816"/>
                    <a:pt x="38816" y="0"/>
                    <a:pt x="86699" y="0"/>
                  </a:cubicBezTo>
                  <a:close/>
                </a:path>
              </a:pathLst>
            </a:custGeom>
            <a:solidFill>
              <a:srgbClr val="F34336"/>
            </a:solidFill>
          </p:spPr>
          <p:txBody>
            <a:bodyPr/>
            <a:lstStyle/>
            <a:p>
              <a:endParaRPr lang="en-SG" sz="1088"/>
            </a:p>
          </p:txBody>
        </p:sp>
        <p:sp>
          <p:nvSpPr>
            <p:cNvPr id="13" name="TextBox 13">
              <a:extLst>
                <a:ext uri="{FF2B5EF4-FFF2-40B4-BE49-F238E27FC236}">
                  <a16:creationId xmlns:a16="http://schemas.microsoft.com/office/drawing/2014/main" id="{3A9ADE39-C704-01A9-7742-8B4BBA549F6A}"/>
                </a:ext>
              </a:extLst>
            </p:cNvPr>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sp>
        <p:nvSpPr>
          <p:cNvPr id="15" name="Freeform 15">
            <a:extLst>
              <a:ext uri="{FF2B5EF4-FFF2-40B4-BE49-F238E27FC236}">
                <a16:creationId xmlns:a16="http://schemas.microsoft.com/office/drawing/2014/main" id="{E83395AC-736A-8FC6-F4B1-B83863C623E1}"/>
              </a:ext>
            </a:extLst>
          </p:cNvPr>
          <p:cNvSpPr/>
          <p:nvPr/>
        </p:nvSpPr>
        <p:spPr>
          <a:xfrm>
            <a:off x="9540507" y="58474"/>
            <a:ext cx="540117" cy="540117"/>
          </a:xfrm>
          <a:custGeom>
            <a:avLst/>
            <a:gdLst/>
            <a:ahLst/>
            <a:cxnLst/>
            <a:rect l="l" t="t" r="r" b="b"/>
            <a:pathLst>
              <a:path w="675176" h="675176">
                <a:moveTo>
                  <a:pt x="0" y="0"/>
                </a:moveTo>
                <a:lnTo>
                  <a:pt x="675177" y="0"/>
                </a:lnTo>
                <a:lnTo>
                  <a:pt x="675177" y="675176"/>
                </a:lnTo>
                <a:lnTo>
                  <a:pt x="0" y="675176"/>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sp>
        <p:nvSpPr>
          <p:cNvPr id="16" name="Freeform 16">
            <a:extLst>
              <a:ext uri="{FF2B5EF4-FFF2-40B4-BE49-F238E27FC236}">
                <a16:creationId xmlns:a16="http://schemas.microsoft.com/office/drawing/2014/main" id="{961949C9-0161-9370-F60E-F641C9141D9D}"/>
              </a:ext>
            </a:extLst>
          </p:cNvPr>
          <p:cNvSpPr/>
          <p:nvPr/>
        </p:nvSpPr>
        <p:spPr>
          <a:xfrm>
            <a:off x="8903162" y="125855"/>
            <a:ext cx="405357" cy="405357"/>
          </a:xfrm>
          <a:custGeom>
            <a:avLst/>
            <a:gdLst/>
            <a:ahLst/>
            <a:cxnLst/>
            <a:rect l="l" t="t" r="r" b="b"/>
            <a:pathLst>
              <a:path w="506718" h="506718">
                <a:moveTo>
                  <a:pt x="0" y="0"/>
                </a:moveTo>
                <a:lnTo>
                  <a:pt x="506718" y="0"/>
                </a:lnTo>
                <a:lnTo>
                  <a:pt x="506718" y="506718"/>
                </a:lnTo>
                <a:lnTo>
                  <a:pt x="0" y="506718"/>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SG" sz="1088"/>
          </a:p>
        </p:txBody>
      </p:sp>
      <p:grpSp>
        <p:nvGrpSpPr>
          <p:cNvPr id="17" name="Group 17">
            <a:extLst>
              <a:ext uri="{FF2B5EF4-FFF2-40B4-BE49-F238E27FC236}">
                <a16:creationId xmlns:a16="http://schemas.microsoft.com/office/drawing/2014/main" id="{FD043C3D-D134-B31B-821E-54FBC9614D8D}"/>
              </a:ext>
            </a:extLst>
          </p:cNvPr>
          <p:cNvGrpSpPr/>
          <p:nvPr/>
        </p:nvGrpSpPr>
        <p:grpSpPr>
          <a:xfrm>
            <a:off x="3168589" y="789962"/>
            <a:ext cx="5470815" cy="1454697"/>
            <a:chOff x="0" y="0"/>
            <a:chExt cx="1945264" cy="517248"/>
          </a:xfrm>
        </p:grpSpPr>
        <p:sp>
          <p:nvSpPr>
            <p:cNvPr id="18" name="Freeform 18">
              <a:extLst>
                <a:ext uri="{FF2B5EF4-FFF2-40B4-BE49-F238E27FC236}">
                  <a16:creationId xmlns:a16="http://schemas.microsoft.com/office/drawing/2014/main" id="{08DECA2E-1066-2849-451D-8121548820E2}"/>
                </a:ext>
              </a:extLst>
            </p:cNvPr>
            <p:cNvSpPr/>
            <p:nvPr/>
          </p:nvSpPr>
          <p:spPr>
            <a:xfrm>
              <a:off x="0" y="0"/>
              <a:ext cx="1945264" cy="517249"/>
            </a:xfrm>
            <a:custGeom>
              <a:avLst/>
              <a:gdLst/>
              <a:ahLst/>
              <a:cxnLst/>
              <a:rect l="l" t="t" r="r" b="b"/>
              <a:pathLst>
                <a:path w="1945264" h="517249">
                  <a:moveTo>
                    <a:pt x="47546" y="0"/>
                  </a:moveTo>
                  <a:lnTo>
                    <a:pt x="1897718" y="0"/>
                  </a:lnTo>
                  <a:cubicBezTo>
                    <a:pt x="1910328" y="0"/>
                    <a:pt x="1922422" y="5009"/>
                    <a:pt x="1931339" y="13926"/>
                  </a:cubicBezTo>
                  <a:cubicBezTo>
                    <a:pt x="1940255" y="22843"/>
                    <a:pt x="1945264" y="34936"/>
                    <a:pt x="1945264" y="47546"/>
                  </a:cubicBezTo>
                  <a:lnTo>
                    <a:pt x="1945264" y="469702"/>
                  </a:lnTo>
                  <a:cubicBezTo>
                    <a:pt x="1945264" y="495961"/>
                    <a:pt x="1923977" y="517249"/>
                    <a:pt x="1897718" y="517249"/>
                  </a:cubicBezTo>
                  <a:lnTo>
                    <a:pt x="47546" y="517249"/>
                  </a:lnTo>
                  <a:cubicBezTo>
                    <a:pt x="34936" y="517249"/>
                    <a:pt x="22843" y="512239"/>
                    <a:pt x="13926" y="503323"/>
                  </a:cubicBezTo>
                  <a:cubicBezTo>
                    <a:pt x="5009" y="494406"/>
                    <a:pt x="0" y="482312"/>
                    <a:pt x="0" y="469702"/>
                  </a:cubicBezTo>
                  <a:lnTo>
                    <a:pt x="0" y="47546"/>
                  </a:lnTo>
                  <a:cubicBezTo>
                    <a:pt x="0" y="21287"/>
                    <a:pt x="21287" y="0"/>
                    <a:pt x="47546" y="0"/>
                  </a:cubicBezTo>
                  <a:close/>
                </a:path>
              </a:pathLst>
            </a:custGeom>
            <a:solidFill>
              <a:srgbClr val="FFC431">
                <a:alpha val="66667"/>
              </a:srgbClr>
            </a:solidFill>
          </p:spPr>
          <p:txBody>
            <a:bodyPr/>
            <a:lstStyle/>
            <a:p>
              <a:endParaRPr lang="en-SG" sz="1088"/>
            </a:p>
          </p:txBody>
        </p:sp>
        <p:sp>
          <p:nvSpPr>
            <p:cNvPr id="19" name="TextBox 19">
              <a:extLst>
                <a:ext uri="{FF2B5EF4-FFF2-40B4-BE49-F238E27FC236}">
                  <a16:creationId xmlns:a16="http://schemas.microsoft.com/office/drawing/2014/main" id="{631D2B0C-8303-0AD9-F858-8A6118D3EC4C}"/>
                </a:ext>
              </a:extLst>
            </p:cNvPr>
            <p:cNvSpPr txBox="1"/>
            <p:nvPr/>
          </p:nvSpPr>
          <p:spPr>
            <a:xfrm>
              <a:off x="0" y="-28575"/>
              <a:ext cx="1945264" cy="545823"/>
            </a:xfrm>
            <a:prstGeom prst="rect">
              <a:avLst/>
            </a:prstGeom>
          </p:spPr>
          <p:txBody>
            <a:bodyPr lIns="40638" tIns="40638" rIns="40638" bIns="40638" rtlCol="0" anchor="ctr"/>
            <a:lstStyle/>
            <a:p>
              <a:pPr algn="ctr">
                <a:lnSpc>
                  <a:spcPts val="2016"/>
                </a:lnSpc>
              </a:pPr>
              <a:endParaRPr sz="1088"/>
            </a:p>
          </p:txBody>
        </p:sp>
      </p:grpSp>
      <p:sp>
        <p:nvSpPr>
          <p:cNvPr id="20" name="Freeform 20">
            <a:extLst>
              <a:ext uri="{FF2B5EF4-FFF2-40B4-BE49-F238E27FC236}">
                <a16:creationId xmlns:a16="http://schemas.microsoft.com/office/drawing/2014/main" id="{89C78A60-C96D-B075-0DB4-F9AABD4989B3}"/>
              </a:ext>
            </a:extLst>
          </p:cNvPr>
          <p:cNvSpPr/>
          <p:nvPr/>
        </p:nvSpPr>
        <p:spPr>
          <a:xfrm>
            <a:off x="1475912" y="551790"/>
            <a:ext cx="2496100" cy="2365054"/>
          </a:xfrm>
          <a:custGeom>
            <a:avLst/>
            <a:gdLst/>
            <a:ahLst/>
            <a:cxnLst/>
            <a:rect l="l" t="t" r="r" b="b"/>
            <a:pathLst>
              <a:path w="3120262" h="2956448">
                <a:moveTo>
                  <a:pt x="0" y="0"/>
                </a:moveTo>
                <a:lnTo>
                  <a:pt x="3120262" y="0"/>
                </a:lnTo>
                <a:lnTo>
                  <a:pt x="3120262" y="2956448"/>
                </a:lnTo>
                <a:lnTo>
                  <a:pt x="0" y="2956448"/>
                </a:lnTo>
                <a:lnTo>
                  <a:pt x="0" y="0"/>
                </a:lnTo>
                <a:close/>
              </a:path>
            </a:pathLst>
          </a:custGeom>
          <a:blipFill>
            <a:blip r:embed="rId19"/>
            <a:stretch>
              <a:fillRect/>
            </a:stretch>
          </a:blipFill>
          <a:ln cap="sq">
            <a:noFill/>
            <a:prstDash val="solid"/>
            <a:miter/>
          </a:ln>
        </p:spPr>
        <p:txBody>
          <a:bodyPr/>
          <a:lstStyle/>
          <a:p>
            <a:endParaRPr lang="en-SG" sz="1088"/>
          </a:p>
        </p:txBody>
      </p:sp>
      <p:sp>
        <p:nvSpPr>
          <p:cNvPr id="21" name="TextBox 21">
            <a:extLst>
              <a:ext uri="{FF2B5EF4-FFF2-40B4-BE49-F238E27FC236}">
                <a16:creationId xmlns:a16="http://schemas.microsoft.com/office/drawing/2014/main" id="{D94E7610-1BA8-A2CA-922B-D2C2BB9309CD}"/>
              </a:ext>
            </a:extLst>
          </p:cNvPr>
          <p:cNvSpPr txBox="1"/>
          <p:nvPr/>
        </p:nvSpPr>
        <p:spPr>
          <a:xfrm>
            <a:off x="4119609" y="1090584"/>
            <a:ext cx="4203435" cy="838884"/>
          </a:xfrm>
          <a:prstGeom prst="rect">
            <a:avLst/>
          </a:prstGeom>
        </p:spPr>
        <p:txBody>
          <a:bodyPr lIns="0" tIns="0" rIns="0" bIns="0" rtlCol="0" anchor="t">
            <a:spAutoFit/>
          </a:bodyPr>
          <a:lstStyle/>
          <a:p>
            <a:pPr>
              <a:lnSpc>
                <a:spcPts val="3357"/>
              </a:lnSpc>
            </a:pPr>
            <a:r>
              <a:rPr lang="en-US" sz="2398" b="1">
                <a:solidFill>
                  <a:srgbClr val="000000"/>
                </a:solidFill>
                <a:latin typeface="Roboto Mono Bold"/>
                <a:ea typeface="Roboto Mono Bold"/>
                <a:cs typeface="Roboto Mono Bold"/>
                <a:sym typeface="Roboto Mono Bold"/>
              </a:rPr>
              <a:t>Hi, I am Kiki! </a:t>
            </a:r>
          </a:p>
          <a:p>
            <a:pPr>
              <a:lnSpc>
                <a:spcPts val="3357"/>
              </a:lnSpc>
              <a:spcBef>
                <a:spcPct val="0"/>
              </a:spcBef>
            </a:pPr>
            <a:r>
              <a:rPr lang="en-US" sz="2398" b="1">
                <a:solidFill>
                  <a:srgbClr val="000000"/>
                </a:solidFill>
                <a:latin typeface="Roboto Mono Bold"/>
                <a:ea typeface="Roboto Mono Bold"/>
                <a:cs typeface="Roboto Mono Bold"/>
                <a:sym typeface="Roboto Mono Bold"/>
              </a:rPr>
              <a:t>Looks like you are new</a:t>
            </a:r>
            <a:r>
              <a:rPr lang="en-US" sz="2398">
                <a:solidFill>
                  <a:srgbClr val="000000"/>
                </a:solidFill>
                <a:latin typeface="Roboto Mono"/>
                <a:ea typeface="Roboto Mono"/>
                <a:cs typeface="Roboto Mono"/>
                <a:sym typeface="Roboto Mono"/>
              </a:rPr>
              <a:t>.</a:t>
            </a:r>
          </a:p>
        </p:txBody>
      </p:sp>
      <p:sp>
        <p:nvSpPr>
          <p:cNvPr id="22" name="TextBox 22">
            <a:hlinkClick r:id="rId10" action="ppaction://hlinksldjump"/>
            <a:extLst>
              <a:ext uri="{FF2B5EF4-FFF2-40B4-BE49-F238E27FC236}">
                <a16:creationId xmlns:a16="http://schemas.microsoft.com/office/drawing/2014/main" id="{AC45806D-9F43-05F6-2454-0228E3ED1D86}"/>
              </a:ext>
            </a:extLst>
          </p:cNvPr>
          <p:cNvSpPr txBox="1"/>
          <p:nvPr/>
        </p:nvSpPr>
        <p:spPr>
          <a:xfrm>
            <a:off x="2083246" y="6282499"/>
            <a:ext cx="747266" cy="419346"/>
          </a:xfrm>
          <a:prstGeom prst="rect">
            <a:avLst/>
          </a:prstGeom>
        </p:spPr>
        <p:txBody>
          <a:bodyPr wrap="square" lIns="0" tIns="0" rIns="0" bIns="0" rtlCol="0" anchor="t">
            <a:spAutoFit/>
          </a:bodyPr>
          <a:lstStyle/>
          <a:p>
            <a:pPr algn="ctr">
              <a:lnSpc>
                <a:spcPts val="3359"/>
              </a:lnSpc>
              <a:spcBef>
                <a:spcPct val="0"/>
              </a:spcBef>
            </a:pPr>
            <a:r>
              <a:rPr lang="en-US" sz="2399" dirty="0">
                <a:solidFill>
                  <a:srgbClr val="FFFFFF"/>
                </a:solidFill>
                <a:latin typeface="League Spartan"/>
                <a:ea typeface="League Spartan"/>
                <a:cs typeface="League Spartan"/>
                <a:sym typeface="League Spartan"/>
              </a:rPr>
              <a:t>Map</a:t>
            </a:r>
          </a:p>
        </p:txBody>
      </p:sp>
      <p:sp>
        <p:nvSpPr>
          <p:cNvPr id="23" name="TextBox 23">
            <a:extLst>
              <a:ext uri="{FF2B5EF4-FFF2-40B4-BE49-F238E27FC236}">
                <a16:creationId xmlns:a16="http://schemas.microsoft.com/office/drawing/2014/main" id="{FA8D7E26-4AB5-9C8C-0379-0868D0B0600E}"/>
              </a:ext>
            </a:extLst>
          </p:cNvPr>
          <p:cNvSpPr txBox="1"/>
          <p:nvPr/>
        </p:nvSpPr>
        <p:spPr>
          <a:xfrm>
            <a:off x="6917779" y="6280042"/>
            <a:ext cx="1696893" cy="419346"/>
          </a:xfrm>
          <a:prstGeom prst="rect">
            <a:avLst/>
          </a:prstGeom>
        </p:spPr>
        <p:txBody>
          <a:bodyPr wrap="square" lIns="0" tIns="0" rIns="0" bIns="0" rtlCol="0" anchor="t">
            <a:spAutoFit/>
          </a:bodyPr>
          <a:lstStyle/>
          <a:p>
            <a:pPr algn="ctr">
              <a:lnSpc>
                <a:spcPts val="3359"/>
              </a:lnSpc>
              <a:spcBef>
                <a:spcPct val="0"/>
              </a:spcBef>
            </a:pPr>
            <a:r>
              <a:rPr lang="en-US" sz="2399" dirty="0">
                <a:solidFill>
                  <a:srgbClr val="FFFFFF"/>
                </a:solidFill>
                <a:latin typeface="League Spartan"/>
                <a:ea typeface="League Spartan"/>
                <a:cs typeface="League Spartan"/>
                <a:sym typeface="League Spartan"/>
              </a:rPr>
              <a:t>Plan Trip</a:t>
            </a:r>
          </a:p>
        </p:txBody>
      </p:sp>
      <p:sp>
        <p:nvSpPr>
          <p:cNvPr id="24" name="Freeform 15" descr="Mute speaker with solid fill">
            <a:hlinkClick r:id="rId20" action="ppaction://hlinksldjump"/>
            <a:extLst>
              <a:ext uri="{FF2B5EF4-FFF2-40B4-BE49-F238E27FC236}">
                <a16:creationId xmlns:a16="http://schemas.microsoft.com/office/drawing/2014/main" id="{A89288FA-F236-3D7A-FDF8-62B382BB492C}"/>
              </a:ext>
            </a:extLst>
          </p:cNvPr>
          <p:cNvSpPr/>
          <p:nvPr/>
        </p:nvSpPr>
        <p:spPr>
          <a:xfrm>
            <a:off x="503815" y="125855"/>
            <a:ext cx="540117" cy="540117"/>
          </a:xfrm>
          <a:custGeom>
            <a:avLst/>
            <a:gdLst/>
            <a:ahLst/>
            <a:cxnLst/>
            <a:rect l="l" t="t" r="r" b="b"/>
            <a:pathLst>
              <a:path w="675176" h="675176">
                <a:moveTo>
                  <a:pt x="0" y="0"/>
                </a:moveTo>
                <a:lnTo>
                  <a:pt x="675177" y="0"/>
                </a:lnTo>
                <a:lnTo>
                  <a:pt x="675177" y="675176"/>
                </a:lnTo>
                <a:lnTo>
                  <a:pt x="0" y="675176"/>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SG" sz="1088"/>
          </a:p>
        </p:txBody>
      </p:sp>
      <p:pic>
        <p:nvPicPr>
          <p:cNvPr id="26" name="Graphic 25" descr="Caret Down with solid fill">
            <a:extLst>
              <a:ext uri="{FF2B5EF4-FFF2-40B4-BE49-F238E27FC236}">
                <a16:creationId xmlns:a16="http://schemas.microsoft.com/office/drawing/2014/main" id="{F464184E-FDCF-6791-D720-BAD84E1FAA85}"/>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rot="10800000" flipV="1">
            <a:off x="8213974" y="108137"/>
            <a:ext cx="457200" cy="457200"/>
          </a:xfrm>
          <a:prstGeom prst="rect">
            <a:avLst/>
          </a:prstGeom>
        </p:spPr>
      </p:pic>
      <p:sp>
        <p:nvSpPr>
          <p:cNvPr id="27" name="TextBox 22">
            <a:extLst>
              <a:ext uri="{FF2B5EF4-FFF2-40B4-BE49-F238E27FC236}">
                <a16:creationId xmlns:a16="http://schemas.microsoft.com/office/drawing/2014/main" id="{455DF8D6-E94C-CFDC-6EE5-E9F703764727}"/>
              </a:ext>
            </a:extLst>
          </p:cNvPr>
          <p:cNvSpPr txBox="1"/>
          <p:nvPr/>
        </p:nvSpPr>
        <p:spPr>
          <a:xfrm>
            <a:off x="6964030" y="73783"/>
            <a:ext cx="1503275" cy="419346"/>
          </a:xfrm>
          <a:prstGeom prst="rect">
            <a:avLst/>
          </a:prstGeom>
        </p:spPr>
        <p:txBody>
          <a:bodyPr wrap="square" lIns="0" tIns="0" rIns="0" bIns="0" rtlCol="0" anchor="t">
            <a:spAutoFit/>
          </a:bodyPr>
          <a:lstStyle/>
          <a:p>
            <a:pPr algn="ctr">
              <a:lnSpc>
                <a:spcPts val="3359"/>
              </a:lnSpc>
              <a:spcBef>
                <a:spcPct val="0"/>
              </a:spcBef>
            </a:pPr>
            <a:r>
              <a:rPr lang="en-US" sz="2399" dirty="0">
                <a:solidFill>
                  <a:srgbClr val="FF0000"/>
                </a:solidFill>
                <a:latin typeface="League Spartan"/>
                <a:ea typeface="League Spartan"/>
                <a:cs typeface="League Spartan"/>
                <a:sym typeface="League Spartan"/>
              </a:rPr>
              <a:t>English </a:t>
            </a:r>
          </a:p>
        </p:txBody>
      </p:sp>
    </p:spTree>
    <p:extLst>
      <p:ext uri="{BB962C8B-B14F-4D97-AF65-F5344CB8AC3E}">
        <p14:creationId xmlns:p14="http://schemas.microsoft.com/office/powerpoint/2010/main" val="274061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757C2-C164-60D6-030D-3E7CC71002E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B880156-0EE5-4148-565B-244B8E622F18}"/>
              </a:ext>
            </a:extLst>
          </p:cNvPr>
          <p:cNvSpPr/>
          <p:nvPr/>
        </p:nvSpPr>
        <p:spPr>
          <a:xfrm flipH="1">
            <a:off x="-1" y="4543185"/>
            <a:ext cx="10080625" cy="2866305"/>
          </a:xfrm>
          <a:custGeom>
            <a:avLst/>
            <a:gdLst/>
            <a:ahLst/>
            <a:cxnLst/>
            <a:rect l="l" t="t" r="r" b="b"/>
            <a:pathLst>
              <a:path w="17585468" h="3583039">
                <a:moveTo>
                  <a:pt x="17585467" y="0"/>
                </a:moveTo>
                <a:lnTo>
                  <a:pt x="0" y="0"/>
                </a:lnTo>
                <a:lnTo>
                  <a:pt x="0" y="3583039"/>
                </a:lnTo>
                <a:lnTo>
                  <a:pt x="17585467" y="3583039"/>
                </a:lnTo>
                <a:lnTo>
                  <a:pt x="17585467" y="0"/>
                </a:lnTo>
                <a:close/>
              </a:path>
            </a:pathLst>
          </a:custGeom>
          <a:blipFill>
            <a:blip r:embed="rId2">
              <a:alphaModFix amt="9999"/>
              <a:extLst>
                <a:ext uri="{96DAC541-7B7A-43D3-8B79-37D633B846F1}">
                  <asvg:svgBlip xmlns:asvg="http://schemas.microsoft.com/office/drawing/2016/SVG/main" r:embed="rId3"/>
                </a:ext>
              </a:extLst>
            </a:blip>
            <a:stretch>
              <a:fillRect l="-13909" r="-25643"/>
            </a:stretch>
          </a:blipFill>
        </p:spPr>
        <p:txBody>
          <a:bodyPr/>
          <a:lstStyle/>
          <a:p>
            <a:endParaRPr lang="en-SG" sz="1088"/>
          </a:p>
        </p:txBody>
      </p:sp>
      <p:sp>
        <p:nvSpPr>
          <p:cNvPr id="3" name="Freeform 3">
            <a:extLst>
              <a:ext uri="{FF2B5EF4-FFF2-40B4-BE49-F238E27FC236}">
                <a16:creationId xmlns:a16="http://schemas.microsoft.com/office/drawing/2014/main" id="{99B553C9-66E8-513C-2A79-960C5D5F8A10}"/>
              </a:ext>
            </a:extLst>
          </p:cNvPr>
          <p:cNvSpPr/>
          <p:nvPr/>
        </p:nvSpPr>
        <p:spPr>
          <a:xfrm>
            <a:off x="-585716" y="1840457"/>
            <a:ext cx="12068424" cy="5556005"/>
          </a:xfrm>
          <a:custGeom>
            <a:avLst/>
            <a:gdLst/>
            <a:ahLst/>
            <a:cxnLst/>
            <a:rect l="l" t="t" r="r" b="b"/>
            <a:pathLst>
              <a:path w="15086195" h="6945313">
                <a:moveTo>
                  <a:pt x="0" y="0"/>
                </a:moveTo>
                <a:lnTo>
                  <a:pt x="15086195" y="0"/>
                </a:lnTo>
                <a:lnTo>
                  <a:pt x="15086195" y="6945313"/>
                </a:lnTo>
                <a:lnTo>
                  <a:pt x="0" y="6945313"/>
                </a:lnTo>
                <a:lnTo>
                  <a:pt x="0" y="0"/>
                </a:lnTo>
                <a:close/>
              </a:path>
            </a:pathLst>
          </a:custGeom>
          <a:blipFill>
            <a:blip r:embed="rId4">
              <a:alphaModFix amt="6000"/>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4" name="Freeform 4">
            <a:extLst>
              <a:ext uri="{FF2B5EF4-FFF2-40B4-BE49-F238E27FC236}">
                <a16:creationId xmlns:a16="http://schemas.microsoft.com/office/drawing/2014/main" id="{07D283CE-06C7-C113-2403-5D27492E9105}"/>
              </a:ext>
            </a:extLst>
          </p:cNvPr>
          <p:cNvSpPr/>
          <p:nvPr/>
        </p:nvSpPr>
        <p:spPr>
          <a:xfrm>
            <a:off x="496" y="1840456"/>
            <a:ext cx="468018" cy="1104466"/>
          </a:xfrm>
          <a:custGeom>
            <a:avLst/>
            <a:gdLst/>
            <a:ahLst/>
            <a:cxnLst/>
            <a:rect l="l" t="t" r="r" b="b"/>
            <a:pathLst>
              <a:path w="585048" h="1380643">
                <a:moveTo>
                  <a:pt x="0" y="0"/>
                </a:moveTo>
                <a:lnTo>
                  <a:pt x="585048" y="0"/>
                </a:lnTo>
                <a:lnTo>
                  <a:pt x="585048" y="1380643"/>
                </a:lnTo>
                <a:lnTo>
                  <a:pt x="0" y="1380643"/>
                </a:lnTo>
                <a:lnTo>
                  <a:pt x="0" y="0"/>
                </a:lnTo>
                <a:close/>
              </a:path>
            </a:pathLst>
          </a:custGeom>
          <a:blipFill>
            <a:blip r:embed="rId6">
              <a:alphaModFix amt="6999"/>
              <a:extLst>
                <a:ext uri="{96DAC541-7B7A-43D3-8B79-37D633B846F1}">
                  <asvg:svgBlip xmlns:asvg="http://schemas.microsoft.com/office/drawing/2016/SVG/main" r:embed="rId7"/>
                </a:ext>
              </a:extLst>
            </a:blip>
            <a:stretch>
              <a:fillRect/>
            </a:stretch>
          </a:blipFill>
        </p:spPr>
        <p:txBody>
          <a:bodyPr/>
          <a:lstStyle/>
          <a:p>
            <a:endParaRPr lang="en-SG" sz="1088"/>
          </a:p>
        </p:txBody>
      </p:sp>
      <p:sp>
        <p:nvSpPr>
          <p:cNvPr id="5" name="Freeform 5">
            <a:extLst>
              <a:ext uri="{FF2B5EF4-FFF2-40B4-BE49-F238E27FC236}">
                <a16:creationId xmlns:a16="http://schemas.microsoft.com/office/drawing/2014/main" id="{1EABD96D-E9A4-FC80-BADE-701779A233E0}"/>
              </a:ext>
            </a:extLst>
          </p:cNvPr>
          <p:cNvSpPr/>
          <p:nvPr/>
        </p:nvSpPr>
        <p:spPr>
          <a:xfrm>
            <a:off x="5597575" y="-237607"/>
            <a:ext cx="4267012" cy="1578794"/>
          </a:xfrm>
          <a:custGeom>
            <a:avLst/>
            <a:gdLst/>
            <a:ahLst/>
            <a:cxnLst/>
            <a:rect l="l" t="t" r="r" b="b"/>
            <a:pathLst>
              <a:path w="5334000" h="1973580">
                <a:moveTo>
                  <a:pt x="0" y="0"/>
                </a:moveTo>
                <a:lnTo>
                  <a:pt x="5334000" y="0"/>
                </a:lnTo>
                <a:lnTo>
                  <a:pt x="5334000" y="1973580"/>
                </a:lnTo>
                <a:lnTo>
                  <a:pt x="0" y="1973580"/>
                </a:lnTo>
                <a:lnTo>
                  <a:pt x="0" y="0"/>
                </a:lnTo>
                <a:close/>
              </a:path>
            </a:pathLst>
          </a:custGeom>
          <a:blipFill>
            <a:blip r:embed="rId8">
              <a:alphaModFix amt="6999"/>
              <a:extLst>
                <a:ext uri="{96DAC541-7B7A-43D3-8B79-37D633B846F1}">
                  <asvg:svgBlip xmlns:asvg="http://schemas.microsoft.com/office/drawing/2016/SVG/main" r:embed="rId9"/>
                </a:ext>
              </a:extLst>
            </a:blip>
            <a:stretch>
              <a:fillRect/>
            </a:stretch>
          </a:blipFill>
        </p:spPr>
        <p:txBody>
          <a:bodyPr/>
          <a:lstStyle/>
          <a:p>
            <a:endParaRPr lang="en-SG" sz="1088"/>
          </a:p>
        </p:txBody>
      </p:sp>
      <p:sp>
        <p:nvSpPr>
          <p:cNvPr id="6" name="Freeform 6">
            <a:extLst>
              <a:ext uri="{FF2B5EF4-FFF2-40B4-BE49-F238E27FC236}">
                <a16:creationId xmlns:a16="http://schemas.microsoft.com/office/drawing/2014/main" id="{DB672BD1-4E51-E9FD-D5C5-8D72181EC730}"/>
              </a:ext>
            </a:extLst>
          </p:cNvPr>
          <p:cNvSpPr/>
          <p:nvPr/>
        </p:nvSpPr>
        <p:spPr>
          <a:xfrm rot="432978">
            <a:off x="1369551" y="4289598"/>
            <a:ext cx="2052969" cy="1563989"/>
          </a:xfrm>
          <a:custGeom>
            <a:avLst/>
            <a:gdLst/>
            <a:ahLst/>
            <a:cxnLst/>
            <a:rect l="l" t="t" r="r" b="b"/>
            <a:pathLst>
              <a:path w="2566324" h="1955072">
                <a:moveTo>
                  <a:pt x="0" y="0"/>
                </a:moveTo>
                <a:lnTo>
                  <a:pt x="2566324" y="0"/>
                </a:lnTo>
                <a:lnTo>
                  <a:pt x="2566324" y="1955072"/>
                </a:lnTo>
                <a:lnTo>
                  <a:pt x="0" y="195507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SG" sz="1088"/>
          </a:p>
        </p:txBody>
      </p:sp>
      <p:sp>
        <p:nvSpPr>
          <p:cNvPr id="7" name="Freeform 7">
            <a:extLst>
              <a:ext uri="{FF2B5EF4-FFF2-40B4-BE49-F238E27FC236}">
                <a16:creationId xmlns:a16="http://schemas.microsoft.com/office/drawing/2014/main" id="{B662C948-EB18-5F01-F566-79DFCB68BCDE}"/>
              </a:ext>
            </a:extLst>
          </p:cNvPr>
          <p:cNvSpPr/>
          <p:nvPr/>
        </p:nvSpPr>
        <p:spPr>
          <a:xfrm>
            <a:off x="7050846" y="4368864"/>
            <a:ext cx="1329645" cy="1465542"/>
          </a:xfrm>
          <a:custGeom>
            <a:avLst/>
            <a:gdLst/>
            <a:ahLst/>
            <a:cxnLst/>
            <a:rect l="l" t="t" r="r" b="b"/>
            <a:pathLst>
              <a:path w="1662130" h="1832008">
                <a:moveTo>
                  <a:pt x="0" y="0"/>
                </a:moveTo>
                <a:lnTo>
                  <a:pt x="1662130" y="0"/>
                </a:lnTo>
                <a:lnTo>
                  <a:pt x="1662130" y="1832008"/>
                </a:lnTo>
                <a:lnTo>
                  <a:pt x="0" y="183200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SG" sz="1088"/>
          </a:p>
        </p:txBody>
      </p:sp>
      <p:grpSp>
        <p:nvGrpSpPr>
          <p:cNvPr id="8" name="Group 8">
            <a:extLst>
              <a:ext uri="{FF2B5EF4-FFF2-40B4-BE49-F238E27FC236}">
                <a16:creationId xmlns:a16="http://schemas.microsoft.com/office/drawing/2014/main" id="{CB816662-9D18-2013-8A12-E98FFBB7E56E}"/>
              </a:ext>
            </a:extLst>
          </p:cNvPr>
          <p:cNvGrpSpPr/>
          <p:nvPr/>
        </p:nvGrpSpPr>
        <p:grpSpPr>
          <a:xfrm>
            <a:off x="1341841" y="6160852"/>
            <a:ext cx="2285899" cy="660852"/>
            <a:chOff x="0" y="0"/>
            <a:chExt cx="812800" cy="234980"/>
          </a:xfrm>
        </p:grpSpPr>
        <p:sp>
          <p:nvSpPr>
            <p:cNvPr id="9" name="Freeform 9">
              <a:extLst>
                <a:ext uri="{FF2B5EF4-FFF2-40B4-BE49-F238E27FC236}">
                  <a16:creationId xmlns:a16="http://schemas.microsoft.com/office/drawing/2014/main" id="{C46C43DD-AFFB-950A-838E-5024935AEB09}"/>
                </a:ext>
              </a:extLst>
            </p:cNvPr>
            <p:cNvSpPr/>
            <p:nvPr/>
          </p:nvSpPr>
          <p:spPr>
            <a:xfrm>
              <a:off x="0" y="0"/>
              <a:ext cx="812800" cy="234980"/>
            </a:xfrm>
            <a:custGeom>
              <a:avLst/>
              <a:gdLst/>
              <a:ahLst/>
              <a:cxnLst/>
              <a:rect l="l" t="t" r="r" b="b"/>
              <a:pathLst>
                <a:path w="812800" h="234980">
                  <a:moveTo>
                    <a:pt x="86699" y="0"/>
                  </a:moveTo>
                  <a:lnTo>
                    <a:pt x="726101" y="0"/>
                  </a:lnTo>
                  <a:cubicBezTo>
                    <a:pt x="773984" y="0"/>
                    <a:pt x="812800" y="38816"/>
                    <a:pt x="812800" y="86699"/>
                  </a:cubicBezTo>
                  <a:lnTo>
                    <a:pt x="812800" y="148281"/>
                  </a:lnTo>
                  <a:cubicBezTo>
                    <a:pt x="812800" y="196164"/>
                    <a:pt x="773984" y="234980"/>
                    <a:pt x="726101" y="234980"/>
                  </a:cubicBezTo>
                  <a:lnTo>
                    <a:pt x="86699" y="234980"/>
                  </a:lnTo>
                  <a:cubicBezTo>
                    <a:pt x="38816" y="234980"/>
                    <a:pt x="0" y="196164"/>
                    <a:pt x="0" y="148281"/>
                  </a:cubicBezTo>
                  <a:lnTo>
                    <a:pt x="0" y="86699"/>
                  </a:lnTo>
                  <a:cubicBezTo>
                    <a:pt x="0" y="38816"/>
                    <a:pt x="38816" y="0"/>
                    <a:pt x="86699" y="0"/>
                  </a:cubicBezTo>
                  <a:close/>
                </a:path>
              </a:pathLst>
            </a:custGeom>
            <a:solidFill>
              <a:srgbClr val="F34336"/>
            </a:solidFill>
          </p:spPr>
          <p:txBody>
            <a:bodyPr/>
            <a:lstStyle/>
            <a:p>
              <a:endParaRPr lang="en-SG" sz="1088"/>
            </a:p>
          </p:txBody>
        </p:sp>
        <p:sp>
          <p:nvSpPr>
            <p:cNvPr id="10" name="TextBox 10">
              <a:extLst>
                <a:ext uri="{FF2B5EF4-FFF2-40B4-BE49-F238E27FC236}">
                  <a16:creationId xmlns:a16="http://schemas.microsoft.com/office/drawing/2014/main" id="{17C1C1DA-08A4-3DC2-BDE0-E26CA0548C60}"/>
                </a:ext>
              </a:extLst>
            </p:cNvPr>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grpSp>
        <p:nvGrpSpPr>
          <p:cNvPr id="11" name="Group 11">
            <a:extLst>
              <a:ext uri="{FF2B5EF4-FFF2-40B4-BE49-F238E27FC236}">
                <a16:creationId xmlns:a16="http://schemas.microsoft.com/office/drawing/2014/main" id="{8DBBDD1D-141C-F18A-E27B-6F3B64D0C128}"/>
              </a:ext>
            </a:extLst>
          </p:cNvPr>
          <p:cNvGrpSpPr/>
          <p:nvPr/>
        </p:nvGrpSpPr>
        <p:grpSpPr>
          <a:xfrm>
            <a:off x="6588131" y="6160852"/>
            <a:ext cx="2285899" cy="660852"/>
            <a:chOff x="0" y="0"/>
            <a:chExt cx="812800" cy="234980"/>
          </a:xfrm>
        </p:grpSpPr>
        <p:sp>
          <p:nvSpPr>
            <p:cNvPr id="12" name="Freeform 12">
              <a:extLst>
                <a:ext uri="{FF2B5EF4-FFF2-40B4-BE49-F238E27FC236}">
                  <a16:creationId xmlns:a16="http://schemas.microsoft.com/office/drawing/2014/main" id="{CEAFA5D2-8090-6A9F-05EF-A0B96C1360D4}"/>
                </a:ext>
              </a:extLst>
            </p:cNvPr>
            <p:cNvSpPr/>
            <p:nvPr/>
          </p:nvSpPr>
          <p:spPr>
            <a:xfrm>
              <a:off x="0" y="0"/>
              <a:ext cx="812800" cy="234980"/>
            </a:xfrm>
            <a:custGeom>
              <a:avLst/>
              <a:gdLst/>
              <a:ahLst/>
              <a:cxnLst/>
              <a:rect l="l" t="t" r="r" b="b"/>
              <a:pathLst>
                <a:path w="812800" h="234980">
                  <a:moveTo>
                    <a:pt x="86699" y="0"/>
                  </a:moveTo>
                  <a:lnTo>
                    <a:pt x="726101" y="0"/>
                  </a:lnTo>
                  <a:cubicBezTo>
                    <a:pt x="773984" y="0"/>
                    <a:pt x="812800" y="38816"/>
                    <a:pt x="812800" y="86699"/>
                  </a:cubicBezTo>
                  <a:lnTo>
                    <a:pt x="812800" y="148281"/>
                  </a:lnTo>
                  <a:cubicBezTo>
                    <a:pt x="812800" y="196164"/>
                    <a:pt x="773984" y="234980"/>
                    <a:pt x="726101" y="234980"/>
                  </a:cubicBezTo>
                  <a:lnTo>
                    <a:pt x="86699" y="234980"/>
                  </a:lnTo>
                  <a:cubicBezTo>
                    <a:pt x="38816" y="234980"/>
                    <a:pt x="0" y="196164"/>
                    <a:pt x="0" y="148281"/>
                  </a:cubicBezTo>
                  <a:lnTo>
                    <a:pt x="0" y="86699"/>
                  </a:lnTo>
                  <a:cubicBezTo>
                    <a:pt x="0" y="38816"/>
                    <a:pt x="38816" y="0"/>
                    <a:pt x="86699" y="0"/>
                  </a:cubicBezTo>
                  <a:close/>
                </a:path>
              </a:pathLst>
            </a:custGeom>
            <a:solidFill>
              <a:srgbClr val="F34336"/>
            </a:solidFill>
          </p:spPr>
          <p:txBody>
            <a:bodyPr/>
            <a:lstStyle/>
            <a:p>
              <a:endParaRPr lang="en-SG" sz="1088"/>
            </a:p>
          </p:txBody>
        </p:sp>
        <p:sp>
          <p:nvSpPr>
            <p:cNvPr id="13" name="TextBox 13">
              <a:extLst>
                <a:ext uri="{FF2B5EF4-FFF2-40B4-BE49-F238E27FC236}">
                  <a16:creationId xmlns:a16="http://schemas.microsoft.com/office/drawing/2014/main" id="{91DE8BF4-438B-D057-83D6-F6A2D177AAE5}"/>
                </a:ext>
              </a:extLst>
            </p:cNvPr>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sp>
        <p:nvSpPr>
          <p:cNvPr id="15" name="Freeform 15">
            <a:extLst>
              <a:ext uri="{FF2B5EF4-FFF2-40B4-BE49-F238E27FC236}">
                <a16:creationId xmlns:a16="http://schemas.microsoft.com/office/drawing/2014/main" id="{F6237885-1C0E-300E-9E80-E720BC207CA8}"/>
              </a:ext>
            </a:extLst>
          </p:cNvPr>
          <p:cNvSpPr/>
          <p:nvPr/>
        </p:nvSpPr>
        <p:spPr>
          <a:xfrm>
            <a:off x="9540507" y="58474"/>
            <a:ext cx="540117" cy="540117"/>
          </a:xfrm>
          <a:custGeom>
            <a:avLst/>
            <a:gdLst/>
            <a:ahLst/>
            <a:cxnLst/>
            <a:rect l="l" t="t" r="r" b="b"/>
            <a:pathLst>
              <a:path w="675176" h="675176">
                <a:moveTo>
                  <a:pt x="0" y="0"/>
                </a:moveTo>
                <a:lnTo>
                  <a:pt x="675177" y="0"/>
                </a:lnTo>
                <a:lnTo>
                  <a:pt x="675177" y="675176"/>
                </a:lnTo>
                <a:lnTo>
                  <a:pt x="0" y="675176"/>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16" name="Freeform 16">
            <a:extLst>
              <a:ext uri="{FF2B5EF4-FFF2-40B4-BE49-F238E27FC236}">
                <a16:creationId xmlns:a16="http://schemas.microsoft.com/office/drawing/2014/main" id="{1B9AF057-1C56-5739-EAA8-1950223B37F9}"/>
              </a:ext>
            </a:extLst>
          </p:cNvPr>
          <p:cNvSpPr/>
          <p:nvPr/>
        </p:nvSpPr>
        <p:spPr>
          <a:xfrm>
            <a:off x="8874030" y="125855"/>
            <a:ext cx="405357" cy="405357"/>
          </a:xfrm>
          <a:custGeom>
            <a:avLst/>
            <a:gdLst/>
            <a:ahLst/>
            <a:cxnLst/>
            <a:rect l="l" t="t" r="r" b="b"/>
            <a:pathLst>
              <a:path w="506718" h="506718">
                <a:moveTo>
                  <a:pt x="0" y="0"/>
                </a:moveTo>
                <a:lnTo>
                  <a:pt x="506718" y="0"/>
                </a:lnTo>
                <a:lnTo>
                  <a:pt x="506718" y="506718"/>
                </a:lnTo>
                <a:lnTo>
                  <a:pt x="0" y="506718"/>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grpSp>
        <p:nvGrpSpPr>
          <p:cNvPr id="17" name="Group 17">
            <a:extLst>
              <a:ext uri="{FF2B5EF4-FFF2-40B4-BE49-F238E27FC236}">
                <a16:creationId xmlns:a16="http://schemas.microsoft.com/office/drawing/2014/main" id="{3AA3EC63-085C-C254-EC10-6355818AE60D}"/>
              </a:ext>
            </a:extLst>
          </p:cNvPr>
          <p:cNvGrpSpPr/>
          <p:nvPr/>
        </p:nvGrpSpPr>
        <p:grpSpPr>
          <a:xfrm>
            <a:off x="3168589" y="789962"/>
            <a:ext cx="5470815" cy="1454697"/>
            <a:chOff x="0" y="0"/>
            <a:chExt cx="1945264" cy="517248"/>
          </a:xfrm>
        </p:grpSpPr>
        <p:sp>
          <p:nvSpPr>
            <p:cNvPr id="18" name="Freeform 18">
              <a:extLst>
                <a:ext uri="{FF2B5EF4-FFF2-40B4-BE49-F238E27FC236}">
                  <a16:creationId xmlns:a16="http://schemas.microsoft.com/office/drawing/2014/main" id="{22F31B50-B1A1-E22F-FCF9-2E53C435D7FA}"/>
                </a:ext>
              </a:extLst>
            </p:cNvPr>
            <p:cNvSpPr/>
            <p:nvPr/>
          </p:nvSpPr>
          <p:spPr>
            <a:xfrm>
              <a:off x="0" y="0"/>
              <a:ext cx="1945264" cy="517249"/>
            </a:xfrm>
            <a:custGeom>
              <a:avLst/>
              <a:gdLst/>
              <a:ahLst/>
              <a:cxnLst/>
              <a:rect l="l" t="t" r="r" b="b"/>
              <a:pathLst>
                <a:path w="1945264" h="517249">
                  <a:moveTo>
                    <a:pt x="47546" y="0"/>
                  </a:moveTo>
                  <a:lnTo>
                    <a:pt x="1897718" y="0"/>
                  </a:lnTo>
                  <a:cubicBezTo>
                    <a:pt x="1910328" y="0"/>
                    <a:pt x="1922422" y="5009"/>
                    <a:pt x="1931339" y="13926"/>
                  </a:cubicBezTo>
                  <a:cubicBezTo>
                    <a:pt x="1940255" y="22843"/>
                    <a:pt x="1945264" y="34936"/>
                    <a:pt x="1945264" y="47546"/>
                  </a:cubicBezTo>
                  <a:lnTo>
                    <a:pt x="1945264" y="469702"/>
                  </a:lnTo>
                  <a:cubicBezTo>
                    <a:pt x="1945264" y="495961"/>
                    <a:pt x="1923977" y="517249"/>
                    <a:pt x="1897718" y="517249"/>
                  </a:cubicBezTo>
                  <a:lnTo>
                    <a:pt x="47546" y="517249"/>
                  </a:lnTo>
                  <a:cubicBezTo>
                    <a:pt x="34936" y="517249"/>
                    <a:pt x="22843" y="512239"/>
                    <a:pt x="13926" y="503323"/>
                  </a:cubicBezTo>
                  <a:cubicBezTo>
                    <a:pt x="5009" y="494406"/>
                    <a:pt x="0" y="482312"/>
                    <a:pt x="0" y="469702"/>
                  </a:cubicBezTo>
                  <a:lnTo>
                    <a:pt x="0" y="47546"/>
                  </a:lnTo>
                  <a:cubicBezTo>
                    <a:pt x="0" y="21287"/>
                    <a:pt x="21287" y="0"/>
                    <a:pt x="47546" y="0"/>
                  </a:cubicBezTo>
                  <a:close/>
                </a:path>
              </a:pathLst>
            </a:custGeom>
            <a:solidFill>
              <a:srgbClr val="FFC431">
                <a:alpha val="66667"/>
              </a:srgbClr>
            </a:solidFill>
          </p:spPr>
          <p:txBody>
            <a:bodyPr/>
            <a:lstStyle/>
            <a:p>
              <a:endParaRPr lang="en-SG" sz="1088"/>
            </a:p>
          </p:txBody>
        </p:sp>
        <p:sp>
          <p:nvSpPr>
            <p:cNvPr id="19" name="TextBox 19">
              <a:extLst>
                <a:ext uri="{FF2B5EF4-FFF2-40B4-BE49-F238E27FC236}">
                  <a16:creationId xmlns:a16="http://schemas.microsoft.com/office/drawing/2014/main" id="{685259EB-644A-C481-71E5-38C1E1AFFE8F}"/>
                </a:ext>
              </a:extLst>
            </p:cNvPr>
            <p:cNvSpPr txBox="1"/>
            <p:nvPr/>
          </p:nvSpPr>
          <p:spPr>
            <a:xfrm>
              <a:off x="0" y="-28575"/>
              <a:ext cx="1945264" cy="545823"/>
            </a:xfrm>
            <a:prstGeom prst="rect">
              <a:avLst/>
            </a:prstGeom>
          </p:spPr>
          <p:txBody>
            <a:bodyPr lIns="40638" tIns="40638" rIns="40638" bIns="40638" rtlCol="0" anchor="ctr"/>
            <a:lstStyle/>
            <a:p>
              <a:pPr algn="ctr">
                <a:lnSpc>
                  <a:spcPts val="2016"/>
                </a:lnSpc>
              </a:pPr>
              <a:endParaRPr sz="1088"/>
            </a:p>
          </p:txBody>
        </p:sp>
      </p:grpSp>
      <p:sp>
        <p:nvSpPr>
          <p:cNvPr id="20" name="Freeform 20">
            <a:extLst>
              <a:ext uri="{FF2B5EF4-FFF2-40B4-BE49-F238E27FC236}">
                <a16:creationId xmlns:a16="http://schemas.microsoft.com/office/drawing/2014/main" id="{1CB92D11-2839-125E-0017-01E906FB2208}"/>
              </a:ext>
            </a:extLst>
          </p:cNvPr>
          <p:cNvSpPr/>
          <p:nvPr/>
        </p:nvSpPr>
        <p:spPr>
          <a:xfrm>
            <a:off x="1475912" y="551790"/>
            <a:ext cx="2496100" cy="2365054"/>
          </a:xfrm>
          <a:custGeom>
            <a:avLst/>
            <a:gdLst/>
            <a:ahLst/>
            <a:cxnLst/>
            <a:rect l="l" t="t" r="r" b="b"/>
            <a:pathLst>
              <a:path w="3120262" h="2956448">
                <a:moveTo>
                  <a:pt x="0" y="0"/>
                </a:moveTo>
                <a:lnTo>
                  <a:pt x="3120262" y="0"/>
                </a:lnTo>
                <a:lnTo>
                  <a:pt x="3120262" y="2956448"/>
                </a:lnTo>
                <a:lnTo>
                  <a:pt x="0" y="2956448"/>
                </a:lnTo>
                <a:lnTo>
                  <a:pt x="0" y="0"/>
                </a:lnTo>
                <a:close/>
              </a:path>
            </a:pathLst>
          </a:custGeom>
          <a:blipFill>
            <a:blip r:embed="rId18"/>
            <a:stretch>
              <a:fillRect/>
            </a:stretch>
          </a:blipFill>
          <a:ln cap="sq">
            <a:noFill/>
            <a:prstDash val="solid"/>
            <a:miter/>
          </a:ln>
        </p:spPr>
        <p:txBody>
          <a:bodyPr/>
          <a:lstStyle/>
          <a:p>
            <a:endParaRPr lang="en-SG" sz="1088"/>
          </a:p>
        </p:txBody>
      </p:sp>
      <p:sp>
        <p:nvSpPr>
          <p:cNvPr id="21" name="TextBox 21">
            <a:extLst>
              <a:ext uri="{FF2B5EF4-FFF2-40B4-BE49-F238E27FC236}">
                <a16:creationId xmlns:a16="http://schemas.microsoft.com/office/drawing/2014/main" id="{1A35B3A7-5C85-B6BC-B9E1-8E2ECC4AE548}"/>
              </a:ext>
            </a:extLst>
          </p:cNvPr>
          <p:cNvSpPr txBox="1"/>
          <p:nvPr/>
        </p:nvSpPr>
        <p:spPr>
          <a:xfrm>
            <a:off x="4119609" y="1090584"/>
            <a:ext cx="4203435" cy="838884"/>
          </a:xfrm>
          <a:prstGeom prst="rect">
            <a:avLst/>
          </a:prstGeom>
        </p:spPr>
        <p:txBody>
          <a:bodyPr lIns="0" tIns="0" rIns="0" bIns="0" rtlCol="0" anchor="t">
            <a:spAutoFit/>
          </a:bodyPr>
          <a:lstStyle/>
          <a:p>
            <a:pPr>
              <a:lnSpc>
                <a:spcPts val="3357"/>
              </a:lnSpc>
            </a:pPr>
            <a:r>
              <a:rPr lang="en-US" sz="2398" b="1">
                <a:solidFill>
                  <a:srgbClr val="000000"/>
                </a:solidFill>
                <a:latin typeface="Roboto Mono Bold"/>
                <a:ea typeface="Roboto Mono Bold"/>
                <a:cs typeface="Roboto Mono Bold"/>
                <a:sym typeface="Roboto Mono Bold"/>
              </a:rPr>
              <a:t>Hi, I am Kiki! </a:t>
            </a:r>
          </a:p>
          <a:p>
            <a:pPr>
              <a:lnSpc>
                <a:spcPts val="3357"/>
              </a:lnSpc>
              <a:spcBef>
                <a:spcPct val="0"/>
              </a:spcBef>
            </a:pPr>
            <a:r>
              <a:rPr lang="en-US" sz="2398" b="1">
                <a:solidFill>
                  <a:srgbClr val="000000"/>
                </a:solidFill>
                <a:latin typeface="Roboto Mono Bold"/>
                <a:ea typeface="Roboto Mono Bold"/>
                <a:cs typeface="Roboto Mono Bold"/>
                <a:sym typeface="Roboto Mono Bold"/>
              </a:rPr>
              <a:t>Looks like you are new</a:t>
            </a:r>
            <a:r>
              <a:rPr lang="en-US" sz="2398">
                <a:solidFill>
                  <a:srgbClr val="000000"/>
                </a:solidFill>
                <a:latin typeface="Roboto Mono"/>
                <a:ea typeface="Roboto Mono"/>
                <a:cs typeface="Roboto Mono"/>
                <a:sym typeface="Roboto Mono"/>
              </a:rPr>
              <a:t>.</a:t>
            </a:r>
          </a:p>
        </p:txBody>
      </p:sp>
      <p:sp>
        <p:nvSpPr>
          <p:cNvPr id="22" name="TextBox 22">
            <a:extLst>
              <a:ext uri="{FF2B5EF4-FFF2-40B4-BE49-F238E27FC236}">
                <a16:creationId xmlns:a16="http://schemas.microsoft.com/office/drawing/2014/main" id="{22C0162B-B151-8CC9-8C68-7944439931C6}"/>
              </a:ext>
            </a:extLst>
          </p:cNvPr>
          <p:cNvSpPr txBox="1"/>
          <p:nvPr/>
        </p:nvSpPr>
        <p:spPr>
          <a:xfrm>
            <a:off x="2083246" y="6282499"/>
            <a:ext cx="747266" cy="419346"/>
          </a:xfrm>
          <a:prstGeom prst="rect">
            <a:avLst/>
          </a:prstGeom>
        </p:spPr>
        <p:txBody>
          <a:bodyPr wrap="square" lIns="0" tIns="0" rIns="0" bIns="0" rtlCol="0" anchor="t">
            <a:spAutoFit/>
          </a:bodyPr>
          <a:lstStyle/>
          <a:p>
            <a:pPr algn="ctr">
              <a:lnSpc>
                <a:spcPts val="3359"/>
              </a:lnSpc>
              <a:spcBef>
                <a:spcPct val="0"/>
              </a:spcBef>
            </a:pPr>
            <a:r>
              <a:rPr lang="en-US" sz="2399" dirty="0">
                <a:solidFill>
                  <a:srgbClr val="FFFFFF"/>
                </a:solidFill>
                <a:latin typeface="League Spartan"/>
                <a:ea typeface="League Spartan"/>
                <a:cs typeface="League Spartan"/>
                <a:sym typeface="League Spartan"/>
              </a:rPr>
              <a:t>Map</a:t>
            </a:r>
          </a:p>
        </p:txBody>
      </p:sp>
      <p:sp>
        <p:nvSpPr>
          <p:cNvPr id="23" name="TextBox 23">
            <a:extLst>
              <a:ext uri="{FF2B5EF4-FFF2-40B4-BE49-F238E27FC236}">
                <a16:creationId xmlns:a16="http://schemas.microsoft.com/office/drawing/2014/main" id="{66F7421F-7042-CD96-E4F2-1033F4C3BC6D}"/>
              </a:ext>
            </a:extLst>
          </p:cNvPr>
          <p:cNvSpPr txBox="1"/>
          <p:nvPr/>
        </p:nvSpPr>
        <p:spPr>
          <a:xfrm>
            <a:off x="6917779" y="6280042"/>
            <a:ext cx="1696893" cy="419346"/>
          </a:xfrm>
          <a:prstGeom prst="rect">
            <a:avLst/>
          </a:prstGeom>
        </p:spPr>
        <p:txBody>
          <a:bodyPr wrap="square" lIns="0" tIns="0" rIns="0" bIns="0" rtlCol="0" anchor="t">
            <a:spAutoFit/>
          </a:bodyPr>
          <a:lstStyle/>
          <a:p>
            <a:pPr algn="ctr">
              <a:lnSpc>
                <a:spcPts val="3359"/>
              </a:lnSpc>
              <a:spcBef>
                <a:spcPct val="0"/>
              </a:spcBef>
            </a:pPr>
            <a:r>
              <a:rPr lang="en-US" sz="2399" dirty="0">
                <a:solidFill>
                  <a:srgbClr val="FFFFFF"/>
                </a:solidFill>
                <a:latin typeface="League Spartan"/>
                <a:ea typeface="League Spartan"/>
                <a:cs typeface="League Spartan"/>
                <a:sym typeface="League Spartan"/>
              </a:rPr>
              <a:t>Plan Trip</a:t>
            </a:r>
          </a:p>
        </p:txBody>
      </p:sp>
      <p:sp>
        <p:nvSpPr>
          <p:cNvPr id="24" name="Freeform 15" descr="Mute speaker with solid fill">
            <a:extLst>
              <a:ext uri="{FF2B5EF4-FFF2-40B4-BE49-F238E27FC236}">
                <a16:creationId xmlns:a16="http://schemas.microsoft.com/office/drawing/2014/main" id="{FE5118D6-9F87-3CD9-9657-24FD59ED2308}"/>
              </a:ext>
            </a:extLst>
          </p:cNvPr>
          <p:cNvSpPr/>
          <p:nvPr/>
        </p:nvSpPr>
        <p:spPr>
          <a:xfrm>
            <a:off x="503815" y="125855"/>
            <a:ext cx="540117" cy="540117"/>
          </a:xfrm>
          <a:custGeom>
            <a:avLst/>
            <a:gdLst/>
            <a:ahLst/>
            <a:cxnLst/>
            <a:rect l="l" t="t" r="r" b="b"/>
            <a:pathLst>
              <a:path w="675176" h="675176">
                <a:moveTo>
                  <a:pt x="0" y="0"/>
                </a:moveTo>
                <a:lnTo>
                  <a:pt x="675177" y="0"/>
                </a:lnTo>
                <a:lnTo>
                  <a:pt x="675177" y="675176"/>
                </a:lnTo>
                <a:lnTo>
                  <a:pt x="0" y="675176"/>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en-SG" sz="1088"/>
          </a:p>
        </p:txBody>
      </p:sp>
      <p:sp>
        <p:nvSpPr>
          <p:cNvPr id="40" name="TextBox 22">
            <a:extLst>
              <a:ext uri="{FF2B5EF4-FFF2-40B4-BE49-F238E27FC236}">
                <a16:creationId xmlns:a16="http://schemas.microsoft.com/office/drawing/2014/main" id="{FC31FD45-7584-9D6B-3714-D646129A09E2}"/>
              </a:ext>
            </a:extLst>
          </p:cNvPr>
          <p:cNvSpPr txBox="1"/>
          <p:nvPr/>
        </p:nvSpPr>
        <p:spPr>
          <a:xfrm>
            <a:off x="6964030" y="73783"/>
            <a:ext cx="1503275" cy="419346"/>
          </a:xfrm>
          <a:prstGeom prst="rect">
            <a:avLst/>
          </a:prstGeom>
        </p:spPr>
        <p:txBody>
          <a:bodyPr wrap="square" lIns="0" tIns="0" rIns="0" bIns="0" rtlCol="0" anchor="t">
            <a:spAutoFit/>
          </a:bodyPr>
          <a:lstStyle/>
          <a:p>
            <a:pPr algn="ctr">
              <a:lnSpc>
                <a:spcPts val="3359"/>
              </a:lnSpc>
              <a:spcBef>
                <a:spcPct val="0"/>
              </a:spcBef>
            </a:pPr>
            <a:r>
              <a:rPr lang="en-US" sz="2399" dirty="0">
                <a:solidFill>
                  <a:srgbClr val="FF0000"/>
                </a:solidFill>
                <a:latin typeface="League Spartan"/>
                <a:ea typeface="League Spartan"/>
                <a:cs typeface="League Spartan"/>
                <a:sym typeface="League Spartan"/>
              </a:rPr>
              <a:t>English </a:t>
            </a:r>
          </a:p>
        </p:txBody>
      </p:sp>
      <p:pic>
        <p:nvPicPr>
          <p:cNvPr id="39" name="Graphic 38" descr="Caret Down with solid fill">
            <a:extLst>
              <a:ext uri="{FF2B5EF4-FFF2-40B4-BE49-F238E27FC236}">
                <a16:creationId xmlns:a16="http://schemas.microsoft.com/office/drawing/2014/main" id="{1CAE1C7C-40F6-15E0-7EB7-0BC3E6E3834F}"/>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rot="10800000" flipV="1">
            <a:off x="8213974" y="108137"/>
            <a:ext cx="457200" cy="457200"/>
          </a:xfrm>
          <a:prstGeom prst="rect">
            <a:avLst/>
          </a:prstGeom>
        </p:spPr>
      </p:pic>
      <p:grpSp>
        <p:nvGrpSpPr>
          <p:cNvPr id="14" name="Group 24">
            <a:extLst>
              <a:ext uri="{FF2B5EF4-FFF2-40B4-BE49-F238E27FC236}">
                <a16:creationId xmlns:a16="http://schemas.microsoft.com/office/drawing/2014/main" id="{361E05E5-3F95-FFE6-7AF0-0D3AAB28F1B4}"/>
              </a:ext>
            </a:extLst>
          </p:cNvPr>
          <p:cNvGrpSpPr/>
          <p:nvPr/>
        </p:nvGrpSpPr>
        <p:grpSpPr>
          <a:xfrm>
            <a:off x="50652" y="0"/>
            <a:ext cx="11093846" cy="7746483"/>
            <a:chOff x="0" y="0"/>
            <a:chExt cx="3944653" cy="2754426"/>
          </a:xfrm>
        </p:grpSpPr>
        <p:sp>
          <p:nvSpPr>
            <p:cNvPr id="25" name="Freeform 25">
              <a:extLst>
                <a:ext uri="{FF2B5EF4-FFF2-40B4-BE49-F238E27FC236}">
                  <a16:creationId xmlns:a16="http://schemas.microsoft.com/office/drawing/2014/main" id="{F8E50D9C-E98F-C92C-82D1-E4DF73F9E960}"/>
                </a:ext>
              </a:extLst>
            </p:cNvPr>
            <p:cNvSpPr/>
            <p:nvPr/>
          </p:nvSpPr>
          <p:spPr>
            <a:xfrm>
              <a:off x="0" y="0"/>
              <a:ext cx="3944653" cy="2754426"/>
            </a:xfrm>
            <a:custGeom>
              <a:avLst/>
              <a:gdLst/>
              <a:ahLst/>
              <a:cxnLst/>
              <a:rect l="l" t="t" r="r" b="b"/>
              <a:pathLst>
                <a:path w="3944653" h="2754426">
                  <a:moveTo>
                    <a:pt x="0" y="0"/>
                  </a:moveTo>
                  <a:lnTo>
                    <a:pt x="3944653" y="0"/>
                  </a:lnTo>
                  <a:lnTo>
                    <a:pt x="3944653" y="2754426"/>
                  </a:lnTo>
                  <a:lnTo>
                    <a:pt x="0" y="2754426"/>
                  </a:lnTo>
                  <a:close/>
                </a:path>
              </a:pathLst>
            </a:custGeom>
            <a:solidFill>
              <a:srgbClr val="FFFFFF">
                <a:alpha val="69804"/>
              </a:srgbClr>
            </a:solidFill>
          </p:spPr>
          <p:txBody>
            <a:bodyPr/>
            <a:lstStyle/>
            <a:p>
              <a:endParaRPr lang="en-SG" sz="1088"/>
            </a:p>
          </p:txBody>
        </p:sp>
        <p:sp>
          <p:nvSpPr>
            <p:cNvPr id="26" name="TextBox 26">
              <a:extLst>
                <a:ext uri="{FF2B5EF4-FFF2-40B4-BE49-F238E27FC236}">
                  <a16:creationId xmlns:a16="http://schemas.microsoft.com/office/drawing/2014/main" id="{EE9758FD-F7B1-7ADC-6981-30BACA8AD849}"/>
                </a:ext>
              </a:extLst>
            </p:cNvPr>
            <p:cNvSpPr txBox="1"/>
            <p:nvPr/>
          </p:nvSpPr>
          <p:spPr>
            <a:xfrm>
              <a:off x="0" y="-28575"/>
              <a:ext cx="3944653" cy="2783001"/>
            </a:xfrm>
            <a:prstGeom prst="rect">
              <a:avLst/>
            </a:prstGeom>
          </p:spPr>
          <p:txBody>
            <a:bodyPr lIns="40638" tIns="40638" rIns="40638" bIns="40638" rtlCol="0" anchor="ctr"/>
            <a:lstStyle/>
            <a:p>
              <a:pPr algn="ctr">
                <a:lnSpc>
                  <a:spcPts val="2016"/>
                </a:lnSpc>
              </a:pPr>
              <a:endParaRPr sz="1088"/>
            </a:p>
          </p:txBody>
        </p:sp>
      </p:grpSp>
      <p:grpSp>
        <p:nvGrpSpPr>
          <p:cNvPr id="27" name="Group 27">
            <a:extLst>
              <a:ext uri="{FF2B5EF4-FFF2-40B4-BE49-F238E27FC236}">
                <a16:creationId xmlns:a16="http://schemas.microsoft.com/office/drawing/2014/main" id="{02A9BBB8-BCE7-B373-6823-84B8D4B27196}"/>
              </a:ext>
            </a:extLst>
          </p:cNvPr>
          <p:cNvGrpSpPr/>
          <p:nvPr/>
        </p:nvGrpSpPr>
        <p:grpSpPr>
          <a:xfrm>
            <a:off x="2933090" y="2218733"/>
            <a:ext cx="4849507" cy="2756766"/>
            <a:chOff x="0" y="0"/>
            <a:chExt cx="1724345" cy="980227"/>
          </a:xfrm>
        </p:grpSpPr>
        <p:sp>
          <p:nvSpPr>
            <p:cNvPr id="28" name="Freeform 28">
              <a:extLst>
                <a:ext uri="{FF2B5EF4-FFF2-40B4-BE49-F238E27FC236}">
                  <a16:creationId xmlns:a16="http://schemas.microsoft.com/office/drawing/2014/main" id="{B2C7ED14-126C-0B94-C171-5A8FB8894B6A}"/>
                </a:ext>
              </a:extLst>
            </p:cNvPr>
            <p:cNvSpPr/>
            <p:nvPr/>
          </p:nvSpPr>
          <p:spPr>
            <a:xfrm>
              <a:off x="0" y="0"/>
              <a:ext cx="1724345" cy="980227"/>
            </a:xfrm>
            <a:custGeom>
              <a:avLst/>
              <a:gdLst/>
              <a:ahLst/>
              <a:cxnLst/>
              <a:rect l="l" t="t" r="r" b="b"/>
              <a:pathLst>
                <a:path w="1724345" h="980227">
                  <a:moveTo>
                    <a:pt x="60023" y="0"/>
                  </a:moveTo>
                  <a:lnTo>
                    <a:pt x="1664322" y="0"/>
                  </a:lnTo>
                  <a:cubicBezTo>
                    <a:pt x="1697472" y="0"/>
                    <a:pt x="1724345" y="26873"/>
                    <a:pt x="1724345" y="60023"/>
                  </a:cubicBezTo>
                  <a:lnTo>
                    <a:pt x="1724345" y="920203"/>
                  </a:lnTo>
                  <a:cubicBezTo>
                    <a:pt x="1724345" y="953353"/>
                    <a:pt x="1697472" y="980227"/>
                    <a:pt x="1664322" y="980227"/>
                  </a:cubicBezTo>
                  <a:lnTo>
                    <a:pt x="60023" y="980227"/>
                  </a:lnTo>
                  <a:cubicBezTo>
                    <a:pt x="26873" y="980227"/>
                    <a:pt x="0" y="953353"/>
                    <a:pt x="0" y="920203"/>
                  </a:cubicBezTo>
                  <a:lnTo>
                    <a:pt x="0" y="60023"/>
                  </a:lnTo>
                  <a:cubicBezTo>
                    <a:pt x="0" y="26873"/>
                    <a:pt x="26873" y="0"/>
                    <a:pt x="60023" y="0"/>
                  </a:cubicBezTo>
                  <a:close/>
                </a:path>
              </a:pathLst>
            </a:custGeom>
            <a:solidFill>
              <a:srgbClr val="FFF1EF"/>
            </a:solidFill>
          </p:spPr>
          <p:txBody>
            <a:bodyPr/>
            <a:lstStyle/>
            <a:p>
              <a:endParaRPr lang="en-SG" sz="1088"/>
            </a:p>
          </p:txBody>
        </p:sp>
        <p:sp>
          <p:nvSpPr>
            <p:cNvPr id="29" name="TextBox 29">
              <a:extLst>
                <a:ext uri="{FF2B5EF4-FFF2-40B4-BE49-F238E27FC236}">
                  <a16:creationId xmlns:a16="http://schemas.microsoft.com/office/drawing/2014/main" id="{D4E45845-D8DF-F2A1-1794-0B0447C35B65}"/>
                </a:ext>
              </a:extLst>
            </p:cNvPr>
            <p:cNvSpPr txBox="1"/>
            <p:nvPr/>
          </p:nvSpPr>
          <p:spPr>
            <a:xfrm>
              <a:off x="0" y="-28575"/>
              <a:ext cx="1724345" cy="1008802"/>
            </a:xfrm>
            <a:prstGeom prst="rect">
              <a:avLst/>
            </a:prstGeom>
          </p:spPr>
          <p:txBody>
            <a:bodyPr lIns="40638" tIns="40638" rIns="40638" bIns="40638" rtlCol="0" anchor="ctr"/>
            <a:lstStyle/>
            <a:p>
              <a:pPr algn="ctr">
                <a:lnSpc>
                  <a:spcPts val="2016"/>
                </a:lnSpc>
              </a:pPr>
              <a:endParaRPr sz="1088"/>
            </a:p>
          </p:txBody>
        </p:sp>
      </p:grpSp>
      <p:grpSp>
        <p:nvGrpSpPr>
          <p:cNvPr id="30" name="Group 30">
            <a:extLst>
              <a:ext uri="{FF2B5EF4-FFF2-40B4-BE49-F238E27FC236}">
                <a16:creationId xmlns:a16="http://schemas.microsoft.com/office/drawing/2014/main" id="{61ECE778-C2E1-1D1A-E498-4A78E40D5DD9}"/>
              </a:ext>
            </a:extLst>
          </p:cNvPr>
          <p:cNvGrpSpPr/>
          <p:nvPr/>
        </p:nvGrpSpPr>
        <p:grpSpPr>
          <a:xfrm>
            <a:off x="3324654" y="4244011"/>
            <a:ext cx="1523933" cy="535816"/>
            <a:chOff x="0" y="0"/>
            <a:chExt cx="1140231" cy="400906"/>
          </a:xfrm>
        </p:grpSpPr>
        <p:sp>
          <p:nvSpPr>
            <p:cNvPr id="31" name="Freeform 31">
              <a:extLst>
                <a:ext uri="{FF2B5EF4-FFF2-40B4-BE49-F238E27FC236}">
                  <a16:creationId xmlns:a16="http://schemas.microsoft.com/office/drawing/2014/main" id="{AE623189-D727-E7A6-80F4-EF9E61E3A742}"/>
                </a:ext>
              </a:extLst>
            </p:cNvPr>
            <p:cNvSpPr/>
            <p:nvPr/>
          </p:nvSpPr>
          <p:spPr>
            <a:xfrm>
              <a:off x="0" y="0"/>
              <a:ext cx="1140231" cy="400906"/>
            </a:xfrm>
            <a:custGeom>
              <a:avLst/>
              <a:gdLst/>
              <a:ahLst/>
              <a:cxnLst/>
              <a:rect l="l" t="t" r="r" b="b"/>
              <a:pathLst>
                <a:path w="1140231" h="400906">
                  <a:moveTo>
                    <a:pt x="937031" y="0"/>
                  </a:moveTo>
                  <a:cubicBezTo>
                    <a:pt x="1049256" y="0"/>
                    <a:pt x="1140231" y="89746"/>
                    <a:pt x="1140231" y="200453"/>
                  </a:cubicBezTo>
                  <a:cubicBezTo>
                    <a:pt x="1140231" y="311160"/>
                    <a:pt x="1049256" y="400906"/>
                    <a:pt x="937031" y="400906"/>
                  </a:cubicBezTo>
                  <a:lnTo>
                    <a:pt x="203200" y="400906"/>
                  </a:lnTo>
                  <a:cubicBezTo>
                    <a:pt x="90976" y="400906"/>
                    <a:pt x="0" y="311160"/>
                    <a:pt x="0" y="200453"/>
                  </a:cubicBezTo>
                  <a:cubicBezTo>
                    <a:pt x="0" y="89746"/>
                    <a:pt x="90976" y="0"/>
                    <a:pt x="203200" y="0"/>
                  </a:cubicBezTo>
                  <a:close/>
                </a:path>
              </a:pathLst>
            </a:custGeom>
            <a:solidFill>
              <a:srgbClr val="F34336"/>
            </a:solidFill>
          </p:spPr>
          <p:txBody>
            <a:bodyPr/>
            <a:lstStyle/>
            <a:p>
              <a:endParaRPr lang="en-SG" sz="1088"/>
            </a:p>
          </p:txBody>
        </p:sp>
        <p:sp>
          <p:nvSpPr>
            <p:cNvPr id="32" name="TextBox 32">
              <a:extLst>
                <a:ext uri="{FF2B5EF4-FFF2-40B4-BE49-F238E27FC236}">
                  <a16:creationId xmlns:a16="http://schemas.microsoft.com/office/drawing/2014/main" id="{143B00DA-BFC4-1096-55B2-2DC170DAE4F9}"/>
                </a:ext>
              </a:extLst>
            </p:cNvPr>
            <p:cNvSpPr txBox="1"/>
            <p:nvPr/>
          </p:nvSpPr>
          <p:spPr>
            <a:xfrm>
              <a:off x="0" y="-28575"/>
              <a:ext cx="1140231" cy="429481"/>
            </a:xfrm>
            <a:prstGeom prst="rect">
              <a:avLst/>
            </a:prstGeom>
          </p:spPr>
          <p:txBody>
            <a:bodyPr lIns="40638" tIns="40638" rIns="40638" bIns="40638" rtlCol="0" anchor="ctr"/>
            <a:lstStyle/>
            <a:p>
              <a:pPr algn="ctr">
                <a:lnSpc>
                  <a:spcPts val="2016"/>
                </a:lnSpc>
              </a:pPr>
              <a:endParaRPr sz="1088"/>
            </a:p>
          </p:txBody>
        </p:sp>
      </p:grpSp>
      <p:grpSp>
        <p:nvGrpSpPr>
          <p:cNvPr id="33" name="Group 33">
            <a:extLst>
              <a:ext uri="{FF2B5EF4-FFF2-40B4-BE49-F238E27FC236}">
                <a16:creationId xmlns:a16="http://schemas.microsoft.com/office/drawing/2014/main" id="{C29C79ED-51E8-97D0-AB7A-62737317826A}"/>
              </a:ext>
            </a:extLst>
          </p:cNvPr>
          <p:cNvGrpSpPr/>
          <p:nvPr/>
        </p:nvGrpSpPr>
        <p:grpSpPr>
          <a:xfrm>
            <a:off x="5690000" y="4244011"/>
            <a:ext cx="1523933" cy="535816"/>
            <a:chOff x="0" y="0"/>
            <a:chExt cx="1140231" cy="400906"/>
          </a:xfrm>
        </p:grpSpPr>
        <p:sp>
          <p:nvSpPr>
            <p:cNvPr id="34" name="Freeform 34">
              <a:hlinkClick r:id="rId23" action="ppaction://hlinksldjump"/>
              <a:extLst>
                <a:ext uri="{FF2B5EF4-FFF2-40B4-BE49-F238E27FC236}">
                  <a16:creationId xmlns:a16="http://schemas.microsoft.com/office/drawing/2014/main" id="{9B98B406-E4E5-2AAC-EB5A-762FA92BC0AC}"/>
                </a:ext>
              </a:extLst>
            </p:cNvPr>
            <p:cNvSpPr/>
            <p:nvPr/>
          </p:nvSpPr>
          <p:spPr>
            <a:xfrm>
              <a:off x="0" y="0"/>
              <a:ext cx="1140231" cy="400906"/>
            </a:xfrm>
            <a:custGeom>
              <a:avLst/>
              <a:gdLst/>
              <a:ahLst/>
              <a:cxnLst/>
              <a:rect l="l" t="t" r="r" b="b"/>
              <a:pathLst>
                <a:path w="1140231" h="400906">
                  <a:moveTo>
                    <a:pt x="937031" y="0"/>
                  </a:moveTo>
                  <a:cubicBezTo>
                    <a:pt x="1049256" y="0"/>
                    <a:pt x="1140231" y="89746"/>
                    <a:pt x="1140231" y="200453"/>
                  </a:cubicBezTo>
                  <a:cubicBezTo>
                    <a:pt x="1140231" y="311160"/>
                    <a:pt x="1049256" y="400906"/>
                    <a:pt x="937031" y="400906"/>
                  </a:cubicBezTo>
                  <a:lnTo>
                    <a:pt x="203200" y="400906"/>
                  </a:lnTo>
                  <a:cubicBezTo>
                    <a:pt x="90976" y="400906"/>
                    <a:pt x="0" y="311160"/>
                    <a:pt x="0" y="200453"/>
                  </a:cubicBezTo>
                  <a:cubicBezTo>
                    <a:pt x="0" y="89746"/>
                    <a:pt x="90976" y="0"/>
                    <a:pt x="203200" y="0"/>
                  </a:cubicBezTo>
                  <a:close/>
                </a:path>
              </a:pathLst>
            </a:custGeom>
            <a:solidFill>
              <a:srgbClr val="F34336"/>
            </a:solidFill>
          </p:spPr>
          <p:txBody>
            <a:bodyPr/>
            <a:lstStyle/>
            <a:p>
              <a:endParaRPr lang="en-SG" sz="1088"/>
            </a:p>
          </p:txBody>
        </p:sp>
        <p:sp>
          <p:nvSpPr>
            <p:cNvPr id="35" name="TextBox 35">
              <a:extLst>
                <a:ext uri="{FF2B5EF4-FFF2-40B4-BE49-F238E27FC236}">
                  <a16:creationId xmlns:a16="http://schemas.microsoft.com/office/drawing/2014/main" id="{2D8A2E0C-339B-7544-2C98-EF3E44ED0DBE}"/>
                </a:ext>
              </a:extLst>
            </p:cNvPr>
            <p:cNvSpPr txBox="1"/>
            <p:nvPr/>
          </p:nvSpPr>
          <p:spPr>
            <a:xfrm>
              <a:off x="0" y="-28575"/>
              <a:ext cx="1140231" cy="429481"/>
            </a:xfrm>
            <a:prstGeom prst="rect">
              <a:avLst/>
            </a:prstGeom>
          </p:spPr>
          <p:txBody>
            <a:bodyPr lIns="40638" tIns="40638" rIns="40638" bIns="40638" rtlCol="0" anchor="ctr"/>
            <a:lstStyle/>
            <a:p>
              <a:pPr algn="ctr">
                <a:lnSpc>
                  <a:spcPts val="2016"/>
                </a:lnSpc>
              </a:pPr>
              <a:endParaRPr sz="1088"/>
            </a:p>
          </p:txBody>
        </p:sp>
      </p:grpSp>
      <p:sp>
        <p:nvSpPr>
          <p:cNvPr id="36" name="TextBox 36">
            <a:hlinkClick r:id="rId24" action="ppaction://hlinksldjump"/>
            <a:extLst>
              <a:ext uri="{FF2B5EF4-FFF2-40B4-BE49-F238E27FC236}">
                <a16:creationId xmlns:a16="http://schemas.microsoft.com/office/drawing/2014/main" id="{07E438E4-331A-EBAE-D716-8964AFEF8A69}"/>
              </a:ext>
            </a:extLst>
          </p:cNvPr>
          <p:cNvSpPr txBox="1"/>
          <p:nvPr/>
        </p:nvSpPr>
        <p:spPr>
          <a:xfrm>
            <a:off x="2483241" y="4254118"/>
            <a:ext cx="3206759" cy="467757"/>
          </a:xfrm>
          <a:prstGeom prst="rect">
            <a:avLst/>
          </a:prstGeom>
        </p:spPr>
        <p:txBody>
          <a:bodyPr lIns="0" tIns="0" rIns="0" bIns="0" rtlCol="0" anchor="t">
            <a:spAutoFit/>
          </a:bodyPr>
          <a:lstStyle/>
          <a:p>
            <a:pPr algn="ctr">
              <a:lnSpc>
                <a:spcPts val="3919"/>
              </a:lnSpc>
              <a:spcBef>
                <a:spcPct val="0"/>
              </a:spcBef>
            </a:pPr>
            <a:r>
              <a:rPr lang="en-US" sz="2799" b="1" dirty="0">
                <a:solidFill>
                  <a:srgbClr val="FDFDFD"/>
                </a:solidFill>
                <a:latin typeface="Canva Sans Bold"/>
                <a:ea typeface="Canva Sans Bold"/>
                <a:cs typeface="Canva Sans Bold"/>
                <a:sym typeface="Canva Sans Bold"/>
              </a:rPr>
              <a:t>No</a:t>
            </a:r>
          </a:p>
        </p:txBody>
      </p:sp>
      <p:sp>
        <p:nvSpPr>
          <p:cNvPr id="37" name="TextBox 37">
            <a:extLst>
              <a:ext uri="{FF2B5EF4-FFF2-40B4-BE49-F238E27FC236}">
                <a16:creationId xmlns:a16="http://schemas.microsoft.com/office/drawing/2014/main" id="{9A2377EC-8E32-C9B0-B24A-6EDD14D74484}"/>
              </a:ext>
            </a:extLst>
          </p:cNvPr>
          <p:cNvSpPr txBox="1"/>
          <p:nvPr/>
        </p:nvSpPr>
        <p:spPr>
          <a:xfrm>
            <a:off x="3174242" y="2648960"/>
            <a:ext cx="4190103" cy="1133002"/>
          </a:xfrm>
          <a:prstGeom prst="rect">
            <a:avLst/>
          </a:prstGeom>
        </p:spPr>
        <p:txBody>
          <a:bodyPr lIns="0" tIns="0" rIns="0" bIns="0" rtlCol="0" anchor="t">
            <a:spAutoFit/>
          </a:bodyPr>
          <a:lstStyle/>
          <a:p>
            <a:pPr algn="ctr">
              <a:lnSpc>
                <a:spcPts val="4479"/>
              </a:lnSpc>
              <a:spcBef>
                <a:spcPct val="0"/>
              </a:spcBef>
            </a:pPr>
            <a:r>
              <a:rPr lang="en-US" sz="3199" dirty="0">
                <a:solidFill>
                  <a:srgbClr val="F34336"/>
                </a:solidFill>
                <a:latin typeface="League Spartan"/>
                <a:ea typeface="League Spartan"/>
                <a:cs typeface="League Spartan"/>
                <a:sym typeface="League Spartan"/>
              </a:rPr>
              <a:t>Are you sure you want to exit?</a:t>
            </a:r>
          </a:p>
        </p:txBody>
      </p:sp>
      <p:sp>
        <p:nvSpPr>
          <p:cNvPr id="41" name="TextBox 36">
            <a:hlinkClick r:id="rId24" action="ppaction://hlinksldjump"/>
            <a:extLst>
              <a:ext uri="{FF2B5EF4-FFF2-40B4-BE49-F238E27FC236}">
                <a16:creationId xmlns:a16="http://schemas.microsoft.com/office/drawing/2014/main" id="{A519D8AA-102F-6B7A-EF01-41B2D2A92A4C}"/>
              </a:ext>
            </a:extLst>
          </p:cNvPr>
          <p:cNvSpPr txBox="1"/>
          <p:nvPr/>
        </p:nvSpPr>
        <p:spPr>
          <a:xfrm>
            <a:off x="4854098" y="4282160"/>
            <a:ext cx="3206759" cy="467757"/>
          </a:xfrm>
          <a:prstGeom prst="rect">
            <a:avLst/>
          </a:prstGeom>
        </p:spPr>
        <p:txBody>
          <a:bodyPr lIns="0" tIns="0" rIns="0" bIns="0" rtlCol="0" anchor="t">
            <a:spAutoFit/>
          </a:bodyPr>
          <a:lstStyle/>
          <a:p>
            <a:pPr algn="ctr">
              <a:lnSpc>
                <a:spcPts val="3919"/>
              </a:lnSpc>
              <a:spcBef>
                <a:spcPct val="0"/>
              </a:spcBef>
            </a:pPr>
            <a:r>
              <a:rPr lang="en-US" sz="2799" b="1" dirty="0">
                <a:solidFill>
                  <a:srgbClr val="FDFDFD"/>
                </a:solidFill>
                <a:latin typeface="Canva Sans Bold"/>
                <a:ea typeface="Canva Sans Bold"/>
                <a:cs typeface="Canva Sans Bold"/>
                <a:sym typeface="Canva Sans Bold"/>
              </a:rPr>
              <a:t>Yes</a:t>
            </a:r>
          </a:p>
        </p:txBody>
      </p:sp>
    </p:spTree>
    <p:extLst>
      <p:ext uri="{BB962C8B-B14F-4D97-AF65-F5344CB8AC3E}">
        <p14:creationId xmlns:p14="http://schemas.microsoft.com/office/powerpoint/2010/main" val="35032090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9B64C-1639-D4EB-07FE-24BE2F9A86B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1637901-EB69-B1A7-08BE-023382AF31E6}"/>
              </a:ext>
            </a:extLst>
          </p:cNvPr>
          <p:cNvSpPr/>
          <p:nvPr/>
        </p:nvSpPr>
        <p:spPr>
          <a:xfrm flipH="1">
            <a:off x="-1" y="4543185"/>
            <a:ext cx="10080625" cy="2866305"/>
          </a:xfrm>
          <a:custGeom>
            <a:avLst/>
            <a:gdLst/>
            <a:ahLst/>
            <a:cxnLst/>
            <a:rect l="l" t="t" r="r" b="b"/>
            <a:pathLst>
              <a:path w="17585468" h="3583039">
                <a:moveTo>
                  <a:pt x="17585467" y="0"/>
                </a:moveTo>
                <a:lnTo>
                  <a:pt x="0" y="0"/>
                </a:lnTo>
                <a:lnTo>
                  <a:pt x="0" y="3583039"/>
                </a:lnTo>
                <a:lnTo>
                  <a:pt x="17585467" y="3583039"/>
                </a:lnTo>
                <a:lnTo>
                  <a:pt x="17585467" y="0"/>
                </a:lnTo>
                <a:close/>
              </a:path>
            </a:pathLst>
          </a:custGeom>
          <a:blipFill>
            <a:blip r:embed="rId2">
              <a:alphaModFix amt="9999"/>
              <a:extLst>
                <a:ext uri="{96DAC541-7B7A-43D3-8B79-37D633B846F1}">
                  <asvg:svgBlip xmlns:asvg="http://schemas.microsoft.com/office/drawing/2016/SVG/main" r:embed="rId3"/>
                </a:ext>
              </a:extLst>
            </a:blip>
            <a:stretch>
              <a:fillRect l="-13909" r="-25643"/>
            </a:stretch>
          </a:blipFill>
        </p:spPr>
        <p:txBody>
          <a:bodyPr/>
          <a:lstStyle/>
          <a:p>
            <a:endParaRPr lang="en-SG" sz="1088"/>
          </a:p>
        </p:txBody>
      </p:sp>
      <p:sp>
        <p:nvSpPr>
          <p:cNvPr id="3" name="Freeform 3">
            <a:extLst>
              <a:ext uri="{FF2B5EF4-FFF2-40B4-BE49-F238E27FC236}">
                <a16:creationId xmlns:a16="http://schemas.microsoft.com/office/drawing/2014/main" id="{62A137CA-B858-9FBD-EA2C-6B5AF4368949}"/>
              </a:ext>
            </a:extLst>
          </p:cNvPr>
          <p:cNvSpPr/>
          <p:nvPr/>
        </p:nvSpPr>
        <p:spPr>
          <a:xfrm>
            <a:off x="-585716" y="1840457"/>
            <a:ext cx="12068424" cy="5556005"/>
          </a:xfrm>
          <a:custGeom>
            <a:avLst/>
            <a:gdLst/>
            <a:ahLst/>
            <a:cxnLst/>
            <a:rect l="l" t="t" r="r" b="b"/>
            <a:pathLst>
              <a:path w="15086195" h="6945313">
                <a:moveTo>
                  <a:pt x="0" y="0"/>
                </a:moveTo>
                <a:lnTo>
                  <a:pt x="15086195" y="0"/>
                </a:lnTo>
                <a:lnTo>
                  <a:pt x="15086195" y="6945313"/>
                </a:lnTo>
                <a:lnTo>
                  <a:pt x="0" y="6945313"/>
                </a:lnTo>
                <a:lnTo>
                  <a:pt x="0" y="0"/>
                </a:lnTo>
                <a:close/>
              </a:path>
            </a:pathLst>
          </a:custGeom>
          <a:blipFill>
            <a:blip r:embed="rId4">
              <a:alphaModFix amt="6000"/>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4" name="Freeform 4">
            <a:extLst>
              <a:ext uri="{FF2B5EF4-FFF2-40B4-BE49-F238E27FC236}">
                <a16:creationId xmlns:a16="http://schemas.microsoft.com/office/drawing/2014/main" id="{1C710175-DDF9-8592-BB70-21EDC11EFD23}"/>
              </a:ext>
            </a:extLst>
          </p:cNvPr>
          <p:cNvSpPr/>
          <p:nvPr/>
        </p:nvSpPr>
        <p:spPr>
          <a:xfrm>
            <a:off x="496" y="1840456"/>
            <a:ext cx="468018" cy="1104466"/>
          </a:xfrm>
          <a:custGeom>
            <a:avLst/>
            <a:gdLst/>
            <a:ahLst/>
            <a:cxnLst/>
            <a:rect l="l" t="t" r="r" b="b"/>
            <a:pathLst>
              <a:path w="585048" h="1380643">
                <a:moveTo>
                  <a:pt x="0" y="0"/>
                </a:moveTo>
                <a:lnTo>
                  <a:pt x="585048" y="0"/>
                </a:lnTo>
                <a:lnTo>
                  <a:pt x="585048" y="1380643"/>
                </a:lnTo>
                <a:lnTo>
                  <a:pt x="0" y="1380643"/>
                </a:lnTo>
                <a:lnTo>
                  <a:pt x="0" y="0"/>
                </a:lnTo>
                <a:close/>
              </a:path>
            </a:pathLst>
          </a:custGeom>
          <a:blipFill>
            <a:blip r:embed="rId6">
              <a:alphaModFix amt="6999"/>
              <a:extLst>
                <a:ext uri="{96DAC541-7B7A-43D3-8B79-37D633B846F1}">
                  <asvg:svgBlip xmlns:asvg="http://schemas.microsoft.com/office/drawing/2016/SVG/main" r:embed="rId7"/>
                </a:ext>
              </a:extLst>
            </a:blip>
            <a:stretch>
              <a:fillRect/>
            </a:stretch>
          </a:blipFill>
        </p:spPr>
        <p:txBody>
          <a:bodyPr/>
          <a:lstStyle/>
          <a:p>
            <a:endParaRPr lang="en-SG" sz="1088"/>
          </a:p>
        </p:txBody>
      </p:sp>
      <p:sp>
        <p:nvSpPr>
          <p:cNvPr id="5" name="Freeform 5">
            <a:extLst>
              <a:ext uri="{FF2B5EF4-FFF2-40B4-BE49-F238E27FC236}">
                <a16:creationId xmlns:a16="http://schemas.microsoft.com/office/drawing/2014/main" id="{5C7FEB66-C9BF-E5AD-984E-13B70C60B296}"/>
              </a:ext>
            </a:extLst>
          </p:cNvPr>
          <p:cNvSpPr/>
          <p:nvPr/>
        </p:nvSpPr>
        <p:spPr>
          <a:xfrm>
            <a:off x="5597575" y="-237607"/>
            <a:ext cx="4267012" cy="1578794"/>
          </a:xfrm>
          <a:custGeom>
            <a:avLst/>
            <a:gdLst/>
            <a:ahLst/>
            <a:cxnLst/>
            <a:rect l="l" t="t" r="r" b="b"/>
            <a:pathLst>
              <a:path w="5334000" h="1973580">
                <a:moveTo>
                  <a:pt x="0" y="0"/>
                </a:moveTo>
                <a:lnTo>
                  <a:pt x="5334000" y="0"/>
                </a:lnTo>
                <a:lnTo>
                  <a:pt x="5334000" y="1973580"/>
                </a:lnTo>
                <a:lnTo>
                  <a:pt x="0" y="1973580"/>
                </a:lnTo>
                <a:lnTo>
                  <a:pt x="0" y="0"/>
                </a:lnTo>
                <a:close/>
              </a:path>
            </a:pathLst>
          </a:custGeom>
          <a:blipFill>
            <a:blip r:embed="rId8">
              <a:alphaModFix amt="6999"/>
              <a:extLst>
                <a:ext uri="{96DAC541-7B7A-43D3-8B79-37D633B846F1}">
                  <asvg:svgBlip xmlns:asvg="http://schemas.microsoft.com/office/drawing/2016/SVG/main" r:embed="rId9"/>
                </a:ext>
              </a:extLst>
            </a:blip>
            <a:stretch>
              <a:fillRect/>
            </a:stretch>
          </a:blipFill>
        </p:spPr>
        <p:txBody>
          <a:bodyPr/>
          <a:lstStyle/>
          <a:p>
            <a:endParaRPr lang="en-SG" sz="1088"/>
          </a:p>
        </p:txBody>
      </p:sp>
      <p:sp>
        <p:nvSpPr>
          <p:cNvPr id="6" name="Freeform 6">
            <a:extLst>
              <a:ext uri="{FF2B5EF4-FFF2-40B4-BE49-F238E27FC236}">
                <a16:creationId xmlns:a16="http://schemas.microsoft.com/office/drawing/2014/main" id="{E0771328-3053-BC87-8CF5-155D877F26BC}"/>
              </a:ext>
            </a:extLst>
          </p:cNvPr>
          <p:cNvSpPr/>
          <p:nvPr/>
        </p:nvSpPr>
        <p:spPr>
          <a:xfrm rot="432978">
            <a:off x="1369551" y="4289598"/>
            <a:ext cx="2052969" cy="1563989"/>
          </a:xfrm>
          <a:custGeom>
            <a:avLst/>
            <a:gdLst/>
            <a:ahLst/>
            <a:cxnLst/>
            <a:rect l="l" t="t" r="r" b="b"/>
            <a:pathLst>
              <a:path w="2566324" h="1955072">
                <a:moveTo>
                  <a:pt x="0" y="0"/>
                </a:moveTo>
                <a:lnTo>
                  <a:pt x="2566324" y="0"/>
                </a:lnTo>
                <a:lnTo>
                  <a:pt x="2566324" y="1955072"/>
                </a:lnTo>
                <a:lnTo>
                  <a:pt x="0" y="195507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SG" sz="1088"/>
          </a:p>
        </p:txBody>
      </p:sp>
      <p:sp>
        <p:nvSpPr>
          <p:cNvPr id="7" name="Freeform 7">
            <a:extLst>
              <a:ext uri="{FF2B5EF4-FFF2-40B4-BE49-F238E27FC236}">
                <a16:creationId xmlns:a16="http://schemas.microsoft.com/office/drawing/2014/main" id="{57BDFA23-3ED2-80C9-B7CD-A210FE234B68}"/>
              </a:ext>
            </a:extLst>
          </p:cNvPr>
          <p:cNvSpPr/>
          <p:nvPr/>
        </p:nvSpPr>
        <p:spPr>
          <a:xfrm>
            <a:off x="7050846" y="4368864"/>
            <a:ext cx="1329645" cy="1465542"/>
          </a:xfrm>
          <a:custGeom>
            <a:avLst/>
            <a:gdLst/>
            <a:ahLst/>
            <a:cxnLst/>
            <a:rect l="l" t="t" r="r" b="b"/>
            <a:pathLst>
              <a:path w="1662130" h="1832008">
                <a:moveTo>
                  <a:pt x="0" y="0"/>
                </a:moveTo>
                <a:lnTo>
                  <a:pt x="1662130" y="0"/>
                </a:lnTo>
                <a:lnTo>
                  <a:pt x="1662130" y="1832008"/>
                </a:lnTo>
                <a:lnTo>
                  <a:pt x="0" y="183200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SG" sz="1088"/>
          </a:p>
        </p:txBody>
      </p:sp>
      <p:grpSp>
        <p:nvGrpSpPr>
          <p:cNvPr id="8" name="Group 8">
            <a:extLst>
              <a:ext uri="{FF2B5EF4-FFF2-40B4-BE49-F238E27FC236}">
                <a16:creationId xmlns:a16="http://schemas.microsoft.com/office/drawing/2014/main" id="{3DEE4DA0-5165-9C6A-910B-4DFEAFCF8CD7}"/>
              </a:ext>
            </a:extLst>
          </p:cNvPr>
          <p:cNvGrpSpPr/>
          <p:nvPr/>
        </p:nvGrpSpPr>
        <p:grpSpPr>
          <a:xfrm>
            <a:off x="1341841" y="6160852"/>
            <a:ext cx="2285899" cy="660852"/>
            <a:chOff x="0" y="0"/>
            <a:chExt cx="812800" cy="234980"/>
          </a:xfrm>
        </p:grpSpPr>
        <p:sp>
          <p:nvSpPr>
            <p:cNvPr id="9" name="Freeform 9">
              <a:extLst>
                <a:ext uri="{FF2B5EF4-FFF2-40B4-BE49-F238E27FC236}">
                  <a16:creationId xmlns:a16="http://schemas.microsoft.com/office/drawing/2014/main" id="{1C78853E-56EB-21DF-7671-03083866E7B2}"/>
                </a:ext>
              </a:extLst>
            </p:cNvPr>
            <p:cNvSpPr/>
            <p:nvPr/>
          </p:nvSpPr>
          <p:spPr>
            <a:xfrm>
              <a:off x="0" y="0"/>
              <a:ext cx="812800" cy="234980"/>
            </a:xfrm>
            <a:custGeom>
              <a:avLst/>
              <a:gdLst/>
              <a:ahLst/>
              <a:cxnLst/>
              <a:rect l="l" t="t" r="r" b="b"/>
              <a:pathLst>
                <a:path w="812800" h="234980">
                  <a:moveTo>
                    <a:pt x="86699" y="0"/>
                  </a:moveTo>
                  <a:lnTo>
                    <a:pt x="726101" y="0"/>
                  </a:lnTo>
                  <a:cubicBezTo>
                    <a:pt x="773984" y="0"/>
                    <a:pt x="812800" y="38816"/>
                    <a:pt x="812800" y="86699"/>
                  </a:cubicBezTo>
                  <a:lnTo>
                    <a:pt x="812800" y="148281"/>
                  </a:lnTo>
                  <a:cubicBezTo>
                    <a:pt x="812800" y="196164"/>
                    <a:pt x="773984" y="234980"/>
                    <a:pt x="726101" y="234980"/>
                  </a:cubicBezTo>
                  <a:lnTo>
                    <a:pt x="86699" y="234980"/>
                  </a:lnTo>
                  <a:cubicBezTo>
                    <a:pt x="38816" y="234980"/>
                    <a:pt x="0" y="196164"/>
                    <a:pt x="0" y="148281"/>
                  </a:cubicBezTo>
                  <a:lnTo>
                    <a:pt x="0" y="86699"/>
                  </a:lnTo>
                  <a:cubicBezTo>
                    <a:pt x="0" y="38816"/>
                    <a:pt x="38816" y="0"/>
                    <a:pt x="86699" y="0"/>
                  </a:cubicBezTo>
                  <a:close/>
                </a:path>
              </a:pathLst>
            </a:custGeom>
            <a:solidFill>
              <a:srgbClr val="F34336"/>
            </a:solidFill>
          </p:spPr>
          <p:txBody>
            <a:bodyPr/>
            <a:lstStyle/>
            <a:p>
              <a:endParaRPr lang="en-SG" sz="1088"/>
            </a:p>
          </p:txBody>
        </p:sp>
        <p:sp>
          <p:nvSpPr>
            <p:cNvPr id="10" name="TextBox 10">
              <a:extLst>
                <a:ext uri="{FF2B5EF4-FFF2-40B4-BE49-F238E27FC236}">
                  <a16:creationId xmlns:a16="http://schemas.microsoft.com/office/drawing/2014/main" id="{50D1CD49-7BED-3921-2F43-090A826C299A}"/>
                </a:ext>
              </a:extLst>
            </p:cNvPr>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grpSp>
        <p:nvGrpSpPr>
          <p:cNvPr id="11" name="Group 11">
            <a:extLst>
              <a:ext uri="{FF2B5EF4-FFF2-40B4-BE49-F238E27FC236}">
                <a16:creationId xmlns:a16="http://schemas.microsoft.com/office/drawing/2014/main" id="{C9431414-9BD5-2835-A24D-B383D8437209}"/>
              </a:ext>
            </a:extLst>
          </p:cNvPr>
          <p:cNvGrpSpPr/>
          <p:nvPr/>
        </p:nvGrpSpPr>
        <p:grpSpPr>
          <a:xfrm>
            <a:off x="6588131" y="6160852"/>
            <a:ext cx="2285899" cy="660852"/>
            <a:chOff x="0" y="0"/>
            <a:chExt cx="812800" cy="234980"/>
          </a:xfrm>
        </p:grpSpPr>
        <p:sp>
          <p:nvSpPr>
            <p:cNvPr id="12" name="Freeform 12">
              <a:extLst>
                <a:ext uri="{FF2B5EF4-FFF2-40B4-BE49-F238E27FC236}">
                  <a16:creationId xmlns:a16="http://schemas.microsoft.com/office/drawing/2014/main" id="{5905BF45-B25D-0B45-6A13-CE3EDC82A7CF}"/>
                </a:ext>
              </a:extLst>
            </p:cNvPr>
            <p:cNvSpPr/>
            <p:nvPr/>
          </p:nvSpPr>
          <p:spPr>
            <a:xfrm>
              <a:off x="0" y="0"/>
              <a:ext cx="812800" cy="234980"/>
            </a:xfrm>
            <a:custGeom>
              <a:avLst/>
              <a:gdLst/>
              <a:ahLst/>
              <a:cxnLst/>
              <a:rect l="l" t="t" r="r" b="b"/>
              <a:pathLst>
                <a:path w="812800" h="234980">
                  <a:moveTo>
                    <a:pt x="86699" y="0"/>
                  </a:moveTo>
                  <a:lnTo>
                    <a:pt x="726101" y="0"/>
                  </a:lnTo>
                  <a:cubicBezTo>
                    <a:pt x="773984" y="0"/>
                    <a:pt x="812800" y="38816"/>
                    <a:pt x="812800" y="86699"/>
                  </a:cubicBezTo>
                  <a:lnTo>
                    <a:pt x="812800" y="148281"/>
                  </a:lnTo>
                  <a:cubicBezTo>
                    <a:pt x="812800" y="196164"/>
                    <a:pt x="773984" y="234980"/>
                    <a:pt x="726101" y="234980"/>
                  </a:cubicBezTo>
                  <a:lnTo>
                    <a:pt x="86699" y="234980"/>
                  </a:lnTo>
                  <a:cubicBezTo>
                    <a:pt x="38816" y="234980"/>
                    <a:pt x="0" y="196164"/>
                    <a:pt x="0" y="148281"/>
                  </a:cubicBezTo>
                  <a:lnTo>
                    <a:pt x="0" y="86699"/>
                  </a:lnTo>
                  <a:cubicBezTo>
                    <a:pt x="0" y="38816"/>
                    <a:pt x="38816" y="0"/>
                    <a:pt x="86699" y="0"/>
                  </a:cubicBezTo>
                  <a:close/>
                </a:path>
              </a:pathLst>
            </a:custGeom>
            <a:solidFill>
              <a:srgbClr val="F34336"/>
            </a:solidFill>
          </p:spPr>
          <p:txBody>
            <a:bodyPr/>
            <a:lstStyle/>
            <a:p>
              <a:endParaRPr lang="en-SG" sz="1088"/>
            </a:p>
          </p:txBody>
        </p:sp>
        <p:sp>
          <p:nvSpPr>
            <p:cNvPr id="13" name="TextBox 13">
              <a:extLst>
                <a:ext uri="{FF2B5EF4-FFF2-40B4-BE49-F238E27FC236}">
                  <a16:creationId xmlns:a16="http://schemas.microsoft.com/office/drawing/2014/main" id="{B6683327-673A-A1D5-FD82-DB359D786578}"/>
                </a:ext>
              </a:extLst>
            </p:cNvPr>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sp>
        <p:nvSpPr>
          <p:cNvPr id="15" name="Freeform 15">
            <a:extLst>
              <a:ext uri="{FF2B5EF4-FFF2-40B4-BE49-F238E27FC236}">
                <a16:creationId xmlns:a16="http://schemas.microsoft.com/office/drawing/2014/main" id="{87399444-DE28-2D6F-F7E7-546D60302505}"/>
              </a:ext>
            </a:extLst>
          </p:cNvPr>
          <p:cNvSpPr/>
          <p:nvPr/>
        </p:nvSpPr>
        <p:spPr>
          <a:xfrm>
            <a:off x="9540507" y="58474"/>
            <a:ext cx="540117" cy="540117"/>
          </a:xfrm>
          <a:custGeom>
            <a:avLst/>
            <a:gdLst/>
            <a:ahLst/>
            <a:cxnLst/>
            <a:rect l="l" t="t" r="r" b="b"/>
            <a:pathLst>
              <a:path w="675176" h="675176">
                <a:moveTo>
                  <a:pt x="0" y="0"/>
                </a:moveTo>
                <a:lnTo>
                  <a:pt x="675177" y="0"/>
                </a:lnTo>
                <a:lnTo>
                  <a:pt x="675177" y="675176"/>
                </a:lnTo>
                <a:lnTo>
                  <a:pt x="0" y="675176"/>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16" name="Freeform 16">
            <a:extLst>
              <a:ext uri="{FF2B5EF4-FFF2-40B4-BE49-F238E27FC236}">
                <a16:creationId xmlns:a16="http://schemas.microsoft.com/office/drawing/2014/main" id="{461A9723-60A2-738A-2980-7644507DF168}"/>
              </a:ext>
            </a:extLst>
          </p:cNvPr>
          <p:cNvSpPr/>
          <p:nvPr/>
        </p:nvSpPr>
        <p:spPr>
          <a:xfrm>
            <a:off x="8874030" y="125855"/>
            <a:ext cx="405357" cy="405357"/>
          </a:xfrm>
          <a:custGeom>
            <a:avLst/>
            <a:gdLst/>
            <a:ahLst/>
            <a:cxnLst/>
            <a:rect l="l" t="t" r="r" b="b"/>
            <a:pathLst>
              <a:path w="506718" h="506718">
                <a:moveTo>
                  <a:pt x="0" y="0"/>
                </a:moveTo>
                <a:lnTo>
                  <a:pt x="506718" y="0"/>
                </a:lnTo>
                <a:lnTo>
                  <a:pt x="506718" y="506718"/>
                </a:lnTo>
                <a:lnTo>
                  <a:pt x="0" y="506718"/>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grpSp>
        <p:nvGrpSpPr>
          <p:cNvPr id="17" name="Group 17">
            <a:extLst>
              <a:ext uri="{FF2B5EF4-FFF2-40B4-BE49-F238E27FC236}">
                <a16:creationId xmlns:a16="http://schemas.microsoft.com/office/drawing/2014/main" id="{77030EE3-1A4D-7D20-A2EC-A6393545C4F3}"/>
              </a:ext>
            </a:extLst>
          </p:cNvPr>
          <p:cNvGrpSpPr/>
          <p:nvPr/>
        </p:nvGrpSpPr>
        <p:grpSpPr>
          <a:xfrm>
            <a:off x="3168589" y="789962"/>
            <a:ext cx="5470815" cy="1454697"/>
            <a:chOff x="0" y="0"/>
            <a:chExt cx="1945264" cy="517248"/>
          </a:xfrm>
        </p:grpSpPr>
        <p:sp>
          <p:nvSpPr>
            <p:cNvPr id="18" name="Freeform 18">
              <a:extLst>
                <a:ext uri="{FF2B5EF4-FFF2-40B4-BE49-F238E27FC236}">
                  <a16:creationId xmlns:a16="http://schemas.microsoft.com/office/drawing/2014/main" id="{90F6E927-B3F1-AC2B-1ADC-247B30B20296}"/>
                </a:ext>
              </a:extLst>
            </p:cNvPr>
            <p:cNvSpPr/>
            <p:nvPr/>
          </p:nvSpPr>
          <p:spPr>
            <a:xfrm>
              <a:off x="0" y="0"/>
              <a:ext cx="1945264" cy="517249"/>
            </a:xfrm>
            <a:custGeom>
              <a:avLst/>
              <a:gdLst/>
              <a:ahLst/>
              <a:cxnLst/>
              <a:rect l="l" t="t" r="r" b="b"/>
              <a:pathLst>
                <a:path w="1945264" h="517249">
                  <a:moveTo>
                    <a:pt x="47546" y="0"/>
                  </a:moveTo>
                  <a:lnTo>
                    <a:pt x="1897718" y="0"/>
                  </a:lnTo>
                  <a:cubicBezTo>
                    <a:pt x="1910328" y="0"/>
                    <a:pt x="1922422" y="5009"/>
                    <a:pt x="1931339" y="13926"/>
                  </a:cubicBezTo>
                  <a:cubicBezTo>
                    <a:pt x="1940255" y="22843"/>
                    <a:pt x="1945264" y="34936"/>
                    <a:pt x="1945264" y="47546"/>
                  </a:cubicBezTo>
                  <a:lnTo>
                    <a:pt x="1945264" y="469702"/>
                  </a:lnTo>
                  <a:cubicBezTo>
                    <a:pt x="1945264" y="495961"/>
                    <a:pt x="1923977" y="517249"/>
                    <a:pt x="1897718" y="517249"/>
                  </a:cubicBezTo>
                  <a:lnTo>
                    <a:pt x="47546" y="517249"/>
                  </a:lnTo>
                  <a:cubicBezTo>
                    <a:pt x="34936" y="517249"/>
                    <a:pt x="22843" y="512239"/>
                    <a:pt x="13926" y="503323"/>
                  </a:cubicBezTo>
                  <a:cubicBezTo>
                    <a:pt x="5009" y="494406"/>
                    <a:pt x="0" y="482312"/>
                    <a:pt x="0" y="469702"/>
                  </a:cubicBezTo>
                  <a:lnTo>
                    <a:pt x="0" y="47546"/>
                  </a:lnTo>
                  <a:cubicBezTo>
                    <a:pt x="0" y="21287"/>
                    <a:pt x="21287" y="0"/>
                    <a:pt x="47546" y="0"/>
                  </a:cubicBezTo>
                  <a:close/>
                </a:path>
              </a:pathLst>
            </a:custGeom>
            <a:solidFill>
              <a:srgbClr val="FFC431">
                <a:alpha val="66667"/>
              </a:srgbClr>
            </a:solidFill>
          </p:spPr>
          <p:txBody>
            <a:bodyPr/>
            <a:lstStyle/>
            <a:p>
              <a:endParaRPr lang="en-SG" sz="1088"/>
            </a:p>
          </p:txBody>
        </p:sp>
        <p:sp>
          <p:nvSpPr>
            <p:cNvPr id="19" name="TextBox 19">
              <a:extLst>
                <a:ext uri="{FF2B5EF4-FFF2-40B4-BE49-F238E27FC236}">
                  <a16:creationId xmlns:a16="http://schemas.microsoft.com/office/drawing/2014/main" id="{74E17242-B185-DCFE-6364-F238EF102CB2}"/>
                </a:ext>
              </a:extLst>
            </p:cNvPr>
            <p:cNvSpPr txBox="1"/>
            <p:nvPr/>
          </p:nvSpPr>
          <p:spPr>
            <a:xfrm>
              <a:off x="0" y="-28575"/>
              <a:ext cx="1945264" cy="545823"/>
            </a:xfrm>
            <a:prstGeom prst="rect">
              <a:avLst/>
            </a:prstGeom>
          </p:spPr>
          <p:txBody>
            <a:bodyPr lIns="40638" tIns="40638" rIns="40638" bIns="40638" rtlCol="0" anchor="ctr"/>
            <a:lstStyle/>
            <a:p>
              <a:pPr algn="ctr">
                <a:lnSpc>
                  <a:spcPts val="2016"/>
                </a:lnSpc>
              </a:pPr>
              <a:endParaRPr sz="1088"/>
            </a:p>
          </p:txBody>
        </p:sp>
      </p:grpSp>
      <p:sp>
        <p:nvSpPr>
          <p:cNvPr id="20" name="Freeform 20">
            <a:extLst>
              <a:ext uri="{FF2B5EF4-FFF2-40B4-BE49-F238E27FC236}">
                <a16:creationId xmlns:a16="http://schemas.microsoft.com/office/drawing/2014/main" id="{E5133F18-2344-C984-2700-9CB0280921B9}"/>
              </a:ext>
            </a:extLst>
          </p:cNvPr>
          <p:cNvSpPr/>
          <p:nvPr/>
        </p:nvSpPr>
        <p:spPr>
          <a:xfrm>
            <a:off x="1475912" y="551790"/>
            <a:ext cx="2496100" cy="2365054"/>
          </a:xfrm>
          <a:custGeom>
            <a:avLst/>
            <a:gdLst/>
            <a:ahLst/>
            <a:cxnLst/>
            <a:rect l="l" t="t" r="r" b="b"/>
            <a:pathLst>
              <a:path w="3120262" h="2956448">
                <a:moveTo>
                  <a:pt x="0" y="0"/>
                </a:moveTo>
                <a:lnTo>
                  <a:pt x="3120262" y="0"/>
                </a:lnTo>
                <a:lnTo>
                  <a:pt x="3120262" y="2956448"/>
                </a:lnTo>
                <a:lnTo>
                  <a:pt x="0" y="2956448"/>
                </a:lnTo>
                <a:lnTo>
                  <a:pt x="0" y="0"/>
                </a:lnTo>
                <a:close/>
              </a:path>
            </a:pathLst>
          </a:custGeom>
          <a:blipFill>
            <a:blip r:embed="rId18"/>
            <a:stretch>
              <a:fillRect/>
            </a:stretch>
          </a:blipFill>
          <a:ln cap="sq">
            <a:noFill/>
            <a:prstDash val="solid"/>
            <a:miter/>
          </a:ln>
        </p:spPr>
        <p:txBody>
          <a:bodyPr/>
          <a:lstStyle/>
          <a:p>
            <a:endParaRPr lang="en-SG" sz="1088"/>
          </a:p>
        </p:txBody>
      </p:sp>
      <p:sp>
        <p:nvSpPr>
          <p:cNvPr id="21" name="TextBox 21">
            <a:extLst>
              <a:ext uri="{FF2B5EF4-FFF2-40B4-BE49-F238E27FC236}">
                <a16:creationId xmlns:a16="http://schemas.microsoft.com/office/drawing/2014/main" id="{A6C78945-C8EF-98AA-6296-EFBBDE0608FB}"/>
              </a:ext>
            </a:extLst>
          </p:cNvPr>
          <p:cNvSpPr txBox="1"/>
          <p:nvPr/>
        </p:nvSpPr>
        <p:spPr>
          <a:xfrm>
            <a:off x="4119609" y="1090584"/>
            <a:ext cx="4203435" cy="838884"/>
          </a:xfrm>
          <a:prstGeom prst="rect">
            <a:avLst/>
          </a:prstGeom>
        </p:spPr>
        <p:txBody>
          <a:bodyPr lIns="0" tIns="0" rIns="0" bIns="0" rtlCol="0" anchor="t">
            <a:spAutoFit/>
          </a:bodyPr>
          <a:lstStyle/>
          <a:p>
            <a:pPr>
              <a:lnSpc>
                <a:spcPts val="3357"/>
              </a:lnSpc>
            </a:pPr>
            <a:r>
              <a:rPr lang="en-US" sz="2398" b="1">
                <a:solidFill>
                  <a:srgbClr val="000000"/>
                </a:solidFill>
                <a:latin typeface="Roboto Mono Bold"/>
                <a:ea typeface="Roboto Mono Bold"/>
                <a:cs typeface="Roboto Mono Bold"/>
                <a:sym typeface="Roboto Mono Bold"/>
              </a:rPr>
              <a:t>Hi, I am Kiki! </a:t>
            </a:r>
          </a:p>
          <a:p>
            <a:pPr>
              <a:lnSpc>
                <a:spcPts val="3357"/>
              </a:lnSpc>
              <a:spcBef>
                <a:spcPct val="0"/>
              </a:spcBef>
            </a:pPr>
            <a:r>
              <a:rPr lang="en-US" sz="2398" b="1">
                <a:solidFill>
                  <a:srgbClr val="000000"/>
                </a:solidFill>
                <a:latin typeface="Roboto Mono Bold"/>
                <a:ea typeface="Roboto Mono Bold"/>
                <a:cs typeface="Roboto Mono Bold"/>
                <a:sym typeface="Roboto Mono Bold"/>
              </a:rPr>
              <a:t>Looks like you are new</a:t>
            </a:r>
            <a:r>
              <a:rPr lang="en-US" sz="2398">
                <a:solidFill>
                  <a:srgbClr val="000000"/>
                </a:solidFill>
                <a:latin typeface="Roboto Mono"/>
                <a:ea typeface="Roboto Mono"/>
                <a:cs typeface="Roboto Mono"/>
                <a:sym typeface="Roboto Mono"/>
              </a:rPr>
              <a:t>.</a:t>
            </a:r>
          </a:p>
        </p:txBody>
      </p:sp>
      <p:sp>
        <p:nvSpPr>
          <p:cNvPr id="22" name="TextBox 22">
            <a:extLst>
              <a:ext uri="{FF2B5EF4-FFF2-40B4-BE49-F238E27FC236}">
                <a16:creationId xmlns:a16="http://schemas.microsoft.com/office/drawing/2014/main" id="{0CAED45C-699B-8B2D-6871-05D3ECEEBC2E}"/>
              </a:ext>
            </a:extLst>
          </p:cNvPr>
          <p:cNvSpPr txBox="1"/>
          <p:nvPr/>
        </p:nvSpPr>
        <p:spPr>
          <a:xfrm>
            <a:off x="2083246" y="6282499"/>
            <a:ext cx="747266" cy="419346"/>
          </a:xfrm>
          <a:prstGeom prst="rect">
            <a:avLst/>
          </a:prstGeom>
        </p:spPr>
        <p:txBody>
          <a:bodyPr wrap="square" lIns="0" tIns="0" rIns="0" bIns="0" rtlCol="0" anchor="t">
            <a:spAutoFit/>
          </a:bodyPr>
          <a:lstStyle/>
          <a:p>
            <a:pPr algn="ctr">
              <a:lnSpc>
                <a:spcPts val="3359"/>
              </a:lnSpc>
              <a:spcBef>
                <a:spcPct val="0"/>
              </a:spcBef>
            </a:pPr>
            <a:r>
              <a:rPr lang="en-US" sz="2399" dirty="0">
                <a:solidFill>
                  <a:srgbClr val="FFFFFF"/>
                </a:solidFill>
                <a:latin typeface="League Spartan"/>
                <a:ea typeface="League Spartan"/>
                <a:cs typeface="League Spartan"/>
                <a:sym typeface="League Spartan"/>
              </a:rPr>
              <a:t>Map</a:t>
            </a:r>
          </a:p>
        </p:txBody>
      </p:sp>
      <p:sp>
        <p:nvSpPr>
          <p:cNvPr id="23" name="TextBox 23">
            <a:extLst>
              <a:ext uri="{FF2B5EF4-FFF2-40B4-BE49-F238E27FC236}">
                <a16:creationId xmlns:a16="http://schemas.microsoft.com/office/drawing/2014/main" id="{45E4DD8D-356E-9638-09C4-B337D82BD306}"/>
              </a:ext>
            </a:extLst>
          </p:cNvPr>
          <p:cNvSpPr txBox="1"/>
          <p:nvPr/>
        </p:nvSpPr>
        <p:spPr>
          <a:xfrm>
            <a:off x="6917779" y="6280042"/>
            <a:ext cx="1696893" cy="419346"/>
          </a:xfrm>
          <a:prstGeom prst="rect">
            <a:avLst/>
          </a:prstGeom>
        </p:spPr>
        <p:txBody>
          <a:bodyPr wrap="square" lIns="0" tIns="0" rIns="0" bIns="0" rtlCol="0" anchor="t">
            <a:spAutoFit/>
          </a:bodyPr>
          <a:lstStyle/>
          <a:p>
            <a:pPr algn="ctr">
              <a:lnSpc>
                <a:spcPts val="3359"/>
              </a:lnSpc>
              <a:spcBef>
                <a:spcPct val="0"/>
              </a:spcBef>
            </a:pPr>
            <a:r>
              <a:rPr lang="en-US" sz="2399" dirty="0">
                <a:solidFill>
                  <a:srgbClr val="FFFFFF"/>
                </a:solidFill>
                <a:latin typeface="League Spartan"/>
                <a:ea typeface="League Spartan"/>
                <a:cs typeface="League Spartan"/>
                <a:sym typeface="League Spartan"/>
              </a:rPr>
              <a:t>Plan Trip</a:t>
            </a:r>
          </a:p>
        </p:txBody>
      </p:sp>
      <p:sp>
        <p:nvSpPr>
          <p:cNvPr id="24" name="Freeform 15" descr="Mute speaker with solid fill">
            <a:extLst>
              <a:ext uri="{FF2B5EF4-FFF2-40B4-BE49-F238E27FC236}">
                <a16:creationId xmlns:a16="http://schemas.microsoft.com/office/drawing/2014/main" id="{9F8A4E3F-4F96-82C6-13C5-93DB6CB5FC5B}"/>
              </a:ext>
            </a:extLst>
          </p:cNvPr>
          <p:cNvSpPr/>
          <p:nvPr/>
        </p:nvSpPr>
        <p:spPr>
          <a:xfrm>
            <a:off x="503815" y="125855"/>
            <a:ext cx="540117" cy="540117"/>
          </a:xfrm>
          <a:custGeom>
            <a:avLst/>
            <a:gdLst/>
            <a:ahLst/>
            <a:cxnLst/>
            <a:rect l="l" t="t" r="r" b="b"/>
            <a:pathLst>
              <a:path w="675176" h="675176">
                <a:moveTo>
                  <a:pt x="0" y="0"/>
                </a:moveTo>
                <a:lnTo>
                  <a:pt x="675177" y="0"/>
                </a:lnTo>
                <a:lnTo>
                  <a:pt x="675177" y="675176"/>
                </a:lnTo>
                <a:lnTo>
                  <a:pt x="0" y="675176"/>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en-SG" sz="1088"/>
          </a:p>
        </p:txBody>
      </p:sp>
      <p:sp>
        <p:nvSpPr>
          <p:cNvPr id="40" name="TextBox 22">
            <a:extLst>
              <a:ext uri="{FF2B5EF4-FFF2-40B4-BE49-F238E27FC236}">
                <a16:creationId xmlns:a16="http://schemas.microsoft.com/office/drawing/2014/main" id="{FC1EDCB8-67F4-3B7A-8DAB-61DA97D681B3}"/>
              </a:ext>
            </a:extLst>
          </p:cNvPr>
          <p:cNvSpPr txBox="1"/>
          <p:nvPr/>
        </p:nvSpPr>
        <p:spPr>
          <a:xfrm>
            <a:off x="6964030" y="73783"/>
            <a:ext cx="1503275" cy="419346"/>
          </a:xfrm>
          <a:prstGeom prst="rect">
            <a:avLst/>
          </a:prstGeom>
        </p:spPr>
        <p:txBody>
          <a:bodyPr wrap="square" lIns="0" tIns="0" rIns="0" bIns="0" rtlCol="0" anchor="t">
            <a:spAutoFit/>
          </a:bodyPr>
          <a:lstStyle/>
          <a:p>
            <a:pPr algn="ctr">
              <a:lnSpc>
                <a:spcPts val="3359"/>
              </a:lnSpc>
              <a:spcBef>
                <a:spcPct val="0"/>
              </a:spcBef>
            </a:pPr>
            <a:r>
              <a:rPr lang="en-US" sz="2399" dirty="0">
                <a:solidFill>
                  <a:srgbClr val="FF0000"/>
                </a:solidFill>
                <a:latin typeface="League Spartan"/>
                <a:ea typeface="League Spartan"/>
                <a:cs typeface="League Spartan"/>
                <a:sym typeface="League Spartan"/>
              </a:rPr>
              <a:t>English </a:t>
            </a:r>
          </a:p>
        </p:txBody>
      </p:sp>
      <p:pic>
        <p:nvPicPr>
          <p:cNvPr id="39" name="Graphic 38" descr="Caret Down with solid fill">
            <a:extLst>
              <a:ext uri="{FF2B5EF4-FFF2-40B4-BE49-F238E27FC236}">
                <a16:creationId xmlns:a16="http://schemas.microsoft.com/office/drawing/2014/main" id="{29B9B313-8D4E-8605-374E-B0B6B8C338C2}"/>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rot="10800000" flipV="1">
            <a:off x="8213974" y="108137"/>
            <a:ext cx="457200" cy="457200"/>
          </a:xfrm>
          <a:prstGeom prst="rect">
            <a:avLst/>
          </a:prstGeom>
        </p:spPr>
      </p:pic>
      <p:grpSp>
        <p:nvGrpSpPr>
          <p:cNvPr id="14" name="Group 24">
            <a:extLst>
              <a:ext uri="{FF2B5EF4-FFF2-40B4-BE49-F238E27FC236}">
                <a16:creationId xmlns:a16="http://schemas.microsoft.com/office/drawing/2014/main" id="{072F75A7-E61B-975D-8635-B69B13B3B527}"/>
              </a:ext>
            </a:extLst>
          </p:cNvPr>
          <p:cNvGrpSpPr/>
          <p:nvPr/>
        </p:nvGrpSpPr>
        <p:grpSpPr>
          <a:xfrm>
            <a:off x="45508" y="0"/>
            <a:ext cx="11093846" cy="7746483"/>
            <a:chOff x="0" y="0"/>
            <a:chExt cx="3944653" cy="2754426"/>
          </a:xfrm>
        </p:grpSpPr>
        <p:sp>
          <p:nvSpPr>
            <p:cNvPr id="25" name="Freeform 25">
              <a:extLst>
                <a:ext uri="{FF2B5EF4-FFF2-40B4-BE49-F238E27FC236}">
                  <a16:creationId xmlns:a16="http://schemas.microsoft.com/office/drawing/2014/main" id="{ED4B212F-2A99-93CB-E245-7792FB0C8164}"/>
                </a:ext>
              </a:extLst>
            </p:cNvPr>
            <p:cNvSpPr/>
            <p:nvPr/>
          </p:nvSpPr>
          <p:spPr>
            <a:xfrm>
              <a:off x="0" y="0"/>
              <a:ext cx="3944653" cy="2754426"/>
            </a:xfrm>
            <a:custGeom>
              <a:avLst/>
              <a:gdLst/>
              <a:ahLst/>
              <a:cxnLst/>
              <a:rect l="l" t="t" r="r" b="b"/>
              <a:pathLst>
                <a:path w="3944653" h="2754426">
                  <a:moveTo>
                    <a:pt x="0" y="0"/>
                  </a:moveTo>
                  <a:lnTo>
                    <a:pt x="3944653" y="0"/>
                  </a:lnTo>
                  <a:lnTo>
                    <a:pt x="3944653" y="2754426"/>
                  </a:lnTo>
                  <a:lnTo>
                    <a:pt x="0" y="2754426"/>
                  </a:lnTo>
                  <a:close/>
                </a:path>
              </a:pathLst>
            </a:custGeom>
            <a:solidFill>
              <a:srgbClr val="FFFFFF">
                <a:alpha val="69804"/>
              </a:srgbClr>
            </a:solidFill>
          </p:spPr>
          <p:txBody>
            <a:bodyPr/>
            <a:lstStyle/>
            <a:p>
              <a:endParaRPr lang="en-SG" sz="1088"/>
            </a:p>
          </p:txBody>
        </p:sp>
        <p:sp>
          <p:nvSpPr>
            <p:cNvPr id="26" name="TextBox 26">
              <a:extLst>
                <a:ext uri="{FF2B5EF4-FFF2-40B4-BE49-F238E27FC236}">
                  <a16:creationId xmlns:a16="http://schemas.microsoft.com/office/drawing/2014/main" id="{8ED7773A-C031-3EB0-8CBA-9996E22A2FCE}"/>
                </a:ext>
              </a:extLst>
            </p:cNvPr>
            <p:cNvSpPr txBox="1"/>
            <p:nvPr/>
          </p:nvSpPr>
          <p:spPr>
            <a:xfrm>
              <a:off x="0" y="-28575"/>
              <a:ext cx="3944653" cy="2783001"/>
            </a:xfrm>
            <a:prstGeom prst="rect">
              <a:avLst/>
            </a:prstGeom>
          </p:spPr>
          <p:txBody>
            <a:bodyPr lIns="40638" tIns="40638" rIns="40638" bIns="40638" rtlCol="0" anchor="ctr"/>
            <a:lstStyle/>
            <a:p>
              <a:pPr algn="ctr">
                <a:lnSpc>
                  <a:spcPts val="2016"/>
                </a:lnSpc>
              </a:pPr>
              <a:endParaRPr sz="1088"/>
            </a:p>
          </p:txBody>
        </p:sp>
      </p:grpSp>
      <p:grpSp>
        <p:nvGrpSpPr>
          <p:cNvPr id="27" name="Group 27">
            <a:extLst>
              <a:ext uri="{FF2B5EF4-FFF2-40B4-BE49-F238E27FC236}">
                <a16:creationId xmlns:a16="http://schemas.microsoft.com/office/drawing/2014/main" id="{167EEDC4-3586-A383-AD30-C80E9DFCB6C6}"/>
              </a:ext>
            </a:extLst>
          </p:cNvPr>
          <p:cNvGrpSpPr/>
          <p:nvPr/>
        </p:nvGrpSpPr>
        <p:grpSpPr>
          <a:xfrm>
            <a:off x="3904229" y="1871396"/>
            <a:ext cx="3803083" cy="3510092"/>
            <a:chOff x="-109067" y="-28575"/>
            <a:chExt cx="1833412" cy="1021683"/>
          </a:xfrm>
        </p:grpSpPr>
        <p:sp>
          <p:nvSpPr>
            <p:cNvPr id="28" name="Freeform 28">
              <a:extLst>
                <a:ext uri="{FF2B5EF4-FFF2-40B4-BE49-F238E27FC236}">
                  <a16:creationId xmlns:a16="http://schemas.microsoft.com/office/drawing/2014/main" id="{7CA08138-BA36-7848-422B-9ECE0E3C82BE}"/>
                </a:ext>
              </a:extLst>
            </p:cNvPr>
            <p:cNvSpPr/>
            <p:nvPr/>
          </p:nvSpPr>
          <p:spPr>
            <a:xfrm>
              <a:off x="-109067" y="12881"/>
              <a:ext cx="1724345" cy="980227"/>
            </a:xfrm>
            <a:custGeom>
              <a:avLst/>
              <a:gdLst/>
              <a:ahLst/>
              <a:cxnLst/>
              <a:rect l="l" t="t" r="r" b="b"/>
              <a:pathLst>
                <a:path w="1724345" h="980227">
                  <a:moveTo>
                    <a:pt x="60023" y="0"/>
                  </a:moveTo>
                  <a:lnTo>
                    <a:pt x="1664322" y="0"/>
                  </a:lnTo>
                  <a:cubicBezTo>
                    <a:pt x="1697472" y="0"/>
                    <a:pt x="1724345" y="26873"/>
                    <a:pt x="1724345" y="60023"/>
                  </a:cubicBezTo>
                  <a:lnTo>
                    <a:pt x="1724345" y="920203"/>
                  </a:lnTo>
                  <a:cubicBezTo>
                    <a:pt x="1724345" y="953353"/>
                    <a:pt x="1697472" y="980227"/>
                    <a:pt x="1664322" y="980227"/>
                  </a:cubicBezTo>
                  <a:lnTo>
                    <a:pt x="60023" y="980227"/>
                  </a:lnTo>
                  <a:cubicBezTo>
                    <a:pt x="26873" y="980227"/>
                    <a:pt x="0" y="953353"/>
                    <a:pt x="0" y="920203"/>
                  </a:cubicBezTo>
                  <a:lnTo>
                    <a:pt x="0" y="60023"/>
                  </a:lnTo>
                  <a:cubicBezTo>
                    <a:pt x="0" y="26873"/>
                    <a:pt x="26873" y="0"/>
                    <a:pt x="60023" y="0"/>
                  </a:cubicBezTo>
                  <a:close/>
                </a:path>
              </a:pathLst>
            </a:custGeom>
            <a:solidFill>
              <a:srgbClr val="FFF1EF"/>
            </a:solidFill>
          </p:spPr>
          <p:txBody>
            <a:bodyPr/>
            <a:lstStyle/>
            <a:p>
              <a:endParaRPr lang="en-SG" sz="1088"/>
            </a:p>
          </p:txBody>
        </p:sp>
        <p:sp>
          <p:nvSpPr>
            <p:cNvPr id="29" name="TextBox 29">
              <a:extLst>
                <a:ext uri="{FF2B5EF4-FFF2-40B4-BE49-F238E27FC236}">
                  <a16:creationId xmlns:a16="http://schemas.microsoft.com/office/drawing/2014/main" id="{420ABBD4-CA4A-D187-1861-54E3718959EF}"/>
                </a:ext>
              </a:extLst>
            </p:cNvPr>
            <p:cNvSpPr txBox="1"/>
            <p:nvPr/>
          </p:nvSpPr>
          <p:spPr>
            <a:xfrm>
              <a:off x="0" y="-28575"/>
              <a:ext cx="1724345" cy="1008802"/>
            </a:xfrm>
            <a:prstGeom prst="rect">
              <a:avLst/>
            </a:prstGeom>
          </p:spPr>
          <p:txBody>
            <a:bodyPr lIns="40638" tIns="40638" rIns="40638" bIns="40638" rtlCol="0" anchor="ctr"/>
            <a:lstStyle/>
            <a:p>
              <a:pPr algn="ctr">
                <a:lnSpc>
                  <a:spcPts val="2016"/>
                </a:lnSpc>
              </a:pPr>
              <a:endParaRPr sz="1088"/>
            </a:p>
          </p:txBody>
        </p:sp>
      </p:grpSp>
      <p:sp>
        <p:nvSpPr>
          <p:cNvPr id="37" name="TextBox 37">
            <a:hlinkClick r:id="rId23" action="ppaction://hlinksldjump"/>
            <a:extLst>
              <a:ext uri="{FF2B5EF4-FFF2-40B4-BE49-F238E27FC236}">
                <a16:creationId xmlns:a16="http://schemas.microsoft.com/office/drawing/2014/main" id="{C792DED4-FB16-380D-0C14-473485824925}"/>
              </a:ext>
            </a:extLst>
          </p:cNvPr>
          <p:cNvSpPr txBox="1"/>
          <p:nvPr/>
        </p:nvSpPr>
        <p:spPr>
          <a:xfrm>
            <a:off x="4274612" y="3370799"/>
            <a:ext cx="4190103" cy="1102225"/>
          </a:xfrm>
          <a:prstGeom prst="rect">
            <a:avLst/>
          </a:prstGeom>
        </p:spPr>
        <p:txBody>
          <a:bodyPr lIns="0" tIns="0" rIns="0" bIns="0" rtlCol="0" anchor="t">
            <a:spAutoFit/>
          </a:bodyPr>
          <a:lstStyle/>
          <a:p>
            <a:pPr>
              <a:lnSpc>
                <a:spcPts val="4479"/>
              </a:lnSpc>
              <a:spcBef>
                <a:spcPct val="0"/>
              </a:spcBef>
            </a:pPr>
            <a:r>
              <a:rPr lang="en-US" sz="2400" dirty="0">
                <a:solidFill>
                  <a:srgbClr val="F34336"/>
                </a:solidFill>
                <a:latin typeface="League Spartan"/>
                <a:ea typeface="League Spartan"/>
                <a:cs typeface="League Spartan"/>
                <a:sym typeface="League Spartan"/>
              </a:rPr>
              <a:t>Malay</a:t>
            </a:r>
          </a:p>
          <a:p>
            <a:pPr>
              <a:lnSpc>
                <a:spcPts val="4479"/>
              </a:lnSpc>
              <a:spcBef>
                <a:spcPct val="0"/>
              </a:spcBef>
            </a:pPr>
            <a:r>
              <a:rPr lang="en-US" sz="2400" dirty="0">
                <a:solidFill>
                  <a:srgbClr val="F34336"/>
                </a:solidFill>
                <a:latin typeface="League Spartan"/>
                <a:ea typeface="League Spartan"/>
                <a:cs typeface="League Spartan"/>
                <a:sym typeface="League Spartan"/>
              </a:rPr>
              <a:t>Tamil</a:t>
            </a:r>
          </a:p>
        </p:txBody>
      </p:sp>
      <p:sp>
        <p:nvSpPr>
          <p:cNvPr id="38" name="TextBox 38">
            <a:extLst>
              <a:ext uri="{FF2B5EF4-FFF2-40B4-BE49-F238E27FC236}">
                <a16:creationId xmlns:a16="http://schemas.microsoft.com/office/drawing/2014/main" id="{EF1B266E-061F-5632-8497-76B2CDCF5E28}"/>
              </a:ext>
            </a:extLst>
          </p:cNvPr>
          <p:cNvSpPr txBox="1"/>
          <p:nvPr/>
        </p:nvSpPr>
        <p:spPr>
          <a:xfrm>
            <a:off x="4848586" y="4254118"/>
            <a:ext cx="3206759" cy="467757"/>
          </a:xfrm>
          <a:prstGeom prst="rect">
            <a:avLst/>
          </a:prstGeom>
        </p:spPr>
        <p:txBody>
          <a:bodyPr lIns="0" tIns="0" rIns="0" bIns="0" rtlCol="0" anchor="t">
            <a:spAutoFit/>
          </a:bodyPr>
          <a:lstStyle/>
          <a:p>
            <a:pPr algn="ctr">
              <a:lnSpc>
                <a:spcPts val="3919"/>
              </a:lnSpc>
              <a:spcBef>
                <a:spcPct val="0"/>
              </a:spcBef>
            </a:pPr>
            <a:r>
              <a:rPr lang="en-US" sz="2799" b="1" dirty="0">
                <a:solidFill>
                  <a:schemeClr val="bg1"/>
                </a:solidFill>
                <a:latin typeface="Canva Sans Bold"/>
                <a:ea typeface="Canva Sans Bold"/>
                <a:cs typeface="Canva Sans Bold"/>
                <a:sym typeface="Canva Sans Bold"/>
              </a:rPr>
              <a:t>s</a:t>
            </a:r>
          </a:p>
        </p:txBody>
      </p:sp>
      <p:sp>
        <p:nvSpPr>
          <p:cNvPr id="42" name="TextBox 41">
            <a:hlinkClick r:id="rId24" action="ppaction://hlinksldjump"/>
            <a:extLst>
              <a:ext uri="{FF2B5EF4-FFF2-40B4-BE49-F238E27FC236}">
                <a16:creationId xmlns:a16="http://schemas.microsoft.com/office/drawing/2014/main" id="{A4AA781B-BCD1-4F9E-9F37-FDDBE51E39F2}"/>
              </a:ext>
            </a:extLst>
          </p:cNvPr>
          <p:cNvSpPr txBox="1"/>
          <p:nvPr/>
        </p:nvSpPr>
        <p:spPr>
          <a:xfrm>
            <a:off x="4210955" y="4579391"/>
            <a:ext cx="1840442" cy="670953"/>
          </a:xfrm>
          <a:prstGeom prst="rect">
            <a:avLst/>
          </a:prstGeom>
          <a:noFill/>
        </p:spPr>
        <p:txBody>
          <a:bodyPr wrap="square" rtlCol="0">
            <a:spAutoFit/>
          </a:bodyPr>
          <a:lstStyle/>
          <a:p>
            <a:r>
              <a:rPr lang="en-US" sz="2400" u="sng" dirty="0">
                <a:solidFill>
                  <a:srgbClr val="F34336"/>
                </a:solidFill>
                <a:latin typeface="League Spartan"/>
                <a:sym typeface="League Spartan"/>
              </a:rPr>
              <a:t>More</a:t>
            </a:r>
          </a:p>
          <a:p>
            <a:endParaRPr lang="en-SG" dirty="0"/>
          </a:p>
        </p:txBody>
      </p:sp>
      <p:sp>
        <p:nvSpPr>
          <p:cNvPr id="43" name="Freeform 15">
            <a:hlinkClick r:id="rId23" action="ppaction://hlinksldjump"/>
            <a:extLst>
              <a:ext uri="{FF2B5EF4-FFF2-40B4-BE49-F238E27FC236}">
                <a16:creationId xmlns:a16="http://schemas.microsoft.com/office/drawing/2014/main" id="{15EAB9B2-8F6E-45A7-EEE7-9997B929ED59}"/>
              </a:ext>
            </a:extLst>
          </p:cNvPr>
          <p:cNvSpPr/>
          <p:nvPr/>
        </p:nvSpPr>
        <p:spPr>
          <a:xfrm>
            <a:off x="6867610" y="2112480"/>
            <a:ext cx="540117" cy="540117"/>
          </a:xfrm>
          <a:custGeom>
            <a:avLst/>
            <a:gdLst/>
            <a:ahLst/>
            <a:cxnLst/>
            <a:rect l="l" t="t" r="r" b="b"/>
            <a:pathLst>
              <a:path w="675176" h="675176">
                <a:moveTo>
                  <a:pt x="0" y="0"/>
                </a:moveTo>
                <a:lnTo>
                  <a:pt x="675177" y="0"/>
                </a:lnTo>
                <a:lnTo>
                  <a:pt x="675177" y="675176"/>
                </a:lnTo>
                <a:lnTo>
                  <a:pt x="0" y="675176"/>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44" name="TextBox 37">
            <a:hlinkClick r:id="rId25" action="ppaction://hlinksldjump"/>
            <a:extLst>
              <a:ext uri="{FF2B5EF4-FFF2-40B4-BE49-F238E27FC236}">
                <a16:creationId xmlns:a16="http://schemas.microsoft.com/office/drawing/2014/main" id="{197AF46C-B0DD-AD56-5AC9-6CC5EF2CC8F6}"/>
              </a:ext>
            </a:extLst>
          </p:cNvPr>
          <p:cNvSpPr txBox="1"/>
          <p:nvPr/>
        </p:nvSpPr>
        <p:spPr>
          <a:xfrm>
            <a:off x="4252471" y="2822069"/>
            <a:ext cx="4190103" cy="525144"/>
          </a:xfrm>
          <a:prstGeom prst="rect">
            <a:avLst/>
          </a:prstGeom>
        </p:spPr>
        <p:txBody>
          <a:bodyPr lIns="0" tIns="0" rIns="0" bIns="0" rtlCol="0" anchor="t">
            <a:spAutoFit/>
          </a:bodyPr>
          <a:lstStyle/>
          <a:p>
            <a:pPr>
              <a:lnSpc>
                <a:spcPts val="4479"/>
              </a:lnSpc>
              <a:spcBef>
                <a:spcPct val="0"/>
              </a:spcBef>
            </a:pPr>
            <a:r>
              <a:rPr lang="en-US" sz="2400" dirty="0">
                <a:solidFill>
                  <a:srgbClr val="F34336"/>
                </a:solidFill>
                <a:latin typeface="League Spartan"/>
                <a:ea typeface="League Spartan"/>
                <a:cs typeface="League Spartan"/>
                <a:sym typeface="League Spartan"/>
              </a:rPr>
              <a:t>Mandarin</a:t>
            </a:r>
          </a:p>
        </p:txBody>
      </p:sp>
      <p:sp>
        <p:nvSpPr>
          <p:cNvPr id="45" name="TextBox 37">
            <a:hlinkClick r:id="rId23" action="ppaction://hlinksldjump"/>
            <a:extLst>
              <a:ext uri="{FF2B5EF4-FFF2-40B4-BE49-F238E27FC236}">
                <a16:creationId xmlns:a16="http://schemas.microsoft.com/office/drawing/2014/main" id="{1E16B6D0-2B45-CCA9-5FE0-2DE87F0009CB}"/>
              </a:ext>
            </a:extLst>
          </p:cNvPr>
          <p:cNvSpPr txBox="1"/>
          <p:nvPr/>
        </p:nvSpPr>
        <p:spPr>
          <a:xfrm>
            <a:off x="4305277" y="2195498"/>
            <a:ext cx="4190103" cy="525144"/>
          </a:xfrm>
          <a:prstGeom prst="rect">
            <a:avLst/>
          </a:prstGeom>
        </p:spPr>
        <p:txBody>
          <a:bodyPr lIns="0" tIns="0" rIns="0" bIns="0" rtlCol="0" anchor="t">
            <a:spAutoFit/>
          </a:bodyPr>
          <a:lstStyle/>
          <a:p>
            <a:pPr>
              <a:lnSpc>
                <a:spcPts val="4479"/>
              </a:lnSpc>
              <a:spcBef>
                <a:spcPct val="0"/>
              </a:spcBef>
            </a:pPr>
            <a:r>
              <a:rPr lang="en-US" sz="2400" dirty="0">
                <a:solidFill>
                  <a:srgbClr val="F34336"/>
                </a:solidFill>
                <a:latin typeface="League Spartan"/>
                <a:ea typeface="League Spartan"/>
                <a:cs typeface="League Spartan"/>
                <a:sym typeface="League Spartan"/>
              </a:rPr>
              <a:t>English</a:t>
            </a:r>
          </a:p>
        </p:txBody>
      </p:sp>
    </p:spTree>
    <p:extLst>
      <p:ext uri="{BB962C8B-B14F-4D97-AF65-F5344CB8AC3E}">
        <p14:creationId xmlns:p14="http://schemas.microsoft.com/office/powerpoint/2010/main" val="3870494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3431D-878D-CE5E-5DBF-F54A327EE31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3DEC90B-C892-E0A6-7893-D423D46CB40F}"/>
              </a:ext>
            </a:extLst>
          </p:cNvPr>
          <p:cNvSpPr/>
          <p:nvPr/>
        </p:nvSpPr>
        <p:spPr>
          <a:xfrm flipH="1">
            <a:off x="-1" y="4543185"/>
            <a:ext cx="10080625" cy="2866305"/>
          </a:xfrm>
          <a:custGeom>
            <a:avLst/>
            <a:gdLst/>
            <a:ahLst/>
            <a:cxnLst/>
            <a:rect l="l" t="t" r="r" b="b"/>
            <a:pathLst>
              <a:path w="17585468" h="3583039">
                <a:moveTo>
                  <a:pt x="17585467" y="0"/>
                </a:moveTo>
                <a:lnTo>
                  <a:pt x="0" y="0"/>
                </a:lnTo>
                <a:lnTo>
                  <a:pt x="0" y="3583039"/>
                </a:lnTo>
                <a:lnTo>
                  <a:pt x="17585467" y="3583039"/>
                </a:lnTo>
                <a:lnTo>
                  <a:pt x="17585467" y="0"/>
                </a:lnTo>
                <a:close/>
              </a:path>
            </a:pathLst>
          </a:custGeom>
          <a:blipFill>
            <a:blip r:embed="rId2">
              <a:alphaModFix amt="9999"/>
              <a:extLst>
                <a:ext uri="{96DAC541-7B7A-43D3-8B79-37D633B846F1}">
                  <asvg:svgBlip xmlns:asvg="http://schemas.microsoft.com/office/drawing/2016/SVG/main" r:embed="rId3"/>
                </a:ext>
              </a:extLst>
            </a:blip>
            <a:stretch>
              <a:fillRect l="-13909" r="-25643"/>
            </a:stretch>
          </a:blipFill>
        </p:spPr>
        <p:txBody>
          <a:bodyPr/>
          <a:lstStyle/>
          <a:p>
            <a:endParaRPr lang="en-SG" sz="1088"/>
          </a:p>
        </p:txBody>
      </p:sp>
      <p:sp>
        <p:nvSpPr>
          <p:cNvPr id="3" name="Freeform 3">
            <a:extLst>
              <a:ext uri="{FF2B5EF4-FFF2-40B4-BE49-F238E27FC236}">
                <a16:creationId xmlns:a16="http://schemas.microsoft.com/office/drawing/2014/main" id="{A712AA29-BAF1-E3E2-347A-CB099B3254D8}"/>
              </a:ext>
            </a:extLst>
          </p:cNvPr>
          <p:cNvSpPr/>
          <p:nvPr/>
        </p:nvSpPr>
        <p:spPr>
          <a:xfrm>
            <a:off x="-585716" y="1840457"/>
            <a:ext cx="12068424" cy="5556005"/>
          </a:xfrm>
          <a:custGeom>
            <a:avLst/>
            <a:gdLst/>
            <a:ahLst/>
            <a:cxnLst/>
            <a:rect l="l" t="t" r="r" b="b"/>
            <a:pathLst>
              <a:path w="15086195" h="6945313">
                <a:moveTo>
                  <a:pt x="0" y="0"/>
                </a:moveTo>
                <a:lnTo>
                  <a:pt x="15086195" y="0"/>
                </a:lnTo>
                <a:lnTo>
                  <a:pt x="15086195" y="6945313"/>
                </a:lnTo>
                <a:lnTo>
                  <a:pt x="0" y="6945313"/>
                </a:lnTo>
                <a:lnTo>
                  <a:pt x="0" y="0"/>
                </a:lnTo>
                <a:close/>
              </a:path>
            </a:pathLst>
          </a:custGeom>
          <a:blipFill>
            <a:blip r:embed="rId4">
              <a:alphaModFix amt="6000"/>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4" name="Freeform 4">
            <a:extLst>
              <a:ext uri="{FF2B5EF4-FFF2-40B4-BE49-F238E27FC236}">
                <a16:creationId xmlns:a16="http://schemas.microsoft.com/office/drawing/2014/main" id="{AF45E2E1-D3CC-70C5-8CB6-81DD91628927}"/>
              </a:ext>
            </a:extLst>
          </p:cNvPr>
          <p:cNvSpPr/>
          <p:nvPr/>
        </p:nvSpPr>
        <p:spPr>
          <a:xfrm>
            <a:off x="496" y="1840456"/>
            <a:ext cx="468018" cy="1104466"/>
          </a:xfrm>
          <a:custGeom>
            <a:avLst/>
            <a:gdLst/>
            <a:ahLst/>
            <a:cxnLst/>
            <a:rect l="l" t="t" r="r" b="b"/>
            <a:pathLst>
              <a:path w="585048" h="1380643">
                <a:moveTo>
                  <a:pt x="0" y="0"/>
                </a:moveTo>
                <a:lnTo>
                  <a:pt x="585048" y="0"/>
                </a:lnTo>
                <a:lnTo>
                  <a:pt x="585048" y="1380643"/>
                </a:lnTo>
                <a:lnTo>
                  <a:pt x="0" y="1380643"/>
                </a:lnTo>
                <a:lnTo>
                  <a:pt x="0" y="0"/>
                </a:lnTo>
                <a:close/>
              </a:path>
            </a:pathLst>
          </a:custGeom>
          <a:blipFill>
            <a:blip r:embed="rId6">
              <a:alphaModFix amt="6999"/>
              <a:extLst>
                <a:ext uri="{96DAC541-7B7A-43D3-8B79-37D633B846F1}">
                  <asvg:svgBlip xmlns:asvg="http://schemas.microsoft.com/office/drawing/2016/SVG/main" r:embed="rId7"/>
                </a:ext>
              </a:extLst>
            </a:blip>
            <a:stretch>
              <a:fillRect/>
            </a:stretch>
          </a:blipFill>
        </p:spPr>
        <p:txBody>
          <a:bodyPr/>
          <a:lstStyle/>
          <a:p>
            <a:endParaRPr lang="en-SG" sz="1088"/>
          </a:p>
        </p:txBody>
      </p:sp>
      <p:sp>
        <p:nvSpPr>
          <p:cNvPr id="5" name="Freeform 5">
            <a:extLst>
              <a:ext uri="{FF2B5EF4-FFF2-40B4-BE49-F238E27FC236}">
                <a16:creationId xmlns:a16="http://schemas.microsoft.com/office/drawing/2014/main" id="{30F4DE10-69AD-A66A-1BE4-704BAC01AF40}"/>
              </a:ext>
            </a:extLst>
          </p:cNvPr>
          <p:cNvSpPr/>
          <p:nvPr/>
        </p:nvSpPr>
        <p:spPr>
          <a:xfrm>
            <a:off x="5597575" y="-237607"/>
            <a:ext cx="4267012" cy="1578794"/>
          </a:xfrm>
          <a:custGeom>
            <a:avLst/>
            <a:gdLst/>
            <a:ahLst/>
            <a:cxnLst/>
            <a:rect l="l" t="t" r="r" b="b"/>
            <a:pathLst>
              <a:path w="5334000" h="1973580">
                <a:moveTo>
                  <a:pt x="0" y="0"/>
                </a:moveTo>
                <a:lnTo>
                  <a:pt x="5334000" y="0"/>
                </a:lnTo>
                <a:lnTo>
                  <a:pt x="5334000" y="1973580"/>
                </a:lnTo>
                <a:lnTo>
                  <a:pt x="0" y="1973580"/>
                </a:lnTo>
                <a:lnTo>
                  <a:pt x="0" y="0"/>
                </a:lnTo>
                <a:close/>
              </a:path>
            </a:pathLst>
          </a:custGeom>
          <a:blipFill>
            <a:blip r:embed="rId8">
              <a:alphaModFix amt="6999"/>
              <a:extLst>
                <a:ext uri="{96DAC541-7B7A-43D3-8B79-37D633B846F1}">
                  <asvg:svgBlip xmlns:asvg="http://schemas.microsoft.com/office/drawing/2016/SVG/main" r:embed="rId9"/>
                </a:ext>
              </a:extLst>
            </a:blip>
            <a:stretch>
              <a:fillRect/>
            </a:stretch>
          </a:blipFill>
        </p:spPr>
        <p:txBody>
          <a:bodyPr/>
          <a:lstStyle/>
          <a:p>
            <a:endParaRPr lang="en-SG" sz="1088"/>
          </a:p>
        </p:txBody>
      </p:sp>
      <p:sp>
        <p:nvSpPr>
          <p:cNvPr id="6" name="Freeform 6">
            <a:extLst>
              <a:ext uri="{FF2B5EF4-FFF2-40B4-BE49-F238E27FC236}">
                <a16:creationId xmlns:a16="http://schemas.microsoft.com/office/drawing/2014/main" id="{DF9A576D-5FBD-4B5B-6D97-714870D37EDF}"/>
              </a:ext>
            </a:extLst>
          </p:cNvPr>
          <p:cNvSpPr/>
          <p:nvPr/>
        </p:nvSpPr>
        <p:spPr>
          <a:xfrm rot="432978">
            <a:off x="1369551" y="4289598"/>
            <a:ext cx="2052969" cy="1563989"/>
          </a:xfrm>
          <a:custGeom>
            <a:avLst/>
            <a:gdLst/>
            <a:ahLst/>
            <a:cxnLst/>
            <a:rect l="l" t="t" r="r" b="b"/>
            <a:pathLst>
              <a:path w="2566324" h="1955072">
                <a:moveTo>
                  <a:pt x="0" y="0"/>
                </a:moveTo>
                <a:lnTo>
                  <a:pt x="2566324" y="0"/>
                </a:lnTo>
                <a:lnTo>
                  <a:pt x="2566324" y="1955072"/>
                </a:lnTo>
                <a:lnTo>
                  <a:pt x="0" y="195507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SG" sz="1088"/>
          </a:p>
        </p:txBody>
      </p:sp>
      <p:sp>
        <p:nvSpPr>
          <p:cNvPr id="7" name="Freeform 7">
            <a:extLst>
              <a:ext uri="{FF2B5EF4-FFF2-40B4-BE49-F238E27FC236}">
                <a16:creationId xmlns:a16="http://schemas.microsoft.com/office/drawing/2014/main" id="{818D7E5F-73C7-7BFE-5251-2CB1247C2225}"/>
              </a:ext>
            </a:extLst>
          </p:cNvPr>
          <p:cNvSpPr/>
          <p:nvPr/>
        </p:nvSpPr>
        <p:spPr>
          <a:xfrm>
            <a:off x="7050846" y="4368864"/>
            <a:ext cx="1329645" cy="1465542"/>
          </a:xfrm>
          <a:custGeom>
            <a:avLst/>
            <a:gdLst/>
            <a:ahLst/>
            <a:cxnLst/>
            <a:rect l="l" t="t" r="r" b="b"/>
            <a:pathLst>
              <a:path w="1662130" h="1832008">
                <a:moveTo>
                  <a:pt x="0" y="0"/>
                </a:moveTo>
                <a:lnTo>
                  <a:pt x="1662130" y="0"/>
                </a:lnTo>
                <a:lnTo>
                  <a:pt x="1662130" y="1832008"/>
                </a:lnTo>
                <a:lnTo>
                  <a:pt x="0" y="183200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SG" sz="1088"/>
          </a:p>
        </p:txBody>
      </p:sp>
      <p:grpSp>
        <p:nvGrpSpPr>
          <p:cNvPr id="8" name="Group 8">
            <a:extLst>
              <a:ext uri="{FF2B5EF4-FFF2-40B4-BE49-F238E27FC236}">
                <a16:creationId xmlns:a16="http://schemas.microsoft.com/office/drawing/2014/main" id="{F6A51349-2C31-7EF1-C6F3-56E4E960AC5C}"/>
              </a:ext>
            </a:extLst>
          </p:cNvPr>
          <p:cNvGrpSpPr/>
          <p:nvPr/>
        </p:nvGrpSpPr>
        <p:grpSpPr>
          <a:xfrm>
            <a:off x="1341841" y="6160852"/>
            <a:ext cx="2285899" cy="660852"/>
            <a:chOff x="0" y="0"/>
            <a:chExt cx="812800" cy="234980"/>
          </a:xfrm>
        </p:grpSpPr>
        <p:sp>
          <p:nvSpPr>
            <p:cNvPr id="9" name="Freeform 9">
              <a:extLst>
                <a:ext uri="{FF2B5EF4-FFF2-40B4-BE49-F238E27FC236}">
                  <a16:creationId xmlns:a16="http://schemas.microsoft.com/office/drawing/2014/main" id="{D04B5262-CF96-4D53-1D38-54E5BC7B71CC}"/>
                </a:ext>
              </a:extLst>
            </p:cNvPr>
            <p:cNvSpPr/>
            <p:nvPr/>
          </p:nvSpPr>
          <p:spPr>
            <a:xfrm>
              <a:off x="0" y="0"/>
              <a:ext cx="812800" cy="234980"/>
            </a:xfrm>
            <a:custGeom>
              <a:avLst/>
              <a:gdLst/>
              <a:ahLst/>
              <a:cxnLst/>
              <a:rect l="l" t="t" r="r" b="b"/>
              <a:pathLst>
                <a:path w="812800" h="234980">
                  <a:moveTo>
                    <a:pt x="86699" y="0"/>
                  </a:moveTo>
                  <a:lnTo>
                    <a:pt x="726101" y="0"/>
                  </a:lnTo>
                  <a:cubicBezTo>
                    <a:pt x="773984" y="0"/>
                    <a:pt x="812800" y="38816"/>
                    <a:pt x="812800" y="86699"/>
                  </a:cubicBezTo>
                  <a:lnTo>
                    <a:pt x="812800" y="148281"/>
                  </a:lnTo>
                  <a:cubicBezTo>
                    <a:pt x="812800" y="196164"/>
                    <a:pt x="773984" y="234980"/>
                    <a:pt x="726101" y="234980"/>
                  </a:cubicBezTo>
                  <a:lnTo>
                    <a:pt x="86699" y="234980"/>
                  </a:lnTo>
                  <a:cubicBezTo>
                    <a:pt x="38816" y="234980"/>
                    <a:pt x="0" y="196164"/>
                    <a:pt x="0" y="148281"/>
                  </a:cubicBezTo>
                  <a:lnTo>
                    <a:pt x="0" y="86699"/>
                  </a:lnTo>
                  <a:cubicBezTo>
                    <a:pt x="0" y="38816"/>
                    <a:pt x="38816" y="0"/>
                    <a:pt x="86699" y="0"/>
                  </a:cubicBezTo>
                  <a:close/>
                </a:path>
              </a:pathLst>
            </a:custGeom>
            <a:solidFill>
              <a:srgbClr val="F34336"/>
            </a:solidFill>
          </p:spPr>
          <p:txBody>
            <a:bodyPr/>
            <a:lstStyle/>
            <a:p>
              <a:endParaRPr lang="en-SG" sz="1088"/>
            </a:p>
          </p:txBody>
        </p:sp>
        <p:sp>
          <p:nvSpPr>
            <p:cNvPr id="10" name="TextBox 10">
              <a:extLst>
                <a:ext uri="{FF2B5EF4-FFF2-40B4-BE49-F238E27FC236}">
                  <a16:creationId xmlns:a16="http://schemas.microsoft.com/office/drawing/2014/main" id="{E69CAB47-5CA1-0E29-28EA-D1451EF96AA4}"/>
                </a:ext>
              </a:extLst>
            </p:cNvPr>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grpSp>
        <p:nvGrpSpPr>
          <p:cNvPr id="11" name="Group 11">
            <a:extLst>
              <a:ext uri="{FF2B5EF4-FFF2-40B4-BE49-F238E27FC236}">
                <a16:creationId xmlns:a16="http://schemas.microsoft.com/office/drawing/2014/main" id="{BECE5AD6-BEC1-5553-2DD0-690827E633FE}"/>
              </a:ext>
            </a:extLst>
          </p:cNvPr>
          <p:cNvGrpSpPr/>
          <p:nvPr/>
        </p:nvGrpSpPr>
        <p:grpSpPr>
          <a:xfrm>
            <a:off x="6588131" y="6160852"/>
            <a:ext cx="2285899" cy="660852"/>
            <a:chOff x="0" y="0"/>
            <a:chExt cx="812800" cy="234980"/>
          </a:xfrm>
        </p:grpSpPr>
        <p:sp>
          <p:nvSpPr>
            <p:cNvPr id="12" name="Freeform 12">
              <a:extLst>
                <a:ext uri="{FF2B5EF4-FFF2-40B4-BE49-F238E27FC236}">
                  <a16:creationId xmlns:a16="http://schemas.microsoft.com/office/drawing/2014/main" id="{5E39C839-D579-4A8C-E6BA-E58D1D195469}"/>
                </a:ext>
              </a:extLst>
            </p:cNvPr>
            <p:cNvSpPr/>
            <p:nvPr/>
          </p:nvSpPr>
          <p:spPr>
            <a:xfrm>
              <a:off x="0" y="0"/>
              <a:ext cx="812800" cy="234980"/>
            </a:xfrm>
            <a:custGeom>
              <a:avLst/>
              <a:gdLst/>
              <a:ahLst/>
              <a:cxnLst/>
              <a:rect l="l" t="t" r="r" b="b"/>
              <a:pathLst>
                <a:path w="812800" h="234980">
                  <a:moveTo>
                    <a:pt x="86699" y="0"/>
                  </a:moveTo>
                  <a:lnTo>
                    <a:pt x="726101" y="0"/>
                  </a:lnTo>
                  <a:cubicBezTo>
                    <a:pt x="773984" y="0"/>
                    <a:pt x="812800" y="38816"/>
                    <a:pt x="812800" y="86699"/>
                  </a:cubicBezTo>
                  <a:lnTo>
                    <a:pt x="812800" y="148281"/>
                  </a:lnTo>
                  <a:cubicBezTo>
                    <a:pt x="812800" y="196164"/>
                    <a:pt x="773984" y="234980"/>
                    <a:pt x="726101" y="234980"/>
                  </a:cubicBezTo>
                  <a:lnTo>
                    <a:pt x="86699" y="234980"/>
                  </a:lnTo>
                  <a:cubicBezTo>
                    <a:pt x="38816" y="234980"/>
                    <a:pt x="0" y="196164"/>
                    <a:pt x="0" y="148281"/>
                  </a:cubicBezTo>
                  <a:lnTo>
                    <a:pt x="0" y="86699"/>
                  </a:lnTo>
                  <a:cubicBezTo>
                    <a:pt x="0" y="38816"/>
                    <a:pt x="38816" y="0"/>
                    <a:pt x="86699" y="0"/>
                  </a:cubicBezTo>
                  <a:close/>
                </a:path>
              </a:pathLst>
            </a:custGeom>
            <a:solidFill>
              <a:srgbClr val="F34336"/>
            </a:solidFill>
          </p:spPr>
          <p:txBody>
            <a:bodyPr/>
            <a:lstStyle/>
            <a:p>
              <a:endParaRPr lang="en-SG" sz="1088"/>
            </a:p>
          </p:txBody>
        </p:sp>
        <p:sp>
          <p:nvSpPr>
            <p:cNvPr id="13" name="TextBox 13">
              <a:extLst>
                <a:ext uri="{FF2B5EF4-FFF2-40B4-BE49-F238E27FC236}">
                  <a16:creationId xmlns:a16="http://schemas.microsoft.com/office/drawing/2014/main" id="{824E41F2-39C1-9652-92B2-EAA6048A7FBF}"/>
                </a:ext>
              </a:extLst>
            </p:cNvPr>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sp>
        <p:nvSpPr>
          <p:cNvPr id="15" name="Freeform 15">
            <a:extLst>
              <a:ext uri="{FF2B5EF4-FFF2-40B4-BE49-F238E27FC236}">
                <a16:creationId xmlns:a16="http://schemas.microsoft.com/office/drawing/2014/main" id="{2A8D07DD-445F-855A-BFB8-A1DAE53A7888}"/>
              </a:ext>
            </a:extLst>
          </p:cNvPr>
          <p:cNvSpPr/>
          <p:nvPr/>
        </p:nvSpPr>
        <p:spPr>
          <a:xfrm>
            <a:off x="9540507" y="58474"/>
            <a:ext cx="540117" cy="540117"/>
          </a:xfrm>
          <a:custGeom>
            <a:avLst/>
            <a:gdLst/>
            <a:ahLst/>
            <a:cxnLst/>
            <a:rect l="l" t="t" r="r" b="b"/>
            <a:pathLst>
              <a:path w="675176" h="675176">
                <a:moveTo>
                  <a:pt x="0" y="0"/>
                </a:moveTo>
                <a:lnTo>
                  <a:pt x="675177" y="0"/>
                </a:lnTo>
                <a:lnTo>
                  <a:pt x="675177" y="675176"/>
                </a:lnTo>
                <a:lnTo>
                  <a:pt x="0" y="675176"/>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16" name="Freeform 16">
            <a:extLst>
              <a:ext uri="{FF2B5EF4-FFF2-40B4-BE49-F238E27FC236}">
                <a16:creationId xmlns:a16="http://schemas.microsoft.com/office/drawing/2014/main" id="{FB70DEA8-7F7F-9FF3-5318-5CC86595B98B}"/>
              </a:ext>
            </a:extLst>
          </p:cNvPr>
          <p:cNvSpPr/>
          <p:nvPr/>
        </p:nvSpPr>
        <p:spPr>
          <a:xfrm>
            <a:off x="8874030" y="125855"/>
            <a:ext cx="405357" cy="405357"/>
          </a:xfrm>
          <a:custGeom>
            <a:avLst/>
            <a:gdLst/>
            <a:ahLst/>
            <a:cxnLst/>
            <a:rect l="l" t="t" r="r" b="b"/>
            <a:pathLst>
              <a:path w="506718" h="506718">
                <a:moveTo>
                  <a:pt x="0" y="0"/>
                </a:moveTo>
                <a:lnTo>
                  <a:pt x="506718" y="0"/>
                </a:lnTo>
                <a:lnTo>
                  <a:pt x="506718" y="506718"/>
                </a:lnTo>
                <a:lnTo>
                  <a:pt x="0" y="506718"/>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grpSp>
        <p:nvGrpSpPr>
          <p:cNvPr id="17" name="Group 17">
            <a:extLst>
              <a:ext uri="{FF2B5EF4-FFF2-40B4-BE49-F238E27FC236}">
                <a16:creationId xmlns:a16="http://schemas.microsoft.com/office/drawing/2014/main" id="{D8C1543E-66AA-72B7-98E2-DD00F38A6FB1}"/>
              </a:ext>
            </a:extLst>
          </p:cNvPr>
          <p:cNvGrpSpPr/>
          <p:nvPr/>
        </p:nvGrpSpPr>
        <p:grpSpPr>
          <a:xfrm>
            <a:off x="3168589" y="789962"/>
            <a:ext cx="5470815" cy="1454697"/>
            <a:chOff x="0" y="0"/>
            <a:chExt cx="1945264" cy="517248"/>
          </a:xfrm>
        </p:grpSpPr>
        <p:sp>
          <p:nvSpPr>
            <p:cNvPr id="18" name="Freeform 18">
              <a:extLst>
                <a:ext uri="{FF2B5EF4-FFF2-40B4-BE49-F238E27FC236}">
                  <a16:creationId xmlns:a16="http://schemas.microsoft.com/office/drawing/2014/main" id="{B11BA5DC-0A53-129C-DA1A-3F439FD43B3E}"/>
                </a:ext>
              </a:extLst>
            </p:cNvPr>
            <p:cNvSpPr/>
            <p:nvPr/>
          </p:nvSpPr>
          <p:spPr>
            <a:xfrm>
              <a:off x="0" y="0"/>
              <a:ext cx="1945264" cy="517249"/>
            </a:xfrm>
            <a:custGeom>
              <a:avLst/>
              <a:gdLst/>
              <a:ahLst/>
              <a:cxnLst/>
              <a:rect l="l" t="t" r="r" b="b"/>
              <a:pathLst>
                <a:path w="1945264" h="517249">
                  <a:moveTo>
                    <a:pt x="47546" y="0"/>
                  </a:moveTo>
                  <a:lnTo>
                    <a:pt x="1897718" y="0"/>
                  </a:lnTo>
                  <a:cubicBezTo>
                    <a:pt x="1910328" y="0"/>
                    <a:pt x="1922422" y="5009"/>
                    <a:pt x="1931339" y="13926"/>
                  </a:cubicBezTo>
                  <a:cubicBezTo>
                    <a:pt x="1940255" y="22843"/>
                    <a:pt x="1945264" y="34936"/>
                    <a:pt x="1945264" y="47546"/>
                  </a:cubicBezTo>
                  <a:lnTo>
                    <a:pt x="1945264" y="469702"/>
                  </a:lnTo>
                  <a:cubicBezTo>
                    <a:pt x="1945264" y="495961"/>
                    <a:pt x="1923977" y="517249"/>
                    <a:pt x="1897718" y="517249"/>
                  </a:cubicBezTo>
                  <a:lnTo>
                    <a:pt x="47546" y="517249"/>
                  </a:lnTo>
                  <a:cubicBezTo>
                    <a:pt x="34936" y="517249"/>
                    <a:pt x="22843" y="512239"/>
                    <a:pt x="13926" y="503323"/>
                  </a:cubicBezTo>
                  <a:cubicBezTo>
                    <a:pt x="5009" y="494406"/>
                    <a:pt x="0" y="482312"/>
                    <a:pt x="0" y="469702"/>
                  </a:cubicBezTo>
                  <a:lnTo>
                    <a:pt x="0" y="47546"/>
                  </a:lnTo>
                  <a:cubicBezTo>
                    <a:pt x="0" y="21287"/>
                    <a:pt x="21287" y="0"/>
                    <a:pt x="47546" y="0"/>
                  </a:cubicBezTo>
                  <a:close/>
                </a:path>
              </a:pathLst>
            </a:custGeom>
            <a:solidFill>
              <a:srgbClr val="FFC431">
                <a:alpha val="66667"/>
              </a:srgbClr>
            </a:solidFill>
          </p:spPr>
          <p:txBody>
            <a:bodyPr/>
            <a:lstStyle/>
            <a:p>
              <a:endParaRPr lang="en-SG" sz="1088"/>
            </a:p>
          </p:txBody>
        </p:sp>
        <p:sp>
          <p:nvSpPr>
            <p:cNvPr id="19" name="TextBox 19">
              <a:extLst>
                <a:ext uri="{FF2B5EF4-FFF2-40B4-BE49-F238E27FC236}">
                  <a16:creationId xmlns:a16="http://schemas.microsoft.com/office/drawing/2014/main" id="{14F53E3D-6DDF-11FC-16D1-5A956E37B3DC}"/>
                </a:ext>
              </a:extLst>
            </p:cNvPr>
            <p:cNvSpPr txBox="1"/>
            <p:nvPr/>
          </p:nvSpPr>
          <p:spPr>
            <a:xfrm>
              <a:off x="0" y="-28575"/>
              <a:ext cx="1945264" cy="545823"/>
            </a:xfrm>
            <a:prstGeom prst="rect">
              <a:avLst/>
            </a:prstGeom>
          </p:spPr>
          <p:txBody>
            <a:bodyPr lIns="40638" tIns="40638" rIns="40638" bIns="40638" rtlCol="0" anchor="ctr"/>
            <a:lstStyle/>
            <a:p>
              <a:pPr algn="ctr">
                <a:lnSpc>
                  <a:spcPts val="2016"/>
                </a:lnSpc>
              </a:pPr>
              <a:endParaRPr sz="1088"/>
            </a:p>
          </p:txBody>
        </p:sp>
      </p:grpSp>
      <p:sp>
        <p:nvSpPr>
          <p:cNvPr id="20" name="Freeform 20">
            <a:extLst>
              <a:ext uri="{FF2B5EF4-FFF2-40B4-BE49-F238E27FC236}">
                <a16:creationId xmlns:a16="http://schemas.microsoft.com/office/drawing/2014/main" id="{CDEDF42E-D974-6A76-80F1-B8C56FA8D5AC}"/>
              </a:ext>
            </a:extLst>
          </p:cNvPr>
          <p:cNvSpPr/>
          <p:nvPr/>
        </p:nvSpPr>
        <p:spPr>
          <a:xfrm>
            <a:off x="1475912" y="551790"/>
            <a:ext cx="2496100" cy="2365054"/>
          </a:xfrm>
          <a:custGeom>
            <a:avLst/>
            <a:gdLst/>
            <a:ahLst/>
            <a:cxnLst/>
            <a:rect l="l" t="t" r="r" b="b"/>
            <a:pathLst>
              <a:path w="3120262" h="2956448">
                <a:moveTo>
                  <a:pt x="0" y="0"/>
                </a:moveTo>
                <a:lnTo>
                  <a:pt x="3120262" y="0"/>
                </a:lnTo>
                <a:lnTo>
                  <a:pt x="3120262" y="2956448"/>
                </a:lnTo>
                <a:lnTo>
                  <a:pt x="0" y="2956448"/>
                </a:lnTo>
                <a:lnTo>
                  <a:pt x="0" y="0"/>
                </a:lnTo>
                <a:close/>
              </a:path>
            </a:pathLst>
          </a:custGeom>
          <a:blipFill>
            <a:blip r:embed="rId18"/>
            <a:stretch>
              <a:fillRect/>
            </a:stretch>
          </a:blipFill>
          <a:ln cap="sq">
            <a:noFill/>
            <a:prstDash val="solid"/>
            <a:miter/>
          </a:ln>
        </p:spPr>
        <p:txBody>
          <a:bodyPr/>
          <a:lstStyle/>
          <a:p>
            <a:endParaRPr lang="en-SG" sz="1088"/>
          </a:p>
        </p:txBody>
      </p:sp>
      <p:sp>
        <p:nvSpPr>
          <p:cNvPr id="21" name="TextBox 21">
            <a:extLst>
              <a:ext uri="{FF2B5EF4-FFF2-40B4-BE49-F238E27FC236}">
                <a16:creationId xmlns:a16="http://schemas.microsoft.com/office/drawing/2014/main" id="{EEF59103-7F02-0FAE-52EF-0C95244E6277}"/>
              </a:ext>
            </a:extLst>
          </p:cNvPr>
          <p:cNvSpPr txBox="1"/>
          <p:nvPr/>
        </p:nvSpPr>
        <p:spPr>
          <a:xfrm>
            <a:off x="4119609" y="1090584"/>
            <a:ext cx="4203435" cy="838884"/>
          </a:xfrm>
          <a:prstGeom prst="rect">
            <a:avLst/>
          </a:prstGeom>
        </p:spPr>
        <p:txBody>
          <a:bodyPr lIns="0" tIns="0" rIns="0" bIns="0" rtlCol="0" anchor="t">
            <a:spAutoFit/>
          </a:bodyPr>
          <a:lstStyle/>
          <a:p>
            <a:pPr>
              <a:lnSpc>
                <a:spcPts val="3357"/>
              </a:lnSpc>
            </a:pPr>
            <a:r>
              <a:rPr lang="en-US" sz="2398" b="1">
                <a:solidFill>
                  <a:srgbClr val="000000"/>
                </a:solidFill>
                <a:latin typeface="Roboto Mono Bold"/>
                <a:ea typeface="Roboto Mono Bold"/>
                <a:cs typeface="Roboto Mono Bold"/>
                <a:sym typeface="Roboto Mono Bold"/>
              </a:rPr>
              <a:t>Hi, I am Kiki! </a:t>
            </a:r>
          </a:p>
          <a:p>
            <a:pPr>
              <a:lnSpc>
                <a:spcPts val="3357"/>
              </a:lnSpc>
              <a:spcBef>
                <a:spcPct val="0"/>
              </a:spcBef>
            </a:pPr>
            <a:r>
              <a:rPr lang="en-US" sz="2398" b="1">
                <a:solidFill>
                  <a:srgbClr val="000000"/>
                </a:solidFill>
                <a:latin typeface="Roboto Mono Bold"/>
                <a:ea typeface="Roboto Mono Bold"/>
                <a:cs typeface="Roboto Mono Bold"/>
                <a:sym typeface="Roboto Mono Bold"/>
              </a:rPr>
              <a:t>Looks like you are new</a:t>
            </a:r>
            <a:r>
              <a:rPr lang="en-US" sz="2398">
                <a:solidFill>
                  <a:srgbClr val="000000"/>
                </a:solidFill>
                <a:latin typeface="Roboto Mono"/>
                <a:ea typeface="Roboto Mono"/>
                <a:cs typeface="Roboto Mono"/>
                <a:sym typeface="Roboto Mono"/>
              </a:rPr>
              <a:t>.</a:t>
            </a:r>
          </a:p>
        </p:txBody>
      </p:sp>
      <p:sp>
        <p:nvSpPr>
          <p:cNvPr id="22" name="TextBox 22">
            <a:extLst>
              <a:ext uri="{FF2B5EF4-FFF2-40B4-BE49-F238E27FC236}">
                <a16:creationId xmlns:a16="http://schemas.microsoft.com/office/drawing/2014/main" id="{89E145D6-4182-FD6C-F165-DFA6361DECFB}"/>
              </a:ext>
            </a:extLst>
          </p:cNvPr>
          <p:cNvSpPr txBox="1"/>
          <p:nvPr/>
        </p:nvSpPr>
        <p:spPr>
          <a:xfrm>
            <a:off x="2083246" y="6282499"/>
            <a:ext cx="747266" cy="419346"/>
          </a:xfrm>
          <a:prstGeom prst="rect">
            <a:avLst/>
          </a:prstGeom>
        </p:spPr>
        <p:txBody>
          <a:bodyPr wrap="square" lIns="0" tIns="0" rIns="0" bIns="0" rtlCol="0" anchor="t">
            <a:spAutoFit/>
          </a:bodyPr>
          <a:lstStyle/>
          <a:p>
            <a:pPr algn="ctr">
              <a:lnSpc>
                <a:spcPts val="3359"/>
              </a:lnSpc>
              <a:spcBef>
                <a:spcPct val="0"/>
              </a:spcBef>
            </a:pPr>
            <a:r>
              <a:rPr lang="en-US" sz="2399" dirty="0">
                <a:solidFill>
                  <a:srgbClr val="FFFFFF"/>
                </a:solidFill>
                <a:latin typeface="League Spartan"/>
                <a:ea typeface="League Spartan"/>
                <a:cs typeface="League Spartan"/>
                <a:sym typeface="League Spartan"/>
              </a:rPr>
              <a:t>Map</a:t>
            </a:r>
          </a:p>
        </p:txBody>
      </p:sp>
      <p:sp>
        <p:nvSpPr>
          <p:cNvPr id="23" name="TextBox 23">
            <a:extLst>
              <a:ext uri="{FF2B5EF4-FFF2-40B4-BE49-F238E27FC236}">
                <a16:creationId xmlns:a16="http://schemas.microsoft.com/office/drawing/2014/main" id="{3D6E3A0B-5ADC-A648-109A-94C5A049EF84}"/>
              </a:ext>
            </a:extLst>
          </p:cNvPr>
          <p:cNvSpPr txBox="1"/>
          <p:nvPr/>
        </p:nvSpPr>
        <p:spPr>
          <a:xfrm>
            <a:off x="6917779" y="6280042"/>
            <a:ext cx="1696893" cy="419346"/>
          </a:xfrm>
          <a:prstGeom prst="rect">
            <a:avLst/>
          </a:prstGeom>
        </p:spPr>
        <p:txBody>
          <a:bodyPr wrap="square" lIns="0" tIns="0" rIns="0" bIns="0" rtlCol="0" anchor="t">
            <a:spAutoFit/>
          </a:bodyPr>
          <a:lstStyle/>
          <a:p>
            <a:pPr algn="ctr">
              <a:lnSpc>
                <a:spcPts val="3359"/>
              </a:lnSpc>
              <a:spcBef>
                <a:spcPct val="0"/>
              </a:spcBef>
            </a:pPr>
            <a:r>
              <a:rPr lang="en-US" sz="2399" dirty="0">
                <a:solidFill>
                  <a:srgbClr val="FFFFFF"/>
                </a:solidFill>
                <a:latin typeface="League Spartan"/>
                <a:ea typeface="League Spartan"/>
                <a:cs typeface="League Spartan"/>
                <a:sym typeface="League Spartan"/>
              </a:rPr>
              <a:t>Plan Trip</a:t>
            </a:r>
          </a:p>
        </p:txBody>
      </p:sp>
      <p:sp>
        <p:nvSpPr>
          <p:cNvPr id="24" name="Freeform 15" descr="Mute speaker with solid fill">
            <a:extLst>
              <a:ext uri="{FF2B5EF4-FFF2-40B4-BE49-F238E27FC236}">
                <a16:creationId xmlns:a16="http://schemas.microsoft.com/office/drawing/2014/main" id="{475CD28F-EAA4-AC6F-BF7D-53594EB2403C}"/>
              </a:ext>
            </a:extLst>
          </p:cNvPr>
          <p:cNvSpPr/>
          <p:nvPr/>
        </p:nvSpPr>
        <p:spPr>
          <a:xfrm>
            <a:off x="503815" y="125855"/>
            <a:ext cx="540117" cy="540117"/>
          </a:xfrm>
          <a:custGeom>
            <a:avLst/>
            <a:gdLst/>
            <a:ahLst/>
            <a:cxnLst/>
            <a:rect l="l" t="t" r="r" b="b"/>
            <a:pathLst>
              <a:path w="675176" h="675176">
                <a:moveTo>
                  <a:pt x="0" y="0"/>
                </a:moveTo>
                <a:lnTo>
                  <a:pt x="675177" y="0"/>
                </a:lnTo>
                <a:lnTo>
                  <a:pt x="675177" y="675176"/>
                </a:lnTo>
                <a:lnTo>
                  <a:pt x="0" y="675176"/>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en-SG" sz="1088"/>
          </a:p>
        </p:txBody>
      </p:sp>
      <p:sp>
        <p:nvSpPr>
          <p:cNvPr id="40" name="TextBox 22">
            <a:extLst>
              <a:ext uri="{FF2B5EF4-FFF2-40B4-BE49-F238E27FC236}">
                <a16:creationId xmlns:a16="http://schemas.microsoft.com/office/drawing/2014/main" id="{EBC2B890-B183-ACBF-5738-99581C317ABD}"/>
              </a:ext>
            </a:extLst>
          </p:cNvPr>
          <p:cNvSpPr txBox="1"/>
          <p:nvPr/>
        </p:nvSpPr>
        <p:spPr>
          <a:xfrm>
            <a:off x="6964030" y="73783"/>
            <a:ext cx="1503275" cy="419346"/>
          </a:xfrm>
          <a:prstGeom prst="rect">
            <a:avLst/>
          </a:prstGeom>
        </p:spPr>
        <p:txBody>
          <a:bodyPr wrap="square" lIns="0" tIns="0" rIns="0" bIns="0" rtlCol="0" anchor="t">
            <a:spAutoFit/>
          </a:bodyPr>
          <a:lstStyle/>
          <a:p>
            <a:pPr algn="ctr">
              <a:lnSpc>
                <a:spcPts val="3359"/>
              </a:lnSpc>
              <a:spcBef>
                <a:spcPct val="0"/>
              </a:spcBef>
            </a:pPr>
            <a:r>
              <a:rPr lang="en-US" sz="2399" dirty="0">
                <a:solidFill>
                  <a:srgbClr val="FF0000"/>
                </a:solidFill>
                <a:latin typeface="League Spartan"/>
                <a:ea typeface="League Spartan"/>
                <a:cs typeface="League Spartan"/>
                <a:sym typeface="League Spartan"/>
              </a:rPr>
              <a:t>English </a:t>
            </a:r>
          </a:p>
        </p:txBody>
      </p:sp>
      <p:pic>
        <p:nvPicPr>
          <p:cNvPr id="39" name="Graphic 38" descr="Caret Down with solid fill">
            <a:extLst>
              <a:ext uri="{FF2B5EF4-FFF2-40B4-BE49-F238E27FC236}">
                <a16:creationId xmlns:a16="http://schemas.microsoft.com/office/drawing/2014/main" id="{938EB888-8BF1-457C-9B88-50C7A131EB30}"/>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rot="10800000" flipV="1">
            <a:off x="8213974" y="108137"/>
            <a:ext cx="457200" cy="457200"/>
          </a:xfrm>
          <a:prstGeom prst="rect">
            <a:avLst/>
          </a:prstGeom>
        </p:spPr>
      </p:pic>
      <p:grpSp>
        <p:nvGrpSpPr>
          <p:cNvPr id="14" name="Group 24">
            <a:extLst>
              <a:ext uri="{FF2B5EF4-FFF2-40B4-BE49-F238E27FC236}">
                <a16:creationId xmlns:a16="http://schemas.microsoft.com/office/drawing/2014/main" id="{08B06381-F3DA-2264-4CC2-99CFA81FDF1F}"/>
              </a:ext>
            </a:extLst>
          </p:cNvPr>
          <p:cNvGrpSpPr/>
          <p:nvPr/>
        </p:nvGrpSpPr>
        <p:grpSpPr>
          <a:xfrm>
            <a:off x="45508" y="0"/>
            <a:ext cx="11093846" cy="7746483"/>
            <a:chOff x="0" y="0"/>
            <a:chExt cx="3944653" cy="2754426"/>
          </a:xfrm>
        </p:grpSpPr>
        <p:sp>
          <p:nvSpPr>
            <p:cNvPr id="25" name="Freeform 25">
              <a:extLst>
                <a:ext uri="{FF2B5EF4-FFF2-40B4-BE49-F238E27FC236}">
                  <a16:creationId xmlns:a16="http://schemas.microsoft.com/office/drawing/2014/main" id="{57D658FF-9E15-4D2C-47C3-A3399A42729D}"/>
                </a:ext>
              </a:extLst>
            </p:cNvPr>
            <p:cNvSpPr/>
            <p:nvPr/>
          </p:nvSpPr>
          <p:spPr>
            <a:xfrm>
              <a:off x="0" y="0"/>
              <a:ext cx="3944653" cy="2754426"/>
            </a:xfrm>
            <a:custGeom>
              <a:avLst/>
              <a:gdLst/>
              <a:ahLst/>
              <a:cxnLst/>
              <a:rect l="l" t="t" r="r" b="b"/>
              <a:pathLst>
                <a:path w="3944653" h="2754426">
                  <a:moveTo>
                    <a:pt x="0" y="0"/>
                  </a:moveTo>
                  <a:lnTo>
                    <a:pt x="3944653" y="0"/>
                  </a:lnTo>
                  <a:lnTo>
                    <a:pt x="3944653" y="2754426"/>
                  </a:lnTo>
                  <a:lnTo>
                    <a:pt x="0" y="2754426"/>
                  </a:lnTo>
                  <a:close/>
                </a:path>
              </a:pathLst>
            </a:custGeom>
            <a:solidFill>
              <a:srgbClr val="FFFFFF">
                <a:alpha val="69804"/>
              </a:srgbClr>
            </a:solidFill>
          </p:spPr>
          <p:txBody>
            <a:bodyPr/>
            <a:lstStyle/>
            <a:p>
              <a:endParaRPr lang="en-SG" sz="1088"/>
            </a:p>
          </p:txBody>
        </p:sp>
        <p:sp>
          <p:nvSpPr>
            <p:cNvPr id="26" name="TextBox 26">
              <a:extLst>
                <a:ext uri="{FF2B5EF4-FFF2-40B4-BE49-F238E27FC236}">
                  <a16:creationId xmlns:a16="http://schemas.microsoft.com/office/drawing/2014/main" id="{87312F90-40F3-1123-2E98-C19AD0A9E0A6}"/>
                </a:ext>
              </a:extLst>
            </p:cNvPr>
            <p:cNvSpPr txBox="1"/>
            <p:nvPr/>
          </p:nvSpPr>
          <p:spPr>
            <a:xfrm>
              <a:off x="0" y="-28575"/>
              <a:ext cx="3944653" cy="2783001"/>
            </a:xfrm>
            <a:prstGeom prst="rect">
              <a:avLst/>
            </a:prstGeom>
          </p:spPr>
          <p:txBody>
            <a:bodyPr lIns="40638" tIns="40638" rIns="40638" bIns="40638" rtlCol="0" anchor="ctr"/>
            <a:lstStyle/>
            <a:p>
              <a:pPr algn="ctr">
                <a:lnSpc>
                  <a:spcPts val="2016"/>
                </a:lnSpc>
              </a:pPr>
              <a:endParaRPr sz="1088"/>
            </a:p>
          </p:txBody>
        </p:sp>
      </p:grpSp>
      <p:grpSp>
        <p:nvGrpSpPr>
          <p:cNvPr id="27" name="Group 27">
            <a:extLst>
              <a:ext uri="{FF2B5EF4-FFF2-40B4-BE49-F238E27FC236}">
                <a16:creationId xmlns:a16="http://schemas.microsoft.com/office/drawing/2014/main" id="{8319FE60-4EB1-74E0-CBBC-8687D437FDA7}"/>
              </a:ext>
            </a:extLst>
          </p:cNvPr>
          <p:cNvGrpSpPr/>
          <p:nvPr/>
        </p:nvGrpSpPr>
        <p:grpSpPr>
          <a:xfrm>
            <a:off x="3860504" y="591447"/>
            <a:ext cx="3523651" cy="6230258"/>
            <a:chOff x="-109067" y="-28575"/>
            <a:chExt cx="1833412" cy="1021683"/>
          </a:xfrm>
        </p:grpSpPr>
        <p:sp>
          <p:nvSpPr>
            <p:cNvPr id="28" name="Freeform 28">
              <a:extLst>
                <a:ext uri="{FF2B5EF4-FFF2-40B4-BE49-F238E27FC236}">
                  <a16:creationId xmlns:a16="http://schemas.microsoft.com/office/drawing/2014/main" id="{9F848D6D-B724-672E-DCAF-C736CBDA09F2}"/>
                </a:ext>
              </a:extLst>
            </p:cNvPr>
            <p:cNvSpPr/>
            <p:nvPr/>
          </p:nvSpPr>
          <p:spPr>
            <a:xfrm>
              <a:off x="-109067" y="12881"/>
              <a:ext cx="1724345" cy="980227"/>
            </a:xfrm>
            <a:custGeom>
              <a:avLst/>
              <a:gdLst/>
              <a:ahLst/>
              <a:cxnLst/>
              <a:rect l="l" t="t" r="r" b="b"/>
              <a:pathLst>
                <a:path w="1724345" h="980227">
                  <a:moveTo>
                    <a:pt x="60023" y="0"/>
                  </a:moveTo>
                  <a:lnTo>
                    <a:pt x="1664322" y="0"/>
                  </a:lnTo>
                  <a:cubicBezTo>
                    <a:pt x="1697472" y="0"/>
                    <a:pt x="1724345" y="26873"/>
                    <a:pt x="1724345" y="60023"/>
                  </a:cubicBezTo>
                  <a:lnTo>
                    <a:pt x="1724345" y="920203"/>
                  </a:lnTo>
                  <a:cubicBezTo>
                    <a:pt x="1724345" y="953353"/>
                    <a:pt x="1697472" y="980227"/>
                    <a:pt x="1664322" y="980227"/>
                  </a:cubicBezTo>
                  <a:lnTo>
                    <a:pt x="60023" y="980227"/>
                  </a:lnTo>
                  <a:cubicBezTo>
                    <a:pt x="26873" y="980227"/>
                    <a:pt x="0" y="953353"/>
                    <a:pt x="0" y="920203"/>
                  </a:cubicBezTo>
                  <a:lnTo>
                    <a:pt x="0" y="60023"/>
                  </a:lnTo>
                  <a:cubicBezTo>
                    <a:pt x="0" y="26873"/>
                    <a:pt x="26873" y="0"/>
                    <a:pt x="60023" y="0"/>
                  </a:cubicBezTo>
                  <a:close/>
                </a:path>
              </a:pathLst>
            </a:custGeom>
            <a:solidFill>
              <a:srgbClr val="FFF1EF"/>
            </a:solidFill>
          </p:spPr>
          <p:txBody>
            <a:bodyPr/>
            <a:lstStyle/>
            <a:p>
              <a:endParaRPr lang="en-SG" sz="1088"/>
            </a:p>
          </p:txBody>
        </p:sp>
        <p:sp>
          <p:nvSpPr>
            <p:cNvPr id="29" name="TextBox 29">
              <a:extLst>
                <a:ext uri="{FF2B5EF4-FFF2-40B4-BE49-F238E27FC236}">
                  <a16:creationId xmlns:a16="http://schemas.microsoft.com/office/drawing/2014/main" id="{1581D85A-AF4D-552C-AF4E-03388B6E42D8}"/>
                </a:ext>
              </a:extLst>
            </p:cNvPr>
            <p:cNvSpPr txBox="1"/>
            <p:nvPr/>
          </p:nvSpPr>
          <p:spPr>
            <a:xfrm>
              <a:off x="0" y="-28575"/>
              <a:ext cx="1724345" cy="1008802"/>
            </a:xfrm>
            <a:prstGeom prst="rect">
              <a:avLst/>
            </a:prstGeom>
          </p:spPr>
          <p:txBody>
            <a:bodyPr lIns="40638" tIns="40638" rIns="40638" bIns="40638" rtlCol="0" anchor="ctr"/>
            <a:lstStyle/>
            <a:p>
              <a:pPr algn="ctr">
                <a:lnSpc>
                  <a:spcPts val="2016"/>
                </a:lnSpc>
              </a:pPr>
              <a:endParaRPr sz="1088"/>
            </a:p>
          </p:txBody>
        </p:sp>
      </p:grpSp>
      <p:sp>
        <p:nvSpPr>
          <p:cNvPr id="37" name="TextBox 37">
            <a:hlinkClick r:id="rId23" action="ppaction://hlinksldjump"/>
            <a:extLst>
              <a:ext uri="{FF2B5EF4-FFF2-40B4-BE49-F238E27FC236}">
                <a16:creationId xmlns:a16="http://schemas.microsoft.com/office/drawing/2014/main" id="{170DD4AE-7247-2288-2B14-FECB0A190CD1}"/>
              </a:ext>
            </a:extLst>
          </p:cNvPr>
          <p:cNvSpPr txBox="1"/>
          <p:nvPr/>
        </p:nvSpPr>
        <p:spPr>
          <a:xfrm>
            <a:off x="4059720" y="895938"/>
            <a:ext cx="4190103" cy="6247864"/>
          </a:xfrm>
          <a:prstGeom prst="rect">
            <a:avLst/>
          </a:prstGeom>
        </p:spPr>
        <p:txBody>
          <a:bodyPr lIns="0" tIns="0" rIns="0" bIns="0" rtlCol="0" anchor="t">
            <a:spAutoFit/>
          </a:bodyPr>
          <a:lstStyle/>
          <a:p>
            <a:pPr>
              <a:lnSpc>
                <a:spcPct val="150000"/>
              </a:lnSpc>
              <a:spcBef>
                <a:spcPct val="0"/>
              </a:spcBef>
            </a:pPr>
            <a:r>
              <a:rPr lang="en-US" sz="1600" dirty="0">
                <a:solidFill>
                  <a:srgbClr val="F34336"/>
                </a:solidFill>
                <a:latin typeface="League Spartan"/>
                <a:ea typeface="League Spartan"/>
                <a:cs typeface="League Spartan"/>
                <a:sym typeface="League Spartan"/>
              </a:rPr>
              <a:t>Aymara</a:t>
            </a:r>
          </a:p>
          <a:p>
            <a:pPr>
              <a:lnSpc>
                <a:spcPct val="150000"/>
              </a:lnSpc>
              <a:spcBef>
                <a:spcPct val="0"/>
              </a:spcBef>
            </a:pPr>
            <a:r>
              <a:rPr lang="en-US" sz="1600" dirty="0">
                <a:solidFill>
                  <a:srgbClr val="F34336"/>
                </a:solidFill>
                <a:latin typeface="League Spartan"/>
                <a:ea typeface="League Spartan"/>
                <a:cs typeface="League Spartan"/>
                <a:sym typeface="League Spartan"/>
              </a:rPr>
              <a:t>Arabic</a:t>
            </a:r>
          </a:p>
          <a:p>
            <a:pPr>
              <a:lnSpc>
                <a:spcPct val="150000"/>
              </a:lnSpc>
              <a:spcBef>
                <a:spcPct val="0"/>
              </a:spcBef>
            </a:pPr>
            <a:r>
              <a:rPr lang="en-US" sz="1600" dirty="0">
                <a:solidFill>
                  <a:srgbClr val="F34336"/>
                </a:solidFill>
                <a:latin typeface="League Spartan"/>
                <a:ea typeface="League Spartan"/>
                <a:cs typeface="League Spartan"/>
                <a:sym typeface="League Spartan"/>
              </a:rPr>
              <a:t>Basque</a:t>
            </a:r>
          </a:p>
          <a:p>
            <a:pPr>
              <a:lnSpc>
                <a:spcPct val="150000"/>
              </a:lnSpc>
              <a:spcBef>
                <a:spcPct val="0"/>
              </a:spcBef>
            </a:pPr>
            <a:r>
              <a:rPr lang="en-US" sz="1600" dirty="0">
                <a:solidFill>
                  <a:srgbClr val="F34336"/>
                </a:solidFill>
                <a:latin typeface="League Spartan"/>
                <a:ea typeface="League Spartan"/>
                <a:cs typeface="League Spartan"/>
                <a:sym typeface="League Spartan"/>
              </a:rPr>
              <a:t>Belarusian</a:t>
            </a:r>
          </a:p>
          <a:p>
            <a:pPr>
              <a:lnSpc>
                <a:spcPct val="150000"/>
              </a:lnSpc>
              <a:spcBef>
                <a:spcPct val="0"/>
              </a:spcBef>
            </a:pPr>
            <a:r>
              <a:rPr lang="en-US" sz="1600" dirty="0">
                <a:solidFill>
                  <a:srgbClr val="F34336"/>
                </a:solidFill>
                <a:latin typeface="League Spartan"/>
                <a:ea typeface="League Spartan"/>
                <a:cs typeface="League Spartan"/>
                <a:sym typeface="League Spartan"/>
              </a:rPr>
              <a:t>Bengali</a:t>
            </a:r>
          </a:p>
          <a:p>
            <a:pPr>
              <a:lnSpc>
                <a:spcPct val="150000"/>
              </a:lnSpc>
              <a:spcBef>
                <a:spcPct val="0"/>
              </a:spcBef>
            </a:pPr>
            <a:r>
              <a:rPr lang="en-US" sz="1600" dirty="0">
                <a:solidFill>
                  <a:srgbClr val="F34336"/>
                </a:solidFill>
                <a:latin typeface="League Spartan"/>
                <a:ea typeface="League Spartan"/>
                <a:cs typeface="League Spartan"/>
                <a:sym typeface="League Spartan"/>
              </a:rPr>
              <a:t>Bislama</a:t>
            </a:r>
          </a:p>
          <a:p>
            <a:pPr>
              <a:lnSpc>
                <a:spcPct val="150000"/>
              </a:lnSpc>
              <a:spcBef>
                <a:spcPct val="0"/>
              </a:spcBef>
            </a:pPr>
            <a:r>
              <a:rPr lang="en-US" sz="1600" dirty="0">
                <a:solidFill>
                  <a:srgbClr val="F34336"/>
                </a:solidFill>
                <a:latin typeface="League Spartan"/>
                <a:ea typeface="League Spartan"/>
                <a:cs typeface="League Spartan"/>
                <a:sym typeface="League Spartan"/>
              </a:rPr>
              <a:t>Bulgarian</a:t>
            </a:r>
          </a:p>
          <a:p>
            <a:pPr>
              <a:lnSpc>
                <a:spcPct val="150000"/>
              </a:lnSpc>
              <a:spcBef>
                <a:spcPct val="0"/>
              </a:spcBef>
            </a:pPr>
            <a:r>
              <a:rPr lang="en-US" sz="1600" dirty="0">
                <a:solidFill>
                  <a:srgbClr val="F34336"/>
                </a:solidFill>
                <a:latin typeface="League Spartan"/>
                <a:ea typeface="League Spartan"/>
                <a:cs typeface="League Spartan"/>
                <a:sym typeface="League Spartan"/>
              </a:rPr>
              <a:t>Burmese</a:t>
            </a:r>
          </a:p>
          <a:p>
            <a:pPr>
              <a:lnSpc>
                <a:spcPct val="150000"/>
              </a:lnSpc>
              <a:spcBef>
                <a:spcPct val="0"/>
              </a:spcBef>
            </a:pPr>
            <a:r>
              <a:rPr lang="en-US" sz="1600" dirty="0">
                <a:solidFill>
                  <a:srgbClr val="F34336"/>
                </a:solidFill>
                <a:latin typeface="League Spartan"/>
                <a:ea typeface="League Spartan"/>
                <a:cs typeface="League Spartan"/>
                <a:sym typeface="League Spartan"/>
              </a:rPr>
              <a:t>Czech</a:t>
            </a:r>
          </a:p>
          <a:p>
            <a:pPr>
              <a:lnSpc>
                <a:spcPct val="150000"/>
              </a:lnSpc>
              <a:spcBef>
                <a:spcPct val="0"/>
              </a:spcBef>
            </a:pPr>
            <a:r>
              <a:rPr lang="en-US" sz="1600" dirty="0">
                <a:solidFill>
                  <a:srgbClr val="F34336"/>
                </a:solidFill>
                <a:latin typeface="League Spartan"/>
                <a:ea typeface="League Spartan"/>
                <a:cs typeface="League Spartan"/>
                <a:sym typeface="League Spartan"/>
              </a:rPr>
              <a:t>Croatian</a:t>
            </a:r>
          </a:p>
          <a:p>
            <a:pPr>
              <a:lnSpc>
                <a:spcPct val="150000"/>
              </a:lnSpc>
              <a:spcBef>
                <a:spcPct val="0"/>
              </a:spcBef>
            </a:pPr>
            <a:r>
              <a:rPr lang="en-US" sz="1600" dirty="0">
                <a:solidFill>
                  <a:srgbClr val="F34336"/>
                </a:solidFill>
                <a:latin typeface="League Spartan"/>
                <a:ea typeface="League Spartan"/>
                <a:cs typeface="League Spartan"/>
                <a:sym typeface="League Spartan"/>
              </a:rPr>
              <a:t>Dutch</a:t>
            </a:r>
          </a:p>
          <a:p>
            <a:pPr>
              <a:lnSpc>
                <a:spcPct val="150000"/>
              </a:lnSpc>
              <a:spcBef>
                <a:spcPct val="0"/>
              </a:spcBef>
            </a:pPr>
            <a:r>
              <a:rPr lang="en-US" sz="1600" dirty="0">
                <a:solidFill>
                  <a:srgbClr val="F34336"/>
                </a:solidFill>
                <a:latin typeface="League Spartan"/>
                <a:ea typeface="League Spartan"/>
                <a:cs typeface="League Spartan"/>
                <a:sym typeface="League Spartan"/>
              </a:rPr>
              <a:t>English</a:t>
            </a:r>
          </a:p>
          <a:p>
            <a:pPr>
              <a:lnSpc>
                <a:spcPct val="150000"/>
              </a:lnSpc>
              <a:spcBef>
                <a:spcPct val="0"/>
              </a:spcBef>
            </a:pPr>
            <a:r>
              <a:rPr lang="en-US" sz="1600" dirty="0">
                <a:solidFill>
                  <a:srgbClr val="F34336"/>
                </a:solidFill>
                <a:latin typeface="League Spartan"/>
                <a:ea typeface="League Spartan"/>
                <a:cs typeface="League Spartan"/>
                <a:sym typeface="League Spartan"/>
              </a:rPr>
              <a:t>Estonian</a:t>
            </a:r>
          </a:p>
          <a:p>
            <a:pPr>
              <a:lnSpc>
                <a:spcPct val="150000"/>
              </a:lnSpc>
              <a:spcBef>
                <a:spcPct val="0"/>
              </a:spcBef>
            </a:pPr>
            <a:r>
              <a:rPr lang="en-US" sz="1600" dirty="0">
                <a:solidFill>
                  <a:srgbClr val="F34336"/>
                </a:solidFill>
                <a:latin typeface="League Spartan"/>
                <a:ea typeface="League Spartan"/>
                <a:cs typeface="League Spartan"/>
                <a:sym typeface="League Spartan"/>
              </a:rPr>
              <a:t>Fijian</a:t>
            </a:r>
          </a:p>
          <a:p>
            <a:pPr>
              <a:lnSpc>
                <a:spcPct val="150000"/>
              </a:lnSpc>
              <a:spcBef>
                <a:spcPct val="0"/>
              </a:spcBef>
            </a:pPr>
            <a:r>
              <a:rPr lang="en-US" sz="1600" dirty="0">
                <a:solidFill>
                  <a:srgbClr val="F34336"/>
                </a:solidFill>
                <a:latin typeface="League Spartan"/>
                <a:ea typeface="League Spartan"/>
                <a:cs typeface="League Spartan"/>
                <a:sym typeface="League Spartan"/>
              </a:rPr>
              <a:t>Finnish</a:t>
            </a:r>
          </a:p>
          <a:p>
            <a:pPr>
              <a:lnSpc>
                <a:spcPct val="150000"/>
              </a:lnSpc>
              <a:spcBef>
                <a:spcPct val="0"/>
              </a:spcBef>
            </a:pPr>
            <a:r>
              <a:rPr lang="en-US" sz="1600" dirty="0">
                <a:solidFill>
                  <a:srgbClr val="F34336"/>
                </a:solidFill>
                <a:latin typeface="League Spartan"/>
                <a:ea typeface="League Spartan"/>
                <a:cs typeface="League Spartan"/>
                <a:sym typeface="League Spartan"/>
              </a:rPr>
              <a:t>French</a:t>
            </a:r>
          </a:p>
          <a:p>
            <a:pPr>
              <a:lnSpc>
                <a:spcPct val="150000"/>
              </a:lnSpc>
              <a:spcBef>
                <a:spcPct val="0"/>
              </a:spcBef>
            </a:pPr>
            <a:endParaRPr lang="en-US" sz="1600" u="sng" dirty="0">
              <a:solidFill>
                <a:srgbClr val="F34336"/>
              </a:solidFill>
              <a:latin typeface="League Spartan"/>
              <a:ea typeface="League Spartan"/>
              <a:cs typeface="League Spartan"/>
              <a:sym typeface="League Spartan"/>
            </a:endParaRPr>
          </a:p>
        </p:txBody>
      </p:sp>
      <p:sp>
        <p:nvSpPr>
          <p:cNvPr id="38" name="TextBox 38">
            <a:extLst>
              <a:ext uri="{FF2B5EF4-FFF2-40B4-BE49-F238E27FC236}">
                <a16:creationId xmlns:a16="http://schemas.microsoft.com/office/drawing/2014/main" id="{5AA9DC95-A6B3-0A1D-3821-FBC78D69231E}"/>
              </a:ext>
            </a:extLst>
          </p:cNvPr>
          <p:cNvSpPr txBox="1"/>
          <p:nvPr/>
        </p:nvSpPr>
        <p:spPr>
          <a:xfrm>
            <a:off x="4848586" y="4254118"/>
            <a:ext cx="3206759" cy="467757"/>
          </a:xfrm>
          <a:prstGeom prst="rect">
            <a:avLst/>
          </a:prstGeom>
        </p:spPr>
        <p:txBody>
          <a:bodyPr lIns="0" tIns="0" rIns="0" bIns="0" rtlCol="0" anchor="t">
            <a:spAutoFit/>
          </a:bodyPr>
          <a:lstStyle/>
          <a:p>
            <a:pPr algn="ctr">
              <a:lnSpc>
                <a:spcPts val="3919"/>
              </a:lnSpc>
              <a:spcBef>
                <a:spcPct val="0"/>
              </a:spcBef>
            </a:pPr>
            <a:r>
              <a:rPr lang="en-US" sz="2799" b="1" dirty="0">
                <a:solidFill>
                  <a:schemeClr val="bg1"/>
                </a:solidFill>
                <a:latin typeface="Canva Sans Bold"/>
                <a:ea typeface="Canva Sans Bold"/>
                <a:cs typeface="Canva Sans Bold"/>
                <a:sym typeface="Canva Sans Bold"/>
              </a:rPr>
              <a:t>s</a:t>
            </a:r>
          </a:p>
        </p:txBody>
      </p:sp>
      <p:sp>
        <p:nvSpPr>
          <p:cNvPr id="30" name="Rectangle 29">
            <a:extLst>
              <a:ext uri="{FF2B5EF4-FFF2-40B4-BE49-F238E27FC236}">
                <a16:creationId xmlns:a16="http://schemas.microsoft.com/office/drawing/2014/main" id="{917E0EDD-D3BE-BF77-545C-7884EF667A61}"/>
              </a:ext>
            </a:extLst>
          </p:cNvPr>
          <p:cNvSpPr/>
          <p:nvPr/>
        </p:nvSpPr>
        <p:spPr>
          <a:xfrm>
            <a:off x="6952737" y="869465"/>
            <a:ext cx="131601" cy="5912965"/>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1" name="Rectangle 30">
            <a:extLst>
              <a:ext uri="{FF2B5EF4-FFF2-40B4-BE49-F238E27FC236}">
                <a16:creationId xmlns:a16="http://schemas.microsoft.com/office/drawing/2014/main" id="{8A817748-1042-3D05-0C08-CBF48CB7DFCA}"/>
              </a:ext>
            </a:extLst>
          </p:cNvPr>
          <p:cNvSpPr/>
          <p:nvPr/>
        </p:nvSpPr>
        <p:spPr>
          <a:xfrm>
            <a:off x="6957764" y="1133467"/>
            <a:ext cx="117442" cy="907603"/>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2" name="Isosceles Triangle 31">
            <a:extLst>
              <a:ext uri="{FF2B5EF4-FFF2-40B4-BE49-F238E27FC236}">
                <a16:creationId xmlns:a16="http://schemas.microsoft.com/office/drawing/2014/main" id="{B640C42C-6497-694B-3BB4-D43C2631CC57}"/>
              </a:ext>
            </a:extLst>
          </p:cNvPr>
          <p:cNvSpPr/>
          <p:nvPr/>
        </p:nvSpPr>
        <p:spPr>
          <a:xfrm>
            <a:off x="6971830" y="929878"/>
            <a:ext cx="103376" cy="107826"/>
          </a:xfrm>
          <a:prstGeom prst="triangl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3" name="Isosceles Triangle 32">
            <a:extLst>
              <a:ext uri="{FF2B5EF4-FFF2-40B4-BE49-F238E27FC236}">
                <a16:creationId xmlns:a16="http://schemas.microsoft.com/office/drawing/2014/main" id="{6350108E-DCB9-14E5-F8C3-1F22132C91B5}"/>
              </a:ext>
            </a:extLst>
          </p:cNvPr>
          <p:cNvSpPr/>
          <p:nvPr/>
        </p:nvSpPr>
        <p:spPr>
          <a:xfrm rot="10800000">
            <a:off x="6980962" y="6616780"/>
            <a:ext cx="103376" cy="107826"/>
          </a:xfrm>
          <a:prstGeom prst="triangl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4" name="Freeform 15">
            <a:hlinkClick r:id="rId23" action="ppaction://hlinksldjump"/>
            <a:extLst>
              <a:ext uri="{FF2B5EF4-FFF2-40B4-BE49-F238E27FC236}">
                <a16:creationId xmlns:a16="http://schemas.microsoft.com/office/drawing/2014/main" id="{438957C6-0E26-E83C-0F42-88570AA8F969}"/>
              </a:ext>
            </a:extLst>
          </p:cNvPr>
          <p:cNvSpPr/>
          <p:nvPr/>
        </p:nvSpPr>
        <p:spPr>
          <a:xfrm>
            <a:off x="6257771" y="810240"/>
            <a:ext cx="478929" cy="455460"/>
          </a:xfrm>
          <a:custGeom>
            <a:avLst/>
            <a:gdLst/>
            <a:ahLst/>
            <a:cxnLst/>
            <a:rect l="l" t="t" r="r" b="b"/>
            <a:pathLst>
              <a:path w="675176" h="675176">
                <a:moveTo>
                  <a:pt x="0" y="0"/>
                </a:moveTo>
                <a:lnTo>
                  <a:pt x="675177" y="0"/>
                </a:lnTo>
                <a:lnTo>
                  <a:pt x="675177" y="675176"/>
                </a:lnTo>
                <a:lnTo>
                  <a:pt x="0" y="675176"/>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Tree>
    <p:extLst>
      <p:ext uri="{BB962C8B-B14F-4D97-AF65-F5344CB8AC3E}">
        <p14:creationId xmlns:p14="http://schemas.microsoft.com/office/powerpoint/2010/main" val="3984923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2585047" y="4543185"/>
            <a:ext cx="14067754" cy="2866305"/>
          </a:xfrm>
          <a:custGeom>
            <a:avLst/>
            <a:gdLst/>
            <a:ahLst/>
            <a:cxnLst/>
            <a:rect l="l" t="t" r="r" b="b"/>
            <a:pathLst>
              <a:path w="17585468" h="3583039">
                <a:moveTo>
                  <a:pt x="17585467" y="0"/>
                </a:moveTo>
                <a:lnTo>
                  <a:pt x="0" y="0"/>
                </a:lnTo>
                <a:lnTo>
                  <a:pt x="0" y="3583039"/>
                </a:lnTo>
                <a:lnTo>
                  <a:pt x="17585467" y="3583039"/>
                </a:lnTo>
                <a:lnTo>
                  <a:pt x="17585467"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SG" sz="1088"/>
          </a:p>
        </p:txBody>
      </p:sp>
      <p:sp>
        <p:nvSpPr>
          <p:cNvPr id="3" name="Freeform 3"/>
          <p:cNvSpPr/>
          <p:nvPr/>
        </p:nvSpPr>
        <p:spPr>
          <a:xfrm>
            <a:off x="-585716" y="1840457"/>
            <a:ext cx="12068424" cy="5556005"/>
          </a:xfrm>
          <a:custGeom>
            <a:avLst/>
            <a:gdLst/>
            <a:ahLst/>
            <a:cxnLst/>
            <a:rect l="l" t="t" r="r" b="b"/>
            <a:pathLst>
              <a:path w="15086195" h="6945313">
                <a:moveTo>
                  <a:pt x="0" y="0"/>
                </a:moveTo>
                <a:lnTo>
                  <a:pt x="15086195" y="0"/>
                </a:lnTo>
                <a:lnTo>
                  <a:pt x="15086195" y="6945313"/>
                </a:lnTo>
                <a:lnTo>
                  <a:pt x="0" y="6945313"/>
                </a:lnTo>
                <a:lnTo>
                  <a:pt x="0" y="0"/>
                </a:lnTo>
                <a:close/>
              </a:path>
            </a:pathLst>
          </a:custGeom>
          <a:blipFill>
            <a:blip r:embed="rId4">
              <a:alphaModFix amt="6000"/>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4" name="Freeform 4"/>
          <p:cNvSpPr/>
          <p:nvPr/>
        </p:nvSpPr>
        <p:spPr>
          <a:xfrm>
            <a:off x="496" y="1840456"/>
            <a:ext cx="468018" cy="1104466"/>
          </a:xfrm>
          <a:custGeom>
            <a:avLst/>
            <a:gdLst/>
            <a:ahLst/>
            <a:cxnLst/>
            <a:rect l="l" t="t" r="r" b="b"/>
            <a:pathLst>
              <a:path w="585048" h="1380643">
                <a:moveTo>
                  <a:pt x="0" y="0"/>
                </a:moveTo>
                <a:lnTo>
                  <a:pt x="585048" y="0"/>
                </a:lnTo>
                <a:lnTo>
                  <a:pt x="585048" y="1380643"/>
                </a:lnTo>
                <a:lnTo>
                  <a:pt x="0" y="1380643"/>
                </a:lnTo>
                <a:lnTo>
                  <a:pt x="0" y="0"/>
                </a:lnTo>
                <a:close/>
              </a:path>
            </a:pathLst>
          </a:custGeom>
          <a:blipFill>
            <a:blip r:embed="rId6">
              <a:alphaModFix amt="6999"/>
              <a:extLst>
                <a:ext uri="{96DAC541-7B7A-43D3-8B79-37D633B846F1}">
                  <asvg:svgBlip xmlns:asvg="http://schemas.microsoft.com/office/drawing/2016/SVG/main" r:embed="rId7"/>
                </a:ext>
              </a:extLst>
            </a:blip>
            <a:stretch>
              <a:fillRect/>
            </a:stretch>
          </a:blipFill>
        </p:spPr>
        <p:txBody>
          <a:bodyPr/>
          <a:lstStyle/>
          <a:p>
            <a:endParaRPr lang="en-SG" sz="1088"/>
          </a:p>
        </p:txBody>
      </p:sp>
      <p:sp>
        <p:nvSpPr>
          <p:cNvPr id="5" name="Freeform 5"/>
          <p:cNvSpPr/>
          <p:nvPr/>
        </p:nvSpPr>
        <p:spPr>
          <a:xfrm>
            <a:off x="5597575" y="-237607"/>
            <a:ext cx="4267012" cy="1578794"/>
          </a:xfrm>
          <a:custGeom>
            <a:avLst/>
            <a:gdLst/>
            <a:ahLst/>
            <a:cxnLst/>
            <a:rect l="l" t="t" r="r" b="b"/>
            <a:pathLst>
              <a:path w="5334000" h="1973580">
                <a:moveTo>
                  <a:pt x="0" y="0"/>
                </a:moveTo>
                <a:lnTo>
                  <a:pt x="5334000" y="0"/>
                </a:lnTo>
                <a:lnTo>
                  <a:pt x="5334000" y="1973580"/>
                </a:lnTo>
                <a:lnTo>
                  <a:pt x="0" y="1973580"/>
                </a:lnTo>
                <a:lnTo>
                  <a:pt x="0" y="0"/>
                </a:lnTo>
                <a:close/>
              </a:path>
            </a:pathLst>
          </a:custGeom>
          <a:blipFill>
            <a:blip r:embed="rId8">
              <a:alphaModFix amt="6999"/>
              <a:extLst>
                <a:ext uri="{96DAC541-7B7A-43D3-8B79-37D633B846F1}">
                  <asvg:svgBlip xmlns:asvg="http://schemas.microsoft.com/office/drawing/2016/SVG/main" r:embed="rId9"/>
                </a:ext>
              </a:extLst>
            </a:blip>
            <a:stretch>
              <a:fillRect/>
            </a:stretch>
          </a:blipFill>
        </p:spPr>
        <p:txBody>
          <a:bodyPr/>
          <a:lstStyle/>
          <a:p>
            <a:endParaRPr lang="en-SG" sz="1088"/>
          </a:p>
        </p:txBody>
      </p:sp>
      <p:sp>
        <p:nvSpPr>
          <p:cNvPr id="6" name="Freeform 6"/>
          <p:cNvSpPr/>
          <p:nvPr/>
        </p:nvSpPr>
        <p:spPr>
          <a:xfrm rot="432978">
            <a:off x="1369551" y="4289598"/>
            <a:ext cx="2052969" cy="1563989"/>
          </a:xfrm>
          <a:custGeom>
            <a:avLst/>
            <a:gdLst/>
            <a:ahLst/>
            <a:cxnLst/>
            <a:rect l="l" t="t" r="r" b="b"/>
            <a:pathLst>
              <a:path w="2566324" h="1955072">
                <a:moveTo>
                  <a:pt x="0" y="0"/>
                </a:moveTo>
                <a:lnTo>
                  <a:pt x="2566324" y="0"/>
                </a:lnTo>
                <a:lnTo>
                  <a:pt x="2566324" y="1955072"/>
                </a:lnTo>
                <a:lnTo>
                  <a:pt x="0" y="195507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SG" sz="1088"/>
          </a:p>
        </p:txBody>
      </p:sp>
      <p:sp>
        <p:nvSpPr>
          <p:cNvPr id="7" name="Freeform 7"/>
          <p:cNvSpPr/>
          <p:nvPr/>
        </p:nvSpPr>
        <p:spPr>
          <a:xfrm>
            <a:off x="6995555" y="4307925"/>
            <a:ext cx="1384936" cy="1526482"/>
          </a:xfrm>
          <a:custGeom>
            <a:avLst/>
            <a:gdLst/>
            <a:ahLst/>
            <a:cxnLst/>
            <a:rect l="l" t="t" r="r" b="b"/>
            <a:pathLst>
              <a:path w="1731246" h="1908187">
                <a:moveTo>
                  <a:pt x="0" y="0"/>
                </a:moveTo>
                <a:lnTo>
                  <a:pt x="1731246" y="0"/>
                </a:lnTo>
                <a:lnTo>
                  <a:pt x="1731246" y="1908187"/>
                </a:lnTo>
                <a:lnTo>
                  <a:pt x="0" y="1908187"/>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SG" sz="1088"/>
          </a:p>
        </p:txBody>
      </p:sp>
      <p:grpSp>
        <p:nvGrpSpPr>
          <p:cNvPr id="8" name="Group 8"/>
          <p:cNvGrpSpPr/>
          <p:nvPr/>
        </p:nvGrpSpPr>
        <p:grpSpPr>
          <a:xfrm>
            <a:off x="1341841" y="6160852"/>
            <a:ext cx="2479271" cy="660852"/>
            <a:chOff x="0" y="0"/>
            <a:chExt cx="812800" cy="234980"/>
          </a:xfrm>
        </p:grpSpPr>
        <p:sp>
          <p:nvSpPr>
            <p:cNvPr id="9" name="Freeform 9"/>
            <p:cNvSpPr/>
            <p:nvPr/>
          </p:nvSpPr>
          <p:spPr>
            <a:xfrm>
              <a:off x="0" y="0"/>
              <a:ext cx="812800" cy="234980"/>
            </a:xfrm>
            <a:custGeom>
              <a:avLst/>
              <a:gdLst/>
              <a:ahLst/>
              <a:cxnLst/>
              <a:rect l="l" t="t" r="r" b="b"/>
              <a:pathLst>
                <a:path w="812800" h="234980">
                  <a:moveTo>
                    <a:pt x="86699" y="0"/>
                  </a:moveTo>
                  <a:lnTo>
                    <a:pt x="726101" y="0"/>
                  </a:lnTo>
                  <a:cubicBezTo>
                    <a:pt x="773984" y="0"/>
                    <a:pt x="812800" y="38816"/>
                    <a:pt x="812800" y="86699"/>
                  </a:cubicBezTo>
                  <a:lnTo>
                    <a:pt x="812800" y="148281"/>
                  </a:lnTo>
                  <a:cubicBezTo>
                    <a:pt x="812800" y="196164"/>
                    <a:pt x="773984" y="234980"/>
                    <a:pt x="726101" y="234980"/>
                  </a:cubicBezTo>
                  <a:lnTo>
                    <a:pt x="86699" y="234980"/>
                  </a:lnTo>
                  <a:cubicBezTo>
                    <a:pt x="38816" y="234980"/>
                    <a:pt x="0" y="196164"/>
                    <a:pt x="0" y="148281"/>
                  </a:cubicBezTo>
                  <a:lnTo>
                    <a:pt x="0" y="86699"/>
                  </a:lnTo>
                  <a:cubicBezTo>
                    <a:pt x="0" y="38816"/>
                    <a:pt x="38816" y="0"/>
                    <a:pt x="86699" y="0"/>
                  </a:cubicBezTo>
                  <a:close/>
                </a:path>
              </a:pathLst>
            </a:custGeom>
            <a:solidFill>
              <a:srgbClr val="F34336"/>
            </a:solidFill>
          </p:spPr>
          <p:txBody>
            <a:bodyPr/>
            <a:lstStyle/>
            <a:p>
              <a:endParaRPr lang="en-SG" sz="1088"/>
            </a:p>
          </p:txBody>
        </p:sp>
        <p:sp>
          <p:nvSpPr>
            <p:cNvPr id="10" name="TextBox 10"/>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grpSp>
        <p:nvGrpSpPr>
          <p:cNvPr id="11" name="Group 11"/>
          <p:cNvGrpSpPr/>
          <p:nvPr/>
        </p:nvGrpSpPr>
        <p:grpSpPr>
          <a:xfrm>
            <a:off x="6588131" y="6160852"/>
            <a:ext cx="2285899" cy="660852"/>
            <a:chOff x="0" y="0"/>
            <a:chExt cx="812800" cy="234980"/>
          </a:xfrm>
        </p:grpSpPr>
        <p:sp>
          <p:nvSpPr>
            <p:cNvPr id="12" name="Freeform 12"/>
            <p:cNvSpPr/>
            <p:nvPr/>
          </p:nvSpPr>
          <p:spPr>
            <a:xfrm>
              <a:off x="0" y="0"/>
              <a:ext cx="812800" cy="234980"/>
            </a:xfrm>
            <a:custGeom>
              <a:avLst/>
              <a:gdLst/>
              <a:ahLst/>
              <a:cxnLst/>
              <a:rect l="l" t="t" r="r" b="b"/>
              <a:pathLst>
                <a:path w="812800" h="234980">
                  <a:moveTo>
                    <a:pt x="86699" y="0"/>
                  </a:moveTo>
                  <a:lnTo>
                    <a:pt x="726101" y="0"/>
                  </a:lnTo>
                  <a:cubicBezTo>
                    <a:pt x="773984" y="0"/>
                    <a:pt x="812800" y="38816"/>
                    <a:pt x="812800" y="86699"/>
                  </a:cubicBezTo>
                  <a:lnTo>
                    <a:pt x="812800" y="148281"/>
                  </a:lnTo>
                  <a:cubicBezTo>
                    <a:pt x="812800" y="196164"/>
                    <a:pt x="773984" y="234980"/>
                    <a:pt x="726101" y="234980"/>
                  </a:cubicBezTo>
                  <a:lnTo>
                    <a:pt x="86699" y="234980"/>
                  </a:lnTo>
                  <a:cubicBezTo>
                    <a:pt x="38816" y="234980"/>
                    <a:pt x="0" y="196164"/>
                    <a:pt x="0" y="148281"/>
                  </a:cubicBezTo>
                  <a:lnTo>
                    <a:pt x="0" y="86699"/>
                  </a:lnTo>
                  <a:cubicBezTo>
                    <a:pt x="0" y="38816"/>
                    <a:pt x="38816" y="0"/>
                    <a:pt x="86699" y="0"/>
                  </a:cubicBezTo>
                  <a:close/>
                </a:path>
              </a:pathLst>
            </a:custGeom>
            <a:solidFill>
              <a:srgbClr val="F34336"/>
            </a:solidFill>
          </p:spPr>
          <p:txBody>
            <a:bodyPr/>
            <a:lstStyle/>
            <a:p>
              <a:endParaRPr lang="en-SG" sz="1088"/>
            </a:p>
          </p:txBody>
        </p:sp>
        <p:sp>
          <p:nvSpPr>
            <p:cNvPr id="13" name="TextBox 13"/>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sp>
        <p:nvSpPr>
          <p:cNvPr id="14" name="Freeform 14"/>
          <p:cNvSpPr/>
          <p:nvPr/>
        </p:nvSpPr>
        <p:spPr>
          <a:xfrm>
            <a:off x="468515" y="131116"/>
            <a:ext cx="405737" cy="341326"/>
          </a:xfrm>
          <a:custGeom>
            <a:avLst/>
            <a:gdLst/>
            <a:ahLst/>
            <a:cxnLst/>
            <a:rect l="l" t="t" r="r" b="b"/>
            <a:pathLst>
              <a:path w="507193" h="426676">
                <a:moveTo>
                  <a:pt x="0" y="0"/>
                </a:moveTo>
                <a:lnTo>
                  <a:pt x="507193" y="0"/>
                </a:lnTo>
                <a:lnTo>
                  <a:pt x="507193" y="426676"/>
                </a:lnTo>
                <a:lnTo>
                  <a:pt x="0" y="426676"/>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15" name="Freeform 15"/>
          <p:cNvSpPr/>
          <p:nvPr/>
        </p:nvSpPr>
        <p:spPr>
          <a:xfrm>
            <a:off x="9594527" y="58475"/>
            <a:ext cx="540117" cy="540117"/>
          </a:xfrm>
          <a:custGeom>
            <a:avLst/>
            <a:gdLst/>
            <a:ahLst/>
            <a:cxnLst/>
            <a:rect l="l" t="t" r="r" b="b"/>
            <a:pathLst>
              <a:path w="675176" h="675176">
                <a:moveTo>
                  <a:pt x="0" y="0"/>
                </a:moveTo>
                <a:lnTo>
                  <a:pt x="675177" y="0"/>
                </a:lnTo>
                <a:lnTo>
                  <a:pt x="675177" y="675176"/>
                </a:lnTo>
                <a:lnTo>
                  <a:pt x="0" y="675176"/>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16" name="Freeform 16"/>
          <p:cNvSpPr/>
          <p:nvPr/>
        </p:nvSpPr>
        <p:spPr>
          <a:xfrm>
            <a:off x="8905831" y="125854"/>
            <a:ext cx="405357" cy="405357"/>
          </a:xfrm>
          <a:custGeom>
            <a:avLst/>
            <a:gdLst/>
            <a:ahLst/>
            <a:cxnLst/>
            <a:rect l="l" t="t" r="r" b="b"/>
            <a:pathLst>
              <a:path w="506718" h="506718">
                <a:moveTo>
                  <a:pt x="0" y="0"/>
                </a:moveTo>
                <a:lnTo>
                  <a:pt x="506718" y="0"/>
                </a:lnTo>
                <a:lnTo>
                  <a:pt x="506718" y="506718"/>
                </a:lnTo>
                <a:lnTo>
                  <a:pt x="0" y="506718"/>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grpSp>
        <p:nvGrpSpPr>
          <p:cNvPr id="17" name="Group 17"/>
          <p:cNvGrpSpPr/>
          <p:nvPr/>
        </p:nvGrpSpPr>
        <p:grpSpPr>
          <a:xfrm>
            <a:off x="3020671" y="789962"/>
            <a:ext cx="5470815" cy="1454697"/>
            <a:chOff x="0" y="0"/>
            <a:chExt cx="1945264" cy="517248"/>
          </a:xfrm>
        </p:grpSpPr>
        <p:sp>
          <p:nvSpPr>
            <p:cNvPr id="18" name="Freeform 18"/>
            <p:cNvSpPr/>
            <p:nvPr/>
          </p:nvSpPr>
          <p:spPr>
            <a:xfrm>
              <a:off x="0" y="0"/>
              <a:ext cx="1945264" cy="517249"/>
            </a:xfrm>
            <a:custGeom>
              <a:avLst/>
              <a:gdLst/>
              <a:ahLst/>
              <a:cxnLst/>
              <a:rect l="l" t="t" r="r" b="b"/>
              <a:pathLst>
                <a:path w="1945264" h="517249">
                  <a:moveTo>
                    <a:pt x="47546" y="0"/>
                  </a:moveTo>
                  <a:lnTo>
                    <a:pt x="1897718" y="0"/>
                  </a:lnTo>
                  <a:cubicBezTo>
                    <a:pt x="1910328" y="0"/>
                    <a:pt x="1922422" y="5009"/>
                    <a:pt x="1931339" y="13926"/>
                  </a:cubicBezTo>
                  <a:cubicBezTo>
                    <a:pt x="1940255" y="22843"/>
                    <a:pt x="1945264" y="34936"/>
                    <a:pt x="1945264" y="47546"/>
                  </a:cubicBezTo>
                  <a:lnTo>
                    <a:pt x="1945264" y="469702"/>
                  </a:lnTo>
                  <a:cubicBezTo>
                    <a:pt x="1945264" y="495961"/>
                    <a:pt x="1923977" y="517249"/>
                    <a:pt x="1897718" y="517249"/>
                  </a:cubicBezTo>
                  <a:lnTo>
                    <a:pt x="47546" y="517249"/>
                  </a:lnTo>
                  <a:cubicBezTo>
                    <a:pt x="34936" y="517249"/>
                    <a:pt x="22843" y="512239"/>
                    <a:pt x="13926" y="503323"/>
                  </a:cubicBezTo>
                  <a:cubicBezTo>
                    <a:pt x="5009" y="494406"/>
                    <a:pt x="0" y="482312"/>
                    <a:pt x="0" y="469702"/>
                  </a:cubicBezTo>
                  <a:lnTo>
                    <a:pt x="0" y="47546"/>
                  </a:lnTo>
                  <a:cubicBezTo>
                    <a:pt x="0" y="21287"/>
                    <a:pt x="21287" y="0"/>
                    <a:pt x="47546" y="0"/>
                  </a:cubicBezTo>
                  <a:close/>
                </a:path>
              </a:pathLst>
            </a:custGeom>
            <a:solidFill>
              <a:srgbClr val="FFC431">
                <a:alpha val="66667"/>
              </a:srgbClr>
            </a:solidFill>
          </p:spPr>
          <p:txBody>
            <a:bodyPr/>
            <a:lstStyle/>
            <a:p>
              <a:endParaRPr lang="en-SG" sz="1088"/>
            </a:p>
          </p:txBody>
        </p:sp>
        <p:sp>
          <p:nvSpPr>
            <p:cNvPr id="19" name="TextBox 19"/>
            <p:cNvSpPr txBox="1"/>
            <p:nvPr/>
          </p:nvSpPr>
          <p:spPr>
            <a:xfrm>
              <a:off x="0" y="-28575"/>
              <a:ext cx="1945264" cy="545823"/>
            </a:xfrm>
            <a:prstGeom prst="rect">
              <a:avLst/>
            </a:prstGeom>
          </p:spPr>
          <p:txBody>
            <a:bodyPr lIns="40638" tIns="40638" rIns="40638" bIns="40638" rtlCol="0" anchor="ctr"/>
            <a:lstStyle/>
            <a:p>
              <a:pPr algn="ctr">
                <a:lnSpc>
                  <a:spcPts val="2016"/>
                </a:lnSpc>
              </a:pPr>
              <a:endParaRPr sz="1088"/>
            </a:p>
          </p:txBody>
        </p:sp>
      </p:grpSp>
      <p:sp>
        <p:nvSpPr>
          <p:cNvPr id="20" name="TextBox 20"/>
          <p:cNvSpPr txBox="1"/>
          <p:nvPr/>
        </p:nvSpPr>
        <p:spPr>
          <a:xfrm>
            <a:off x="4119609" y="1090584"/>
            <a:ext cx="4203435" cy="838884"/>
          </a:xfrm>
          <a:prstGeom prst="rect">
            <a:avLst/>
          </a:prstGeom>
        </p:spPr>
        <p:txBody>
          <a:bodyPr lIns="0" tIns="0" rIns="0" bIns="0" rtlCol="0" anchor="t">
            <a:spAutoFit/>
          </a:bodyPr>
          <a:lstStyle/>
          <a:p>
            <a:pPr>
              <a:lnSpc>
                <a:spcPts val="3357"/>
              </a:lnSpc>
            </a:pPr>
            <a:r>
              <a:rPr lang="en-US" sz="2398" b="1" dirty="0">
                <a:solidFill>
                  <a:srgbClr val="000000"/>
                </a:solidFill>
                <a:latin typeface="Roboto Mono Bold"/>
                <a:ea typeface="Roboto Mono Bold"/>
                <a:cs typeface="Roboto Mono Bold"/>
                <a:sym typeface="Roboto Mono Bold"/>
              </a:rPr>
              <a:t>Hi, welcome back! </a:t>
            </a:r>
          </a:p>
          <a:p>
            <a:pPr>
              <a:lnSpc>
                <a:spcPts val="3357"/>
              </a:lnSpc>
              <a:spcBef>
                <a:spcPct val="0"/>
              </a:spcBef>
            </a:pPr>
            <a:r>
              <a:rPr lang="en-US" sz="2398" b="1" dirty="0">
                <a:solidFill>
                  <a:srgbClr val="000000"/>
                </a:solidFill>
                <a:latin typeface="Roboto Mono Bold"/>
                <a:ea typeface="Roboto Mono Bold"/>
                <a:cs typeface="Roboto Mono Bold"/>
                <a:sym typeface="Roboto Mono Bold"/>
              </a:rPr>
              <a:t>Glad to see you again</a:t>
            </a:r>
            <a:r>
              <a:rPr lang="en-US" sz="2398" dirty="0">
                <a:solidFill>
                  <a:srgbClr val="000000"/>
                </a:solidFill>
                <a:latin typeface="Roboto Mono"/>
                <a:ea typeface="Roboto Mono"/>
                <a:cs typeface="Roboto Mono"/>
                <a:sym typeface="Roboto Mono"/>
              </a:rPr>
              <a:t>.</a:t>
            </a:r>
          </a:p>
        </p:txBody>
      </p:sp>
      <p:sp>
        <p:nvSpPr>
          <p:cNvPr id="21" name="Freeform 21"/>
          <p:cNvSpPr/>
          <p:nvPr/>
        </p:nvSpPr>
        <p:spPr>
          <a:xfrm>
            <a:off x="1475912" y="551790"/>
            <a:ext cx="2496100" cy="2365054"/>
          </a:xfrm>
          <a:custGeom>
            <a:avLst/>
            <a:gdLst/>
            <a:ahLst/>
            <a:cxnLst/>
            <a:rect l="l" t="t" r="r" b="b"/>
            <a:pathLst>
              <a:path w="3120262" h="2956448">
                <a:moveTo>
                  <a:pt x="0" y="0"/>
                </a:moveTo>
                <a:lnTo>
                  <a:pt x="3120262" y="0"/>
                </a:lnTo>
                <a:lnTo>
                  <a:pt x="3120262" y="2956448"/>
                </a:lnTo>
                <a:lnTo>
                  <a:pt x="0" y="2956448"/>
                </a:lnTo>
                <a:lnTo>
                  <a:pt x="0" y="0"/>
                </a:lnTo>
                <a:close/>
              </a:path>
            </a:pathLst>
          </a:custGeom>
          <a:blipFill>
            <a:blip r:embed="rId20"/>
            <a:stretch>
              <a:fillRect/>
            </a:stretch>
          </a:blipFill>
          <a:ln cap="sq">
            <a:noFill/>
            <a:prstDash val="solid"/>
            <a:miter/>
          </a:ln>
        </p:spPr>
        <p:txBody>
          <a:bodyPr/>
          <a:lstStyle/>
          <a:p>
            <a:endParaRPr lang="en-SG" sz="1088"/>
          </a:p>
        </p:txBody>
      </p:sp>
      <p:sp>
        <p:nvSpPr>
          <p:cNvPr id="22" name="TextBox 22"/>
          <p:cNvSpPr txBox="1"/>
          <p:nvPr/>
        </p:nvSpPr>
        <p:spPr>
          <a:xfrm>
            <a:off x="2045976" y="6280042"/>
            <a:ext cx="1128266" cy="419346"/>
          </a:xfrm>
          <a:prstGeom prst="rect">
            <a:avLst/>
          </a:prstGeom>
        </p:spPr>
        <p:txBody>
          <a:bodyPr wrap="square" lIns="0" tIns="0" rIns="0" bIns="0" rtlCol="0" anchor="t">
            <a:spAutoFit/>
          </a:bodyPr>
          <a:lstStyle/>
          <a:p>
            <a:pPr algn="ctr">
              <a:lnSpc>
                <a:spcPts val="3359"/>
              </a:lnSpc>
              <a:spcBef>
                <a:spcPct val="0"/>
              </a:spcBef>
            </a:pPr>
            <a:r>
              <a:rPr lang="en-US" sz="2399" dirty="0">
                <a:solidFill>
                  <a:srgbClr val="FFFFFF"/>
                </a:solidFill>
                <a:latin typeface="League Spartan"/>
                <a:ea typeface="League Spartan"/>
                <a:cs typeface="League Spartan"/>
                <a:sym typeface="League Spartan"/>
              </a:rPr>
              <a:t>Map</a:t>
            </a:r>
          </a:p>
        </p:txBody>
      </p:sp>
      <p:sp>
        <p:nvSpPr>
          <p:cNvPr id="23" name="TextBox 23"/>
          <p:cNvSpPr txBox="1"/>
          <p:nvPr/>
        </p:nvSpPr>
        <p:spPr>
          <a:xfrm>
            <a:off x="6779402" y="6280042"/>
            <a:ext cx="1903356" cy="419346"/>
          </a:xfrm>
          <a:prstGeom prst="rect">
            <a:avLst/>
          </a:prstGeom>
        </p:spPr>
        <p:txBody>
          <a:bodyPr wrap="square" lIns="0" tIns="0" rIns="0" bIns="0" rtlCol="0" anchor="t">
            <a:spAutoFit/>
          </a:bodyPr>
          <a:lstStyle/>
          <a:p>
            <a:pPr algn="ctr">
              <a:lnSpc>
                <a:spcPts val="3359"/>
              </a:lnSpc>
              <a:spcBef>
                <a:spcPct val="0"/>
              </a:spcBef>
            </a:pPr>
            <a:r>
              <a:rPr lang="en-US" sz="2399" dirty="0">
                <a:solidFill>
                  <a:srgbClr val="FFFFFF"/>
                </a:solidFill>
                <a:latin typeface="League Spartan"/>
                <a:ea typeface="League Spartan"/>
                <a:cs typeface="League Spartan"/>
                <a:sym typeface="League Spartan"/>
              </a:rPr>
              <a:t>View Trip</a:t>
            </a:r>
          </a:p>
        </p:txBody>
      </p:sp>
      <p:pic>
        <p:nvPicPr>
          <p:cNvPr id="24" name="Graphic 23" descr="Caret Down with solid fill">
            <a:extLst>
              <a:ext uri="{FF2B5EF4-FFF2-40B4-BE49-F238E27FC236}">
                <a16:creationId xmlns:a16="http://schemas.microsoft.com/office/drawing/2014/main" id="{56278C6D-261D-7F9E-1854-36401E704A4B}"/>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rot="10800000" flipV="1">
            <a:off x="8213974" y="108137"/>
            <a:ext cx="457200" cy="457200"/>
          </a:xfrm>
          <a:prstGeom prst="rect">
            <a:avLst/>
          </a:prstGeom>
        </p:spPr>
      </p:pic>
      <p:sp>
        <p:nvSpPr>
          <p:cNvPr id="25" name="TextBox 22">
            <a:extLst>
              <a:ext uri="{FF2B5EF4-FFF2-40B4-BE49-F238E27FC236}">
                <a16:creationId xmlns:a16="http://schemas.microsoft.com/office/drawing/2014/main" id="{AB761C53-0B58-E28C-D267-559CA6B1FC8A}"/>
              </a:ext>
            </a:extLst>
          </p:cNvPr>
          <p:cNvSpPr txBox="1"/>
          <p:nvPr/>
        </p:nvSpPr>
        <p:spPr>
          <a:xfrm>
            <a:off x="6964030" y="73783"/>
            <a:ext cx="1503275" cy="419346"/>
          </a:xfrm>
          <a:prstGeom prst="rect">
            <a:avLst/>
          </a:prstGeom>
        </p:spPr>
        <p:txBody>
          <a:bodyPr wrap="square" lIns="0" tIns="0" rIns="0" bIns="0" rtlCol="0" anchor="t">
            <a:spAutoFit/>
          </a:bodyPr>
          <a:lstStyle/>
          <a:p>
            <a:pPr algn="ctr">
              <a:lnSpc>
                <a:spcPts val="3359"/>
              </a:lnSpc>
              <a:spcBef>
                <a:spcPct val="0"/>
              </a:spcBef>
            </a:pPr>
            <a:r>
              <a:rPr lang="en-US" sz="2399" dirty="0">
                <a:solidFill>
                  <a:srgbClr val="FF0000"/>
                </a:solidFill>
                <a:latin typeface="League Spartan"/>
                <a:ea typeface="League Spartan"/>
                <a:cs typeface="League Spartan"/>
                <a:sym typeface="League Spartan"/>
              </a:rPr>
              <a:t>English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DE20D-5EC6-5987-6226-238B68ED4FB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EA05966-191E-EC93-41DC-9C616FA5FE76}"/>
              </a:ext>
            </a:extLst>
          </p:cNvPr>
          <p:cNvSpPr/>
          <p:nvPr/>
        </p:nvSpPr>
        <p:spPr>
          <a:xfrm flipH="1">
            <a:off x="-2585047" y="4543185"/>
            <a:ext cx="14067754" cy="2866305"/>
          </a:xfrm>
          <a:custGeom>
            <a:avLst/>
            <a:gdLst/>
            <a:ahLst/>
            <a:cxnLst/>
            <a:rect l="l" t="t" r="r" b="b"/>
            <a:pathLst>
              <a:path w="17585468" h="3583039">
                <a:moveTo>
                  <a:pt x="17585467" y="0"/>
                </a:moveTo>
                <a:lnTo>
                  <a:pt x="0" y="0"/>
                </a:lnTo>
                <a:lnTo>
                  <a:pt x="0" y="3583039"/>
                </a:lnTo>
                <a:lnTo>
                  <a:pt x="17585467" y="3583039"/>
                </a:lnTo>
                <a:lnTo>
                  <a:pt x="17585467"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SG" sz="1088"/>
          </a:p>
        </p:txBody>
      </p:sp>
      <p:sp>
        <p:nvSpPr>
          <p:cNvPr id="3" name="Freeform 3">
            <a:extLst>
              <a:ext uri="{FF2B5EF4-FFF2-40B4-BE49-F238E27FC236}">
                <a16:creationId xmlns:a16="http://schemas.microsoft.com/office/drawing/2014/main" id="{940E6BF6-8CA0-F333-51FE-5F77B400877F}"/>
              </a:ext>
            </a:extLst>
          </p:cNvPr>
          <p:cNvSpPr/>
          <p:nvPr/>
        </p:nvSpPr>
        <p:spPr>
          <a:xfrm>
            <a:off x="-585716" y="1840457"/>
            <a:ext cx="12068424" cy="5556005"/>
          </a:xfrm>
          <a:custGeom>
            <a:avLst/>
            <a:gdLst/>
            <a:ahLst/>
            <a:cxnLst/>
            <a:rect l="l" t="t" r="r" b="b"/>
            <a:pathLst>
              <a:path w="15086195" h="6945313">
                <a:moveTo>
                  <a:pt x="0" y="0"/>
                </a:moveTo>
                <a:lnTo>
                  <a:pt x="15086195" y="0"/>
                </a:lnTo>
                <a:lnTo>
                  <a:pt x="15086195" y="6945313"/>
                </a:lnTo>
                <a:lnTo>
                  <a:pt x="0" y="6945313"/>
                </a:lnTo>
                <a:lnTo>
                  <a:pt x="0" y="0"/>
                </a:lnTo>
                <a:close/>
              </a:path>
            </a:pathLst>
          </a:custGeom>
          <a:blipFill>
            <a:blip r:embed="rId4">
              <a:alphaModFix amt="6000"/>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4" name="Freeform 4">
            <a:extLst>
              <a:ext uri="{FF2B5EF4-FFF2-40B4-BE49-F238E27FC236}">
                <a16:creationId xmlns:a16="http://schemas.microsoft.com/office/drawing/2014/main" id="{A08D2C44-E6A6-6C17-50BE-7952EA5723B7}"/>
              </a:ext>
            </a:extLst>
          </p:cNvPr>
          <p:cNvSpPr/>
          <p:nvPr/>
        </p:nvSpPr>
        <p:spPr>
          <a:xfrm>
            <a:off x="496" y="1840456"/>
            <a:ext cx="468018" cy="1104466"/>
          </a:xfrm>
          <a:custGeom>
            <a:avLst/>
            <a:gdLst/>
            <a:ahLst/>
            <a:cxnLst/>
            <a:rect l="l" t="t" r="r" b="b"/>
            <a:pathLst>
              <a:path w="585048" h="1380643">
                <a:moveTo>
                  <a:pt x="0" y="0"/>
                </a:moveTo>
                <a:lnTo>
                  <a:pt x="585048" y="0"/>
                </a:lnTo>
                <a:lnTo>
                  <a:pt x="585048" y="1380643"/>
                </a:lnTo>
                <a:lnTo>
                  <a:pt x="0" y="1380643"/>
                </a:lnTo>
                <a:lnTo>
                  <a:pt x="0" y="0"/>
                </a:lnTo>
                <a:close/>
              </a:path>
            </a:pathLst>
          </a:custGeom>
          <a:blipFill>
            <a:blip r:embed="rId6">
              <a:alphaModFix amt="6999"/>
              <a:extLst>
                <a:ext uri="{96DAC541-7B7A-43D3-8B79-37D633B846F1}">
                  <asvg:svgBlip xmlns:asvg="http://schemas.microsoft.com/office/drawing/2016/SVG/main" r:embed="rId7"/>
                </a:ext>
              </a:extLst>
            </a:blip>
            <a:stretch>
              <a:fillRect/>
            </a:stretch>
          </a:blipFill>
        </p:spPr>
        <p:txBody>
          <a:bodyPr/>
          <a:lstStyle/>
          <a:p>
            <a:endParaRPr lang="en-SG" sz="1088"/>
          </a:p>
        </p:txBody>
      </p:sp>
      <p:sp>
        <p:nvSpPr>
          <p:cNvPr id="5" name="Freeform 5">
            <a:extLst>
              <a:ext uri="{FF2B5EF4-FFF2-40B4-BE49-F238E27FC236}">
                <a16:creationId xmlns:a16="http://schemas.microsoft.com/office/drawing/2014/main" id="{B657BFDC-E1AC-DAFE-C0F8-2DD1FDF1D583}"/>
              </a:ext>
            </a:extLst>
          </p:cNvPr>
          <p:cNvSpPr/>
          <p:nvPr/>
        </p:nvSpPr>
        <p:spPr>
          <a:xfrm>
            <a:off x="5597575" y="-237607"/>
            <a:ext cx="4267012" cy="1578794"/>
          </a:xfrm>
          <a:custGeom>
            <a:avLst/>
            <a:gdLst/>
            <a:ahLst/>
            <a:cxnLst/>
            <a:rect l="l" t="t" r="r" b="b"/>
            <a:pathLst>
              <a:path w="5334000" h="1973580">
                <a:moveTo>
                  <a:pt x="0" y="0"/>
                </a:moveTo>
                <a:lnTo>
                  <a:pt x="5334000" y="0"/>
                </a:lnTo>
                <a:lnTo>
                  <a:pt x="5334000" y="1973580"/>
                </a:lnTo>
                <a:lnTo>
                  <a:pt x="0" y="1973580"/>
                </a:lnTo>
                <a:lnTo>
                  <a:pt x="0" y="0"/>
                </a:lnTo>
                <a:close/>
              </a:path>
            </a:pathLst>
          </a:custGeom>
          <a:blipFill>
            <a:blip r:embed="rId8">
              <a:alphaModFix amt="6999"/>
              <a:extLst>
                <a:ext uri="{96DAC541-7B7A-43D3-8B79-37D633B846F1}">
                  <asvg:svgBlip xmlns:asvg="http://schemas.microsoft.com/office/drawing/2016/SVG/main" r:embed="rId9"/>
                </a:ext>
              </a:extLst>
            </a:blip>
            <a:stretch>
              <a:fillRect/>
            </a:stretch>
          </a:blipFill>
        </p:spPr>
        <p:txBody>
          <a:bodyPr/>
          <a:lstStyle/>
          <a:p>
            <a:endParaRPr lang="en-SG" sz="1088"/>
          </a:p>
        </p:txBody>
      </p:sp>
      <p:sp>
        <p:nvSpPr>
          <p:cNvPr id="6" name="Freeform 6">
            <a:extLst>
              <a:ext uri="{FF2B5EF4-FFF2-40B4-BE49-F238E27FC236}">
                <a16:creationId xmlns:a16="http://schemas.microsoft.com/office/drawing/2014/main" id="{E9B138FD-C60A-114C-01FB-8C2F06DDE4E3}"/>
              </a:ext>
            </a:extLst>
          </p:cNvPr>
          <p:cNvSpPr/>
          <p:nvPr/>
        </p:nvSpPr>
        <p:spPr>
          <a:xfrm rot="432978">
            <a:off x="1369551" y="4289598"/>
            <a:ext cx="2052969" cy="1563989"/>
          </a:xfrm>
          <a:custGeom>
            <a:avLst/>
            <a:gdLst/>
            <a:ahLst/>
            <a:cxnLst/>
            <a:rect l="l" t="t" r="r" b="b"/>
            <a:pathLst>
              <a:path w="2566324" h="1955072">
                <a:moveTo>
                  <a:pt x="0" y="0"/>
                </a:moveTo>
                <a:lnTo>
                  <a:pt x="2566324" y="0"/>
                </a:lnTo>
                <a:lnTo>
                  <a:pt x="2566324" y="1955072"/>
                </a:lnTo>
                <a:lnTo>
                  <a:pt x="0" y="195507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SG" sz="1088"/>
          </a:p>
        </p:txBody>
      </p:sp>
      <p:sp>
        <p:nvSpPr>
          <p:cNvPr id="7" name="Freeform 7">
            <a:extLst>
              <a:ext uri="{FF2B5EF4-FFF2-40B4-BE49-F238E27FC236}">
                <a16:creationId xmlns:a16="http://schemas.microsoft.com/office/drawing/2014/main" id="{7F745F62-EB84-AF2E-CE03-73A6AE236E54}"/>
              </a:ext>
            </a:extLst>
          </p:cNvPr>
          <p:cNvSpPr/>
          <p:nvPr/>
        </p:nvSpPr>
        <p:spPr>
          <a:xfrm>
            <a:off x="6995555" y="4307925"/>
            <a:ext cx="1384936" cy="1526482"/>
          </a:xfrm>
          <a:custGeom>
            <a:avLst/>
            <a:gdLst/>
            <a:ahLst/>
            <a:cxnLst/>
            <a:rect l="l" t="t" r="r" b="b"/>
            <a:pathLst>
              <a:path w="1731246" h="1908187">
                <a:moveTo>
                  <a:pt x="0" y="0"/>
                </a:moveTo>
                <a:lnTo>
                  <a:pt x="1731246" y="0"/>
                </a:lnTo>
                <a:lnTo>
                  <a:pt x="1731246" y="1908187"/>
                </a:lnTo>
                <a:lnTo>
                  <a:pt x="0" y="1908187"/>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SG" sz="1088"/>
          </a:p>
        </p:txBody>
      </p:sp>
      <p:grpSp>
        <p:nvGrpSpPr>
          <p:cNvPr id="8" name="Group 8">
            <a:extLst>
              <a:ext uri="{FF2B5EF4-FFF2-40B4-BE49-F238E27FC236}">
                <a16:creationId xmlns:a16="http://schemas.microsoft.com/office/drawing/2014/main" id="{B3EA21BF-4280-EB63-978B-D4ECAF6E3C9D}"/>
              </a:ext>
            </a:extLst>
          </p:cNvPr>
          <p:cNvGrpSpPr/>
          <p:nvPr/>
        </p:nvGrpSpPr>
        <p:grpSpPr>
          <a:xfrm>
            <a:off x="1341841" y="6160852"/>
            <a:ext cx="2479271" cy="660852"/>
            <a:chOff x="0" y="0"/>
            <a:chExt cx="812800" cy="234980"/>
          </a:xfrm>
        </p:grpSpPr>
        <p:sp>
          <p:nvSpPr>
            <p:cNvPr id="9" name="Freeform 9">
              <a:extLst>
                <a:ext uri="{FF2B5EF4-FFF2-40B4-BE49-F238E27FC236}">
                  <a16:creationId xmlns:a16="http://schemas.microsoft.com/office/drawing/2014/main" id="{51FE5D1B-45C0-B5CC-B0B8-3B01CEE08EDD}"/>
                </a:ext>
              </a:extLst>
            </p:cNvPr>
            <p:cNvSpPr/>
            <p:nvPr/>
          </p:nvSpPr>
          <p:spPr>
            <a:xfrm>
              <a:off x="0" y="0"/>
              <a:ext cx="812800" cy="234980"/>
            </a:xfrm>
            <a:custGeom>
              <a:avLst/>
              <a:gdLst/>
              <a:ahLst/>
              <a:cxnLst/>
              <a:rect l="l" t="t" r="r" b="b"/>
              <a:pathLst>
                <a:path w="812800" h="234980">
                  <a:moveTo>
                    <a:pt x="86699" y="0"/>
                  </a:moveTo>
                  <a:lnTo>
                    <a:pt x="726101" y="0"/>
                  </a:lnTo>
                  <a:cubicBezTo>
                    <a:pt x="773984" y="0"/>
                    <a:pt x="812800" y="38816"/>
                    <a:pt x="812800" y="86699"/>
                  </a:cubicBezTo>
                  <a:lnTo>
                    <a:pt x="812800" y="148281"/>
                  </a:lnTo>
                  <a:cubicBezTo>
                    <a:pt x="812800" y="196164"/>
                    <a:pt x="773984" y="234980"/>
                    <a:pt x="726101" y="234980"/>
                  </a:cubicBezTo>
                  <a:lnTo>
                    <a:pt x="86699" y="234980"/>
                  </a:lnTo>
                  <a:cubicBezTo>
                    <a:pt x="38816" y="234980"/>
                    <a:pt x="0" y="196164"/>
                    <a:pt x="0" y="148281"/>
                  </a:cubicBezTo>
                  <a:lnTo>
                    <a:pt x="0" y="86699"/>
                  </a:lnTo>
                  <a:cubicBezTo>
                    <a:pt x="0" y="38816"/>
                    <a:pt x="38816" y="0"/>
                    <a:pt x="86699" y="0"/>
                  </a:cubicBezTo>
                  <a:close/>
                </a:path>
              </a:pathLst>
            </a:custGeom>
            <a:solidFill>
              <a:srgbClr val="F34336"/>
            </a:solidFill>
          </p:spPr>
          <p:txBody>
            <a:bodyPr/>
            <a:lstStyle/>
            <a:p>
              <a:endParaRPr lang="en-SG" sz="1088"/>
            </a:p>
          </p:txBody>
        </p:sp>
        <p:sp>
          <p:nvSpPr>
            <p:cNvPr id="10" name="TextBox 10">
              <a:extLst>
                <a:ext uri="{FF2B5EF4-FFF2-40B4-BE49-F238E27FC236}">
                  <a16:creationId xmlns:a16="http://schemas.microsoft.com/office/drawing/2014/main" id="{682B6FFA-BC5D-E442-1BC5-2F351A340C02}"/>
                </a:ext>
              </a:extLst>
            </p:cNvPr>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grpSp>
        <p:nvGrpSpPr>
          <p:cNvPr id="11" name="Group 11">
            <a:extLst>
              <a:ext uri="{FF2B5EF4-FFF2-40B4-BE49-F238E27FC236}">
                <a16:creationId xmlns:a16="http://schemas.microsoft.com/office/drawing/2014/main" id="{E2437A6D-0345-07F6-A215-BBCDD5631678}"/>
              </a:ext>
            </a:extLst>
          </p:cNvPr>
          <p:cNvGrpSpPr/>
          <p:nvPr/>
        </p:nvGrpSpPr>
        <p:grpSpPr>
          <a:xfrm>
            <a:off x="6588131" y="6160852"/>
            <a:ext cx="2285899" cy="660852"/>
            <a:chOff x="0" y="0"/>
            <a:chExt cx="812800" cy="234980"/>
          </a:xfrm>
        </p:grpSpPr>
        <p:sp>
          <p:nvSpPr>
            <p:cNvPr id="12" name="Freeform 12">
              <a:extLst>
                <a:ext uri="{FF2B5EF4-FFF2-40B4-BE49-F238E27FC236}">
                  <a16:creationId xmlns:a16="http://schemas.microsoft.com/office/drawing/2014/main" id="{4651EFC9-2C82-3BB1-F5C7-295616BFA706}"/>
                </a:ext>
              </a:extLst>
            </p:cNvPr>
            <p:cNvSpPr/>
            <p:nvPr/>
          </p:nvSpPr>
          <p:spPr>
            <a:xfrm>
              <a:off x="0" y="0"/>
              <a:ext cx="812800" cy="234980"/>
            </a:xfrm>
            <a:custGeom>
              <a:avLst/>
              <a:gdLst/>
              <a:ahLst/>
              <a:cxnLst/>
              <a:rect l="l" t="t" r="r" b="b"/>
              <a:pathLst>
                <a:path w="812800" h="234980">
                  <a:moveTo>
                    <a:pt x="86699" y="0"/>
                  </a:moveTo>
                  <a:lnTo>
                    <a:pt x="726101" y="0"/>
                  </a:lnTo>
                  <a:cubicBezTo>
                    <a:pt x="773984" y="0"/>
                    <a:pt x="812800" y="38816"/>
                    <a:pt x="812800" y="86699"/>
                  </a:cubicBezTo>
                  <a:lnTo>
                    <a:pt x="812800" y="148281"/>
                  </a:lnTo>
                  <a:cubicBezTo>
                    <a:pt x="812800" y="196164"/>
                    <a:pt x="773984" y="234980"/>
                    <a:pt x="726101" y="234980"/>
                  </a:cubicBezTo>
                  <a:lnTo>
                    <a:pt x="86699" y="234980"/>
                  </a:lnTo>
                  <a:cubicBezTo>
                    <a:pt x="38816" y="234980"/>
                    <a:pt x="0" y="196164"/>
                    <a:pt x="0" y="148281"/>
                  </a:cubicBezTo>
                  <a:lnTo>
                    <a:pt x="0" y="86699"/>
                  </a:lnTo>
                  <a:cubicBezTo>
                    <a:pt x="0" y="38816"/>
                    <a:pt x="38816" y="0"/>
                    <a:pt x="86699" y="0"/>
                  </a:cubicBezTo>
                  <a:close/>
                </a:path>
              </a:pathLst>
            </a:custGeom>
            <a:solidFill>
              <a:srgbClr val="F34336"/>
            </a:solidFill>
          </p:spPr>
          <p:txBody>
            <a:bodyPr/>
            <a:lstStyle/>
            <a:p>
              <a:endParaRPr lang="en-SG" sz="1088"/>
            </a:p>
          </p:txBody>
        </p:sp>
        <p:sp>
          <p:nvSpPr>
            <p:cNvPr id="13" name="TextBox 13">
              <a:extLst>
                <a:ext uri="{FF2B5EF4-FFF2-40B4-BE49-F238E27FC236}">
                  <a16:creationId xmlns:a16="http://schemas.microsoft.com/office/drawing/2014/main" id="{A3AEA578-A158-B1EA-B266-74BF49D7CFF3}"/>
                </a:ext>
              </a:extLst>
            </p:cNvPr>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sp>
        <p:nvSpPr>
          <p:cNvPr id="14" name="Freeform 14">
            <a:extLst>
              <a:ext uri="{FF2B5EF4-FFF2-40B4-BE49-F238E27FC236}">
                <a16:creationId xmlns:a16="http://schemas.microsoft.com/office/drawing/2014/main" id="{F9E5E144-D394-F28A-C58E-27B0FA599748}"/>
              </a:ext>
            </a:extLst>
          </p:cNvPr>
          <p:cNvSpPr/>
          <p:nvPr/>
        </p:nvSpPr>
        <p:spPr>
          <a:xfrm>
            <a:off x="468515" y="131116"/>
            <a:ext cx="405737" cy="341326"/>
          </a:xfrm>
          <a:custGeom>
            <a:avLst/>
            <a:gdLst/>
            <a:ahLst/>
            <a:cxnLst/>
            <a:rect l="l" t="t" r="r" b="b"/>
            <a:pathLst>
              <a:path w="507193" h="426676">
                <a:moveTo>
                  <a:pt x="0" y="0"/>
                </a:moveTo>
                <a:lnTo>
                  <a:pt x="507193" y="0"/>
                </a:lnTo>
                <a:lnTo>
                  <a:pt x="507193" y="426676"/>
                </a:lnTo>
                <a:lnTo>
                  <a:pt x="0" y="426676"/>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15" name="Freeform 15">
            <a:extLst>
              <a:ext uri="{FF2B5EF4-FFF2-40B4-BE49-F238E27FC236}">
                <a16:creationId xmlns:a16="http://schemas.microsoft.com/office/drawing/2014/main" id="{F7EC134D-85E1-058F-C6CE-49751920AB7B}"/>
              </a:ext>
            </a:extLst>
          </p:cNvPr>
          <p:cNvSpPr/>
          <p:nvPr/>
        </p:nvSpPr>
        <p:spPr>
          <a:xfrm>
            <a:off x="9594527" y="58475"/>
            <a:ext cx="540117" cy="540117"/>
          </a:xfrm>
          <a:custGeom>
            <a:avLst/>
            <a:gdLst/>
            <a:ahLst/>
            <a:cxnLst/>
            <a:rect l="l" t="t" r="r" b="b"/>
            <a:pathLst>
              <a:path w="675176" h="675176">
                <a:moveTo>
                  <a:pt x="0" y="0"/>
                </a:moveTo>
                <a:lnTo>
                  <a:pt x="675177" y="0"/>
                </a:lnTo>
                <a:lnTo>
                  <a:pt x="675177" y="675176"/>
                </a:lnTo>
                <a:lnTo>
                  <a:pt x="0" y="675176"/>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16" name="Freeform 16">
            <a:extLst>
              <a:ext uri="{FF2B5EF4-FFF2-40B4-BE49-F238E27FC236}">
                <a16:creationId xmlns:a16="http://schemas.microsoft.com/office/drawing/2014/main" id="{B9C4542F-BC3F-EDBB-E1B4-64CA7A2E0752}"/>
              </a:ext>
            </a:extLst>
          </p:cNvPr>
          <p:cNvSpPr/>
          <p:nvPr/>
        </p:nvSpPr>
        <p:spPr>
          <a:xfrm>
            <a:off x="8905831" y="125854"/>
            <a:ext cx="405357" cy="405357"/>
          </a:xfrm>
          <a:custGeom>
            <a:avLst/>
            <a:gdLst/>
            <a:ahLst/>
            <a:cxnLst/>
            <a:rect l="l" t="t" r="r" b="b"/>
            <a:pathLst>
              <a:path w="506718" h="506718">
                <a:moveTo>
                  <a:pt x="0" y="0"/>
                </a:moveTo>
                <a:lnTo>
                  <a:pt x="506718" y="0"/>
                </a:lnTo>
                <a:lnTo>
                  <a:pt x="506718" y="506718"/>
                </a:lnTo>
                <a:lnTo>
                  <a:pt x="0" y="506718"/>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grpSp>
        <p:nvGrpSpPr>
          <p:cNvPr id="17" name="Group 17">
            <a:extLst>
              <a:ext uri="{FF2B5EF4-FFF2-40B4-BE49-F238E27FC236}">
                <a16:creationId xmlns:a16="http://schemas.microsoft.com/office/drawing/2014/main" id="{91021BB3-6E4A-2C3E-AF98-D729F842DD49}"/>
              </a:ext>
            </a:extLst>
          </p:cNvPr>
          <p:cNvGrpSpPr/>
          <p:nvPr/>
        </p:nvGrpSpPr>
        <p:grpSpPr>
          <a:xfrm>
            <a:off x="3020671" y="780256"/>
            <a:ext cx="5446634" cy="2180341"/>
            <a:chOff x="0" y="0"/>
            <a:chExt cx="1945264" cy="517248"/>
          </a:xfrm>
        </p:grpSpPr>
        <p:sp>
          <p:nvSpPr>
            <p:cNvPr id="18" name="Freeform 18">
              <a:extLst>
                <a:ext uri="{FF2B5EF4-FFF2-40B4-BE49-F238E27FC236}">
                  <a16:creationId xmlns:a16="http://schemas.microsoft.com/office/drawing/2014/main" id="{4423DB7E-F176-3B23-2701-672964652E38}"/>
                </a:ext>
              </a:extLst>
            </p:cNvPr>
            <p:cNvSpPr/>
            <p:nvPr/>
          </p:nvSpPr>
          <p:spPr>
            <a:xfrm>
              <a:off x="0" y="0"/>
              <a:ext cx="1945264" cy="517249"/>
            </a:xfrm>
            <a:custGeom>
              <a:avLst/>
              <a:gdLst/>
              <a:ahLst/>
              <a:cxnLst/>
              <a:rect l="l" t="t" r="r" b="b"/>
              <a:pathLst>
                <a:path w="1945264" h="517249">
                  <a:moveTo>
                    <a:pt x="47546" y="0"/>
                  </a:moveTo>
                  <a:lnTo>
                    <a:pt x="1897718" y="0"/>
                  </a:lnTo>
                  <a:cubicBezTo>
                    <a:pt x="1910328" y="0"/>
                    <a:pt x="1922422" y="5009"/>
                    <a:pt x="1931339" y="13926"/>
                  </a:cubicBezTo>
                  <a:cubicBezTo>
                    <a:pt x="1940255" y="22843"/>
                    <a:pt x="1945264" y="34936"/>
                    <a:pt x="1945264" y="47546"/>
                  </a:cubicBezTo>
                  <a:lnTo>
                    <a:pt x="1945264" y="469702"/>
                  </a:lnTo>
                  <a:cubicBezTo>
                    <a:pt x="1945264" y="495961"/>
                    <a:pt x="1923977" y="517249"/>
                    <a:pt x="1897718" y="517249"/>
                  </a:cubicBezTo>
                  <a:lnTo>
                    <a:pt x="47546" y="517249"/>
                  </a:lnTo>
                  <a:cubicBezTo>
                    <a:pt x="34936" y="517249"/>
                    <a:pt x="22843" y="512239"/>
                    <a:pt x="13926" y="503323"/>
                  </a:cubicBezTo>
                  <a:cubicBezTo>
                    <a:pt x="5009" y="494406"/>
                    <a:pt x="0" y="482312"/>
                    <a:pt x="0" y="469702"/>
                  </a:cubicBezTo>
                  <a:lnTo>
                    <a:pt x="0" y="47546"/>
                  </a:lnTo>
                  <a:cubicBezTo>
                    <a:pt x="0" y="21287"/>
                    <a:pt x="21287" y="0"/>
                    <a:pt x="47546" y="0"/>
                  </a:cubicBezTo>
                  <a:close/>
                </a:path>
              </a:pathLst>
            </a:custGeom>
            <a:solidFill>
              <a:srgbClr val="FFC431">
                <a:alpha val="66667"/>
              </a:srgbClr>
            </a:solidFill>
          </p:spPr>
          <p:txBody>
            <a:bodyPr/>
            <a:lstStyle/>
            <a:p>
              <a:endParaRPr lang="en-SG" sz="1088"/>
            </a:p>
          </p:txBody>
        </p:sp>
        <p:sp>
          <p:nvSpPr>
            <p:cNvPr id="19" name="TextBox 19">
              <a:extLst>
                <a:ext uri="{FF2B5EF4-FFF2-40B4-BE49-F238E27FC236}">
                  <a16:creationId xmlns:a16="http://schemas.microsoft.com/office/drawing/2014/main" id="{91277354-D3B5-D4EA-FF23-5B4C9D39F974}"/>
                </a:ext>
              </a:extLst>
            </p:cNvPr>
            <p:cNvSpPr txBox="1"/>
            <p:nvPr/>
          </p:nvSpPr>
          <p:spPr>
            <a:xfrm>
              <a:off x="0" y="-28575"/>
              <a:ext cx="1945264" cy="545823"/>
            </a:xfrm>
            <a:prstGeom prst="rect">
              <a:avLst/>
            </a:prstGeom>
          </p:spPr>
          <p:txBody>
            <a:bodyPr lIns="40638" tIns="40638" rIns="40638" bIns="40638" rtlCol="0" anchor="ctr"/>
            <a:lstStyle/>
            <a:p>
              <a:pPr algn="ctr">
                <a:lnSpc>
                  <a:spcPts val="2016"/>
                </a:lnSpc>
              </a:pPr>
              <a:endParaRPr sz="1088"/>
            </a:p>
          </p:txBody>
        </p:sp>
      </p:grpSp>
      <p:sp>
        <p:nvSpPr>
          <p:cNvPr id="20" name="TextBox 20">
            <a:extLst>
              <a:ext uri="{FF2B5EF4-FFF2-40B4-BE49-F238E27FC236}">
                <a16:creationId xmlns:a16="http://schemas.microsoft.com/office/drawing/2014/main" id="{C82C8121-D3F7-89C6-FF4D-D73C5CF4A464}"/>
              </a:ext>
            </a:extLst>
          </p:cNvPr>
          <p:cNvSpPr txBox="1"/>
          <p:nvPr/>
        </p:nvSpPr>
        <p:spPr>
          <a:xfrm>
            <a:off x="3859792" y="1037479"/>
            <a:ext cx="4347696" cy="1710918"/>
          </a:xfrm>
          <a:prstGeom prst="rect">
            <a:avLst/>
          </a:prstGeom>
        </p:spPr>
        <p:txBody>
          <a:bodyPr wrap="square" lIns="0" tIns="0" rIns="0" bIns="0" rtlCol="0" anchor="t">
            <a:spAutoFit/>
          </a:bodyPr>
          <a:lstStyle/>
          <a:p>
            <a:pPr algn="ctr">
              <a:lnSpc>
                <a:spcPts val="3357"/>
              </a:lnSpc>
            </a:pPr>
            <a:r>
              <a:rPr lang="en-US" sz="2398" b="1" dirty="0">
                <a:solidFill>
                  <a:srgbClr val="000000"/>
                </a:solidFill>
                <a:latin typeface="Roboto Mono Bold"/>
                <a:ea typeface="Roboto Mono Bold"/>
                <a:cs typeface="Roboto Mono Bold"/>
                <a:sym typeface="Roboto Mono Bold"/>
              </a:rPr>
              <a:t>Hi! </a:t>
            </a:r>
          </a:p>
          <a:p>
            <a:pPr algn="ctr">
              <a:lnSpc>
                <a:spcPts val="3357"/>
              </a:lnSpc>
            </a:pPr>
            <a:r>
              <a:rPr lang="en-US" sz="2398" b="1" dirty="0">
                <a:solidFill>
                  <a:srgbClr val="000000"/>
                </a:solidFill>
                <a:latin typeface="Roboto Mono Bold"/>
                <a:ea typeface="Roboto Mono Bold"/>
                <a:cs typeface="Roboto Mono"/>
                <a:sym typeface="Roboto Mono Bold"/>
              </a:rPr>
              <a:t>Ferris Wheel will be undergoing maintenance from 5pm to 6pm.</a:t>
            </a:r>
            <a:endParaRPr lang="en-US" sz="2398" dirty="0">
              <a:solidFill>
                <a:srgbClr val="000000"/>
              </a:solidFill>
              <a:latin typeface="Roboto Mono"/>
              <a:ea typeface="Roboto Mono"/>
              <a:cs typeface="Roboto Mono"/>
              <a:sym typeface="Roboto Mono"/>
            </a:endParaRPr>
          </a:p>
        </p:txBody>
      </p:sp>
      <p:sp>
        <p:nvSpPr>
          <p:cNvPr id="21" name="Freeform 21">
            <a:extLst>
              <a:ext uri="{FF2B5EF4-FFF2-40B4-BE49-F238E27FC236}">
                <a16:creationId xmlns:a16="http://schemas.microsoft.com/office/drawing/2014/main" id="{677FCAFD-0F2B-39B6-5374-09B17D95AA9B}"/>
              </a:ext>
            </a:extLst>
          </p:cNvPr>
          <p:cNvSpPr/>
          <p:nvPr/>
        </p:nvSpPr>
        <p:spPr>
          <a:xfrm>
            <a:off x="1475912" y="551790"/>
            <a:ext cx="2496100" cy="2365054"/>
          </a:xfrm>
          <a:custGeom>
            <a:avLst/>
            <a:gdLst/>
            <a:ahLst/>
            <a:cxnLst/>
            <a:rect l="l" t="t" r="r" b="b"/>
            <a:pathLst>
              <a:path w="3120262" h="2956448">
                <a:moveTo>
                  <a:pt x="0" y="0"/>
                </a:moveTo>
                <a:lnTo>
                  <a:pt x="3120262" y="0"/>
                </a:lnTo>
                <a:lnTo>
                  <a:pt x="3120262" y="2956448"/>
                </a:lnTo>
                <a:lnTo>
                  <a:pt x="0" y="2956448"/>
                </a:lnTo>
                <a:lnTo>
                  <a:pt x="0" y="0"/>
                </a:lnTo>
                <a:close/>
              </a:path>
            </a:pathLst>
          </a:custGeom>
          <a:blipFill>
            <a:blip r:embed="rId20"/>
            <a:stretch>
              <a:fillRect/>
            </a:stretch>
          </a:blipFill>
          <a:ln cap="sq">
            <a:noFill/>
            <a:prstDash val="solid"/>
            <a:miter/>
          </a:ln>
        </p:spPr>
        <p:txBody>
          <a:bodyPr/>
          <a:lstStyle/>
          <a:p>
            <a:endParaRPr lang="en-SG" sz="1088"/>
          </a:p>
        </p:txBody>
      </p:sp>
      <p:sp>
        <p:nvSpPr>
          <p:cNvPr id="22" name="TextBox 22">
            <a:extLst>
              <a:ext uri="{FF2B5EF4-FFF2-40B4-BE49-F238E27FC236}">
                <a16:creationId xmlns:a16="http://schemas.microsoft.com/office/drawing/2014/main" id="{8A378ED7-658F-EF3D-69E9-5904993E32C3}"/>
              </a:ext>
            </a:extLst>
          </p:cNvPr>
          <p:cNvSpPr txBox="1"/>
          <p:nvPr/>
        </p:nvSpPr>
        <p:spPr>
          <a:xfrm>
            <a:off x="2045976" y="6280042"/>
            <a:ext cx="1128266" cy="419346"/>
          </a:xfrm>
          <a:prstGeom prst="rect">
            <a:avLst/>
          </a:prstGeom>
        </p:spPr>
        <p:txBody>
          <a:bodyPr wrap="square" lIns="0" tIns="0" rIns="0" bIns="0" rtlCol="0" anchor="t">
            <a:spAutoFit/>
          </a:bodyPr>
          <a:lstStyle/>
          <a:p>
            <a:pPr algn="ctr">
              <a:lnSpc>
                <a:spcPts val="3359"/>
              </a:lnSpc>
              <a:spcBef>
                <a:spcPct val="0"/>
              </a:spcBef>
            </a:pPr>
            <a:r>
              <a:rPr lang="en-US" sz="2399" dirty="0">
                <a:solidFill>
                  <a:srgbClr val="FFFFFF"/>
                </a:solidFill>
                <a:latin typeface="League Spartan"/>
                <a:ea typeface="League Spartan"/>
                <a:cs typeface="League Spartan"/>
                <a:sym typeface="League Spartan"/>
              </a:rPr>
              <a:t>Map</a:t>
            </a:r>
          </a:p>
        </p:txBody>
      </p:sp>
      <p:sp>
        <p:nvSpPr>
          <p:cNvPr id="23" name="TextBox 23">
            <a:extLst>
              <a:ext uri="{FF2B5EF4-FFF2-40B4-BE49-F238E27FC236}">
                <a16:creationId xmlns:a16="http://schemas.microsoft.com/office/drawing/2014/main" id="{F07A2AA5-3C01-1B27-A4C9-104D6366C837}"/>
              </a:ext>
            </a:extLst>
          </p:cNvPr>
          <p:cNvSpPr txBox="1"/>
          <p:nvPr/>
        </p:nvSpPr>
        <p:spPr>
          <a:xfrm>
            <a:off x="6779402" y="6280042"/>
            <a:ext cx="1903356" cy="419346"/>
          </a:xfrm>
          <a:prstGeom prst="rect">
            <a:avLst/>
          </a:prstGeom>
        </p:spPr>
        <p:txBody>
          <a:bodyPr wrap="square" lIns="0" tIns="0" rIns="0" bIns="0" rtlCol="0" anchor="t">
            <a:spAutoFit/>
          </a:bodyPr>
          <a:lstStyle/>
          <a:p>
            <a:pPr algn="ctr">
              <a:lnSpc>
                <a:spcPts val="3359"/>
              </a:lnSpc>
              <a:spcBef>
                <a:spcPct val="0"/>
              </a:spcBef>
            </a:pPr>
            <a:r>
              <a:rPr lang="en-US" sz="2399" dirty="0">
                <a:solidFill>
                  <a:srgbClr val="FFFFFF"/>
                </a:solidFill>
                <a:latin typeface="League Spartan"/>
                <a:ea typeface="League Spartan"/>
                <a:cs typeface="League Spartan"/>
                <a:sym typeface="League Spartan"/>
              </a:rPr>
              <a:t>View Trip</a:t>
            </a:r>
          </a:p>
        </p:txBody>
      </p:sp>
      <p:pic>
        <p:nvPicPr>
          <p:cNvPr id="24" name="Graphic 23" descr="Caret Down with solid fill">
            <a:extLst>
              <a:ext uri="{FF2B5EF4-FFF2-40B4-BE49-F238E27FC236}">
                <a16:creationId xmlns:a16="http://schemas.microsoft.com/office/drawing/2014/main" id="{EE31EF75-A498-A2E3-7132-060D32B4B3BD}"/>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rot="10800000" flipV="1">
            <a:off x="8213974" y="108137"/>
            <a:ext cx="457200" cy="457200"/>
          </a:xfrm>
          <a:prstGeom prst="rect">
            <a:avLst/>
          </a:prstGeom>
        </p:spPr>
      </p:pic>
      <p:sp>
        <p:nvSpPr>
          <p:cNvPr id="25" name="TextBox 22">
            <a:extLst>
              <a:ext uri="{FF2B5EF4-FFF2-40B4-BE49-F238E27FC236}">
                <a16:creationId xmlns:a16="http://schemas.microsoft.com/office/drawing/2014/main" id="{F76F90F7-B260-6181-C323-2E1A37E31AE6}"/>
              </a:ext>
            </a:extLst>
          </p:cNvPr>
          <p:cNvSpPr txBox="1"/>
          <p:nvPr/>
        </p:nvSpPr>
        <p:spPr>
          <a:xfrm>
            <a:off x="6964030" y="73783"/>
            <a:ext cx="1503275" cy="419346"/>
          </a:xfrm>
          <a:prstGeom prst="rect">
            <a:avLst/>
          </a:prstGeom>
        </p:spPr>
        <p:txBody>
          <a:bodyPr wrap="square" lIns="0" tIns="0" rIns="0" bIns="0" rtlCol="0" anchor="t">
            <a:spAutoFit/>
          </a:bodyPr>
          <a:lstStyle/>
          <a:p>
            <a:pPr algn="ctr">
              <a:lnSpc>
                <a:spcPts val="3359"/>
              </a:lnSpc>
              <a:spcBef>
                <a:spcPct val="0"/>
              </a:spcBef>
            </a:pPr>
            <a:r>
              <a:rPr lang="en-US" sz="2399" dirty="0">
                <a:solidFill>
                  <a:srgbClr val="FF0000"/>
                </a:solidFill>
                <a:latin typeface="League Spartan"/>
                <a:ea typeface="League Spartan"/>
                <a:cs typeface="League Spartan"/>
                <a:sym typeface="League Spartan"/>
              </a:rPr>
              <a:t>English </a:t>
            </a:r>
          </a:p>
        </p:txBody>
      </p:sp>
    </p:spTree>
    <p:extLst>
      <p:ext uri="{BB962C8B-B14F-4D97-AF65-F5344CB8AC3E}">
        <p14:creationId xmlns:p14="http://schemas.microsoft.com/office/powerpoint/2010/main" val="899969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ABE5D-A399-296C-F434-C282AA676DB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ADE73F3-B31A-FF80-E9B3-D4FB5AACADEE}"/>
              </a:ext>
            </a:extLst>
          </p:cNvPr>
          <p:cNvSpPr/>
          <p:nvPr/>
        </p:nvSpPr>
        <p:spPr>
          <a:xfrm flipH="1">
            <a:off x="-2585047" y="4543185"/>
            <a:ext cx="14067754" cy="2866305"/>
          </a:xfrm>
          <a:custGeom>
            <a:avLst/>
            <a:gdLst/>
            <a:ahLst/>
            <a:cxnLst/>
            <a:rect l="l" t="t" r="r" b="b"/>
            <a:pathLst>
              <a:path w="17585468" h="3583039">
                <a:moveTo>
                  <a:pt x="17585467" y="0"/>
                </a:moveTo>
                <a:lnTo>
                  <a:pt x="0" y="0"/>
                </a:lnTo>
                <a:lnTo>
                  <a:pt x="0" y="3583039"/>
                </a:lnTo>
                <a:lnTo>
                  <a:pt x="17585467" y="3583039"/>
                </a:lnTo>
                <a:lnTo>
                  <a:pt x="17585467"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SG" sz="1088"/>
          </a:p>
        </p:txBody>
      </p:sp>
      <p:sp>
        <p:nvSpPr>
          <p:cNvPr id="3" name="Freeform 3">
            <a:extLst>
              <a:ext uri="{FF2B5EF4-FFF2-40B4-BE49-F238E27FC236}">
                <a16:creationId xmlns:a16="http://schemas.microsoft.com/office/drawing/2014/main" id="{742D7DF5-7057-7756-186E-02B68951BD21}"/>
              </a:ext>
            </a:extLst>
          </p:cNvPr>
          <p:cNvSpPr/>
          <p:nvPr/>
        </p:nvSpPr>
        <p:spPr>
          <a:xfrm>
            <a:off x="-585716" y="1840457"/>
            <a:ext cx="12068424" cy="5556005"/>
          </a:xfrm>
          <a:custGeom>
            <a:avLst/>
            <a:gdLst/>
            <a:ahLst/>
            <a:cxnLst/>
            <a:rect l="l" t="t" r="r" b="b"/>
            <a:pathLst>
              <a:path w="15086195" h="6945313">
                <a:moveTo>
                  <a:pt x="0" y="0"/>
                </a:moveTo>
                <a:lnTo>
                  <a:pt x="15086195" y="0"/>
                </a:lnTo>
                <a:lnTo>
                  <a:pt x="15086195" y="6945313"/>
                </a:lnTo>
                <a:lnTo>
                  <a:pt x="0" y="6945313"/>
                </a:lnTo>
                <a:lnTo>
                  <a:pt x="0" y="0"/>
                </a:lnTo>
                <a:close/>
              </a:path>
            </a:pathLst>
          </a:custGeom>
          <a:blipFill>
            <a:blip r:embed="rId4">
              <a:alphaModFix amt="6000"/>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4" name="Freeform 4">
            <a:extLst>
              <a:ext uri="{FF2B5EF4-FFF2-40B4-BE49-F238E27FC236}">
                <a16:creationId xmlns:a16="http://schemas.microsoft.com/office/drawing/2014/main" id="{C3BC0B87-AD71-0983-8323-84F2019B40CA}"/>
              </a:ext>
            </a:extLst>
          </p:cNvPr>
          <p:cNvSpPr/>
          <p:nvPr/>
        </p:nvSpPr>
        <p:spPr>
          <a:xfrm>
            <a:off x="496" y="1840456"/>
            <a:ext cx="468018" cy="1104466"/>
          </a:xfrm>
          <a:custGeom>
            <a:avLst/>
            <a:gdLst/>
            <a:ahLst/>
            <a:cxnLst/>
            <a:rect l="l" t="t" r="r" b="b"/>
            <a:pathLst>
              <a:path w="585048" h="1380643">
                <a:moveTo>
                  <a:pt x="0" y="0"/>
                </a:moveTo>
                <a:lnTo>
                  <a:pt x="585048" y="0"/>
                </a:lnTo>
                <a:lnTo>
                  <a:pt x="585048" y="1380643"/>
                </a:lnTo>
                <a:lnTo>
                  <a:pt x="0" y="1380643"/>
                </a:lnTo>
                <a:lnTo>
                  <a:pt x="0" y="0"/>
                </a:lnTo>
                <a:close/>
              </a:path>
            </a:pathLst>
          </a:custGeom>
          <a:blipFill>
            <a:blip r:embed="rId6">
              <a:alphaModFix amt="6999"/>
              <a:extLst>
                <a:ext uri="{96DAC541-7B7A-43D3-8B79-37D633B846F1}">
                  <asvg:svgBlip xmlns:asvg="http://schemas.microsoft.com/office/drawing/2016/SVG/main" r:embed="rId7"/>
                </a:ext>
              </a:extLst>
            </a:blip>
            <a:stretch>
              <a:fillRect/>
            </a:stretch>
          </a:blipFill>
        </p:spPr>
        <p:txBody>
          <a:bodyPr/>
          <a:lstStyle/>
          <a:p>
            <a:endParaRPr lang="en-SG" sz="1088"/>
          </a:p>
        </p:txBody>
      </p:sp>
      <p:sp>
        <p:nvSpPr>
          <p:cNvPr id="5" name="Freeform 5">
            <a:extLst>
              <a:ext uri="{FF2B5EF4-FFF2-40B4-BE49-F238E27FC236}">
                <a16:creationId xmlns:a16="http://schemas.microsoft.com/office/drawing/2014/main" id="{69CDE53C-5CB6-132E-D614-4F8759659EA1}"/>
              </a:ext>
            </a:extLst>
          </p:cNvPr>
          <p:cNvSpPr/>
          <p:nvPr/>
        </p:nvSpPr>
        <p:spPr>
          <a:xfrm>
            <a:off x="5597575" y="-237607"/>
            <a:ext cx="4267012" cy="1578794"/>
          </a:xfrm>
          <a:custGeom>
            <a:avLst/>
            <a:gdLst/>
            <a:ahLst/>
            <a:cxnLst/>
            <a:rect l="l" t="t" r="r" b="b"/>
            <a:pathLst>
              <a:path w="5334000" h="1973580">
                <a:moveTo>
                  <a:pt x="0" y="0"/>
                </a:moveTo>
                <a:lnTo>
                  <a:pt x="5334000" y="0"/>
                </a:lnTo>
                <a:lnTo>
                  <a:pt x="5334000" y="1973580"/>
                </a:lnTo>
                <a:lnTo>
                  <a:pt x="0" y="1973580"/>
                </a:lnTo>
                <a:lnTo>
                  <a:pt x="0" y="0"/>
                </a:lnTo>
                <a:close/>
              </a:path>
            </a:pathLst>
          </a:custGeom>
          <a:blipFill>
            <a:blip r:embed="rId8">
              <a:alphaModFix amt="6999"/>
              <a:extLst>
                <a:ext uri="{96DAC541-7B7A-43D3-8B79-37D633B846F1}">
                  <asvg:svgBlip xmlns:asvg="http://schemas.microsoft.com/office/drawing/2016/SVG/main" r:embed="rId9"/>
                </a:ext>
              </a:extLst>
            </a:blip>
            <a:stretch>
              <a:fillRect/>
            </a:stretch>
          </a:blipFill>
        </p:spPr>
        <p:txBody>
          <a:bodyPr/>
          <a:lstStyle/>
          <a:p>
            <a:endParaRPr lang="en-SG" sz="1088"/>
          </a:p>
        </p:txBody>
      </p:sp>
      <p:sp>
        <p:nvSpPr>
          <p:cNvPr id="6" name="Freeform 6">
            <a:extLst>
              <a:ext uri="{FF2B5EF4-FFF2-40B4-BE49-F238E27FC236}">
                <a16:creationId xmlns:a16="http://schemas.microsoft.com/office/drawing/2014/main" id="{3494BEBF-6B02-12BF-F9D8-6378EFE6646F}"/>
              </a:ext>
            </a:extLst>
          </p:cNvPr>
          <p:cNvSpPr/>
          <p:nvPr/>
        </p:nvSpPr>
        <p:spPr>
          <a:xfrm rot="432978">
            <a:off x="1369551" y="4289598"/>
            <a:ext cx="2052969" cy="1563989"/>
          </a:xfrm>
          <a:custGeom>
            <a:avLst/>
            <a:gdLst/>
            <a:ahLst/>
            <a:cxnLst/>
            <a:rect l="l" t="t" r="r" b="b"/>
            <a:pathLst>
              <a:path w="2566324" h="1955072">
                <a:moveTo>
                  <a:pt x="0" y="0"/>
                </a:moveTo>
                <a:lnTo>
                  <a:pt x="2566324" y="0"/>
                </a:lnTo>
                <a:lnTo>
                  <a:pt x="2566324" y="1955072"/>
                </a:lnTo>
                <a:lnTo>
                  <a:pt x="0" y="195507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SG" sz="1088"/>
          </a:p>
        </p:txBody>
      </p:sp>
      <p:sp>
        <p:nvSpPr>
          <p:cNvPr id="7" name="Freeform 7">
            <a:extLst>
              <a:ext uri="{FF2B5EF4-FFF2-40B4-BE49-F238E27FC236}">
                <a16:creationId xmlns:a16="http://schemas.microsoft.com/office/drawing/2014/main" id="{33AF6558-4938-141E-EE57-2BA236FCBEF9}"/>
              </a:ext>
            </a:extLst>
          </p:cNvPr>
          <p:cNvSpPr/>
          <p:nvPr/>
        </p:nvSpPr>
        <p:spPr>
          <a:xfrm>
            <a:off x="6995555" y="4307925"/>
            <a:ext cx="1384936" cy="1526482"/>
          </a:xfrm>
          <a:custGeom>
            <a:avLst/>
            <a:gdLst/>
            <a:ahLst/>
            <a:cxnLst/>
            <a:rect l="l" t="t" r="r" b="b"/>
            <a:pathLst>
              <a:path w="1731246" h="1908187">
                <a:moveTo>
                  <a:pt x="0" y="0"/>
                </a:moveTo>
                <a:lnTo>
                  <a:pt x="1731246" y="0"/>
                </a:lnTo>
                <a:lnTo>
                  <a:pt x="1731246" y="1908187"/>
                </a:lnTo>
                <a:lnTo>
                  <a:pt x="0" y="1908187"/>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SG" sz="1088"/>
          </a:p>
        </p:txBody>
      </p:sp>
      <p:grpSp>
        <p:nvGrpSpPr>
          <p:cNvPr id="8" name="Group 8">
            <a:extLst>
              <a:ext uri="{FF2B5EF4-FFF2-40B4-BE49-F238E27FC236}">
                <a16:creationId xmlns:a16="http://schemas.microsoft.com/office/drawing/2014/main" id="{C3AF3773-F5E0-9795-B0CF-78415CE8771A}"/>
              </a:ext>
            </a:extLst>
          </p:cNvPr>
          <p:cNvGrpSpPr/>
          <p:nvPr/>
        </p:nvGrpSpPr>
        <p:grpSpPr>
          <a:xfrm>
            <a:off x="1341841" y="6160852"/>
            <a:ext cx="2479271" cy="660852"/>
            <a:chOff x="0" y="0"/>
            <a:chExt cx="812800" cy="234980"/>
          </a:xfrm>
        </p:grpSpPr>
        <p:sp>
          <p:nvSpPr>
            <p:cNvPr id="9" name="Freeform 9">
              <a:extLst>
                <a:ext uri="{FF2B5EF4-FFF2-40B4-BE49-F238E27FC236}">
                  <a16:creationId xmlns:a16="http://schemas.microsoft.com/office/drawing/2014/main" id="{FE2AECD0-8390-55EB-691E-40F6D19DDBA7}"/>
                </a:ext>
              </a:extLst>
            </p:cNvPr>
            <p:cNvSpPr/>
            <p:nvPr/>
          </p:nvSpPr>
          <p:spPr>
            <a:xfrm>
              <a:off x="0" y="0"/>
              <a:ext cx="812800" cy="234980"/>
            </a:xfrm>
            <a:custGeom>
              <a:avLst/>
              <a:gdLst/>
              <a:ahLst/>
              <a:cxnLst/>
              <a:rect l="l" t="t" r="r" b="b"/>
              <a:pathLst>
                <a:path w="812800" h="234980">
                  <a:moveTo>
                    <a:pt x="86699" y="0"/>
                  </a:moveTo>
                  <a:lnTo>
                    <a:pt x="726101" y="0"/>
                  </a:lnTo>
                  <a:cubicBezTo>
                    <a:pt x="773984" y="0"/>
                    <a:pt x="812800" y="38816"/>
                    <a:pt x="812800" y="86699"/>
                  </a:cubicBezTo>
                  <a:lnTo>
                    <a:pt x="812800" y="148281"/>
                  </a:lnTo>
                  <a:cubicBezTo>
                    <a:pt x="812800" y="196164"/>
                    <a:pt x="773984" y="234980"/>
                    <a:pt x="726101" y="234980"/>
                  </a:cubicBezTo>
                  <a:lnTo>
                    <a:pt x="86699" y="234980"/>
                  </a:lnTo>
                  <a:cubicBezTo>
                    <a:pt x="38816" y="234980"/>
                    <a:pt x="0" y="196164"/>
                    <a:pt x="0" y="148281"/>
                  </a:cubicBezTo>
                  <a:lnTo>
                    <a:pt x="0" y="86699"/>
                  </a:lnTo>
                  <a:cubicBezTo>
                    <a:pt x="0" y="38816"/>
                    <a:pt x="38816" y="0"/>
                    <a:pt x="86699" y="0"/>
                  </a:cubicBezTo>
                  <a:close/>
                </a:path>
              </a:pathLst>
            </a:custGeom>
            <a:solidFill>
              <a:srgbClr val="F34336"/>
            </a:solidFill>
          </p:spPr>
          <p:txBody>
            <a:bodyPr/>
            <a:lstStyle/>
            <a:p>
              <a:endParaRPr lang="en-SG" sz="1088"/>
            </a:p>
          </p:txBody>
        </p:sp>
        <p:sp>
          <p:nvSpPr>
            <p:cNvPr id="10" name="TextBox 10">
              <a:extLst>
                <a:ext uri="{FF2B5EF4-FFF2-40B4-BE49-F238E27FC236}">
                  <a16:creationId xmlns:a16="http://schemas.microsoft.com/office/drawing/2014/main" id="{2FDEF58B-9228-41D0-41E4-AFB3227FF7FE}"/>
                </a:ext>
              </a:extLst>
            </p:cNvPr>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grpSp>
        <p:nvGrpSpPr>
          <p:cNvPr id="11" name="Group 11">
            <a:extLst>
              <a:ext uri="{FF2B5EF4-FFF2-40B4-BE49-F238E27FC236}">
                <a16:creationId xmlns:a16="http://schemas.microsoft.com/office/drawing/2014/main" id="{715D842B-7C6D-376E-7FA4-A21B17A6DDFF}"/>
              </a:ext>
            </a:extLst>
          </p:cNvPr>
          <p:cNvGrpSpPr/>
          <p:nvPr/>
        </p:nvGrpSpPr>
        <p:grpSpPr>
          <a:xfrm>
            <a:off x="6588131" y="6160852"/>
            <a:ext cx="2285899" cy="660852"/>
            <a:chOff x="0" y="0"/>
            <a:chExt cx="812800" cy="234980"/>
          </a:xfrm>
        </p:grpSpPr>
        <p:sp>
          <p:nvSpPr>
            <p:cNvPr id="12" name="Freeform 12">
              <a:extLst>
                <a:ext uri="{FF2B5EF4-FFF2-40B4-BE49-F238E27FC236}">
                  <a16:creationId xmlns:a16="http://schemas.microsoft.com/office/drawing/2014/main" id="{C731BEB0-C930-E518-FD13-BC176822607D}"/>
                </a:ext>
              </a:extLst>
            </p:cNvPr>
            <p:cNvSpPr/>
            <p:nvPr/>
          </p:nvSpPr>
          <p:spPr>
            <a:xfrm>
              <a:off x="0" y="0"/>
              <a:ext cx="812800" cy="234980"/>
            </a:xfrm>
            <a:custGeom>
              <a:avLst/>
              <a:gdLst/>
              <a:ahLst/>
              <a:cxnLst/>
              <a:rect l="l" t="t" r="r" b="b"/>
              <a:pathLst>
                <a:path w="812800" h="234980">
                  <a:moveTo>
                    <a:pt x="86699" y="0"/>
                  </a:moveTo>
                  <a:lnTo>
                    <a:pt x="726101" y="0"/>
                  </a:lnTo>
                  <a:cubicBezTo>
                    <a:pt x="773984" y="0"/>
                    <a:pt x="812800" y="38816"/>
                    <a:pt x="812800" y="86699"/>
                  </a:cubicBezTo>
                  <a:lnTo>
                    <a:pt x="812800" y="148281"/>
                  </a:lnTo>
                  <a:cubicBezTo>
                    <a:pt x="812800" y="196164"/>
                    <a:pt x="773984" y="234980"/>
                    <a:pt x="726101" y="234980"/>
                  </a:cubicBezTo>
                  <a:lnTo>
                    <a:pt x="86699" y="234980"/>
                  </a:lnTo>
                  <a:cubicBezTo>
                    <a:pt x="38816" y="234980"/>
                    <a:pt x="0" y="196164"/>
                    <a:pt x="0" y="148281"/>
                  </a:cubicBezTo>
                  <a:lnTo>
                    <a:pt x="0" y="86699"/>
                  </a:lnTo>
                  <a:cubicBezTo>
                    <a:pt x="0" y="38816"/>
                    <a:pt x="38816" y="0"/>
                    <a:pt x="86699" y="0"/>
                  </a:cubicBezTo>
                  <a:close/>
                </a:path>
              </a:pathLst>
            </a:custGeom>
            <a:solidFill>
              <a:srgbClr val="F34336"/>
            </a:solidFill>
          </p:spPr>
          <p:txBody>
            <a:bodyPr/>
            <a:lstStyle/>
            <a:p>
              <a:endParaRPr lang="en-SG" sz="1088"/>
            </a:p>
          </p:txBody>
        </p:sp>
        <p:sp>
          <p:nvSpPr>
            <p:cNvPr id="13" name="TextBox 13">
              <a:extLst>
                <a:ext uri="{FF2B5EF4-FFF2-40B4-BE49-F238E27FC236}">
                  <a16:creationId xmlns:a16="http://schemas.microsoft.com/office/drawing/2014/main" id="{4C6C1E67-DA13-5A30-CBCB-F9EDB8924AF4}"/>
                </a:ext>
              </a:extLst>
            </p:cNvPr>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sp>
        <p:nvSpPr>
          <p:cNvPr id="14" name="Freeform 14">
            <a:extLst>
              <a:ext uri="{FF2B5EF4-FFF2-40B4-BE49-F238E27FC236}">
                <a16:creationId xmlns:a16="http://schemas.microsoft.com/office/drawing/2014/main" id="{01032E3D-095F-E76B-1514-3A6DDB7BAEFA}"/>
              </a:ext>
            </a:extLst>
          </p:cNvPr>
          <p:cNvSpPr/>
          <p:nvPr/>
        </p:nvSpPr>
        <p:spPr>
          <a:xfrm>
            <a:off x="468515" y="131116"/>
            <a:ext cx="405737" cy="341326"/>
          </a:xfrm>
          <a:custGeom>
            <a:avLst/>
            <a:gdLst/>
            <a:ahLst/>
            <a:cxnLst/>
            <a:rect l="l" t="t" r="r" b="b"/>
            <a:pathLst>
              <a:path w="507193" h="426676">
                <a:moveTo>
                  <a:pt x="0" y="0"/>
                </a:moveTo>
                <a:lnTo>
                  <a:pt x="507193" y="0"/>
                </a:lnTo>
                <a:lnTo>
                  <a:pt x="507193" y="426676"/>
                </a:lnTo>
                <a:lnTo>
                  <a:pt x="0" y="426676"/>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15" name="Freeform 15">
            <a:extLst>
              <a:ext uri="{FF2B5EF4-FFF2-40B4-BE49-F238E27FC236}">
                <a16:creationId xmlns:a16="http://schemas.microsoft.com/office/drawing/2014/main" id="{2A3FD5EF-036F-5C70-6EBE-6B97489B956C}"/>
              </a:ext>
            </a:extLst>
          </p:cNvPr>
          <p:cNvSpPr/>
          <p:nvPr/>
        </p:nvSpPr>
        <p:spPr>
          <a:xfrm>
            <a:off x="9594527" y="58475"/>
            <a:ext cx="540117" cy="540117"/>
          </a:xfrm>
          <a:custGeom>
            <a:avLst/>
            <a:gdLst/>
            <a:ahLst/>
            <a:cxnLst/>
            <a:rect l="l" t="t" r="r" b="b"/>
            <a:pathLst>
              <a:path w="675176" h="675176">
                <a:moveTo>
                  <a:pt x="0" y="0"/>
                </a:moveTo>
                <a:lnTo>
                  <a:pt x="675177" y="0"/>
                </a:lnTo>
                <a:lnTo>
                  <a:pt x="675177" y="675176"/>
                </a:lnTo>
                <a:lnTo>
                  <a:pt x="0" y="675176"/>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16" name="Freeform 16">
            <a:extLst>
              <a:ext uri="{FF2B5EF4-FFF2-40B4-BE49-F238E27FC236}">
                <a16:creationId xmlns:a16="http://schemas.microsoft.com/office/drawing/2014/main" id="{305FEF2B-343F-9469-743F-2F795B98F964}"/>
              </a:ext>
            </a:extLst>
          </p:cNvPr>
          <p:cNvSpPr/>
          <p:nvPr/>
        </p:nvSpPr>
        <p:spPr>
          <a:xfrm>
            <a:off x="8905831" y="125854"/>
            <a:ext cx="405357" cy="405357"/>
          </a:xfrm>
          <a:custGeom>
            <a:avLst/>
            <a:gdLst/>
            <a:ahLst/>
            <a:cxnLst/>
            <a:rect l="l" t="t" r="r" b="b"/>
            <a:pathLst>
              <a:path w="506718" h="506718">
                <a:moveTo>
                  <a:pt x="0" y="0"/>
                </a:moveTo>
                <a:lnTo>
                  <a:pt x="506718" y="0"/>
                </a:lnTo>
                <a:lnTo>
                  <a:pt x="506718" y="506718"/>
                </a:lnTo>
                <a:lnTo>
                  <a:pt x="0" y="506718"/>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grpSp>
        <p:nvGrpSpPr>
          <p:cNvPr id="17" name="Group 17">
            <a:extLst>
              <a:ext uri="{FF2B5EF4-FFF2-40B4-BE49-F238E27FC236}">
                <a16:creationId xmlns:a16="http://schemas.microsoft.com/office/drawing/2014/main" id="{E61FDB87-F2CF-3C1C-EA92-35D2FA592C50}"/>
              </a:ext>
            </a:extLst>
          </p:cNvPr>
          <p:cNvGrpSpPr/>
          <p:nvPr/>
        </p:nvGrpSpPr>
        <p:grpSpPr>
          <a:xfrm>
            <a:off x="3020671" y="780256"/>
            <a:ext cx="5446634" cy="2180341"/>
            <a:chOff x="0" y="0"/>
            <a:chExt cx="1945264" cy="517248"/>
          </a:xfrm>
        </p:grpSpPr>
        <p:sp>
          <p:nvSpPr>
            <p:cNvPr id="18" name="Freeform 18">
              <a:extLst>
                <a:ext uri="{FF2B5EF4-FFF2-40B4-BE49-F238E27FC236}">
                  <a16:creationId xmlns:a16="http://schemas.microsoft.com/office/drawing/2014/main" id="{25FABBCC-792F-F20D-DCB8-E2A444683055}"/>
                </a:ext>
              </a:extLst>
            </p:cNvPr>
            <p:cNvSpPr/>
            <p:nvPr/>
          </p:nvSpPr>
          <p:spPr>
            <a:xfrm>
              <a:off x="0" y="0"/>
              <a:ext cx="1945264" cy="517249"/>
            </a:xfrm>
            <a:custGeom>
              <a:avLst/>
              <a:gdLst/>
              <a:ahLst/>
              <a:cxnLst/>
              <a:rect l="l" t="t" r="r" b="b"/>
              <a:pathLst>
                <a:path w="1945264" h="517249">
                  <a:moveTo>
                    <a:pt x="47546" y="0"/>
                  </a:moveTo>
                  <a:lnTo>
                    <a:pt x="1897718" y="0"/>
                  </a:lnTo>
                  <a:cubicBezTo>
                    <a:pt x="1910328" y="0"/>
                    <a:pt x="1922422" y="5009"/>
                    <a:pt x="1931339" y="13926"/>
                  </a:cubicBezTo>
                  <a:cubicBezTo>
                    <a:pt x="1940255" y="22843"/>
                    <a:pt x="1945264" y="34936"/>
                    <a:pt x="1945264" y="47546"/>
                  </a:cubicBezTo>
                  <a:lnTo>
                    <a:pt x="1945264" y="469702"/>
                  </a:lnTo>
                  <a:cubicBezTo>
                    <a:pt x="1945264" y="495961"/>
                    <a:pt x="1923977" y="517249"/>
                    <a:pt x="1897718" y="517249"/>
                  </a:cubicBezTo>
                  <a:lnTo>
                    <a:pt x="47546" y="517249"/>
                  </a:lnTo>
                  <a:cubicBezTo>
                    <a:pt x="34936" y="517249"/>
                    <a:pt x="22843" y="512239"/>
                    <a:pt x="13926" y="503323"/>
                  </a:cubicBezTo>
                  <a:cubicBezTo>
                    <a:pt x="5009" y="494406"/>
                    <a:pt x="0" y="482312"/>
                    <a:pt x="0" y="469702"/>
                  </a:cubicBezTo>
                  <a:lnTo>
                    <a:pt x="0" y="47546"/>
                  </a:lnTo>
                  <a:cubicBezTo>
                    <a:pt x="0" y="21287"/>
                    <a:pt x="21287" y="0"/>
                    <a:pt x="47546" y="0"/>
                  </a:cubicBezTo>
                  <a:close/>
                </a:path>
              </a:pathLst>
            </a:custGeom>
            <a:solidFill>
              <a:srgbClr val="FFC431">
                <a:alpha val="66667"/>
              </a:srgbClr>
            </a:solidFill>
          </p:spPr>
          <p:txBody>
            <a:bodyPr/>
            <a:lstStyle/>
            <a:p>
              <a:endParaRPr lang="en-SG" sz="1088"/>
            </a:p>
          </p:txBody>
        </p:sp>
        <p:sp>
          <p:nvSpPr>
            <p:cNvPr id="19" name="TextBox 19">
              <a:extLst>
                <a:ext uri="{FF2B5EF4-FFF2-40B4-BE49-F238E27FC236}">
                  <a16:creationId xmlns:a16="http://schemas.microsoft.com/office/drawing/2014/main" id="{48086881-961C-9AD5-E199-8D5B5516779F}"/>
                </a:ext>
              </a:extLst>
            </p:cNvPr>
            <p:cNvSpPr txBox="1"/>
            <p:nvPr/>
          </p:nvSpPr>
          <p:spPr>
            <a:xfrm>
              <a:off x="0" y="-28575"/>
              <a:ext cx="1945264" cy="545823"/>
            </a:xfrm>
            <a:prstGeom prst="rect">
              <a:avLst/>
            </a:prstGeom>
          </p:spPr>
          <p:txBody>
            <a:bodyPr lIns="40638" tIns="40638" rIns="40638" bIns="40638" rtlCol="0" anchor="ctr"/>
            <a:lstStyle/>
            <a:p>
              <a:pPr algn="ctr">
                <a:lnSpc>
                  <a:spcPts val="2016"/>
                </a:lnSpc>
              </a:pPr>
              <a:endParaRPr sz="1088"/>
            </a:p>
          </p:txBody>
        </p:sp>
      </p:grpSp>
      <p:sp>
        <p:nvSpPr>
          <p:cNvPr id="20" name="TextBox 20">
            <a:extLst>
              <a:ext uri="{FF2B5EF4-FFF2-40B4-BE49-F238E27FC236}">
                <a16:creationId xmlns:a16="http://schemas.microsoft.com/office/drawing/2014/main" id="{69F792F1-024B-630D-04CF-F6D788A44A63}"/>
              </a:ext>
            </a:extLst>
          </p:cNvPr>
          <p:cNvSpPr txBox="1"/>
          <p:nvPr/>
        </p:nvSpPr>
        <p:spPr>
          <a:xfrm>
            <a:off x="3859792" y="1037479"/>
            <a:ext cx="4347696" cy="1710918"/>
          </a:xfrm>
          <a:prstGeom prst="rect">
            <a:avLst/>
          </a:prstGeom>
        </p:spPr>
        <p:txBody>
          <a:bodyPr wrap="square" lIns="0" tIns="0" rIns="0" bIns="0" rtlCol="0" anchor="t">
            <a:spAutoFit/>
          </a:bodyPr>
          <a:lstStyle/>
          <a:p>
            <a:pPr algn="ctr">
              <a:lnSpc>
                <a:spcPts val="3357"/>
              </a:lnSpc>
            </a:pPr>
            <a:r>
              <a:rPr lang="en-US" sz="2398" b="1" dirty="0">
                <a:solidFill>
                  <a:srgbClr val="000000"/>
                </a:solidFill>
                <a:latin typeface="Roboto Mono Bold"/>
                <a:ea typeface="Roboto Mono Bold"/>
                <a:cs typeface="Roboto Mono Bold"/>
                <a:sym typeface="Roboto Mono Bold"/>
              </a:rPr>
              <a:t>Hi! </a:t>
            </a:r>
          </a:p>
          <a:p>
            <a:pPr algn="ctr">
              <a:lnSpc>
                <a:spcPts val="3357"/>
              </a:lnSpc>
            </a:pPr>
            <a:r>
              <a:rPr lang="en-US" sz="2398" b="1" dirty="0">
                <a:solidFill>
                  <a:srgbClr val="000000"/>
                </a:solidFill>
                <a:latin typeface="Roboto Mono Bold"/>
                <a:ea typeface="Roboto Mono Bold"/>
                <a:cs typeface="Roboto Mono"/>
                <a:sym typeface="Roboto Mono Bold"/>
              </a:rPr>
              <a:t>Ferris Wheel will be undergoing maintenance from 5pm to 6pm.</a:t>
            </a:r>
            <a:endParaRPr lang="en-US" sz="2398" dirty="0">
              <a:solidFill>
                <a:srgbClr val="000000"/>
              </a:solidFill>
              <a:latin typeface="Roboto Mono"/>
              <a:ea typeface="Roboto Mono"/>
              <a:cs typeface="Roboto Mono"/>
              <a:sym typeface="Roboto Mono"/>
            </a:endParaRPr>
          </a:p>
        </p:txBody>
      </p:sp>
      <p:sp>
        <p:nvSpPr>
          <p:cNvPr id="21" name="Freeform 21">
            <a:extLst>
              <a:ext uri="{FF2B5EF4-FFF2-40B4-BE49-F238E27FC236}">
                <a16:creationId xmlns:a16="http://schemas.microsoft.com/office/drawing/2014/main" id="{0F8D137E-9107-2FA8-107A-2CC2A01C0468}"/>
              </a:ext>
            </a:extLst>
          </p:cNvPr>
          <p:cNvSpPr/>
          <p:nvPr/>
        </p:nvSpPr>
        <p:spPr>
          <a:xfrm>
            <a:off x="1475912" y="551790"/>
            <a:ext cx="2496100" cy="2365054"/>
          </a:xfrm>
          <a:custGeom>
            <a:avLst/>
            <a:gdLst/>
            <a:ahLst/>
            <a:cxnLst/>
            <a:rect l="l" t="t" r="r" b="b"/>
            <a:pathLst>
              <a:path w="3120262" h="2956448">
                <a:moveTo>
                  <a:pt x="0" y="0"/>
                </a:moveTo>
                <a:lnTo>
                  <a:pt x="3120262" y="0"/>
                </a:lnTo>
                <a:lnTo>
                  <a:pt x="3120262" y="2956448"/>
                </a:lnTo>
                <a:lnTo>
                  <a:pt x="0" y="2956448"/>
                </a:lnTo>
                <a:lnTo>
                  <a:pt x="0" y="0"/>
                </a:lnTo>
                <a:close/>
              </a:path>
            </a:pathLst>
          </a:custGeom>
          <a:blipFill>
            <a:blip r:embed="rId20"/>
            <a:stretch>
              <a:fillRect/>
            </a:stretch>
          </a:blipFill>
          <a:ln cap="sq">
            <a:noFill/>
            <a:prstDash val="solid"/>
            <a:miter/>
          </a:ln>
        </p:spPr>
        <p:txBody>
          <a:bodyPr/>
          <a:lstStyle/>
          <a:p>
            <a:endParaRPr lang="en-SG" sz="1088"/>
          </a:p>
        </p:txBody>
      </p:sp>
      <p:sp>
        <p:nvSpPr>
          <p:cNvPr id="22" name="TextBox 22">
            <a:extLst>
              <a:ext uri="{FF2B5EF4-FFF2-40B4-BE49-F238E27FC236}">
                <a16:creationId xmlns:a16="http://schemas.microsoft.com/office/drawing/2014/main" id="{D86FF4C1-E81A-80BD-CCA2-D780AE215C43}"/>
              </a:ext>
            </a:extLst>
          </p:cNvPr>
          <p:cNvSpPr txBox="1"/>
          <p:nvPr/>
        </p:nvSpPr>
        <p:spPr>
          <a:xfrm>
            <a:off x="2045976" y="6280042"/>
            <a:ext cx="1128266" cy="419346"/>
          </a:xfrm>
          <a:prstGeom prst="rect">
            <a:avLst/>
          </a:prstGeom>
        </p:spPr>
        <p:txBody>
          <a:bodyPr wrap="square" lIns="0" tIns="0" rIns="0" bIns="0" rtlCol="0" anchor="t">
            <a:spAutoFit/>
          </a:bodyPr>
          <a:lstStyle/>
          <a:p>
            <a:pPr algn="ctr">
              <a:lnSpc>
                <a:spcPts val="3359"/>
              </a:lnSpc>
              <a:spcBef>
                <a:spcPct val="0"/>
              </a:spcBef>
            </a:pPr>
            <a:r>
              <a:rPr lang="en-US" sz="2399" dirty="0">
                <a:solidFill>
                  <a:srgbClr val="FFFFFF"/>
                </a:solidFill>
                <a:latin typeface="League Spartan"/>
                <a:ea typeface="League Spartan"/>
                <a:cs typeface="League Spartan"/>
                <a:sym typeface="League Spartan"/>
              </a:rPr>
              <a:t>Map</a:t>
            </a:r>
          </a:p>
        </p:txBody>
      </p:sp>
      <p:sp>
        <p:nvSpPr>
          <p:cNvPr id="23" name="TextBox 23">
            <a:extLst>
              <a:ext uri="{FF2B5EF4-FFF2-40B4-BE49-F238E27FC236}">
                <a16:creationId xmlns:a16="http://schemas.microsoft.com/office/drawing/2014/main" id="{9A015E41-8F78-3359-A186-A0A6C7B44E99}"/>
              </a:ext>
            </a:extLst>
          </p:cNvPr>
          <p:cNvSpPr txBox="1"/>
          <p:nvPr/>
        </p:nvSpPr>
        <p:spPr>
          <a:xfrm>
            <a:off x="6779402" y="6280042"/>
            <a:ext cx="1903356" cy="419346"/>
          </a:xfrm>
          <a:prstGeom prst="rect">
            <a:avLst/>
          </a:prstGeom>
        </p:spPr>
        <p:txBody>
          <a:bodyPr wrap="square" lIns="0" tIns="0" rIns="0" bIns="0" rtlCol="0" anchor="t">
            <a:spAutoFit/>
          </a:bodyPr>
          <a:lstStyle/>
          <a:p>
            <a:pPr algn="ctr">
              <a:lnSpc>
                <a:spcPts val="3359"/>
              </a:lnSpc>
              <a:spcBef>
                <a:spcPct val="0"/>
              </a:spcBef>
            </a:pPr>
            <a:r>
              <a:rPr lang="en-US" sz="2399" dirty="0">
                <a:solidFill>
                  <a:srgbClr val="FFFFFF"/>
                </a:solidFill>
                <a:latin typeface="League Spartan"/>
                <a:ea typeface="League Spartan"/>
                <a:cs typeface="League Spartan"/>
                <a:sym typeface="League Spartan"/>
              </a:rPr>
              <a:t>View Trip</a:t>
            </a:r>
          </a:p>
        </p:txBody>
      </p:sp>
      <p:pic>
        <p:nvPicPr>
          <p:cNvPr id="24" name="Graphic 23" descr="Caret Down with solid fill">
            <a:extLst>
              <a:ext uri="{FF2B5EF4-FFF2-40B4-BE49-F238E27FC236}">
                <a16:creationId xmlns:a16="http://schemas.microsoft.com/office/drawing/2014/main" id="{F7D72F9B-95E0-76F1-41CC-FE41C750D4B5}"/>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rot="10800000" flipV="1">
            <a:off x="8213974" y="108137"/>
            <a:ext cx="457200" cy="457200"/>
          </a:xfrm>
          <a:prstGeom prst="rect">
            <a:avLst/>
          </a:prstGeom>
        </p:spPr>
      </p:pic>
      <p:sp>
        <p:nvSpPr>
          <p:cNvPr id="25" name="TextBox 22">
            <a:extLst>
              <a:ext uri="{FF2B5EF4-FFF2-40B4-BE49-F238E27FC236}">
                <a16:creationId xmlns:a16="http://schemas.microsoft.com/office/drawing/2014/main" id="{7DCCD773-D3D3-7B1C-A98D-5338A76A0F49}"/>
              </a:ext>
            </a:extLst>
          </p:cNvPr>
          <p:cNvSpPr txBox="1"/>
          <p:nvPr/>
        </p:nvSpPr>
        <p:spPr>
          <a:xfrm>
            <a:off x="6964030" y="73783"/>
            <a:ext cx="1503275" cy="419346"/>
          </a:xfrm>
          <a:prstGeom prst="rect">
            <a:avLst/>
          </a:prstGeom>
        </p:spPr>
        <p:txBody>
          <a:bodyPr wrap="square" lIns="0" tIns="0" rIns="0" bIns="0" rtlCol="0" anchor="t">
            <a:spAutoFit/>
          </a:bodyPr>
          <a:lstStyle/>
          <a:p>
            <a:pPr algn="ctr">
              <a:lnSpc>
                <a:spcPts val="3359"/>
              </a:lnSpc>
              <a:spcBef>
                <a:spcPct val="0"/>
              </a:spcBef>
            </a:pPr>
            <a:r>
              <a:rPr lang="en-US" sz="2399" dirty="0">
                <a:solidFill>
                  <a:srgbClr val="FF0000"/>
                </a:solidFill>
                <a:latin typeface="League Spartan"/>
                <a:ea typeface="League Spartan"/>
                <a:cs typeface="League Spartan"/>
                <a:sym typeface="League Spartan"/>
              </a:rPr>
              <a:t>English </a:t>
            </a:r>
          </a:p>
        </p:txBody>
      </p:sp>
      <p:grpSp>
        <p:nvGrpSpPr>
          <p:cNvPr id="26" name="Group 24">
            <a:extLst>
              <a:ext uri="{FF2B5EF4-FFF2-40B4-BE49-F238E27FC236}">
                <a16:creationId xmlns:a16="http://schemas.microsoft.com/office/drawing/2014/main" id="{6DD688F6-41B0-1690-0D8D-CAB9483670A8}"/>
              </a:ext>
            </a:extLst>
          </p:cNvPr>
          <p:cNvGrpSpPr/>
          <p:nvPr/>
        </p:nvGrpSpPr>
        <p:grpSpPr>
          <a:xfrm>
            <a:off x="50652" y="-32544"/>
            <a:ext cx="11093846" cy="7746483"/>
            <a:chOff x="0" y="0"/>
            <a:chExt cx="3944653" cy="2754426"/>
          </a:xfrm>
        </p:grpSpPr>
        <p:sp>
          <p:nvSpPr>
            <p:cNvPr id="27" name="Freeform 25">
              <a:extLst>
                <a:ext uri="{FF2B5EF4-FFF2-40B4-BE49-F238E27FC236}">
                  <a16:creationId xmlns:a16="http://schemas.microsoft.com/office/drawing/2014/main" id="{BBE31CDE-1C1E-003B-2DE4-13BDC4B539E1}"/>
                </a:ext>
              </a:extLst>
            </p:cNvPr>
            <p:cNvSpPr/>
            <p:nvPr/>
          </p:nvSpPr>
          <p:spPr>
            <a:xfrm>
              <a:off x="0" y="0"/>
              <a:ext cx="3944653" cy="2754426"/>
            </a:xfrm>
            <a:custGeom>
              <a:avLst/>
              <a:gdLst/>
              <a:ahLst/>
              <a:cxnLst/>
              <a:rect l="l" t="t" r="r" b="b"/>
              <a:pathLst>
                <a:path w="3944653" h="2754426">
                  <a:moveTo>
                    <a:pt x="0" y="0"/>
                  </a:moveTo>
                  <a:lnTo>
                    <a:pt x="3944653" y="0"/>
                  </a:lnTo>
                  <a:lnTo>
                    <a:pt x="3944653" y="2754426"/>
                  </a:lnTo>
                  <a:lnTo>
                    <a:pt x="0" y="2754426"/>
                  </a:lnTo>
                  <a:close/>
                </a:path>
              </a:pathLst>
            </a:custGeom>
            <a:solidFill>
              <a:srgbClr val="FFFFFF">
                <a:alpha val="69804"/>
              </a:srgbClr>
            </a:solidFill>
          </p:spPr>
          <p:txBody>
            <a:bodyPr/>
            <a:lstStyle/>
            <a:p>
              <a:endParaRPr lang="en-SG" sz="1088"/>
            </a:p>
          </p:txBody>
        </p:sp>
        <p:sp>
          <p:nvSpPr>
            <p:cNvPr id="28" name="TextBox 26">
              <a:extLst>
                <a:ext uri="{FF2B5EF4-FFF2-40B4-BE49-F238E27FC236}">
                  <a16:creationId xmlns:a16="http://schemas.microsoft.com/office/drawing/2014/main" id="{401EC269-2B76-E85F-9713-D65FA99BC18C}"/>
                </a:ext>
              </a:extLst>
            </p:cNvPr>
            <p:cNvSpPr txBox="1"/>
            <p:nvPr/>
          </p:nvSpPr>
          <p:spPr>
            <a:xfrm>
              <a:off x="0" y="-28575"/>
              <a:ext cx="3944653" cy="2783001"/>
            </a:xfrm>
            <a:prstGeom prst="rect">
              <a:avLst/>
            </a:prstGeom>
          </p:spPr>
          <p:txBody>
            <a:bodyPr lIns="40638" tIns="40638" rIns="40638" bIns="40638" rtlCol="0" anchor="ctr"/>
            <a:lstStyle/>
            <a:p>
              <a:pPr algn="ctr">
                <a:lnSpc>
                  <a:spcPts val="2016"/>
                </a:lnSpc>
              </a:pPr>
              <a:endParaRPr sz="1088"/>
            </a:p>
          </p:txBody>
        </p:sp>
      </p:grpSp>
      <p:grpSp>
        <p:nvGrpSpPr>
          <p:cNvPr id="29" name="Group 27">
            <a:extLst>
              <a:ext uri="{FF2B5EF4-FFF2-40B4-BE49-F238E27FC236}">
                <a16:creationId xmlns:a16="http://schemas.microsoft.com/office/drawing/2014/main" id="{CA99AE83-1821-3810-8BDD-465EDDC75EBB}"/>
              </a:ext>
            </a:extLst>
          </p:cNvPr>
          <p:cNvGrpSpPr/>
          <p:nvPr/>
        </p:nvGrpSpPr>
        <p:grpSpPr>
          <a:xfrm>
            <a:off x="2933090" y="2218733"/>
            <a:ext cx="4849507" cy="2756766"/>
            <a:chOff x="0" y="0"/>
            <a:chExt cx="1724345" cy="980227"/>
          </a:xfrm>
        </p:grpSpPr>
        <p:sp>
          <p:nvSpPr>
            <p:cNvPr id="30" name="Freeform 28">
              <a:extLst>
                <a:ext uri="{FF2B5EF4-FFF2-40B4-BE49-F238E27FC236}">
                  <a16:creationId xmlns:a16="http://schemas.microsoft.com/office/drawing/2014/main" id="{23C23AB3-4881-0479-9FA3-3F53A64B10E9}"/>
                </a:ext>
              </a:extLst>
            </p:cNvPr>
            <p:cNvSpPr/>
            <p:nvPr/>
          </p:nvSpPr>
          <p:spPr>
            <a:xfrm>
              <a:off x="0" y="0"/>
              <a:ext cx="1724345" cy="980227"/>
            </a:xfrm>
            <a:custGeom>
              <a:avLst/>
              <a:gdLst/>
              <a:ahLst/>
              <a:cxnLst/>
              <a:rect l="l" t="t" r="r" b="b"/>
              <a:pathLst>
                <a:path w="1724345" h="980227">
                  <a:moveTo>
                    <a:pt x="60023" y="0"/>
                  </a:moveTo>
                  <a:lnTo>
                    <a:pt x="1664322" y="0"/>
                  </a:lnTo>
                  <a:cubicBezTo>
                    <a:pt x="1697472" y="0"/>
                    <a:pt x="1724345" y="26873"/>
                    <a:pt x="1724345" y="60023"/>
                  </a:cubicBezTo>
                  <a:lnTo>
                    <a:pt x="1724345" y="920203"/>
                  </a:lnTo>
                  <a:cubicBezTo>
                    <a:pt x="1724345" y="953353"/>
                    <a:pt x="1697472" y="980227"/>
                    <a:pt x="1664322" y="980227"/>
                  </a:cubicBezTo>
                  <a:lnTo>
                    <a:pt x="60023" y="980227"/>
                  </a:lnTo>
                  <a:cubicBezTo>
                    <a:pt x="26873" y="980227"/>
                    <a:pt x="0" y="953353"/>
                    <a:pt x="0" y="920203"/>
                  </a:cubicBezTo>
                  <a:lnTo>
                    <a:pt x="0" y="60023"/>
                  </a:lnTo>
                  <a:cubicBezTo>
                    <a:pt x="0" y="26873"/>
                    <a:pt x="26873" y="0"/>
                    <a:pt x="60023" y="0"/>
                  </a:cubicBezTo>
                  <a:close/>
                </a:path>
              </a:pathLst>
            </a:custGeom>
            <a:solidFill>
              <a:srgbClr val="FFF1EF"/>
            </a:solidFill>
          </p:spPr>
          <p:txBody>
            <a:bodyPr/>
            <a:lstStyle/>
            <a:p>
              <a:endParaRPr lang="en-SG" sz="1088"/>
            </a:p>
          </p:txBody>
        </p:sp>
        <p:sp>
          <p:nvSpPr>
            <p:cNvPr id="31" name="TextBox 29">
              <a:extLst>
                <a:ext uri="{FF2B5EF4-FFF2-40B4-BE49-F238E27FC236}">
                  <a16:creationId xmlns:a16="http://schemas.microsoft.com/office/drawing/2014/main" id="{294305A7-25E3-026F-B26C-0D70F4E4ADE9}"/>
                </a:ext>
              </a:extLst>
            </p:cNvPr>
            <p:cNvSpPr txBox="1"/>
            <p:nvPr/>
          </p:nvSpPr>
          <p:spPr>
            <a:xfrm>
              <a:off x="0" y="-28575"/>
              <a:ext cx="1724345" cy="1008802"/>
            </a:xfrm>
            <a:prstGeom prst="rect">
              <a:avLst/>
            </a:prstGeom>
          </p:spPr>
          <p:txBody>
            <a:bodyPr lIns="40638" tIns="40638" rIns="40638" bIns="40638" rtlCol="0" anchor="ctr"/>
            <a:lstStyle/>
            <a:p>
              <a:pPr algn="ctr">
                <a:lnSpc>
                  <a:spcPts val="2016"/>
                </a:lnSpc>
              </a:pPr>
              <a:endParaRPr sz="1088"/>
            </a:p>
          </p:txBody>
        </p:sp>
      </p:grpSp>
      <p:sp>
        <p:nvSpPr>
          <p:cNvPr id="32" name="TextBox 37">
            <a:extLst>
              <a:ext uri="{FF2B5EF4-FFF2-40B4-BE49-F238E27FC236}">
                <a16:creationId xmlns:a16="http://schemas.microsoft.com/office/drawing/2014/main" id="{FE292998-0AC4-0B5E-1013-9ADD4AEE45CA}"/>
              </a:ext>
            </a:extLst>
          </p:cNvPr>
          <p:cNvSpPr txBox="1"/>
          <p:nvPr/>
        </p:nvSpPr>
        <p:spPr>
          <a:xfrm>
            <a:off x="3174242" y="2648960"/>
            <a:ext cx="4190103" cy="1133002"/>
          </a:xfrm>
          <a:prstGeom prst="rect">
            <a:avLst/>
          </a:prstGeom>
        </p:spPr>
        <p:txBody>
          <a:bodyPr lIns="0" tIns="0" rIns="0" bIns="0" rtlCol="0" anchor="t">
            <a:spAutoFit/>
          </a:bodyPr>
          <a:lstStyle/>
          <a:p>
            <a:pPr algn="ctr">
              <a:lnSpc>
                <a:spcPts val="4479"/>
              </a:lnSpc>
              <a:spcBef>
                <a:spcPct val="0"/>
              </a:spcBef>
            </a:pPr>
            <a:r>
              <a:rPr lang="en-US" sz="3199" dirty="0">
                <a:solidFill>
                  <a:srgbClr val="F34336"/>
                </a:solidFill>
                <a:latin typeface="League Spartan"/>
                <a:ea typeface="League Spartan"/>
                <a:cs typeface="League Spartan"/>
                <a:sym typeface="League Spartan"/>
              </a:rPr>
              <a:t>Are you sure you want to exit?</a:t>
            </a:r>
          </a:p>
        </p:txBody>
      </p:sp>
      <p:grpSp>
        <p:nvGrpSpPr>
          <p:cNvPr id="33" name="Group 30">
            <a:extLst>
              <a:ext uri="{FF2B5EF4-FFF2-40B4-BE49-F238E27FC236}">
                <a16:creationId xmlns:a16="http://schemas.microsoft.com/office/drawing/2014/main" id="{799F179D-8AA7-ADD3-C932-560356A622B4}"/>
              </a:ext>
            </a:extLst>
          </p:cNvPr>
          <p:cNvGrpSpPr/>
          <p:nvPr/>
        </p:nvGrpSpPr>
        <p:grpSpPr>
          <a:xfrm>
            <a:off x="3324654" y="4244011"/>
            <a:ext cx="1523933" cy="535816"/>
            <a:chOff x="0" y="0"/>
            <a:chExt cx="1140231" cy="400906"/>
          </a:xfrm>
        </p:grpSpPr>
        <p:sp>
          <p:nvSpPr>
            <p:cNvPr id="34" name="Freeform 31">
              <a:extLst>
                <a:ext uri="{FF2B5EF4-FFF2-40B4-BE49-F238E27FC236}">
                  <a16:creationId xmlns:a16="http://schemas.microsoft.com/office/drawing/2014/main" id="{BFE2D3AA-BD3B-D26F-80CA-5ED4D7AFC356}"/>
                </a:ext>
              </a:extLst>
            </p:cNvPr>
            <p:cNvSpPr/>
            <p:nvPr/>
          </p:nvSpPr>
          <p:spPr>
            <a:xfrm>
              <a:off x="0" y="0"/>
              <a:ext cx="1140231" cy="400906"/>
            </a:xfrm>
            <a:custGeom>
              <a:avLst/>
              <a:gdLst/>
              <a:ahLst/>
              <a:cxnLst/>
              <a:rect l="l" t="t" r="r" b="b"/>
              <a:pathLst>
                <a:path w="1140231" h="400906">
                  <a:moveTo>
                    <a:pt x="937031" y="0"/>
                  </a:moveTo>
                  <a:cubicBezTo>
                    <a:pt x="1049256" y="0"/>
                    <a:pt x="1140231" y="89746"/>
                    <a:pt x="1140231" y="200453"/>
                  </a:cubicBezTo>
                  <a:cubicBezTo>
                    <a:pt x="1140231" y="311160"/>
                    <a:pt x="1049256" y="400906"/>
                    <a:pt x="937031" y="400906"/>
                  </a:cubicBezTo>
                  <a:lnTo>
                    <a:pt x="203200" y="400906"/>
                  </a:lnTo>
                  <a:cubicBezTo>
                    <a:pt x="90976" y="400906"/>
                    <a:pt x="0" y="311160"/>
                    <a:pt x="0" y="200453"/>
                  </a:cubicBezTo>
                  <a:cubicBezTo>
                    <a:pt x="0" y="89746"/>
                    <a:pt x="90976" y="0"/>
                    <a:pt x="203200" y="0"/>
                  </a:cubicBezTo>
                  <a:close/>
                </a:path>
              </a:pathLst>
            </a:custGeom>
            <a:solidFill>
              <a:srgbClr val="F34336"/>
            </a:solidFill>
          </p:spPr>
          <p:txBody>
            <a:bodyPr/>
            <a:lstStyle/>
            <a:p>
              <a:endParaRPr lang="en-SG" sz="1088"/>
            </a:p>
          </p:txBody>
        </p:sp>
        <p:sp>
          <p:nvSpPr>
            <p:cNvPr id="35" name="TextBox 32">
              <a:extLst>
                <a:ext uri="{FF2B5EF4-FFF2-40B4-BE49-F238E27FC236}">
                  <a16:creationId xmlns:a16="http://schemas.microsoft.com/office/drawing/2014/main" id="{647BEAE6-B4AF-6730-D51C-3DCF285FD717}"/>
                </a:ext>
              </a:extLst>
            </p:cNvPr>
            <p:cNvSpPr txBox="1"/>
            <p:nvPr/>
          </p:nvSpPr>
          <p:spPr>
            <a:xfrm>
              <a:off x="0" y="-28575"/>
              <a:ext cx="1140231" cy="429481"/>
            </a:xfrm>
            <a:prstGeom prst="rect">
              <a:avLst/>
            </a:prstGeom>
          </p:spPr>
          <p:txBody>
            <a:bodyPr lIns="40638" tIns="40638" rIns="40638" bIns="40638" rtlCol="0" anchor="ctr"/>
            <a:lstStyle/>
            <a:p>
              <a:pPr algn="ctr">
                <a:lnSpc>
                  <a:spcPts val="2016"/>
                </a:lnSpc>
              </a:pPr>
              <a:endParaRPr sz="1088"/>
            </a:p>
          </p:txBody>
        </p:sp>
      </p:grpSp>
      <p:grpSp>
        <p:nvGrpSpPr>
          <p:cNvPr id="36" name="Group 30">
            <a:extLst>
              <a:ext uri="{FF2B5EF4-FFF2-40B4-BE49-F238E27FC236}">
                <a16:creationId xmlns:a16="http://schemas.microsoft.com/office/drawing/2014/main" id="{8AF5676A-5F9D-C7BA-3ACA-9E1F88E35AE8}"/>
              </a:ext>
            </a:extLst>
          </p:cNvPr>
          <p:cNvGrpSpPr/>
          <p:nvPr/>
        </p:nvGrpSpPr>
        <p:grpSpPr>
          <a:xfrm>
            <a:off x="5732963" y="4212189"/>
            <a:ext cx="1523933" cy="535816"/>
            <a:chOff x="0" y="0"/>
            <a:chExt cx="1140231" cy="400906"/>
          </a:xfrm>
        </p:grpSpPr>
        <p:sp>
          <p:nvSpPr>
            <p:cNvPr id="37" name="Freeform 31">
              <a:extLst>
                <a:ext uri="{FF2B5EF4-FFF2-40B4-BE49-F238E27FC236}">
                  <a16:creationId xmlns:a16="http://schemas.microsoft.com/office/drawing/2014/main" id="{53856818-DB55-885E-4F2B-A707E70A61EF}"/>
                </a:ext>
              </a:extLst>
            </p:cNvPr>
            <p:cNvSpPr/>
            <p:nvPr/>
          </p:nvSpPr>
          <p:spPr>
            <a:xfrm>
              <a:off x="0" y="0"/>
              <a:ext cx="1140231" cy="400906"/>
            </a:xfrm>
            <a:custGeom>
              <a:avLst/>
              <a:gdLst/>
              <a:ahLst/>
              <a:cxnLst/>
              <a:rect l="l" t="t" r="r" b="b"/>
              <a:pathLst>
                <a:path w="1140231" h="400906">
                  <a:moveTo>
                    <a:pt x="937031" y="0"/>
                  </a:moveTo>
                  <a:cubicBezTo>
                    <a:pt x="1049256" y="0"/>
                    <a:pt x="1140231" y="89746"/>
                    <a:pt x="1140231" y="200453"/>
                  </a:cubicBezTo>
                  <a:cubicBezTo>
                    <a:pt x="1140231" y="311160"/>
                    <a:pt x="1049256" y="400906"/>
                    <a:pt x="937031" y="400906"/>
                  </a:cubicBezTo>
                  <a:lnTo>
                    <a:pt x="203200" y="400906"/>
                  </a:lnTo>
                  <a:cubicBezTo>
                    <a:pt x="90976" y="400906"/>
                    <a:pt x="0" y="311160"/>
                    <a:pt x="0" y="200453"/>
                  </a:cubicBezTo>
                  <a:cubicBezTo>
                    <a:pt x="0" y="89746"/>
                    <a:pt x="90976" y="0"/>
                    <a:pt x="203200" y="0"/>
                  </a:cubicBezTo>
                  <a:close/>
                </a:path>
              </a:pathLst>
            </a:custGeom>
            <a:solidFill>
              <a:srgbClr val="F34336"/>
            </a:solidFill>
          </p:spPr>
          <p:txBody>
            <a:bodyPr/>
            <a:lstStyle/>
            <a:p>
              <a:endParaRPr lang="en-SG" sz="1088"/>
            </a:p>
          </p:txBody>
        </p:sp>
        <p:sp>
          <p:nvSpPr>
            <p:cNvPr id="38" name="TextBox 32">
              <a:extLst>
                <a:ext uri="{FF2B5EF4-FFF2-40B4-BE49-F238E27FC236}">
                  <a16:creationId xmlns:a16="http://schemas.microsoft.com/office/drawing/2014/main" id="{4F4F6873-01D0-038D-9E90-CF0AA8281C01}"/>
                </a:ext>
              </a:extLst>
            </p:cNvPr>
            <p:cNvSpPr txBox="1"/>
            <p:nvPr/>
          </p:nvSpPr>
          <p:spPr>
            <a:xfrm>
              <a:off x="0" y="-28575"/>
              <a:ext cx="1140231" cy="429481"/>
            </a:xfrm>
            <a:prstGeom prst="rect">
              <a:avLst/>
            </a:prstGeom>
          </p:spPr>
          <p:txBody>
            <a:bodyPr lIns="40638" tIns="40638" rIns="40638" bIns="40638" rtlCol="0" anchor="ctr"/>
            <a:lstStyle/>
            <a:p>
              <a:pPr algn="ctr">
                <a:lnSpc>
                  <a:spcPts val="2016"/>
                </a:lnSpc>
              </a:pPr>
              <a:endParaRPr sz="1088"/>
            </a:p>
          </p:txBody>
        </p:sp>
      </p:grpSp>
      <p:sp>
        <p:nvSpPr>
          <p:cNvPr id="39" name="TextBox 36">
            <a:hlinkClick r:id="rId23" action="ppaction://hlinksldjump"/>
            <a:extLst>
              <a:ext uri="{FF2B5EF4-FFF2-40B4-BE49-F238E27FC236}">
                <a16:creationId xmlns:a16="http://schemas.microsoft.com/office/drawing/2014/main" id="{C1561283-51AC-1B0B-A70E-2FFDD6BCEA93}"/>
              </a:ext>
            </a:extLst>
          </p:cNvPr>
          <p:cNvSpPr txBox="1"/>
          <p:nvPr/>
        </p:nvSpPr>
        <p:spPr>
          <a:xfrm>
            <a:off x="2483241" y="4254118"/>
            <a:ext cx="3206759" cy="467757"/>
          </a:xfrm>
          <a:prstGeom prst="rect">
            <a:avLst/>
          </a:prstGeom>
        </p:spPr>
        <p:txBody>
          <a:bodyPr lIns="0" tIns="0" rIns="0" bIns="0" rtlCol="0" anchor="t">
            <a:spAutoFit/>
          </a:bodyPr>
          <a:lstStyle/>
          <a:p>
            <a:pPr algn="ctr">
              <a:lnSpc>
                <a:spcPts val="3919"/>
              </a:lnSpc>
              <a:spcBef>
                <a:spcPct val="0"/>
              </a:spcBef>
            </a:pPr>
            <a:r>
              <a:rPr lang="en-US" sz="2799" b="1" dirty="0">
                <a:solidFill>
                  <a:srgbClr val="FDFDFD"/>
                </a:solidFill>
                <a:latin typeface="Canva Sans Bold"/>
                <a:ea typeface="Canva Sans Bold"/>
                <a:cs typeface="Canva Sans Bold"/>
                <a:sym typeface="Canva Sans Bold"/>
              </a:rPr>
              <a:t>No</a:t>
            </a:r>
          </a:p>
        </p:txBody>
      </p:sp>
      <p:sp>
        <p:nvSpPr>
          <p:cNvPr id="40" name="TextBox 36">
            <a:hlinkClick r:id="rId23" action="ppaction://hlinksldjump"/>
            <a:extLst>
              <a:ext uri="{FF2B5EF4-FFF2-40B4-BE49-F238E27FC236}">
                <a16:creationId xmlns:a16="http://schemas.microsoft.com/office/drawing/2014/main" id="{E56E32A8-3AEA-2354-7E58-116AE1987E25}"/>
              </a:ext>
            </a:extLst>
          </p:cNvPr>
          <p:cNvSpPr txBox="1"/>
          <p:nvPr/>
        </p:nvSpPr>
        <p:spPr>
          <a:xfrm>
            <a:off x="4819343" y="4269125"/>
            <a:ext cx="3206759" cy="467757"/>
          </a:xfrm>
          <a:prstGeom prst="rect">
            <a:avLst/>
          </a:prstGeom>
        </p:spPr>
        <p:txBody>
          <a:bodyPr lIns="0" tIns="0" rIns="0" bIns="0" rtlCol="0" anchor="t">
            <a:spAutoFit/>
          </a:bodyPr>
          <a:lstStyle/>
          <a:p>
            <a:pPr algn="ctr">
              <a:lnSpc>
                <a:spcPts val="3919"/>
              </a:lnSpc>
              <a:spcBef>
                <a:spcPct val="0"/>
              </a:spcBef>
            </a:pPr>
            <a:r>
              <a:rPr lang="en-US" sz="2799" b="1" dirty="0">
                <a:solidFill>
                  <a:srgbClr val="FDFDFD"/>
                </a:solidFill>
                <a:latin typeface="Canva Sans Bold"/>
                <a:ea typeface="Canva Sans Bold"/>
                <a:cs typeface="Canva Sans Bold"/>
                <a:sym typeface="Canva Sans Bold"/>
              </a:rPr>
              <a:t>Yes</a:t>
            </a:r>
          </a:p>
        </p:txBody>
      </p:sp>
    </p:spTree>
    <p:extLst>
      <p:ext uri="{BB962C8B-B14F-4D97-AF65-F5344CB8AC3E}">
        <p14:creationId xmlns:p14="http://schemas.microsoft.com/office/powerpoint/2010/main" val="19469938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A3612-B1A1-08FD-D39E-0A59B57D231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916FE98-63AC-0EF4-E319-D968421735AB}"/>
              </a:ext>
            </a:extLst>
          </p:cNvPr>
          <p:cNvSpPr/>
          <p:nvPr/>
        </p:nvSpPr>
        <p:spPr>
          <a:xfrm flipH="1">
            <a:off x="-2585047" y="4543185"/>
            <a:ext cx="14067754" cy="2866305"/>
          </a:xfrm>
          <a:custGeom>
            <a:avLst/>
            <a:gdLst/>
            <a:ahLst/>
            <a:cxnLst/>
            <a:rect l="l" t="t" r="r" b="b"/>
            <a:pathLst>
              <a:path w="17585468" h="3583039">
                <a:moveTo>
                  <a:pt x="17585467" y="0"/>
                </a:moveTo>
                <a:lnTo>
                  <a:pt x="0" y="0"/>
                </a:lnTo>
                <a:lnTo>
                  <a:pt x="0" y="3583039"/>
                </a:lnTo>
                <a:lnTo>
                  <a:pt x="17585467" y="3583039"/>
                </a:lnTo>
                <a:lnTo>
                  <a:pt x="17585467"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SG" sz="1088"/>
          </a:p>
        </p:txBody>
      </p:sp>
      <p:sp>
        <p:nvSpPr>
          <p:cNvPr id="3" name="Freeform 3">
            <a:extLst>
              <a:ext uri="{FF2B5EF4-FFF2-40B4-BE49-F238E27FC236}">
                <a16:creationId xmlns:a16="http://schemas.microsoft.com/office/drawing/2014/main" id="{1B820387-1EB0-50B8-65CD-5B2C153A316E}"/>
              </a:ext>
            </a:extLst>
          </p:cNvPr>
          <p:cNvSpPr/>
          <p:nvPr/>
        </p:nvSpPr>
        <p:spPr>
          <a:xfrm>
            <a:off x="-585716" y="1840457"/>
            <a:ext cx="12068424" cy="5556005"/>
          </a:xfrm>
          <a:custGeom>
            <a:avLst/>
            <a:gdLst/>
            <a:ahLst/>
            <a:cxnLst/>
            <a:rect l="l" t="t" r="r" b="b"/>
            <a:pathLst>
              <a:path w="15086195" h="6945313">
                <a:moveTo>
                  <a:pt x="0" y="0"/>
                </a:moveTo>
                <a:lnTo>
                  <a:pt x="15086195" y="0"/>
                </a:lnTo>
                <a:lnTo>
                  <a:pt x="15086195" y="6945313"/>
                </a:lnTo>
                <a:lnTo>
                  <a:pt x="0" y="6945313"/>
                </a:lnTo>
                <a:lnTo>
                  <a:pt x="0" y="0"/>
                </a:lnTo>
                <a:close/>
              </a:path>
            </a:pathLst>
          </a:custGeom>
          <a:blipFill>
            <a:blip r:embed="rId4">
              <a:alphaModFix amt="6000"/>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4" name="Freeform 4">
            <a:extLst>
              <a:ext uri="{FF2B5EF4-FFF2-40B4-BE49-F238E27FC236}">
                <a16:creationId xmlns:a16="http://schemas.microsoft.com/office/drawing/2014/main" id="{F0B9AC99-560F-BEF1-556F-63BF21019B4A}"/>
              </a:ext>
            </a:extLst>
          </p:cNvPr>
          <p:cNvSpPr/>
          <p:nvPr/>
        </p:nvSpPr>
        <p:spPr>
          <a:xfrm>
            <a:off x="496" y="1840456"/>
            <a:ext cx="468018" cy="1104466"/>
          </a:xfrm>
          <a:custGeom>
            <a:avLst/>
            <a:gdLst/>
            <a:ahLst/>
            <a:cxnLst/>
            <a:rect l="l" t="t" r="r" b="b"/>
            <a:pathLst>
              <a:path w="585048" h="1380643">
                <a:moveTo>
                  <a:pt x="0" y="0"/>
                </a:moveTo>
                <a:lnTo>
                  <a:pt x="585048" y="0"/>
                </a:lnTo>
                <a:lnTo>
                  <a:pt x="585048" y="1380643"/>
                </a:lnTo>
                <a:lnTo>
                  <a:pt x="0" y="1380643"/>
                </a:lnTo>
                <a:lnTo>
                  <a:pt x="0" y="0"/>
                </a:lnTo>
                <a:close/>
              </a:path>
            </a:pathLst>
          </a:custGeom>
          <a:blipFill>
            <a:blip r:embed="rId6">
              <a:alphaModFix amt="6999"/>
              <a:extLst>
                <a:ext uri="{96DAC541-7B7A-43D3-8B79-37D633B846F1}">
                  <asvg:svgBlip xmlns:asvg="http://schemas.microsoft.com/office/drawing/2016/SVG/main" r:embed="rId7"/>
                </a:ext>
              </a:extLst>
            </a:blip>
            <a:stretch>
              <a:fillRect/>
            </a:stretch>
          </a:blipFill>
        </p:spPr>
        <p:txBody>
          <a:bodyPr/>
          <a:lstStyle/>
          <a:p>
            <a:endParaRPr lang="en-SG" sz="1088"/>
          </a:p>
        </p:txBody>
      </p:sp>
      <p:sp>
        <p:nvSpPr>
          <p:cNvPr id="5" name="Freeform 5">
            <a:extLst>
              <a:ext uri="{FF2B5EF4-FFF2-40B4-BE49-F238E27FC236}">
                <a16:creationId xmlns:a16="http://schemas.microsoft.com/office/drawing/2014/main" id="{AB413AF5-14EC-9599-C666-6D75F82435BF}"/>
              </a:ext>
            </a:extLst>
          </p:cNvPr>
          <p:cNvSpPr/>
          <p:nvPr/>
        </p:nvSpPr>
        <p:spPr>
          <a:xfrm>
            <a:off x="5597575" y="-237607"/>
            <a:ext cx="4267012" cy="1578794"/>
          </a:xfrm>
          <a:custGeom>
            <a:avLst/>
            <a:gdLst/>
            <a:ahLst/>
            <a:cxnLst/>
            <a:rect l="l" t="t" r="r" b="b"/>
            <a:pathLst>
              <a:path w="5334000" h="1973580">
                <a:moveTo>
                  <a:pt x="0" y="0"/>
                </a:moveTo>
                <a:lnTo>
                  <a:pt x="5334000" y="0"/>
                </a:lnTo>
                <a:lnTo>
                  <a:pt x="5334000" y="1973580"/>
                </a:lnTo>
                <a:lnTo>
                  <a:pt x="0" y="1973580"/>
                </a:lnTo>
                <a:lnTo>
                  <a:pt x="0" y="0"/>
                </a:lnTo>
                <a:close/>
              </a:path>
            </a:pathLst>
          </a:custGeom>
          <a:blipFill>
            <a:blip r:embed="rId8">
              <a:alphaModFix amt="6999"/>
              <a:extLst>
                <a:ext uri="{96DAC541-7B7A-43D3-8B79-37D633B846F1}">
                  <asvg:svgBlip xmlns:asvg="http://schemas.microsoft.com/office/drawing/2016/SVG/main" r:embed="rId9"/>
                </a:ext>
              </a:extLst>
            </a:blip>
            <a:stretch>
              <a:fillRect/>
            </a:stretch>
          </a:blipFill>
        </p:spPr>
        <p:txBody>
          <a:bodyPr/>
          <a:lstStyle/>
          <a:p>
            <a:endParaRPr lang="en-SG" sz="1088"/>
          </a:p>
        </p:txBody>
      </p:sp>
      <p:sp>
        <p:nvSpPr>
          <p:cNvPr id="6" name="Freeform 6">
            <a:extLst>
              <a:ext uri="{FF2B5EF4-FFF2-40B4-BE49-F238E27FC236}">
                <a16:creationId xmlns:a16="http://schemas.microsoft.com/office/drawing/2014/main" id="{9D5D0AEF-9331-92C9-FA62-EBE03AD0E04A}"/>
              </a:ext>
            </a:extLst>
          </p:cNvPr>
          <p:cNvSpPr/>
          <p:nvPr/>
        </p:nvSpPr>
        <p:spPr>
          <a:xfrm rot="432978">
            <a:off x="1369551" y="4289598"/>
            <a:ext cx="2052969" cy="1563989"/>
          </a:xfrm>
          <a:custGeom>
            <a:avLst/>
            <a:gdLst/>
            <a:ahLst/>
            <a:cxnLst/>
            <a:rect l="l" t="t" r="r" b="b"/>
            <a:pathLst>
              <a:path w="2566324" h="1955072">
                <a:moveTo>
                  <a:pt x="0" y="0"/>
                </a:moveTo>
                <a:lnTo>
                  <a:pt x="2566324" y="0"/>
                </a:lnTo>
                <a:lnTo>
                  <a:pt x="2566324" y="1955072"/>
                </a:lnTo>
                <a:lnTo>
                  <a:pt x="0" y="195507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SG" sz="1088"/>
          </a:p>
        </p:txBody>
      </p:sp>
      <p:sp>
        <p:nvSpPr>
          <p:cNvPr id="7" name="Freeform 7">
            <a:extLst>
              <a:ext uri="{FF2B5EF4-FFF2-40B4-BE49-F238E27FC236}">
                <a16:creationId xmlns:a16="http://schemas.microsoft.com/office/drawing/2014/main" id="{F8617863-B8CD-ADC3-FE8F-58B1AF07F502}"/>
              </a:ext>
            </a:extLst>
          </p:cNvPr>
          <p:cNvSpPr/>
          <p:nvPr/>
        </p:nvSpPr>
        <p:spPr>
          <a:xfrm>
            <a:off x="6995555" y="4307925"/>
            <a:ext cx="1384936" cy="1526482"/>
          </a:xfrm>
          <a:custGeom>
            <a:avLst/>
            <a:gdLst/>
            <a:ahLst/>
            <a:cxnLst/>
            <a:rect l="l" t="t" r="r" b="b"/>
            <a:pathLst>
              <a:path w="1731246" h="1908187">
                <a:moveTo>
                  <a:pt x="0" y="0"/>
                </a:moveTo>
                <a:lnTo>
                  <a:pt x="1731246" y="0"/>
                </a:lnTo>
                <a:lnTo>
                  <a:pt x="1731246" y="1908187"/>
                </a:lnTo>
                <a:lnTo>
                  <a:pt x="0" y="1908187"/>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SG" sz="1088"/>
          </a:p>
        </p:txBody>
      </p:sp>
      <p:grpSp>
        <p:nvGrpSpPr>
          <p:cNvPr id="8" name="Group 8">
            <a:extLst>
              <a:ext uri="{FF2B5EF4-FFF2-40B4-BE49-F238E27FC236}">
                <a16:creationId xmlns:a16="http://schemas.microsoft.com/office/drawing/2014/main" id="{BC2C058A-CC2F-37F4-9F8E-A594AC591D87}"/>
              </a:ext>
            </a:extLst>
          </p:cNvPr>
          <p:cNvGrpSpPr/>
          <p:nvPr/>
        </p:nvGrpSpPr>
        <p:grpSpPr>
          <a:xfrm>
            <a:off x="1341841" y="6160852"/>
            <a:ext cx="2479271" cy="660852"/>
            <a:chOff x="0" y="0"/>
            <a:chExt cx="812800" cy="234980"/>
          </a:xfrm>
        </p:grpSpPr>
        <p:sp>
          <p:nvSpPr>
            <p:cNvPr id="9" name="Freeform 9">
              <a:extLst>
                <a:ext uri="{FF2B5EF4-FFF2-40B4-BE49-F238E27FC236}">
                  <a16:creationId xmlns:a16="http://schemas.microsoft.com/office/drawing/2014/main" id="{314C92B5-CDC5-3C2E-A4B4-BC6A73D0216A}"/>
                </a:ext>
              </a:extLst>
            </p:cNvPr>
            <p:cNvSpPr/>
            <p:nvPr/>
          </p:nvSpPr>
          <p:spPr>
            <a:xfrm>
              <a:off x="0" y="0"/>
              <a:ext cx="812800" cy="234980"/>
            </a:xfrm>
            <a:custGeom>
              <a:avLst/>
              <a:gdLst/>
              <a:ahLst/>
              <a:cxnLst/>
              <a:rect l="l" t="t" r="r" b="b"/>
              <a:pathLst>
                <a:path w="812800" h="234980">
                  <a:moveTo>
                    <a:pt x="86699" y="0"/>
                  </a:moveTo>
                  <a:lnTo>
                    <a:pt x="726101" y="0"/>
                  </a:lnTo>
                  <a:cubicBezTo>
                    <a:pt x="773984" y="0"/>
                    <a:pt x="812800" y="38816"/>
                    <a:pt x="812800" y="86699"/>
                  </a:cubicBezTo>
                  <a:lnTo>
                    <a:pt x="812800" y="148281"/>
                  </a:lnTo>
                  <a:cubicBezTo>
                    <a:pt x="812800" y="196164"/>
                    <a:pt x="773984" y="234980"/>
                    <a:pt x="726101" y="234980"/>
                  </a:cubicBezTo>
                  <a:lnTo>
                    <a:pt x="86699" y="234980"/>
                  </a:lnTo>
                  <a:cubicBezTo>
                    <a:pt x="38816" y="234980"/>
                    <a:pt x="0" y="196164"/>
                    <a:pt x="0" y="148281"/>
                  </a:cubicBezTo>
                  <a:lnTo>
                    <a:pt x="0" y="86699"/>
                  </a:lnTo>
                  <a:cubicBezTo>
                    <a:pt x="0" y="38816"/>
                    <a:pt x="38816" y="0"/>
                    <a:pt x="86699" y="0"/>
                  </a:cubicBezTo>
                  <a:close/>
                </a:path>
              </a:pathLst>
            </a:custGeom>
            <a:solidFill>
              <a:srgbClr val="F34336"/>
            </a:solidFill>
          </p:spPr>
          <p:txBody>
            <a:bodyPr/>
            <a:lstStyle/>
            <a:p>
              <a:endParaRPr lang="en-SG" sz="1088"/>
            </a:p>
          </p:txBody>
        </p:sp>
        <p:sp>
          <p:nvSpPr>
            <p:cNvPr id="10" name="TextBox 10">
              <a:extLst>
                <a:ext uri="{FF2B5EF4-FFF2-40B4-BE49-F238E27FC236}">
                  <a16:creationId xmlns:a16="http://schemas.microsoft.com/office/drawing/2014/main" id="{03C11794-CA40-12DD-4E23-6EF2DBCBF06D}"/>
                </a:ext>
              </a:extLst>
            </p:cNvPr>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grpSp>
        <p:nvGrpSpPr>
          <p:cNvPr id="11" name="Group 11">
            <a:extLst>
              <a:ext uri="{FF2B5EF4-FFF2-40B4-BE49-F238E27FC236}">
                <a16:creationId xmlns:a16="http://schemas.microsoft.com/office/drawing/2014/main" id="{B5911A92-7A37-A0FF-2503-D420863354AF}"/>
              </a:ext>
            </a:extLst>
          </p:cNvPr>
          <p:cNvGrpSpPr/>
          <p:nvPr/>
        </p:nvGrpSpPr>
        <p:grpSpPr>
          <a:xfrm>
            <a:off x="6588131" y="6160852"/>
            <a:ext cx="2285899" cy="660852"/>
            <a:chOff x="0" y="0"/>
            <a:chExt cx="812800" cy="234980"/>
          </a:xfrm>
        </p:grpSpPr>
        <p:sp>
          <p:nvSpPr>
            <p:cNvPr id="12" name="Freeform 12">
              <a:extLst>
                <a:ext uri="{FF2B5EF4-FFF2-40B4-BE49-F238E27FC236}">
                  <a16:creationId xmlns:a16="http://schemas.microsoft.com/office/drawing/2014/main" id="{4EDB883F-7E29-0F3D-3EF1-55606AA1D99D}"/>
                </a:ext>
              </a:extLst>
            </p:cNvPr>
            <p:cNvSpPr/>
            <p:nvPr/>
          </p:nvSpPr>
          <p:spPr>
            <a:xfrm>
              <a:off x="0" y="0"/>
              <a:ext cx="812800" cy="234980"/>
            </a:xfrm>
            <a:custGeom>
              <a:avLst/>
              <a:gdLst/>
              <a:ahLst/>
              <a:cxnLst/>
              <a:rect l="l" t="t" r="r" b="b"/>
              <a:pathLst>
                <a:path w="812800" h="234980">
                  <a:moveTo>
                    <a:pt x="86699" y="0"/>
                  </a:moveTo>
                  <a:lnTo>
                    <a:pt x="726101" y="0"/>
                  </a:lnTo>
                  <a:cubicBezTo>
                    <a:pt x="773984" y="0"/>
                    <a:pt x="812800" y="38816"/>
                    <a:pt x="812800" y="86699"/>
                  </a:cubicBezTo>
                  <a:lnTo>
                    <a:pt x="812800" y="148281"/>
                  </a:lnTo>
                  <a:cubicBezTo>
                    <a:pt x="812800" y="196164"/>
                    <a:pt x="773984" y="234980"/>
                    <a:pt x="726101" y="234980"/>
                  </a:cubicBezTo>
                  <a:lnTo>
                    <a:pt x="86699" y="234980"/>
                  </a:lnTo>
                  <a:cubicBezTo>
                    <a:pt x="38816" y="234980"/>
                    <a:pt x="0" y="196164"/>
                    <a:pt x="0" y="148281"/>
                  </a:cubicBezTo>
                  <a:lnTo>
                    <a:pt x="0" y="86699"/>
                  </a:lnTo>
                  <a:cubicBezTo>
                    <a:pt x="0" y="38816"/>
                    <a:pt x="38816" y="0"/>
                    <a:pt x="86699" y="0"/>
                  </a:cubicBezTo>
                  <a:close/>
                </a:path>
              </a:pathLst>
            </a:custGeom>
            <a:solidFill>
              <a:srgbClr val="F34336"/>
            </a:solidFill>
          </p:spPr>
          <p:txBody>
            <a:bodyPr/>
            <a:lstStyle/>
            <a:p>
              <a:endParaRPr lang="en-SG" sz="1088"/>
            </a:p>
          </p:txBody>
        </p:sp>
        <p:sp>
          <p:nvSpPr>
            <p:cNvPr id="13" name="TextBox 13">
              <a:extLst>
                <a:ext uri="{FF2B5EF4-FFF2-40B4-BE49-F238E27FC236}">
                  <a16:creationId xmlns:a16="http://schemas.microsoft.com/office/drawing/2014/main" id="{6EAAFE00-55A3-AE2C-2A4C-BDF55891F238}"/>
                </a:ext>
              </a:extLst>
            </p:cNvPr>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sp>
        <p:nvSpPr>
          <p:cNvPr id="14" name="Freeform 14">
            <a:extLst>
              <a:ext uri="{FF2B5EF4-FFF2-40B4-BE49-F238E27FC236}">
                <a16:creationId xmlns:a16="http://schemas.microsoft.com/office/drawing/2014/main" id="{F0D89EFF-5804-9E96-7CA4-1A17D87DC0CF}"/>
              </a:ext>
            </a:extLst>
          </p:cNvPr>
          <p:cNvSpPr/>
          <p:nvPr/>
        </p:nvSpPr>
        <p:spPr>
          <a:xfrm>
            <a:off x="468515" y="131116"/>
            <a:ext cx="405737" cy="341326"/>
          </a:xfrm>
          <a:custGeom>
            <a:avLst/>
            <a:gdLst/>
            <a:ahLst/>
            <a:cxnLst/>
            <a:rect l="l" t="t" r="r" b="b"/>
            <a:pathLst>
              <a:path w="507193" h="426676">
                <a:moveTo>
                  <a:pt x="0" y="0"/>
                </a:moveTo>
                <a:lnTo>
                  <a:pt x="507193" y="0"/>
                </a:lnTo>
                <a:lnTo>
                  <a:pt x="507193" y="426676"/>
                </a:lnTo>
                <a:lnTo>
                  <a:pt x="0" y="426676"/>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15" name="Freeform 15">
            <a:extLst>
              <a:ext uri="{FF2B5EF4-FFF2-40B4-BE49-F238E27FC236}">
                <a16:creationId xmlns:a16="http://schemas.microsoft.com/office/drawing/2014/main" id="{77CF0C68-9B3B-E56D-D101-7331C74E5CBD}"/>
              </a:ext>
            </a:extLst>
          </p:cNvPr>
          <p:cNvSpPr/>
          <p:nvPr/>
        </p:nvSpPr>
        <p:spPr>
          <a:xfrm>
            <a:off x="9594527" y="58475"/>
            <a:ext cx="540117" cy="540117"/>
          </a:xfrm>
          <a:custGeom>
            <a:avLst/>
            <a:gdLst/>
            <a:ahLst/>
            <a:cxnLst/>
            <a:rect l="l" t="t" r="r" b="b"/>
            <a:pathLst>
              <a:path w="675176" h="675176">
                <a:moveTo>
                  <a:pt x="0" y="0"/>
                </a:moveTo>
                <a:lnTo>
                  <a:pt x="675177" y="0"/>
                </a:lnTo>
                <a:lnTo>
                  <a:pt x="675177" y="675176"/>
                </a:lnTo>
                <a:lnTo>
                  <a:pt x="0" y="675176"/>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16" name="Freeform 16">
            <a:extLst>
              <a:ext uri="{FF2B5EF4-FFF2-40B4-BE49-F238E27FC236}">
                <a16:creationId xmlns:a16="http://schemas.microsoft.com/office/drawing/2014/main" id="{9B1FA19E-9F5D-F15F-11CC-DFA337EAFDFD}"/>
              </a:ext>
            </a:extLst>
          </p:cNvPr>
          <p:cNvSpPr/>
          <p:nvPr/>
        </p:nvSpPr>
        <p:spPr>
          <a:xfrm>
            <a:off x="8930172" y="108137"/>
            <a:ext cx="405357" cy="405357"/>
          </a:xfrm>
          <a:custGeom>
            <a:avLst/>
            <a:gdLst/>
            <a:ahLst/>
            <a:cxnLst/>
            <a:rect l="l" t="t" r="r" b="b"/>
            <a:pathLst>
              <a:path w="506718" h="506718">
                <a:moveTo>
                  <a:pt x="0" y="0"/>
                </a:moveTo>
                <a:lnTo>
                  <a:pt x="506718" y="0"/>
                </a:lnTo>
                <a:lnTo>
                  <a:pt x="506718" y="506718"/>
                </a:lnTo>
                <a:lnTo>
                  <a:pt x="0" y="506718"/>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grpSp>
        <p:nvGrpSpPr>
          <p:cNvPr id="17" name="Group 17">
            <a:extLst>
              <a:ext uri="{FF2B5EF4-FFF2-40B4-BE49-F238E27FC236}">
                <a16:creationId xmlns:a16="http://schemas.microsoft.com/office/drawing/2014/main" id="{83A558E5-8E65-71D4-6950-60F2734EF6D0}"/>
              </a:ext>
            </a:extLst>
          </p:cNvPr>
          <p:cNvGrpSpPr/>
          <p:nvPr/>
        </p:nvGrpSpPr>
        <p:grpSpPr>
          <a:xfrm>
            <a:off x="3020671" y="789962"/>
            <a:ext cx="5470815" cy="1454697"/>
            <a:chOff x="0" y="0"/>
            <a:chExt cx="1945264" cy="517248"/>
          </a:xfrm>
        </p:grpSpPr>
        <p:sp>
          <p:nvSpPr>
            <p:cNvPr id="18" name="Freeform 18">
              <a:extLst>
                <a:ext uri="{FF2B5EF4-FFF2-40B4-BE49-F238E27FC236}">
                  <a16:creationId xmlns:a16="http://schemas.microsoft.com/office/drawing/2014/main" id="{A50307FB-5340-B258-6619-7945BCBC0DA8}"/>
                </a:ext>
              </a:extLst>
            </p:cNvPr>
            <p:cNvSpPr/>
            <p:nvPr/>
          </p:nvSpPr>
          <p:spPr>
            <a:xfrm>
              <a:off x="0" y="0"/>
              <a:ext cx="1945264" cy="517249"/>
            </a:xfrm>
            <a:custGeom>
              <a:avLst/>
              <a:gdLst/>
              <a:ahLst/>
              <a:cxnLst/>
              <a:rect l="l" t="t" r="r" b="b"/>
              <a:pathLst>
                <a:path w="1945264" h="517249">
                  <a:moveTo>
                    <a:pt x="47546" y="0"/>
                  </a:moveTo>
                  <a:lnTo>
                    <a:pt x="1897718" y="0"/>
                  </a:lnTo>
                  <a:cubicBezTo>
                    <a:pt x="1910328" y="0"/>
                    <a:pt x="1922422" y="5009"/>
                    <a:pt x="1931339" y="13926"/>
                  </a:cubicBezTo>
                  <a:cubicBezTo>
                    <a:pt x="1940255" y="22843"/>
                    <a:pt x="1945264" y="34936"/>
                    <a:pt x="1945264" y="47546"/>
                  </a:cubicBezTo>
                  <a:lnTo>
                    <a:pt x="1945264" y="469702"/>
                  </a:lnTo>
                  <a:cubicBezTo>
                    <a:pt x="1945264" y="495961"/>
                    <a:pt x="1923977" y="517249"/>
                    <a:pt x="1897718" y="517249"/>
                  </a:cubicBezTo>
                  <a:lnTo>
                    <a:pt x="47546" y="517249"/>
                  </a:lnTo>
                  <a:cubicBezTo>
                    <a:pt x="34936" y="517249"/>
                    <a:pt x="22843" y="512239"/>
                    <a:pt x="13926" y="503323"/>
                  </a:cubicBezTo>
                  <a:cubicBezTo>
                    <a:pt x="5009" y="494406"/>
                    <a:pt x="0" y="482312"/>
                    <a:pt x="0" y="469702"/>
                  </a:cubicBezTo>
                  <a:lnTo>
                    <a:pt x="0" y="47546"/>
                  </a:lnTo>
                  <a:cubicBezTo>
                    <a:pt x="0" y="21287"/>
                    <a:pt x="21287" y="0"/>
                    <a:pt x="47546" y="0"/>
                  </a:cubicBezTo>
                  <a:close/>
                </a:path>
              </a:pathLst>
            </a:custGeom>
            <a:solidFill>
              <a:srgbClr val="FFC431">
                <a:alpha val="66667"/>
              </a:srgbClr>
            </a:solidFill>
          </p:spPr>
          <p:txBody>
            <a:bodyPr/>
            <a:lstStyle/>
            <a:p>
              <a:endParaRPr lang="en-SG" sz="1088"/>
            </a:p>
          </p:txBody>
        </p:sp>
        <p:sp>
          <p:nvSpPr>
            <p:cNvPr id="19" name="TextBox 19">
              <a:extLst>
                <a:ext uri="{FF2B5EF4-FFF2-40B4-BE49-F238E27FC236}">
                  <a16:creationId xmlns:a16="http://schemas.microsoft.com/office/drawing/2014/main" id="{2F781619-9BF2-6969-882B-E6B4D6579ABB}"/>
                </a:ext>
              </a:extLst>
            </p:cNvPr>
            <p:cNvSpPr txBox="1"/>
            <p:nvPr/>
          </p:nvSpPr>
          <p:spPr>
            <a:xfrm>
              <a:off x="0" y="-28575"/>
              <a:ext cx="1945264" cy="545823"/>
            </a:xfrm>
            <a:prstGeom prst="rect">
              <a:avLst/>
            </a:prstGeom>
          </p:spPr>
          <p:txBody>
            <a:bodyPr lIns="40638" tIns="40638" rIns="40638" bIns="40638" rtlCol="0" anchor="ctr"/>
            <a:lstStyle/>
            <a:p>
              <a:pPr algn="ctr">
                <a:lnSpc>
                  <a:spcPts val="2016"/>
                </a:lnSpc>
              </a:pPr>
              <a:endParaRPr sz="1088"/>
            </a:p>
          </p:txBody>
        </p:sp>
      </p:grpSp>
      <p:sp>
        <p:nvSpPr>
          <p:cNvPr id="20" name="TextBox 20">
            <a:extLst>
              <a:ext uri="{FF2B5EF4-FFF2-40B4-BE49-F238E27FC236}">
                <a16:creationId xmlns:a16="http://schemas.microsoft.com/office/drawing/2014/main" id="{5ED42B90-69BA-5132-62ED-5EB9DE7EF7FF}"/>
              </a:ext>
            </a:extLst>
          </p:cNvPr>
          <p:cNvSpPr txBox="1"/>
          <p:nvPr/>
        </p:nvSpPr>
        <p:spPr>
          <a:xfrm>
            <a:off x="4119609" y="1090584"/>
            <a:ext cx="4203435" cy="838884"/>
          </a:xfrm>
          <a:prstGeom prst="rect">
            <a:avLst/>
          </a:prstGeom>
        </p:spPr>
        <p:txBody>
          <a:bodyPr lIns="0" tIns="0" rIns="0" bIns="0" rtlCol="0" anchor="t">
            <a:spAutoFit/>
          </a:bodyPr>
          <a:lstStyle/>
          <a:p>
            <a:pPr>
              <a:lnSpc>
                <a:spcPts val="3357"/>
              </a:lnSpc>
            </a:pPr>
            <a:r>
              <a:rPr lang="en-US" sz="2398" b="1" dirty="0">
                <a:solidFill>
                  <a:srgbClr val="000000"/>
                </a:solidFill>
                <a:latin typeface="Roboto Mono Bold"/>
                <a:ea typeface="Roboto Mono Bold"/>
                <a:cs typeface="Roboto Mono Bold"/>
                <a:sym typeface="Roboto Mono Bold"/>
              </a:rPr>
              <a:t>Hi, welcome back! </a:t>
            </a:r>
          </a:p>
          <a:p>
            <a:pPr>
              <a:lnSpc>
                <a:spcPts val="3357"/>
              </a:lnSpc>
              <a:spcBef>
                <a:spcPct val="0"/>
              </a:spcBef>
            </a:pPr>
            <a:r>
              <a:rPr lang="en-US" sz="2398" b="1" dirty="0">
                <a:solidFill>
                  <a:srgbClr val="000000"/>
                </a:solidFill>
                <a:latin typeface="Roboto Mono Bold"/>
                <a:ea typeface="Roboto Mono Bold"/>
                <a:cs typeface="Roboto Mono Bold"/>
                <a:sym typeface="Roboto Mono Bold"/>
              </a:rPr>
              <a:t>Glad to see you again</a:t>
            </a:r>
            <a:r>
              <a:rPr lang="en-US" sz="2398" dirty="0">
                <a:solidFill>
                  <a:srgbClr val="000000"/>
                </a:solidFill>
                <a:latin typeface="Roboto Mono"/>
                <a:ea typeface="Roboto Mono"/>
                <a:cs typeface="Roboto Mono"/>
                <a:sym typeface="Roboto Mono"/>
              </a:rPr>
              <a:t>.</a:t>
            </a:r>
          </a:p>
        </p:txBody>
      </p:sp>
      <p:sp>
        <p:nvSpPr>
          <p:cNvPr id="21" name="Freeform 21">
            <a:extLst>
              <a:ext uri="{FF2B5EF4-FFF2-40B4-BE49-F238E27FC236}">
                <a16:creationId xmlns:a16="http://schemas.microsoft.com/office/drawing/2014/main" id="{021E15F8-2147-CE46-F88A-B77CFC3A2180}"/>
              </a:ext>
            </a:extLst>
          </p:cNvPr>
          <p:cNvSpPr/>
          <p:nvPr/>
        </p:nvSpPr>
        <p:spPr>
          <a:xfrm>
            <a:off x="1475912" y="551790"/>
            <a:ext cx="2496100" cy="2365054"/>
          </a:xfrm>
          <a:custGeom>
            <a:avLst/>
            <a:gdLst/>
            <a:ahLst/>
            <a:cxnLst/>
            <a:rect l="l" t="t" r="r" b="b"/>
            <a:pathLst>
              <a:path w="3120262" h="2956448">
                <a:moveTo>
                  <a:pt x="0" y="0"/>
                </a:moveTo>
                <a:lnTo>
                  <a:pt x="3120262" y="0"/>
                </a:lnTo>
                <a:lnTo>
                  <a:pt x="3120262" y="2956448"/>
                </a:lnTo>
                <a:lnTo>
                  <a:pt x="0" y="2956448"/>
                </a:lnTo>
                <a:lnTo>
                  <a:pt x="0" y="0"/>
                </a:lnTo>
                <a:close/>
              </a:path>
            </a:pathLst>
          </a:custGeom>
          <a:blipFill>
            <a:blip r:embed="rId20"/>
            <a:stretch>
              <a:fillRect/>
            </a:stretch>
          </a:blipFill>
          <a:ln cap="sq">
            <a:noFill/>
            <a:prstDash val="solid"/>
            <a:miter/>
          </a:ln>
        </p:spPr>
        <p:txBody>
          <a:bodyPr/>
          <a:lstStyle/>
          <a:p>
            <a:endParaRPr lang="en-SG" sz="1088"/>
          </a:p>
        </p:txBody>
      </p:sp>
      <p:sp>
        <p:nvSpPr>
          <p:cNvPr id="22" name="TextBox 22">
            <a:extLst>
              <a:ext uri="{FF2B5EF4-FFF2-40B4-BE49-F238E27FC236}">
                <a16:creationId xmlns:a16="http://schemas.microsoft.com/office/drawing/2014/main" id="{61D0F43C-AEDB-90B1-B83B-4D1E164CF7EA}"/>
              </a:ext>
            </a:extLst>
          </p:cNvPr>
          <p:cNvSpPr txBox="1"/>
          <p:nvPr/>
        </p:nvSpPr>
        <p:spPr>
          <a:xfrm>
            <a:off x="2045976" y="6280042"/>
            <a:ext cx="1128266" cy="419346"/>
          </a:xfrm>
          <a:prstGeom prst="rect">
            <a:avLst/>
          </a:prstGeom>
        </p:spPr>
        <p:txBody>
          <a:bodyPr wrap="square" lIns="0" tIns="0" rIns="0" bIns="0" rtlCol="0" anchor="t">
            <a:spAutoFit/>
          </a:bodyPr>
          <a:lstStyle/>
          <a:p>
            <a:pPr algn="ctr">
              <a:lnSpc>
                <a:spcPts val="3359"/>
              </a:lnSpc>
              <a:spcBef>
                <a:spcPct val="0"/>
              </a:spcBef>
            </a:pPr>
            <a:r>
              <a:rPr lang="en-US" sz="2399" dirty="0">
                <a:solidFill>
                  <a:srgbClr val="FFFFFF"/>
                </a:solidFill>
                <a:latin typeface="League Spartan"/>
                <a:ea typeface="League Spartan"/>
                <a:cs typeface="League Spartan"/>
                <a:sym typeface="League Spartan"/>
              </a:rPr>
              <a:t>Map</a:t>
            </a:r>
          </a:p>
        </p:txBody>
      </p:sp>
      <p:sp>
        <p:nvSpPr>
          <p:cNvPr id="23" name="TextBox 23">
            <a:extLst>
              <a:ext uri="{FF2B5EF4-FFF2-40B4-BE49-F238E27FC236}">
                <a16:creationId xmlns:a16="http://schemas.microsoft.com/office/drawing/2014/main" id="{FFE3CF52-E531-1E03-2C45-1A23BEE5FBEB}"/>
              </a:ext>
            </a:extLst>
          </p:cNvPr>
          <p:cNvSpPr txBox="1"/>
          <p:nvPr/>
        </p:nvSpPr>
        <p:spPr>
          <a:xfrm>
            <a:off x="6779402" y="6280042"/>
            <a:ext cx="1903356" cy="419346"/>
          </a:xfrm>
          <a:prstGeom prst="rect">
            <a:avLst/>
          </a:prstGeom>
        </p:spPr>
        <p:txBody>
          <a:bodyPr wrap="square" lIns="0" tIns="0" rIns="0" bIns="0" rtlCol="0" anchor="t">
            <a:spAutoFit/>
          </a:bodyPr>
          <a:lstStyle/>
          <a:p>
            <a:pPr algn="ctr">
              <a:lnSpc>
                <a:spcPts val="3359"/>
              </a:lnSpc>
              <a:spcBef>
                <a:spcPct val="0"/>
              </a:spcBef>
            </a:pPr>
            <a:r>
              <a:rPr lang="en-US" sz="2399" dirty="0">
                <a:solidFill>
                  <a:srgbClr val="FFFFFF"/>
                </a:solidFill>
                <a:latin typeface="League Spartan"/>
                <a:ea typeface="League Spartan"/>
                <a:cs typeface="League Spartan"/>
                <a:sym typeface="League Spartan"/>
              </a:rPr>
              <a:t>View Trip</a:t>
            </a:r>
          </a:p>
        </p:txBody>
      </p:sp>
      <p:sp>
        <p:nvSpPr>
          <p:cNvPr id="54" name="TextBox 22">
            <a:extLst>
              <a:ext uri="{FF2B5EF4-FFF2-40B4-BE49-F238E27FC236}">
                <a16:creationId xmlns:a16="http://schemas.microsoft.com/office/drawing/2014/main" id="{9D0AE32A-1B00-57F2-79E3-A9C19240AC26}"/>
              </a:ext>
            </a:extLst>
          </p:cNvPr>
          <p:cNvSpPr txBox="1"/>
          <p:nvPr/>
        </p:nvSpPr>
        <p:spPr>
          <a:xfrm>
            <a:off x="6964030" y="73783"/>
            <a:ext cx="1503275" cy="419346"/>
          </a:xfrm>
          <a:prstGeom prst="rect">
            <a:avLst/>
          </a:prstGeom>
        </p:spPr>
        <p:txBody>
          <a:bodyPr wrap="square" lIns="0" tIns="0" rIns="0" bIns="0" rtlCol="0" anchor="t">
            <a:spAutoFit/>
          </a:bodyPr>
          <a:lstStyle/>
          <a:p>
            <a:pPr algn="ctr">
              <a:lnSpc>
                <a:spcPts val="3359"/>
              </a:lnSpc>
              <a:spcBef>
                <a:spcPct val="0"/>
              </a:spcBef>
            </a:pPr>
            <a:r>
              <a:rPr lang="en-US" sz="2399" dirty="0">
                <a:solidFill>
                  <a:srgbClr val="FF0000"/>
                </a:solidFill>
                <a:latin typeface="League Spartan"/>
                <a:ea typeface="League Spartan"/>
                <a:cs typeface="League Spartan"/>
                <a:sym typeface="League Spartan"/>
              </a:rPr>
              <a:t>English </a:t>
            </a:r>
          </a:p>
        </p:txBody>
      </p:sp>
      <p:pic>
        <p:nvPicPr>
          <p:cNvPr id="53" name="Graphic 52" descr="Caret Down with solid fill">
            <a:extLst>
              <a:ext uri="{FF2B5EF4-FFF2-40B4-BE49-F238E27FC236}">
                <a16:creationId xmlns:a16="http://schemas.microsoft.com/office/drawing/2014/main" id="{1190D337-BD0A-A0AF-F9C1-6DA7A7580390}"/>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rot="10800000" flipV="1">
            <a:off x="8213974" y="108137"/>
            <a:ext cx="457200" cy="457200"/>
          </a:xfrm>
          <a:prstGeom prst="rect">
            <a:avLst/>
          </a:prstGeom>
        </p:spPr>
      </p:pic>
      <p:grpSp>
        <p:nvGrpSpPr>
          <p:cNvPr id="24" name="Group 24"/>
          <p:cNvGrpSpPr/>
          <p:nvPr/>
        </p:nvGrpSpPr>
        <p:grpSpPr>
          <a:xfrm>
            <a:off x="50652" y="-32544"/>
            <a:ext cx="11093846" cy="7746483"/>
            <a:chOff x="0" y="0"/>
            <a:chExt cx="3944653" cy="2754426"/>
          </a:xfrm>
        </p:grpSpPr>
        <p:sp>
          <p:nvSpPr>
            <p:cNvPr id="25" name="Freeform 25"/>
            <p:cNvSpPr/>
            <p:nvPr/>
          </p:nvSpPr>
          <p:spPr>
            <a:xfrm>
              <a:off x="0" y="0"/>
              <a:ext cx="3944653" cy="2754426"/>
            </a:xfrm>
            <a:custGeom>
              <a:avLst/>
              <a:gdLst/>
              <a:ahLst/>
              <a:cxnLst/>
              <a:rect l="l" t="t" r="r" b="b"/>
              <a:pathLst>
                <a:path w="3944653" h="2754426">
                  <a:moveTo>
                    <a:pt x="0" y="0"/>
                  </a:moveTo>
                  <a:lnTo>
                    <a:pt x="3944653" y="0"/>
                  </a:lnTo>
                  <a:lnTo>
                    <a:pt x="3944653" y="2754426"/>
                  </a:lnTo>
                  <a:lnTo>
                    <a:pt x="0" y="2754426"/>
                  </a:lnTo>
                  <a:close/>
                </a:path>
              </a:pathLst>
            </a:custGeom>
            <a:solidFill>
              <a:srgbClr val="FFFFFF">
                <a:alpha val="69804"/>
              </a:srgbClr>
            </a:solidFill>
          </p:spPr>
          <p:txBody>
            <a:bodyPr/>
            <a:lstStyle/>
            <a:p>
              <a:endParaRPr lang="en-SG" sz="1088"/>
            </a:p>
          </p:txBody>
        </p:sp>
        <p:sp>
          <p:nvSpPr>
            <p:cNvPr id="26" name="TextBox 26"/>
            <p:cNvSpPr txBox="1"/>
            <p:nvPr/>
          </p:nvSpPr>
          <p:spPr>
            <a:xfrm>
              <a:off x="0" y="-28575"/>
              <a:ext cx="3944653" cy="2783001"/>
            </a:xfrm>
            <a:prstGeom prst="rect">
              <a:avLst/>
            </a:prstGeom>
          </p:spPr>
          <p:txBody>
            <a:bodyPr lIns="40638" tIns="40638" rIns="40638" bIns="40638" rtlCol="0" anchor="ctr"/>
            <a:lstStyle/>
            <a:p>
              <a:pPr algn="ctr">
                <a:lnSpc>
                  <a:spcPts val="2016"/>
                </a:lnSpc>
              </a:pPr>
              <a:endParaRPr sz="1088"/>
            </a:p>
          </p:txBody>
        </p:sp>
      </p:grpSp>
      <p:grpSp>
        <p:nvGrpSpPr>
          <p:cNvPr id="41" name="Group 27"/>
          <p:cNvGrpSpPr/>
          <p:nvPr/>
        </p:nvGrpSpPr>
        <p:grpSpPr>
          <a:xfrm>
            <a:off x="2933090" y="2218733"/>
            <a:ext cx="4849507" cy="2756766"/>
            <a:chOff x="0" y="0"/>
            <a:chExt cx="1724345" cy="980227"/>
          </a:xfrm>
        </p:grpSpPr>
        <p:sp>
          <p:nvSpPr>
            <p:cNvPr id="42" name="Freeform 28"/>
            <p:cNvSpPr/>
            <p:nvPr/>
          </p:nvSpPr>
          <p:spPr>
            <a:xfrm>
              <a:off x="0" y="0"/>
              <a:ext cx="1724345" cy="980227"/>
            </a:xfrm>
            <a:custGeom>
              <a:avLst/>
              <a:gdLst/>
              <a:ahLst/>
              <a:cxnLst/>
              <a:rect l="l" t="t" r="r" b="b"/>
              <a:pathLst>
                <a:path w="1724345" h="980227">
                  <a:moveTo>
                    <a:pt x="60023" y="0"/>
                  </a:moveTo>
                  <a:lnTo>
                    <a:pt x="1664322" y="0"/>
                  </a:lnTo>
                  <a:cubicBezTo>
                    <a:pt x="1697472" y="0"/>
                    <a:pt x="1724345" y="26873"/>
                    <a:pt x="1724345" y="60023"/>
                  </a:cubicBezTo>
                  <a:lnTo>
                    <a:pt x="1724345" y="920203"/>
                  </a:lnTo>
                  <a:cubicBezTo>
                    <a:pt x="1724345" y="953353"/>
                    <a:pt x="1697472" y="980227"/>
                    <a:pt x="1664322" y="980227"/>
                  </a:cubicBezTo>
                  <a:lnTo>
                    <a:pt x="60023" y="980227"/>
                  </a:lnTo>
                  <a:cubicBezTo>
                    <a:pt x="26873" y="980227"/>
                    <a:pt x="0" y="953353"/>
                    <a:pt x="0" y="920203"/>
                  </a:cubicBezTo>
                  <a:lnTo>
                    <a:pt x="0" y="60023"/>
                  </a:lnTo>
                  <a:cubicBezTo>
                    <a:pt x="0" y="26873"/>
                    <a:pt x="26873" y="0"/>
                    <a:pt x="60023" y="0"/>
                  </a:cubicBezTo>
                  <a:close/>
                </a:path>
              </a:pathLst>
            </a:custGeom>
            <a:solidFill>
              <a:srgbClr val="FFF1EF"/>
            </a:solidFill>
          </p:spPr>
          <p:txBody>
            <a:bodyPr/>
            <a:lstStyle/>
            <a:p>
              <a:endParaRPr lang="en-SG" sz="1088"/>
            </a:p>
          </p:txBody>
        </p:sp>
        <p:sp>
          <p:nvSpPr>
            <p:cNvPr id="43" name="TextBox 29"/>
            <p:cNvSpPr txBox="1"/>
            <p:nvPr/>
          </p:nvSpPr>
          <p:spPr>
            <a:xfrm>
              <a:off x="0" y="-28575"/>
              <a:ext cx="1724345" cy="1008802"/>
            </a:xfrm>
            <a:prstGeom prst="rect">
              <a:avLst/>
            </a:prstGeom>
          </p:spPr>
          <p:txBody>
            <a:bodyPr lIns="40638" tIns="40638" rIns="40638" bIns="40638" rtlCol="0" anchor="ctr"/>
            <a:lstStyle/>
            <a:p>
              <a:pPr algn="ctr">
                <a:lnSpc>
                  <a:spcPts val="2016"/>
                </a:lnSpc>
              </a:pPr>
              <a:endParaRPr sz="1088"/>
            </a:p>
          </p:txBody>
        </p:sp>
      </p:grpSp>
      <p:grpSp>
        <p:nvGrpSpPr>
          <p:cNvPr id="44" name="Group 30"/>
          <p:cNvGrpSpPr/>
          <p:nvPr/>
        </p:nvGrpSpPr>
        <p:grpSpPr>
          <a:xfrm>
            <a:off x="3324654" y="4244011"/>
            <a:ext cx="1523933" cy="535816"/>
            <a:chOff x="0" y="0"/>
            <a:chExt cx="1140231" cy="400906"/>
          </a:xfrm>
        </p:grpSpPr>
        <p:sp>
          <p:nvSpPr>
            <p:cNvPr id="45" name="Freeform 31"/>
            <p:cNvSpPr/>
            <p:nvPr/>
          </p:nvSpPr>
          <p:spPr>
            <a:xfrm>
              <a:off x="0" y="0"/>
              <a:ext cx="1140231" cy="400906"/>
            </a:xfrm>
            <a:custGeom>
              <a:avLst/>
              <a:gdLst/>
              <a:ahLst/>
              <a:cxnLst/>
              <a:rect l="l" t="t" r="r" b="b"/>
              <a:pathLst>
                <a:path w="1140231" h="400906">
                  <a:moveTo>
                    <a:pt x="937031" y="0"/>
                  </a:moveTo>
                  <a:cubicBezTo>
                    <a:pt x="1049256" y="0"/>
                    <a:pt x="1140231" y="89746"/>
                    <a:pt x="1140231" y="200453"/>
                  </a:cubicBezTo>
                  <a:cubicBezTo>
                    <a:pt x="1140231" y="311160"/>
                    <a:pt x="1049256" y="400906"/>
                    <a:pt x="937031" y="400906"/>
                  </a:cubicBezTo>
                  <a:lnTo>
                    <a:pt x="203200" y="400906"/>
                  </a:lnTo>
                  <a:cubicBezTo>
                    <a:pt x="90976" y="400906"/>
                    <a:pt x="0" y="311160"/>
                    <a:pt x="0" y="200453"/>
                  </a:cubicBezTo>
                  <a:cubicBezTo>
                    <a:pt x="0" y="89746"/>
                    <a:pt x="90976" y="0"/>
                    <a:pt x="203200" y="0"/>
                  </a:cubicBezTo>
                  <a:close/>
                </a:path>
              </a:pathLst>
            </a:custGeom>
            <a:solidFill>
              <a:srgbClr val="F34336"/>
            </a:solidFill>
          </p:spPr>
          <p:txBody>
            <a:bodyPr/>
            <a:lstStyle/>
            <a:p>
              <a:endParaRPr lang="en-SG" sz="1088"/>
            </a:p>
          </p:txBody>
        </p:sp>
        <p:sp>
          <p:nvSpPr>
            <p:cNvPr id="46" name="TextBox 32"/>
            <p:cNvSpPr txBox="1"/>
            <p:nvPr/>
          </p:nvSpPr>
          <p:spPr>
            <a:xfrm>
              <a:off x="0" y="-28575"/>
              <a:ext cx="1140231" cy="429481"/>
            </a:xfrm>
            <a:prstGeom prst="rect">
              <a:avLst/>
            </a:prstGeom>
          </p:spPr>
          <p:txBody>
            <a:bodyPr lIns="40638" tIns="40638" rIns="40638" bIns="40638" rtlCol="0" anchor="ctr"/>
            <a:lstStyle/>
            <a:p>
              <a:pPr algn="ctr">
                <a:lnSpc>
                  <a:spcPts val="2016"/>
                </a:lnSpc>
              </a:pPr>
              <a:endParaRPr sz="1088"/>
            </a:p>
          </p:txBody>
        </p:sp>
      </p:grpSp>
      <p:grpSp>
        <p:nvGrpSpPr>
          <p:cNvPr id="47" name="Group 33"/>
          <p:cNvGrpSpPr/>
          <p:nvPr/>
        </p:nvGrpSpPr>
        <p:grpSpPr>
          <a:xfrm>
            <a:off x="5690000" y="4244011"/>
            <a:ext cx="1523933" cy="535816"/>
            <a:chOff x="0" y="0"/>
            <a:chExt cx="1140231" cy="400906"/>
          </a:xfrm>
        </p:grpSpPr>
        <p:sp>
          <p:nvSpPr>
            <p:cNvPr id="48" name="Freeform 34"/>
            <p:cNvSpPr/>
            <p:nvPr/>
          </p:nvSpPr>
          <p:spPr>
            <a:xfrm>
              <a:off x="0" y="0"/>
              <a:ext cx="1140231" cy="400906"/>
            </a:xfrm>
            <a:custGeom>
              <a:avLst/>
              <a:gdLst/>
              <a:ahLst/>
              <a:cxnLst/>
              <a:rect l="l" t="t" r="r" b="b"/>
              <a:pathLst>
                <a:path w="1140231" h="400906">
                  <a:moveTo>
                    <a:pt x="937031" y="0"/>
                  </a:moveTo>
                  <a:cubicBezTo>
                    <a:pt x="1049256" y="0"/>
                    <a:pt x="1140231" y="89746"/>
                    <a:pt x="1140231" y="200453"/>
                  </a:cubicBezTo>
                  <a:cubicBezTo>
                    <a:pt x="1140231" y="311160"/>
                    <a:pt x="1049256" y="400906"/>
                    <a:pt x="937031" y="400906"/>
                  </a:cubicBezTo>
                  <a:lnTo>
                    <a:pt x="203200" y="400906"/>
                  </a:lnTo>
                  <a:cubicBezTo>
                    <a:pt x="90976" y="400906"/>
                    <a:pt x="0" y="311160"/>
                    <a:pt x="0" y="200453"/>
                  </a:cubicBezTo>
                  <a:cubicBezTo>
                    <a:pt x="0" y="89746"/>
                    <a:pt x="90976" y="0"/>
                    <a:pt x="203200" y="0"/>
                  </a:cubicBezTo>
                  <a:close/>
                </a:path>
              </a:pathLst>
            </a:custGeom>
            <a:solidFill>
              <a:srgbClr val="F34336"/>
            </a:solidFill>
          </p:spPr>
          <p:txBody>
            <a:bodyPr/>
            <a:lstStyle/>
            <a:p>
              <a:endParaRPr lang="en-SG" sz="1088"/>
            </a:p>
          </p:txBody>
        </p:sp>
        <p:sp>
          <p:nvSpPr>
            <p:cNvPr id="49" name="TextBox 35"/>
            <p:cNvSpPr txBox="1"/>
            <p:nvPr/>
          </p:nvSpPr>
          <p:spPr>
            <a:xfrm>
              <a:off x="0" y="-28575"/>
              <a:ext cx="1140231" cy="429481"/>
            </a:xfrm>
            <a:prstGeom prst="rect">
              <a:avLst/>
            </a:prstGeom>
          </p:spPr>
          <p:txBody>
            <a:bodyPr lIns="40638" tIns="40638" rIns="40638" bIns="40638" rtlCol="0" anchor="ctr"/>
            <a:lstStyle/>
            <a:p>
              <a:pPr algn="ctr">
                <a:lnSpc>
                  <a:spcPts val="2016"/>
                </a:lnSpc>
              </a:pPr>
              <a:endParaRPr sz="1088"/>
            </a:p>
          </p:txBody>
        </p:sp>
      </p:grpSp>
      <p:sp>
        <p:nvSpPr>
          <p:cNvPr id="50" name="TextBox 36">
            <a:hlinkClick r:id="rId23" action="ppaction://hlinksldjump"/>
          </p:cNvPr>
          <p:cNvSpPr txBox="1"/>
          <p:nvPr/>
        </p:nvSpPr>
        <p:spPr>
          <a:xfrm>
            <a:off x="2483241" y="4254118"/>
            <a:ext cx="3206759" cy="467757"/>
          </a:xfrm>
          <a:prstGeom prst="rect">
            <a:avLst/>
          </a:prstGeom>
        </p:spPr>
        <p:txBody>
          <a:bodyPr lIns="0" tIns="0" rIns="0" bIns="0" rtlCol="0" anchor="t">
            <a:spAutoFit/>
          </a:bodyPr>
          <a:lstStyle/>
          <a:p>
            <a:pPr algn="ctr">
              <a:lnSpc>
                <a:spcPts val="3919"/>
              </a:lnSpc>
              <a:spcBef>
                <a:spcPct val="0"/>
              </a:spcBef>
            </a:pPr>
            <a:r>
              <a:rPr lang="en-US" sz="2799" b="1" dirty="0">
                <a:solidFill>
                  <a:srgbClr val="FDFDFD"/>
                </a:solidFill>
                <a:latin typeface="Canva Sans Bold"/>
                <a:ea typeface="Canva Sans Bold"/>
                <a:cs typeface="Canva Sans Bold"/>
                <a:sym typeface="Canva Sans Bold"/>
              </a:rPr>
              <a:t>No</a:t>
            </a:r>
          </a:p>
        </p:txBody>
      </p:sp>
      <p:sp>
        <p:nvSpPr>
          <p:cNvPr id="51" name="TextBox 37"/>
          <p:cNvSpPr txBox="1"/>
          <p:nvPr/>
        </p:nvSpPr>
        <p:spPr>
          <a:xfrm>
            <a:off x="3174242" y="2648960"/>
            <a:ext cx="4190103" cy="1133002"/>
          </a:xfrm>
          <a:prstGeom prst="rect">
            <a:avLst/>
          </a:prstGeom>
        </p:spPr>
        <p:txBody>
          <a:bodyPr lIns="0" tIns="0" rIns="0" bIns="0" rtlCol="0" anchor="t">
            <a:spAutoFit/>
          </a:bodyPr>
          <a:lstStyle/>
          <a:p>
            <a:pPr algn="ctr">
              <a:lnSpc>
                <a:spcPts val="4479"/>
              </a:lnSpc>
              <a:spcBef>
                <a:spcPct val="0"/>
              </a:spcBef>
            </a:pPr>
            <a:r>
              <a:rPr lang="en-US" sz="3199" dirty="0">
                <a:solidFill>
                  <a:srgbClr val="F34336"/>
                </a:solidFill>
                <a:latin typeface="League Spartan"/>
                <a:ea typeface="League Spartan"/>
                <a:cs typeface="League Spartan"/>
                <a:sym typeface="League Spartan"/>
              </a:rPr>
              <a:t>Are you sure you want to exit?</a:t>
            </a:r>
          </a:p>
        </p:txBody>
      </p:sp>
      <p:sp>
        <p:nvSpPr>
          <p:cNvPr id="52" name="TextBox 38">
            <a:hlinkClick r:id="rId24" action="ppaction://hlinksldjump"/>
          </p:cNvPr>
          <p:cNvSpPr txBox="1"/>
          <p:nvPr/>
        </p:nvSpPr>
        <p:spPr>
          <a:xfrm>
            <a:off x="4848586" y="4254118"/>
            <a:ext cx="3206759" cy="467757"/>
          </a:xfrm>
          <a:prstGeom prst="rect">
            <a:avLst/>
          </a:prstGeom>
        </p:spPr>
        <p:txBody>
          <a:bodyPr lIns="0" tIns="0" rIns="0" bIns="0" rtlCol="0" anchor="t">
            <a:spAutoFit/>
          </a:bodyPr>
          <a:lstStyle/>
          <a:p>
            <a:pPr algn="ctr">
              <a:lnSpc>
                <a:spcPts val="3919"/>
              </a:lnSpc>
              <a:spcBef>
                <a:spcPct val="0"/>
              </a:spcBef>
            </a:pPr>
            <a:r>
              <a:rPr lang="en-US" sz="2799" b="1" dirty="0">
                <a:solidFill>
                  <a:srgbClr val="FDFDFD"/>
                </a:solidFill>
                <a:latin typeface="Canva Sans Bold"/>
                <a:ea typeface="Canva Sans Bold"/>
                <a:cs typeface="Canva Sans Bold"/>
                <a:sym typeface="Canva Sans Bold"/>
              </a:rPr>
              <a:t>Yes</a:t>
            </a:r>
          </a:p>
        </p:txBody>
      </p:sp>
    </p:spTree>
    <p:extLst>
      <p:ext uri="{BB962C8B-B14F-4D97-AF65-F5344CB8AC3E}">
        <p14:creationId xmlns:p14="http://schemas.microsoft.com/office/powerpoint/2010/main" val="23129139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2585047" y="4543185"/>
            <a:ext cx="14067754" cy="2866305"/>
          </a:xfrm>
          <a:custGeom>
            <a:avLst/>
            <a:gdLst/>
            <a:ahLst/>
            <a:cxnLst/>
            <a:rect l="l" t="t" r="r" b="b"/>
            <a:pathLst>
              <a:path w="17585468" h="3583039">
                <a:moveTo>
                  <a:pt x="17585467" y="0"/>
                </a:moveTo>
                <a:lnTo>
                  <a:pt x="0" y="0"/>
                </a:lnTo>
                <a:lnTo>
                  <a:pt x="0" y="3583039"/>
                </a:lnTo>
                <a:lnTo>
                  <a:pt x="17585467" y="3583039"/>
                </a:lnTo>
                <a:lnTo>
                  <a:pt x="17585467"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SG" sz="1088"/>
          </a:p>
        </p:txBody>
      </p:sp>
      <p:sp>
        <p:nvSpPr>
          <p:cNvPr id="3" name="Freeform 3"/>
          <p:cNvSpPr/>
          <p:nvPr/>
        </p:nvSpPr>
        <p:spPr>
          <a:xfrm>
            <a:off x="-585716" y="1840457"/>
            <a:ext cx="12068424" cy="5556005"/>
          </a:xfrm>
          <a:custGeom>
            <a:avLst/>
            <a:gdLst/>
            <a:ahLst/>
            <a:cxnLst/>
            <a:rect l="l" t="t" r="r" b="b"/>
            <a:pathLst>
              <a:path w="15086195" h="6945313">
                <a:moveTo>
                  <a:pt x="0" y="0"/>
                </a:moveTo>
                <a:lnTo>
                  <a:pt x="15086195" y="0"/>
                </a:lnTo>
                <a:lnTo>
                  <a:pt x="15086195" y="6945313"/>
                </a:lnTo>
                <a:lnTo>
                  <a:pt x="0" y="6945313"/>
                </a:lnTo>
                <a:lnTo>
                  <a:pt x="0" y="0"/>
                </a:lnTo>
                <a:close/>
              </a:path>
            </a:pathLst>
          </a:custGeom>
          <a:blipFill>
            <a:blip r:embed="rId4">
              <a:alphaModFix amt="6000"/>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4" name="Freeform 4"/>
          <p:cNvSpPr/>
          <p:nvPr/>
        </p:nvSpPr>
        <p:spPr>
          <a:xfrm>
            <a:off x="496" y="1840456"/>
            <a:ext cx="468018" cy="1104466"/>
          </a:xfrm>
          <a:custGeom>
            <a:avLst/>
            <a:gdLst/>
            <a:ahLst/>
            <a:cxnLst/>
            <a:rect l="l" t="t" r="r" b="b"/>
            <a:pathLst>
              <a:path w="585048" h="1380643">
                <a:moveTo>
                  <a:pt x="0" y="0"/>
                </a:moveTo>
                <a:lnTo>
                  <a:pt x="585048" y="0"/>
                </a:lnTo>
                <a:lnTo>
                  <a:pt x="585048" y="1380643"/>
                </a:lnTo>
                <a:lnTo>
                  <a:pt x="0" y="1380643"/>
                </a:lnTo>
                <a:lnTo>
                  <a:pt x="0" y="0"/>
                </a:lnTo>
                <a:close/>
              </a:path>
            </a:pathLst>
          </a:custGeom>
          <a:blipFill>
            <a:blip r:embed="rId6">
              <a:alphaModFix amt="6999"/>
              <a:extLst>
                <a:ext uri="{96DAC541-7B7A-43D3-8B79-37D633B846F1}">
                  <asvg:svgBlip xmlns:asvg="http://schemas.microsoft.com/office/drawing/2016/SVG/main" r:embed="rId7"/>
                </a:ext>
              </a:extLst>
            </a:blip>
            <a:stretch>
              <a:fillRect/>
            </a:stretch>
          </a:blipFill>
        </p:spPr>
        <p:txBody>
          <a:bodyPr/>
          <a:lstStyle/>
          <a:p>
            <a:endParaRPr lang="en-SG" sz="1088"/>
          </a:p>
        </p:txBody>
      </p:sp>
      <p:sp>
        <p:nvSpPr>
          <p:cNvPr id="5" name="Freeform 5"/>
          <p:cNvSpPr/>
          <p:nvPr/>
        </p:nvSpPr>
        <p:spPr>
          <a:xfrm>
            <a:off x="5597575" y="-237607"/>
            <a:ext cx="4267012" cy="1578794"/>
          </a:xfrm>
          <a:custGeom>
            <a:avLst/>
            <a:gdLst/>
            <a:ahLst/>
            <a:cxnLst/>
            <a:rect l="l" t="t" r="r" b="b"/>
            <a:pathLst>
              <a:path w="5334000" h="1973580">
                <a:moveTo>
                  <a:pt x="0" y="0"/>
                </a:moveTo>
                <a:lnTo>
                  <a:pt x="5334000" y="0"/>
                </a:lnTo>
                <a:lnTo>
                  <a:pt x="5334000" y="1973580"/>
                </a:lnTo>
                <a:lnTo>
                  <a:pt x="0" y="1973580"/>
                </a:lnTo>
                <a:lnTo>
                  <a:pt x="0" y="0"/>
                </a:lnTo>
                <a:close/>
              </a:path>
            </a:pathLst>
          </a:custGeom>
          <a:blipFill>
            <a:blip r:embed="rId8">
              <a:alphaModFix amt="6999"/>
              <a:extLst>
                <a:ext uri="{96DAC541-7B7A-43D3-8B79-37D633B846F1}">
                  <asvg:svgBlip xmlns:asvg="http://schemas.microsoft.com/office/drawing/2016/SVG/main" r:embed="rId9"/>
                </a:ext>
              </a:extLst>
            </a:blip>
            <a:stretch>
              <a:fillRect/>
            </a:stretch>
          </a:blipFill>
        </p:spPr>
        <p:txBody>
          <a:bodyPr/>
          <a:lstStyle/>
          <a:p>
            <a:endParaRPr lang="en-SG" sz="1088"/>
          </a:p>
        </p:txBody>
      </p:sp>
      <p:sp>
        <p:nvSpPr>
          <p:cNvPr id="6" name="Freeform 6"/>
          <p:cNvSpPr/>
          <p:nvPr/>
        </p:nvSpPr>
        <p:spPr>
          <a:xfrm rot="432978">
            <a:off x="1470736" y="4377277"/>
            <a:ext cx="1946255" cy="1482692"/>
          </a:xfrm>
          <a:custGeom>
            <a:avLst/>
            <a:gdLst/>
            <a:ahLst/>
            <a:cxnLst/>
            <a:rect l="l" t="t" r="r" b="b"/>
            <a:pathLst>
              <a:path w="2432926" h="1853447">
                <a:moveTo>
                  <a:pt x="0" y="0"/>
                </a:moveTo>
                <a:lnTo>
                  <a:pt x="2432926" y="0"/>
                </a:lnTo>
                <a:lnTo>
                  <a:pt x="2432926" y="1853447"/>
                </a:lnTo>
                <a:lnTo>
                  <a:pt x="0" y="1853447"/>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SG" sz="1088"/>
          </a:p>
        </p:txBody>
      </p:sp>
      <p:sp>
        <p:nvSpPr>
          <p:cNvPr id="7" name="Freeform 7"/>
          <p:cNvSpPr/>
          <p:nvPr/>
        </p:nvSpPr>
        <p:spPr>
          <a:xfrm>
            <a:off x="7081671" y="4402838"/>
            <a:ext cx="1298822" cy="1431567"/>
          </a:xfrm>
          <a:custGeom>
            <a:avLst/>
            <a:gdLst/>
            <a:ahLst/>
            <a:cxnLst/>
            <a:rect l="l" t="t" r="r" b="b"/>
            <a:pathLst>
              <a:path w="1623599" h="1789538">
                <a:moveTo>
                  <a:pt x="0" y="0"/>
                </a:moveTo>
                <a:lnTo>
                  <a:pt x="1623599" y="0"/>
                </a:lnTo>
                <a:lnTo>
                  <a:pt x="1623599" y="1789538"/>
                </a:lnTo>
                <a:lnTo>
                  <a:pt x="0" y="178953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SG" sz="1088"/>
          </a:p>
        </p:txBody>
      </p:sp>
      <p:grpSp>
        <p:nvGrpSpPr>
          <p:cNvPr id="8" name="Group 8"/>
          <p:cNvGrpSpPr/>
          <p:nvPr/>
        </p:nvGrpSpPr>
        <p:grpSpPr>
          <a:xfrm>
            <a:off x="1341841" y="6160852"/>
            <a:ext cx="2285899" cy="660852"/>
            <a:chOff x="0" y="0"/>
            <a:chExt cx="812800" cy="234980"/>
          </a:xfrm>
        </p:grpSpPr>
        <p:sp>
          <p:nvSpPr>
            <p:cNvPr id="9" name="Freeform 9"/>
            <p:cNvSpPr/>
            <p:nvPr/>
          </p:nvSpPr>
          <p:spPr>
            <a:xfrm>
              <a:off x="0" y="0"/>
              <a:ext cx="812800" cy="234980"/>
            </a:xfrm>
            <a:custGeom>
              <a:avLst/>
              <a:gdLst/>
              <a:ahLst/>
              <a:cxnLst/>
              <a:rect l="l" t="t" r="r" b="b"/>
              <a:pathLst>
                <a:path w="812800" h="234980">
                  <a:moveTo>
                    <a:pt x="86699" y="0"/>
                  </a:moveTo>
                  <a:lnTo>
                    <a:pt x="726101" y="0"/>
                  </a:lnTo>
                  <a:cubicBezTo>
                    <a:pt x="773984" y="0"/>
                    <a:pt x="812800" y="38816"/>
                    <a:pt x="812800" y="86699"/>
                  </a:cubicBezTo>
                  <a:lnTo>
                    <a:pt x="812800" y="148281"/>
                  </a:lnTo>
                  <a:cubicBezTo>
                    <a:pt x="812800" y="196164"/>
                    <a:pt x="773984" y="234980"/>
                    <a:pt x="726101" y="234980"/>
                  </a:cubicBezTo>
                  <a:lnTo>
                    <a:pt x="86699" y="234980"/>
                  </a:lnTo>
                  <a:cubicBezTo>
                    <a:pt x="38816" y="234980"/>
                    <a:pt x="0" y="196164"/>
                    <a:pt x="0" y="148281"/>
                  </a:cubicBezTo>
                  <a:lnTo>
                    <a:pt x="0" y="86699"/>
                  </a:lnTo>
                  <a:cubicBezTo>
                    <a:pt x="0" y="38816"/>
                    <a:pt x="38816" y="0"/>
                    <a:pt x="86699" y="0"/>
                  </a:cubicBezTo>
                  <a:close/>
                </a:path>
              </a:pathLst>
            </a:custGeom>
            <a:solidFill>
              <a:srgbClr val="F34336"/>
            </a:solidFill>
          </p:spPr>
          <p:txBody>
            <a:bodyPr/>
            <a:lstStyle/>
            <a:p>
              <a:endParaRPr lang="en-SG" sz="1088"/>
            </a:p>
          </p:txBody>
        </p:sp>
        <p:sp>
          <p:nvSpPr>
            <p:cNvPr id="10" name="TextBox 10"/>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grpSp>
        <p:nvGrpSpPr>
          <p:cNvPr id="11" name="Group 11"/>
          <p:cNvGrpSpPr/>
          <p:nvPr/>
        </p:nvGrpSpPr>
        <p:grpSpPr>
          <a:xfrm>
            <a:off x="6588131" y="6160852"/>
            <a:ext cx="2285899" cy="660852"/>
            <a:chOff x="0" y="0"/>
            <a:chExt cx="812800" cy="234980"/>
          </a:xfrm>
        </p:grpSpPr>
        <p:sp>
          <p:nvSpPr>
            <p:cNvPr id="12" name="Freeform 12"/>
            <p:cNvSpPr/>
            <p:nvPr/>
          </p:nvSpPr>
          <p:spPr>
            <a:xfrm>
              <a:off x="0" y="0"/>
              <a:ext cx="812800" cy="234980"/>
            </a:xfrm>
            <a:custGeom>
              <a:avLst/>
              <a:gdLst/>
              <a:ahLst/>
              <a:cxnLst/>
              <a:rect l="l" t="t" r="r" b="b"/>
              <a:pathLst>
                <a:path w="812800" h="234980">
                  <a:moveTo>
                    <a:pt x="86699" y="0"/>
                  </a:moveTo>
                  <a:lnTo>
                    <a:pt x="726101" y="0"/>
                  </a:lnTo>
                  <a:cubicBezTo>
                    <a:pt x="773984" y="0"/>
                    <a:pt x="812800" y="38816"/>
                    <a:pt x="812800" y="86699"/>
                  </a:cubicBezTo>
                  <a:lnTo>
                    <a:pt x="812800" y="148281"/>
                  </a:lnTo>
                  <a:cubicBezTo>
                    <a:pt x="812800" y="196164"/>
                    <a:pt x="773984" y="234980"/>
                    <a:pt x="726101" y="234980"/>
                  </a:cubicBezTo>
                  <a:lnTo>
                    <a:pt x="86699" y="234980"/>
                  </a:lnTo>
                  <a:cubicBezTo>
                    <a:pt x="38816" y="234980"/>
                    <a:pt x="0" y="196164"/>
                    <a:pt x="0" y="148281"/>
                  </a:cubicBezTo>
                  <a:lnTo>
                    <a:pt x="0" y="86699"/>
                  </a:lnTo>
                  <a:cubicBezTo>
                    <a:pt x="0" y="38816"/>
                    <a:pt x="38816" y="0"/>
                    <a:pt x="86699" y="0"/>
                  </a:cubicBezTo>
                  <a:close/>
                </a:path>
              </a:pathLst>
            </a:custGeom>
            <a:solidFill>
              <a:srgbClr val="F34336"/>
            </a:solidFill>
          </p:spPr>
          <p:txBody>
            <a:bodyPr/>
            <a:lstStyle/>
            <a:p>
              <a:endParaRPr lang="en-SG" sz="1088"/>
            </a:p>
          </p:txBody>
        </p:sp>
        <p:sp>
          <p:nvSpPr>
            <p:cNvPr id="13" name="TextBox 13"/>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sp>
        <p:nvSpPr>
          <p:cNvPr id="14" name="Freeform 14"/>
          <p:cNvSpPr/>
          <p:nvPr/>
        </p:nvSpPr>
        <p:spPr>
          <a:xfrm>
            <a:off x="468515" y="131116"/>
            <a:ext cx="405737" cy="341326"/>
          </a:xfrm>
          <a:custGeom>
            <a:avLst/>
            <a:gdLst/>
            <a:ahLst/>
            <a:cxnLst/>
            <a:rect l="l" t="t" r="r" b="b"/>
            <a:pathLst>
              <a:path w="507193" h="426676">
                <a:moveTo>
                  <a:pt x="0" y="0"/>
                </a:moveTo>
                <a:lnTo>
                  <a:pt x="507193" y="0"/>
                </a:lnTo>
                <a:lnTo>
                  <a:pt x="507193" y="426676"/>
                </a:lnTo>
                <a:lnTo>
                  <a:pt x="0" y="426676"/>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15" name="Freeform 15"/>
          <p:cNvSpPr/>
          <p:nvPr/>
        </p:nvSpPr>
        <p:spPr>
          <a:xfrm>
            <a:off x="9594527" y="58475"/>
            <a:ext cx="540117" cy="540117"/>
          </a:xfrm>
          <a:custGeom>
            <a:avLst/>
            <a:gdLst/>
            <a:ahLst/>
            <a:cxnLst/>
            <a:rect l="l" t="t" r="r" b="b"/>
            <a:pathLst>
              <a:path w="675176" h="675176">
                <a:moveTo>
                  <a:pt x="0" y="0"/>
                </a:moveTo>
                <a:lnTo>
                  <a:pt x="675177" y="0"/>
                </a:lnTo>
                <a:lnTo>
                  <a:pt x="675177" y="675176"/>
                </a:lnTo>
                <a:lnTo>
                  <a:pt x="0" y="675176"/>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16" name="Freeform 16"/>
          <p:cNvSpPr/>
          <p:nvPr/>
        </p:nvSpPr>
        <p:spPr>
          <a:xfrm>
            <a:off x="8864749" y="125854"/>
            <a:ext cx="405357" cy="405357"/>
          </a:xfrm>
          <a:custGeom>
            <a:avLst/>
            <a:gdLst/>
            <a:ahLst/>
            <a:cxnLst/>
            <a:rect l="l" t="t" r="r" b="b"/>
            <a:pathLst>
              <a:path w="506718" h="506718">
                <a:moveTo>
                  <a:pt x="0" y="0"/>
                </a:moveTo>
                <a:lnTo>
                  <a:pt x="506718" y="0"/>
                </a:lnTo>
                <a:lnTo>
                  <a:pt x="506718" y="506718"/>
                </a:lnTo>
                <a:lnTo>
                  <a:pt x="0" y="506718"/>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grpSp>
        <p:nvGrpSpPr>
          <p:cNvPr id="17" name="Group 17"/>
          <p:cNvGrpSpPr/>
          <p:nvPr/>
        </p:nvGrpSpPr>
        <p:grpSpPr>
          <a:xfrm>
            <a:off x="3168589" y="789962"/>
            <a:ext cx="5470815" cy="1454697"/>
            <a:chOff x="0" y="0"/>
            <a:chExt cx="1945264" cy="517248"/>
          </a:xfrm>
        </p:grpSpPr>
        <p:sp>
          <p:nvSpPr>
            <p:cNvPr id="18" name="Freeform 18"/>
            <p:cNvSpPr/>
            <p:nvPr/>
          </p:nvSpPr>
          <p:spPr>
            <a:xfrm>
              <a:off x="0" y="0"/>
              <a:ext cx="1945264" cy="517249"/>
            </a:xfrm>
            <a:custGeom>
              <a:avLst/>
              <a:gdLst/>
              <a:ahLst/>
              <a:cxnLst/>
              <a:rect l="l" t="t" r="r" b="b"/>
              <a:pathLst>
                <a:path w="1945264" h="517249">
                  <a:moveTo>
                    <a:pt x="47546" y="0"/>
                  </a:moveTo>
                  <a:lnTo>
                    <a:pt x="1897718" y="0"/>
                  </a:lnTo>
                  <a:cubicBezTo>
                    <a:pt x="1910328" y="0"/>
                    <a:pt x="1922422" y="5009"/>
                    <a:pt x="1931339" y="13926"/>
                  </a:cubicBezTo>
                  <a:cubicBezTo>
                    <a:pt x="1940255" y="22843"/>
                    <a:pt x="1945264" y="34936"/>
                    <a:pt x="1945264" y="47546"/>
                  </a:cubicBezTo>
                  <a:lnTo>
                    <a:pt x="1945264" y="469702"/>
                  </a:lnTo>
                  <a:cubicBezTo>
                    <a:pt x="1945264" y="495961"/>
                    <a:pt x="1923977" y="517249"/>
                    <a:pt x="1897718" y="517249"/>
                  </a:cubicBezTo>
                  <a:lnTo>
                    <a:pt x="47546" y="517249"/>
                  </a:lnTo>
                  <a:cubicBezTo>
                    <a:pt x="34936" y="517249"/>
                    <a:pt x="22843" y="512239"/>
                    <a:pt x="13926" y="503323"/>
                  </a:cubicBezTo>
                  <a:cubicBezTo>
                    <a:pt x="5009" y="494406"/>
                    <a:pt x="0" y="482312"/>
                    <a:pt x="0" y="469702"/>
                  </a:cubicBezTo>
                  <a:lnTo>
                    <a:pt x="0" y="47546"/>
                  </a:lnTo>
                  <a:cubicBezTo>
                    <a:pt x="0" y="21287"/>
                    <a:pt x="21287" y="0"/>
                    <a:pt x="47546" y="0"/>
                  </a:cubicBezTo>
                  <a:close/>
                </a:path>
              </a:pathLst>
            </a:custGeom>
            <a:solidFill>
              <a:srgbClr val="FFBB54"/>
            </a:solidFill>
          </p:spPr>
          <p:txBody>
            <a:bodyPr/>
            <a:lstStyle/>
            <a:p>
              <a:endParaRPr lang="en-SG" sz="1088"/>
            </a:p>
          </p:txBody>
        </p:sp>
        <p:sp>
          <p:nvSpPr>
            <p:cNvPr id="19" name="TextBox 19"/>
            <p:cNvSpPr txBox="1"/>
            <p:nvPr/>
          </p:nvSpPr>
          <p:spPr>
            <a:xfrm>
              <a:off x="0" y="-28575"/>
              <a:ext cx="1945264" cy="545823"/>
            </a:xfrm>
            <a:prstGeom prst="rect">
              <a:avLst/>
            </a:prstGeom>
          </p:spPr>
          <p:txBody>
            <a:bodyPr lIns="40638" tIns="40638" rIns="40638" bIns="40638" rtlCol="0" anchor="ctr"/>
            <a:lstStyle/>
            <a:p>
              <a:pPr algn="ctr">
                <a:lnSpc>
                  <a:spcPts val="2016"/>
                </a:lnSpc>
              </a:pPr>
              <a:endParaRPr sz="1088"/>
            </a:p>
          </p:txBody>
        </p:sp>
      </p:grpSp>
      <p:sp>
        <p:nvSpPr>
          <p:cNvPr id="20" name="Freeform 20"/>
          <p:cNvSpPr/>
          <p:nvPr/>
        </p:nvSpPr>
        <p:spPr>
          <a:xfrm>
            <a:off x="1475912" y="551790"/>
            <a:ext cx="2496100" cy="2365054"/>
          </a:xfrm>
          <a:custGeom>
            <a:avLst/>
            <a:gdLst/>
            <a:ahLst/>
            <a:cxnLst/>
            <a:rect l="l" t="t" r="r" b="b"/>
            <a:pathLst>
              <a:path w="3120262" h="2956448">
                <a:moveTo>
                  <a:pt x="0" y="0"/>
                </a:moveTo>
                <a:lnTo>
                  <a:pt x="3120262" y="0"/>
                </a:lnTo>
                <a:lnTo>
                  <a:pt x="3120262" y="2956448"/>
                </a:lnTo>
                <a:lnTo>
                  <a:pt x="0" y="2956448"/>
                </a:lnTo>
                <a:lnTo>
                  <a:pt x="0" y="0"/>
                </a:lnTo>
                <a:close/>
              </a:path>
            </a:pathLst>
          </a:custGeom>
          <a:blipFill>
            <a:blip r:embed="rId20"/>
            <a:stretch>
              <a:fillRect/>
            </a:stretch>
          </a:blipFill>
          <a:ln cap="sq">
            <a:noFill/>
            <a:prstDash val="solid"/>
            <a:miter/>
          </a:ln>
        </p:spPr>
        <p:txBody>
          <a:bodyPr/>
          <a:lstStyle/>
          <a:p>
            <a:endParaRPr lang="en-SG" sz="1088"/>
          </a:p>
        </p:txBody>
      </p:sp>
      <p:sp>
        <p:nvSpPr>
          <p:cNvPr id="21" name="TextBox 21"/>
          <p:cNvSpPr txBox="1"/>
          <p:nvPr/>
        </p:nvSpPr>
        <p:spPr>
          <a:xfrm>
            <a:off x="4119609" y="1090584"/>
            <a:ext cx="4203435" cy="838884"/>
          </a:xfrm>
          <a:prstGeom prst="rect">
            <a:avLst/>
          </a:prstGeom>
        </p:spPr>
        <p:txBody>
          <a:bodyPr lIns="0" tIns="0" rIns="0" bIns="0" rtlCol="0" anchor="t">
            <a:spAutoFit/>
          </a:bodyPr>
          <a:lstStyle/>
          <a:p>
            <a:pPr>
              <a:lnSpc>
                <a:spcPts val="3357"/>
              </a:lnSpc>
            </a:pPr>
            <a:r>
              <a:rPr lang="en-US" sz="2398" b="1">
                <a:solidFill>
                  <a:srgbClr val="000000"/>
                </a:solidFill>
                <a:latin typeface="Roboto Mono Bold"/>
                <a:ea typeface="Roboto Mono Bold"/>
                <a:cs typeface="Roboto Mono Bold"/>
                <a:sym typeface="Roboto Mono Bold"/>
              </a:rPr>
              <a:t>Hi, I am Kiki! </a:t>
            </a:r>
          </a:p>
          <a:p>
            <a:pPr>
              <a:lnSpc>
                <a:spcPts val="3357"/>
              </a:lnSpc>
              <a:spcBef>
                <a:spcPct val="0"/>
              </a:spcBef>
            </a:pPr>
            <a:r>
              <a:rPr lang="en-US" sz="2398" b="1">
                <a:solidFill>
                  <a:srgbClr val="000000"/>
                </a:solidFill>
                <a:latin typeface="Roboto Mono Bold"/>
                <a:ea typeface="Roboto Mono Bold"/>
                <a:cs typeface="Roboto Mono Bold"/>
                <a:sym typeface="Roboto Mono Bold"/>
              </a:rPr>
              <a:t>Looks like you are new</a:t>
            </a:r>
            <a:r>
              <a:rPr lang="en-US" sz="2398">
                <a:solidFill>
                  <a:srgbClr val="000000"/>
                </a:solidFill>
                <a:latin typeface="Roboto Mono"/>
                <a:ea typeface="Roboto Mono"/>
                <a:cs typeface="Roboto Mono"/>
                <a:sym typeface="Roboto Mono"/>
              </a:rPr>
              <a:t>.</a:t>
            </a:r>
          </a:p>
        </p:txBody>
      </p:sp>
      <p:sp>
        <p:nvSpPr>
          <p:cNvPr id="22" name="TextBox 22"/>
          <p:cNvSpPr txBox="1"/>
          <p:nvPr/>
        </p:nvSpPr>
        <p:spPr>
          <a:xfrm>
            <a:off x="2083246" y="6282499"/>
            <a:ext cx="704533" cy="855362"/>
          </a:xfrm>
          <a:prstGeom prst="rect">
            <a:avLst/>
          </a:prstGeom>
        </p:spPr>
        <p:txBody>
          <a:bodyPr lIns="0" tIns="0" rIns="0" bIns="0" rtlCol="0" anchor="t">
            <a:spAutoFit/>
          </a:bodyPr>
          <a:lstStyle/>
          <a:p>
            <a:pPr algn="ctr">
              <a:lnSpc>
                <a:spcPts val="3359"/>
              </a:lnSpc>
              <a:spcBef>
                <a:spcPct val="0"/>
              </a:spcBef>
            </a:pPr>
            <a:r>
              <a:rPr lang="en-US" sz="2399">
                <a:solidFill>
                  <a:srgbClr val="FFF3E8"/>
                </a:solidFill>
                <a:latin typeface="League Spartan"/>
                <a:ea typeface="League Spartan"/>
                <a:cs typeface="League Spartan"/>
                <a:sym typeface="League Spartan"/>
              </a:rPr>
              <a:t>Map</a:t>
            </a:r>
          </a:p>
        </p:txBody>
      </p:sp>
      <p:sp>
        <p:nvSpPr>
          <p:cNvPr id="23" name="TextBox 23"/>
          <p:cNvSpPr txBox="1"/>
          <p:nvPr/>
        </p:nvSpPr>
        <p:spPr>
          <a:xfrm>
            <a:off x="6995555" y="6275681"/>
            <a:ext cx="1495931" cy="855362"/>
          </a:xfrm>
          <a:prstGeom prst="rect">
            <a:avLst/>
          </a:prstGeom>
        </p:spPr>
        <p:txBody>
          <a:bodyPr lIns="0" tIns="0" rIns="0" bIns="0" rtlCol="0" anchor="t">
            <a:spAutoFit/>
          </a:bodyPr>
          <a:lstStyle/>
          <a:p>
            <a:pPr algn="ctr">
              <a:lnSpc>
                <a:spcPts val="3359"/>
              </a:lnSpc>
              <a:spcBef>
                <a:spcPct val="0"/>
              </a:spcBef>
            </a:pPr>
            <a:r>
              <a:rPr lang="en-US" sz="2399">
                <a:solidFill>
                  <a:srgbClr val="FFFFFF"/>
                </a:solidFill>
                <a:latin typeface="League Spartan"/>
                <a:ea typeface="League Spartan"/>
                <a:cs typeface="League Spartan"/>
                <a:sym typeface="League Spartan"/>
              </a:rPr>
              <a:t>View Trip</a:t>
            </a:r>
          </a:p>
        </p:txBody>
      </p:sp>
      <p:sp>
        <p:nvSpPr>
          <p:cNvPr id="43" name="TextBox 22">
            <a:extLst>
              <a:ext uri="{FF2B5EF4-FFF2-40B4-BE49-F238E27FC236}">
                <a16:creationId xmlns:a16="http://schemas.microsoft.com/office/drawing/2014/main" id="{39E0185C-B35B-8F13-62C1-3E39A52EF590}"/>
              </a:ext>
            </a:extLst>
          </p:cNvPr>
          <p:cNvSpPr txBox="1"/>
          <p:nvPr/>
        </p:nvSpPr>
        <p:spPr>
          <a:xfrm>
            <a:off x="6964030" y="73783"/>
            <a:ext cx="1503275" cy="419346"/>
          </a:xfrm>
          <a:prstGeom prst="rect">
            <a:avLst/>
          </a:prstGeom>
        </p:spPr>
        <p:txBody>
          <a:bodyPr wrap="square" lIns="0" tIns="0" rIns="0" bIns="0" rtlCol="0" anchor="t">
            <a:spAutoFit/>
          </a:bodyPr>
          <a:lstStyle/>
          <a:p>
            <a:pPr algn="ctr">
              <a:lnSpc>
                <a:spcPts val="3359"/>
              </a:lnSpc>
              <a:spcBef>
                <a:spcPct val="0"/>
              </a:spcBef>
            </a:pPr>
            <a:r>
              <a:rPr lang="en-US" sz="2399" dirty="0">
                <a:solidFill>
                  <a:srgbClr val="FF0000"/>
                </a:solidFill>
                <a:latin typeface="League Spartan"/>
                <a:ea typeface="League Spartan"/>
                <a:cs typeface="League Spartan"/>
                <a:sym typeface="League Spartan"/>
              </a:rPr>
              <a:t>English </a:t>
            </a:r>
          </a:p>
        </p:txBody>
      </p:sp>
      <p:pic>
        <p:nvPicPr>
          <p:cNvPr id="42" name="Graphic 41" descr="Caret Down with solid fill">
            <a:extLst>
              <a:ext uri="{FF2B5EF4-FFF2-40B4-BE49-F238E27FC236}">
                <a16:creationId xmlns:a16="http://schemas.microsoft.com/office/drawing/2014/main" id="{94D0A66E-1059-4834-E0C2-4B6F42CBA152}"/>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rot="10800000" flipV="1">
            <a:off x="8213974" y="108137"/>
            <a:ext cx="457200" cy="457200"/>
          </a:xfrm>
          <a:prstGeom prst="rect">
            <a:avLst/>
          </a:prstGeom>
        </p:spPr>
      </p:pic>
      <p:grpSp>
        <p:nvGrpSpPr>
          <p:cNvPr id="24" name="Group 24"/>
          <p:cNvGrpSpPr/>
          <p:nvPr/>
        </p:nvGrpSpPr>
        <p:grpSpPr>
          <a:xfrm>
            <a:off x="-506610" y="-273584"/>
            <a:ext cx="11093846" cy="7746483"/>
            <a:chOff x="0" y="0"/>
            <a:chExt cx="3944653" cy="2754426"/>
          </a:xfrm>
        </p:grpSpPr>
        <p:sp>
          <p:nvSpPr>
            <p:cNvPr id="25" name="Freeform 25"/>
            <p:cNvSpPr/>
            <p:nvPr/>
          </p:nvSpPr>
          <p:spPr>
            <a:xfrm>
              <a:off x="0" y="0"/>
              <a:ext cx="3944653" cy="2754426"/>
            </a:xfrm>
            <a:custGeom>
              <a:avLst/>
              <a:gdLst/>
              <a:ahLst/>
              <a:cxnLst/>
              <a:rect l="l" t="t" r="r" b="b"/>
              <a:pathLst>
                <a:path w="3944653" h="2754426">
                  <a:moveTo>
                    <a:pt x="0" y="0"/>
                  </a:moveTo>
                  <a:lnTo>
                    <a:pt x="3944653" y="0"/>
                  </a:lnTo>
                  <a:lnTo>
                    <a:pt x="3944653" y="2754426"/>
                  </a:lnTo>
                  <a:lnTo>
                    <a:pt x="0" y="2754426"/>
                  </a:lnTo>
                  <a:close/>
                </a:path>
              </a:pathLst>
            </a:custGeom>
            <a:solidFill>
              <a:srgbClr val="FFFFFF">
                <a:alpha val="69804"/>
              </a:srgbClr>
            </a:solidFill>
          </p:spPr>
          <p:txBody>
            <a:bodyPr/>
            <a:lstStyle/>
            <a:p>
              <a:endParaRPr lang="en-SG" sz="1088"/>
            </a:p>
          </p:txBody>
        </p:sp>
        <p:sp>
          <p:nvSpPr>
            <p:cNvPr id="26" name="TextBox 26"/>
            <p:cNvSpPr txBox="1"/>
            <p:nvPr/>
          </p:nvSpPr>
          <p:spPr>
            <a:xfrm>
              <a:off x="0" y="-28575"/>
              <a:ext cx="3944653" cy="2783001"/>
            </a:xfrm>
            <a:prstGeom prst="rect">
              <a:avLst/>
            </a:prstGeom>
          </p:spPr>
          <p:txBody>
            <a:bodyPr lIns="40638" tIns="40638" rIns="40638" bIns="40638" rtlCol="0" anchor="ctr"/>
            <a:lstStyle/>
            <a:p>
              <a:pPr algn="ctr">
                <a:lnSpc>
                  <a:spcPts val="2016"/>
                </a:lnSpc>
              </a:pPr>
              <a:endParaRPr sz="1088"/>
            </a:p>
          </p:txBody>
        </p:sp>
      </p:grpSp>
      <p:grpSp>
        <p:nvGrpSpPr>
          <p:cNvPr id="27" name="Group 27"/>
          <p:cNvGrpSpPr/>
          <p:nvPr/>
        </p:nvGrpSpPr>
        <p:grpSpPr>
          <a:xfrm>
            <a:off x="2867962" y="1982023"/>
            <a:ext cx="4748773" cy="3082394"/>
            <a:chOff x="-37075" y="0"/>
            <a:chExt cx="7914971" cy="5137551"/>
          </a:xfrm>
        </p:grpSpPr>
        <p:grpSp>
          <p:nvGrpSpPr>
            <p:cNvPr id="28" name="Group 28"/>
            <p:cNvGrpSpPr/>
            <p:nvPr/>
          </p:nvGrpSpPr>
          <p:grpSpPr>
            <a:xfrm>
              <a:off x="0" y="0"/>
              <a:ext cx="7877896" cy="5137551"/>
              <a:chOff x="0" y="0"/>
              <a:chExt cx="2122525" cy="1384200"/>
            </a:xfrm>
          </p:grpSpPr>
          <p:sp>
            <p:nvSpPr>
              <p:cNvPr id="29" name="Freeform 29"/>
              <p:cNvSpPr/>
              <p:nvPr/>
            </p:nvSpPr>
            <p:spPr>
              <a:xfrm>
                <a:off x="0" y="0"/>
                <a:ext cx="2122525" cy="1384200"/>
              </a:xfrm>
              <a:custGeom>
                <a:avLst/>
                <a:gdLst/>
                <a:ahLst/>
                <a:cxnLst/>
                <a:rect l="l" t="t" r="r" b="b"/>
                <a:pathLst>
                  <a:path w="2122525" h="1384200">
                    <a:moveTo>
                      <a:pt x="47726" y="0"/>
                    </a:moveTo>
                    <a:lnTo>
                      <a:pt x="2074800" y="0"/>
                    </a:lnTo>
                    <a:cubicBezTo>
                      <a:pt x="2087457" y="0"/>
                      <a:pt x="2099596" y="5028"/>
                      <a:pt x="2108547" y="13978"/>
                    </a:cubicBezTo>
                    <a:cubicBezTo>
                      <a:pt x="2117497" y="22929"/>
                      <a:pt x="2122525" y="35068"/>
                      <a:pt x="2122525" y="47726"/>
                    </a:cubicBezTo>
                    <a:lnTo>
                      <a:pt x="2122525" y="1336474"/>
                    </a:lnTo>
                    <a:cubicBezTo>
                      <a:pt x="2122525" y="1362832"/>
                      <a:pt x="2101158" y="1384200"/>
                      <a:pt x="2074800" y="1384200"/>
                    </a:cubicBezTo>
                    <a:lnTo>
                      <a:pt x="47726" y="1384200"/>
                    </a:lnTo>
                    <a:cubicBezTo>
                      <a:pt x="21367" y="1384200"/>
                      <a:pt x="0" y="1362832"/>
                      <a:pt x="0" y="1336474"/>
                    </a:cubicBezTo>
                    <a:lnTo>
                      <a:pt x="0" y="47726"/>
                    </a:lnTo>
                    <a:cubicBezTo>
                      <a:pt x="0" y="21367"/>
                      <a:pt x="21367" y="0"/>
                      <a:pt x="47726" y="0"/>
                    </a:cubicBezTo>
                    <a:close/>
                  </a:path>
                </a:pathLst>
              </a:custGeom>
              <a:solidFill>
                <a:srgbClr val="FFF1EF"/>
              </a:solidFill>
            </p:spPr>
            <p:txBody>
              <a:bodyPr/>
              <a:lstStyle/>
              <a:p>
                <a:endParaRPr lang="en-SG" sz="1088"/>
              </a:p>
            </p:txBody>
          </p:sp>
          <p:sp>
            <p:nvSpPr>
              <p:cNvPr id="30" name="TextBox 30"/>
              <p:cNvSpPr txBox="1"/>
              <p:nvPr/>
            </p:nvSpPr>
            <p:spPr>
              <a:xfrm>
                <a:off x="0" y="-28575"/>
                <a:ext cx="2122525" cy="1412775"/>
              </a:xfrm>
              <a:prstGeom prst="rect">
                <a:avLst/>
              </a:prstGeom>
            </p:spPr>
            <p:txBody>
              <a:bodyPr lIns="40638" tIns="40638" rIns="40638" bIns="40638" rtlCol="0" anchor="ctr"/>
              <a:lstStyle/>
              <a:p>
                <a:pPr algn="ctr">
                  <a:lnSpc>
                    <a:spcPts val="2015"/>
                  </a:lnSpc>
                </a:pPr>
                <a:endParaRPr sz="1088"/>
              </a:p>
            </p:txBody>
          </p:sp>
        </p:grpSp>
        <p:grpSp>
          <p:nvGrpSpPr>
            <p:cNvPr id="31" name="Group 31"/>
            <p:cNvGrpSpPr/>
            <p:nvPr/>
          </p:nvGrpSpPr>
          <p:grpSpPr>
            <a:xfrm>
              <a:off x="1756652" y="3871273"/>
              <a:ext cx="4232046" cy="1055628"/>
              <a:chOff x="0" y="0"/>
              <a:chExt cx="1140231" cy="284416"/>
            </a:xfrm>
          </p:grpSpPr>
          <p:sp>
            <p:nvSpPr>
              <p:cNvPr id="32" name="Freeform 32">
                <a:hlinkClick r:id="rId23" action="ppaction://hlinksldjump"/>
              </p:cNvPr>
              <p:cNvSpPr/>
              <p:nvPr/>
            </p:nvSpPr>
            <p:spPr>
              <a:xfrm>
                <a:off x="0" y="0"/>
                <a:ext cx="1140231" cy="284416"/>
              </a:xfrm>
              <a:custGeom>
                <a:avLst/>
                <a:gdLst/>
                <a:ahLst/>
                <a:cxnLst/>
                <a:rect l="l" t="t" r="r" b="b"/>
                <a:pathLst>
                  <a:path w="1140231" h="284416">
                    <a:moveTo>
                      <a:pt x="937031" y="0"/>
                    </a:moveTo>
                    <a:cubicBezTo>
                      <a:pt x="1049256" y="0"/>
                      <a:pt x="1140231" y="63669"/>
                      <a:pt x="1140231" y="142208"/>
                    </a:cubicBezTo>
                    <a:cubicBezTo>
                      <a:pt x="1140231" y="220747"/>
                      <a:pt x="1049256" y="284416"/>
                      <a:pt x="937031" y="284416"/>
                    </a:cubicBezTo>
                    <a:lnTo>
                      <a:pt x="203200" y="284416"/>
                    </a:lnTo>
                    <a:cubicBezTo>
                      <a:pt x="90976" y="284416"/>
                      <a:pt x="0" y="220747"/>
                      <a:pt x="0" y="142208"/>
                    </a:cubicBezTo>
                    <a:cubicBezTo>
                      <a:pt x="0" y="63669"/>
                      <a:pt x="90976" y="0"/>
                      <a:pt x="203200" y="0"/>
                    </a:cubicBezTo>
                    <a:close/>
                  </a:path>
                </a:pathLst>
              </a:custGeom>
              <a:solidFill>
                <a:srgbClr val="F34336"/>
              </a:solidFill>
            </p:spPr>
            <p:txBody>
              <a:bodyPr/>
              <a:lstStyle/>
              <a:p>
                <a:endParaRPr lang="en-SG" sz="1088"/>
              </a:p>
            </p:txBody>
          </p:sp>
          <p:sp>
            <p:nvSpPr>
              <p:cNvPr id="33" name="TextBox 33"/>
              <p:cNvSpPr txBox="1"/>
              <p:nvPr/>
            </p:nvSpPr>
            <p:spPr>
              <a:xfrm>
                <a:off x="0" y="-28575"/>
                <a:ext cx="1140231" cy="312991"/>
              </a:xfrm>
              <a:prstGeom prst="rect">
                <a:avLst/>
              </a:prstGeom>
            </p:spPr>
            <p:txBody>
              <a:bodyPr lIns="40638" tIns="40638" rIns="40638" bIns="40638" rtlCol="0" anchor="ctr"/>
              <a:lstStyle/>
              <a:p>
                <a:pPr algn="ctr">
                  <a:lnSpc>
                    <a:spcPts val="2015"/>
                  </a:lnSpc>
                </a:pPr>
                <a:endParaRPr sz="1088"/>
              </a:p>
            </p:txBody>
          </p:sp>
        </p:grpSp>
        <p:sp>
          <p:nvSpPr>
            <p:cNvPr id="34" name="Freeform 34"/>
            <p:cNvSpPr/>
            <p:nvPr/>
          </p:nvSpPr>
          <p:spPr>
            <a:xfrm>
              <a:off x="676802" y="1163628"/>
              <a:ext cx="6500463" cy="1262173"/>
            </a:xfrm>
            <a:custGeom>
              <a:avLst/>
              <a:gdLst/>
              <a:ahLst/>
              <a:cxnLst/>
              <a:rect l="l" t="t" r="r" b="b"/>
              <a:pathLst>
                <a:path w="6500463" h="1262173">
                  <a:moveTo>
                    <a:pt x="0" y="0"/>
                  </a:moveTo>
                  <a:lnTo>
                    <a:pt x="6500463" y="0"/>
                  </a:lnTo>
                  <a:lnTo>
                    <a:pt x="6500463" y="1262173"/>
                  </a:lnTo>
                  <a:lnTo>
                    <a:pt x="0" y="1262173"/>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lstStyle/>
            <a:p>
              <a:endParaRPr lang="en-SG" sz="1088"/>
            </a:p>
          </p:txBody>
        </p:sp>
        <p:sp>
          <p:nvSpPr>
            <p:cNvPr id="35" name="TextBox 35">
              <a:hlinkClick r:id="rId23" action="ppaction://hlinksldjump"/>
            </p:cNvPr>
            <p:cNvSpPr txBox="1"/>
            <p:nvPr/>
          </p:nvSpPr>
          <p:spPr>
            <a:xfrm>
              <a:off x="1865369" y="4071574"/>
              <a:ext cx="4232047" cy="619322"/>
            </a:xfrm>
            <a:prstGeom prst="rect">
              <a:avLst/>
            </a:prstGeom>
          </p:spPr>
          <p:txBody>
            <a:bodyPr lIns="0" tIns="0" rIns="0" bIns="0" rtlCol="0" anchor="t">
              <a:spAutoFit/>
            </a:bodyPr>
            <a:lstStyle/>
            <a:p>
              <a:pPr algn="ctr">
                <a:lnSpc>
                  <a:spcPts val="3103"/>
                </a:lnSpc>
                <a:spcBef>
                  <a:spcPct val="0"/>
                </a:spcBef>
              </a:pPr>
              <a:r>
                <a:rPr lang="en-US" sz="2217" b="1" dirty="0">
                  <a:solidFill>
                    <a:srgbClr val="FDFDFD"/>
                  </a:solidFill>
                  <a:latin typeface="Canva Sans Bold"/>
                  <a:ea typeface="Canva Sans Bold"/>
                  <a:cs typeface="Canva Sans Bold"/>
                  <a:sym typeface="Canva Sans Bold"/>
                </a:rPr>
                <a:t>Submit</a:t>
              </a:r>
            </a:p>
          </p:txBody>
        </p:sp>
        <p:sp>
          <p:nvSpPr>
            <p:cNvPr id="36" name="TextBox 36"/>
            <p:cNvSpPr txBox="1"/>
            <p:nvPr/>
          </p:nvSpPr>
          <p:spPr>
            <a:xfrm>
              <a:off x="-37075" y="189828"/>
              <a:ext cx="7790434" cy="778880"/>
            </a:xfrm>
            <a:prstGeom prst="rect">
              <a:avLst/>
            </a:prstGeom>
          </p:spPr>
          <p:txBody>
            <a:bodyPr wrap="square" lIns="0" tIns="0" rIns="0" bIns="0" rtlCol="0" anchor="t">
              <a:spAutoFit/>
            </a:bodyPr>
            <a:lstStyle/>
            <a:p>
              <a:pPr algn="ctr">
                <a:lnSpc>
                  <a:spcPts val="3902"/>
                </a:lnSpc>
                <a:spcBef>
                  <a:spcPct val="0"/>
                </a:spcBef>
              </a:pPr>
              <a:r>
                <a:rPr lang="en-US" sz="2786" b="1" dirty="0">
                  <a:solidFill>
                    <a:srgbClr val="F34336"/>
                  </a:solidFill>
                  <a:latin typeface="Canva Sans Bold"/>
                  <a:ea typeface="Canva Sans Bold"/>
                  <a:cs typeface="Canva Sans Bold"/>
                  <a:sym typeface="Canva Sans Bold"/>
                </a:rPr>
                <a:t>Rate your experience</a:t>
              </a:r>
            </a:p>
          </p:txBody>
        </p:sp>
        <p:grpSp>
          <p:nvGrpSpPr>
            <p:cNvPr id="37" name="Group 37"/>
            <p:cNvGrpSpPr/>
            <p:nvPr/>
          </p:nvGrpSpPr>
          <p:grpSpPr>
            <a:xfrm>
              <a:off x="735366" y="2835185"/>
              <a:ext cx="6591125" cy="841167"/>
              <a:chOff x="0" y="0"/>
              <a:chExt cx="1775833" cy="226634"/>
            </a:xfrm>
          </p:grpSpPr>
          <p:sp>
            <p:nvSpPr>
              <p:cNvPr id="38" name="Freeform 38"/>
              <p:cNvSpPr/>
              <p:nvPr/>
            </p:nvSpPr>
            <p:spPr>
              <a:xfrm>
                <a:off x="0" y="0"/>
                <a:ext cx="1775833" cy="226634"/>
              </a:xfrm>
              <a:custGeom>
                <a:avLst/>
                <a:gdLst/>
                <a:ahLst/>
                <a:cxnLst/>
                <a:rect l="l" t="t" r="r" b="b"/>
                <a:pathLst>
                  <a:path w="1775833" h="226634">
                    <a:moveTo>
                      <a:pt x="1572633" y="0"/>
                    </a:moveTo>
                    <a:cubicBezTo>
                      <a:pt x="1684857" y="0"/>
                      <a:pt x="1775833" y="50734"/>
                      <a:pt x="1775833" y="113317"/>
                    </a:cubicBezTo>
                    <a:cubicBezTo>
                      <a:pt x="1775833" y="175900"/>
                      <a:pt x="1684857" y="226634"/>
                      <a:pt x="1572633" y="226634"/>
                    </a:cubicBezTo>
                    <a:lnTo>
                      <a:pt x="203200" y="226634"/>
                    </a:lnTo>
                    <a:cubicBezTo>
                      <a:pt x="90976" y="226634"/>
                      <a:pt x="0" y="175900"/>
                      <a:pt x="0" y="113317"/>
                    </a:cubicBezTo>
                    <a:cubicBezTo>
                      <a:pt x="0" y="50734"/>
                      <a:pt x="90976" y="0"/>
                      <a:pt x="203200" y="0"/>
                    </a:cubicBezTo>
                    <a:close/>
                  </a:path>
                </a:pathLst>
              </a:custGeom>
              <a:solidFill>
                <a:srgbClr val="000000">
                  <a:alpha val="0"/>
                </a:srgbClr>
              </a:solidFill>
              <a:ln w="19050" cap="sq">
                <a:solidFill>
                  <a:srgbClr val="AF4245"/>
                </a:solidFill>
                <a:prstDash val="solid"/>
                <a:miter/>
              </a:ln>
            </p:spPr>
            <p:txBody>
              <a:bodyPr/>
              <a:lstStyle/>
              <a:p>
                <a:endParaRPr lang="en-SG" sz="1088"/>
              </a:p>
            </p:txBody>
          </p:sp>
          <p:sp>
            <p:nvSpPr>
              <p:cNvPr id="39" name="TextBox 39"/>
              <p:cNvSpPr txBox="1"/>
              <p:nvPr/>
            </p:nvSpPr>
            <p:spPr>
              <a:xfrm>
                <a:off x="0" y="-28575"/>
                <a:ext cx="1775833" cy="255209"/>
              </a:xfrm>
              <a:prstGeom prst="rect">
                <a:avLst/>
              </a:prstGeom>
            </p:spPr>
            <p:txBody>
              <a:bodyPr lIns="40638" tIns="40638" rIns="40638" bIns="40638" rtlCol="0" anchor="ctr"/>
              <a:lstStyle/>
              <a:p>
                <a:pPr algn="ctr">
                  <a:lnSpc>
                    <a:spcPts val="2015"/>
                  </a:lnSpc>
                </a:pPr>
                <a:endParaRPr sz="1088"/>
              </a:p>
            </p:txBody>
          </p:sp>
        </p:grpSp>
        <p:sp>
          <p:nvSpPr>
            <p:cNvPr id="40" name="TextBox 40"/>
            <p:cNvSpPr txBox="1"/>
            <p:nvPr/>
          </p:nvSpPr>
          <p:spPr>
            <a:xfrm>
              <a:off x="1522647" y="3028618"/>
              <a:ext cx="4982150" cy="420540"/>
            </a:xfrm>
            <a:prstGeom prst="rect">
              <a:avLst/>
            </a:prstGeom>
          </p:spPr>
          <p:txBody>
            <a:bodyPr wrap="square" lIns="0" tIns="0" rIns="0" bIns="0" rtlCol="0" anchor="t">
              <a:spAutoFit/>
            </a:bodyPr>
            <a:lstStyle/>
            <a:p>
              <a:pPr algn="ctr">
                <a:lnSpc>
                  <a:spcPts val="2128"/>
                </a:lnSpc>
                <a:spcBef>
                  <a:spcPct val="0"/>
                </a:spcBef>
              </a:pPr>
              <a:r>
                <a:rPr lang="en-US" sz="1520" dirty="0">
                  <a:solidFill>
                    <a:srgbClr val="000000"/>
                  </a:solidFill>
                  <a:latin typeface="Canva Sans"/>
                  <a:ea typeface="Canva Sans"/>
                  <a:cs typeface="Canva Sans"/>
                  <a:sym typeface="Canva Sans"/>
                </a:rPr>
                <a:t>Tell us more (optional)</a:t>
              </a:r>
            </a:p>
          </p:txBody>
        </p:sp>
        <p:sp>
          <p:nvSpPr>
            <p:cNvPr id="41" name="Freeform 41">
              <a:hlinkClick r:id="rId23" action="ppaction://hlinksldjump"/>
            </p:cNvPr>
            <p:cNvSpPr/>
            <p:nvPr/>
          </p:nvSpPr>
          <p:spPr>
            <a:xfrm>
              <a:off x="7177265" y="288047"/>
              <a:ext cx="576094" cy="576094"/>
            </a:xfrm>
            <a:custGeom>
              <a:avLst/>
              <a:gdLst/>
              <a:ahLst/>
              <a:cxnLst/>
              <a:rect l="l" t="t" r="r" b="b"/>
              <a:pathLst>
                <a:path w="576094" h="576094">
                  <a:moveTo>
                    <a:pt x="0" y="0"/>
                  </a:moveTo>
                  <a:lnTo>
                    <a:pt x="576094" y="0"/>
                  </a:lnTo>
                  <a:lnTo>
                    <a:pt x="576094" y="576095"/>
                  </a:lnTo>
                  <a:lnTo>
                    <a:pt x="0" y="576095"/>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txBody>
            <a:bodyPr/>
            <a:lstStyle/>
            <a:p>
              <a:endParaRPr lang="en-SG" sz="1088"/>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2585047" y="4543185"/>
            <a:ext cx="14067754" cy="2866305"/>
          </a:xfrm>
          <a:custGeom>
            <a:avLst/>
            <a:gdLst/>
            <a:ahLst/>
            <a:cxnLst/>
            <a:rect l="l" t="t" r="r" b="b"/>
            <a:pathLst>
              <a:path w="17585468" h="3583039">
                <a:moveTo>
                  <a:pt x="17585467" y="0"/>
                </a:moveTo>
                <a:lnTo>
                  <a:pt x="0" y="0"/>
                </a:lnTo>
                <a:lnTo>
                  <a:pt x="0" y="3583039"/>
                </a:lnTo>
                <a:lnTo>
                  <a:pt x="17585467" y="3583039"/>
                </a:lnTo>
                <a:lnTo>
                  <a:pt x="17585467"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SG" sz="1088"/>
          </a:p>
        </p:txBody>
      </p:sp>
      <p:sp>
        <p:nvSpPr>
          <p:cNvPr id="3" name="Freeform 3"/>
          <p:cNvSpPr/>
          <p:nvPr/>
        </p:nvSpPr>
        <p:spPr>
          <a:xfrm>
            <a:off x="-585716" y="1840457"/>
            <a:ext cx="12068424" cy="5556005"/>
          </a:xfrm>
          <a:custGeom>
            <a:avLst/>
            <a:gdLst/>
            <a:ahLst/>
            <a:cxnLst/>
            <a:rect l="l" t="t" r="r" b="b"/>
            <a:pathLst>
              <a:path w="15086195" h="6945313">
                <a:moveTo>
                  <a:pt x="0" y="0"/>
                </a:moveTo>
                <a:lnTo>
                  <a:pt x="15086195" y="0"/>
                </a:lnTo>
                <a:lnTo>
                  <a:pt x="15086195" y="6945313"/>
                </a:lnTo>
                <a:lnTo>
                  <a:pt x="0" y="6945313"/>
                </a:lnTo>
                <a:lnTo>
                  <a:pt x="0" y="0"/>
                </a:lnTo>
                <a:close/>
              </a:path>
            </a:pathLst>
          </a:custGeom>
          <a:blipFill>
            <a:blip r:embed="rId4">
              <a:alphaModFix amt="6000"/>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4" name="Freeform 4"/>
          <p:cNvSpPr/>
          <p:nvPr/>
        </p:nvSpPr>
        <p:spPr>
          <a:xfrm>
            <a:off x="496" y="1840456"/>
            <a:ext cx="468018" cy="1104466"/>
          </a:xfrm>
          <a:custGeom>
            <a:avLst/>
            <a:gdLst/>
            <a:ahLst/>
            <a:cxnLst/>
            <a:rect l="l" t="t" r="r" b="b"/>
            <a:pathLst>
              <a:path w="585048" h="1380643">
                <a:moveTo>
                  <a:pt x="0" y="0"/>
                </a:moveTo>
                <a:lnTo>
                  <a:pt x="585048" y="0"/>
                </a:lnTo>
                <a:lnTo>
                  <a:pt x="585048" y="1380643"/>
                </a:lnTo>
                <a:lnTo>
                  <a:pt x="0" y="1380643"/>
                </a:lnTo>
                <a:lnTo>
                  <a:pt x="0" y="0"/>
                </a:lnTo>
                <a:close/>
              </a:path>
            </a:pathLst>
          </a:custGeom>
          <a:blipFill>
            <a:blip r:embed="rId6">
              <a:alphaModFix amt="6999"/>
              <a:extLst>
                <a:ext uri="{96DAC541-7B7A-43D3-8B79-37D633B846F1}">
                  <asvg:svgBlip xmlns:asvg="http://schemas.microsoft.com/office/drawing/2016/SVG/main" r:embed="rId7"/>
                </a:ext>
              </a:extLst>
            </a:blip>
            <a:stretch>
              <a:fillRect/>
            </a:stretch>
          </a:blipFill>
        </p:spPr>
        <p:txBody>
          <a:bodyPr/>
          <a:lstStyle/>
          <a:p>
            <a:endParaRPr lang="en-SG" sz="1088"/>
          </a:p>
        </p:txBody>
      </p:sp>
      <p:grpSp>
        <p:nvGrpSpPr>
          <p:cNvPr id="5" name="Group 5"/>
          <p:cNvGrpSpPr/>
          <p:nvPr/>
        </p:nvGrpSpPr>
        <p:grpSpPr>
          <a:xfrm>
            <a:off x="866228" y="1368620"/>
            <a:ext cx="7206509" cy="4585848"/>
            <a:chOff x="0" y="0"/>
            <a:chExt cx="1724345" cy="1097284"/>
          </a:xfrm>
        </p:grpSpPr>
        <p:sp>
          <p:nvSpPr>
            <p:cNvPr id="6" name="Freeform 6"/>
            <p:cNvSpPr/>
            <p:nvPr/>
          </p:nvSpPr>
          <p:spPr>
            <a:xfrm>
              <a:off x="0" y="0"/>
              <a:ext cx="1724345" cy="1097284"/>
            </a:xfrm>
            <a:custGeom>
              <a:avLst/>
              <a:gdLst/>
              <a:ahLst/>
              <a:cxnLst/>
              <a:rect l="l" t="t" r="r" b="b"/>
              <a:pathLst>
                <a:path w="1724345" h="1097284">
                  <a:moveTo>
                    <a:pt x="0" y="0"/>
                  </a:moveTo>
                  <a:lnTo>
                    <a:pt x="1724345" y="0"/>
                  </a:lnTo>
                  <a:lnTo>
                    <a:pt x="1724345" y="1097284"/>
                  </a:lnTo>
                  <a:lnTo>
                    <a:pt x="0" y="1097284"/>
                  </a:lnTo>
                  <a:close/>
                </a:path>
              </a:pathLst>
            </a:custGeom>
            <a:solidFill>
              <a:srgbClr val="FFF1EF"/>
            </a:solidFill>
          </p:spPr>
          <p:txBody>
            <a:bodyPr/>
            <a:lstStyle/>
            <a:p>
              <a:endParaRPr lang="en-SG" sz="1088"/>
            </a:p>
          </p:txBody>
        </p:sp>
        <p:sp>
          <p:nvSpPr>
            <p:cNvPr id="7" name="TextBox 7"/>
            <p:cNvSpPr txBox="1"/>
            <p:nvPr/>
          </p:nvSpPr>
          <p:spPr>
            <a:xfrm>
              <a:off x="0" y="-28575"/>
              <a:ext cx="1724345" cy="1125859"/>
            </a:xfrm>
            <a:prstGeom prst="rect">
              <a:avLst/>
            </a:prstGeom>
          </p:spPr>
          <p:txBody>
            <a:bodyPr lIns="40638" tIns="40638" rIns="40638" bIns="40638" rtlCol="0" anchor="ctr"/>
            <a:lstStyle/>
            <a:p>
              <a:pPr algn="ctr">
                <a:lnSpc>
                  <a:spcPts val="2016"/>
                </a:lnSpc>
              </a:pPr>
              <a:endParaRPr sz="1088"/>
            </a:p>
          </p:txBody>
        </p:sp>
      </p:grpSp>
      <p:graphicFrame>
        <p:nvGraphicFramePr>
          <p:cNvPr id="8" name="Table 8"/>
          <p:cNvGraphicFramePr>
            <a:graphicFrameLocks noGrp="1"/>
          </p:cNvGraphicFramePr>
          <p:nvPr>
            <p:extLst>
              <p:ext uri="{D42A27DB-BD31-4B8C-83A1-F6EECF244321}">
                <p14:modId xmlns:p14="http://schemas.microsoft.com/office/powerpoint/2010/main" val="4070165031"/>
              </p:ext>
            </p:extLst>
          </p:nvPr>
        </p:nvGraphicFramePr>
        <p:xfrm>
          <a:off x="704182" y="1288077"/>
          <a:ext cx="7423060" cy="4756432"/>
        </p:xfrm>
        <a:graphic>
          <a:graphicData uri="http://schemas.openxmlformats.org/drawingml/2006/table">
            <a:tbl>
              <a:tblPr/>
              <a:tblGrid>
                <a:gridCol w="7423060">
                  <a:extLst>
                    <a:ext uri="{9D8B030D-6E8A-4147-A177-3AD203B41FA5}">
                      <a16:colId xmlns:a16="http://schemas.microsoft.com/office/drawing/2014/main" val="20000"/>
                    </a:ext>
                  </a:extLst>
                </a:gridCol>
              </a:tblGrid>
              <a:tr h="942957">
                <a:tc>
                  <a:txBody>
                    <a:bodyPr/>
                    <a:lstStyle/>
                    <a:p>
                      <a:pPr algn="ctr">
                        <a:lnSpc>
                          <a:spcPts val="3744"/>
                        </a:lnSpc>
                        <a:defRPr/>
                      </a:pPr>
                      <a:endParaRPr lang="en-US" sz="900" dirty="0"/>
                    </a:p>
                  </a:txBody>
                  <a:tcPr marL="226461" marR="226461" marT="226461" marB="226461" anchor="ctr">
                    <a:lnL w="63102" cap="flat" cmpd="sng" algn="ctr">
                      <a:solidFill>
                        <a:srgbClr val="FFFFFF"/>
                      </a:solidFill>
                      <a:prstDash val="solid"/>
                      <a:round/>
                      <a:headEnd type="none" w="med" len="med"/>
                      <a:tailEnd type="none" w="med" len="med"/>
                    </a:lnL>
                    <a:lnR w="63102" cap="flat" cmpd="sng" algn="ctr">
                      <a:solidFill>
                        <a:srgbClr val="FFFFFF"/>
                      </a:solidFill>
                      <a:prstDash val="solid"/>
                      <a:round/>
                      <a:headEnd type="none" w="med" len="med"/>
                      <a:tailEnd type="none" w="med" len="med"/>
                    </a:lnR>
                    <a:lnT w="63102" cap="flat" cmpd="sng" algn="ctr">
                      <a:solidFill>
                        <a:srgbClr val="FFFFFF"/>
                      </a:solidFill>
                      <a:prstDash val="solid"/>
                      <a:round/>
                      <a:headEnd type="none" w="med" len="med"/>
                      <a:tailEnd type="none" w="med" len="med"/>
                    </a:lnT>
                    <a:lnB w="63102"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942957">
                <a:tc>
                  <a:txBody>
                    <a:bodyPr/>
                    <a:lstStyle/>
                    <a:p>
                      <a:pPr algn="ctr">
                        <a:lnSpc>
                          <a:spcPts val="3744"/>
                        </a:lnSpc>
                        <a:defRPr/>
                      </a:pPr>
                      <a:endParaRPr lang="en-US" sz="900"/>
                    </a:p>
                  </a:txBody>
                  <a:tcPr marL="226461" marR="226461" marT="226461" marB="226461" anchor="ctr">
                    <a:lnL w="63102" cap="flat" cmpd="sng" algn="ctr">
                      <a:solidFill>
                        <a:srgbClr val="FFFFFF"/>
                      </a:solidFill>
                      <a:prstDash val="solid"/>
                      <a:round/>
                      <a:headEnd type="none" w="med" len="med"/>
                      <a:tailEnd type="none" w="med" len="med"/>
                    </a:lnL>
                    <a:lnR w="63102" cap="flat" cmpd="sng" algn="ctr">
                      <a:solidFill>
                        <a:srgbClr val="FFFFFF"/>
                      </a:solidFill>
                      <a:prstDash val="solid"/>
                      <a:round/>
                      <a:headEnd type="none" w="med" len="med"/>
                      <a:tailEnd type="none" w="med" len="med"/>
                    </a:lnR>
                    <a:lnT w="63102" cap="flat" cmpd="sng" algn="ctr">
                      <a:solidFill>
                        <a:srgbClr val="FFFFFF"/>
                      </a:solidFill>
                      <a:prstDash val="solid"/>
                      <a:round/>
                      <a:headEnd type="none" w="med" len="med"/>
                      <a:tailEnd type="none" w="med" len="med"/>
                    </a:lnT>
                    <a:lnB w="63102"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942957">
                <a:tc>
                  <a:txBody>
                    <a:bodyPr/>
                    <a:lstStyle/>
                    <a:p>
                      <a:pPr algn="ctr">
                        <a:lnSpc>
                          <a:spcPts val="3744"/>
                        </a:lnSpc>
                        <a:defRPr/>
                      </a:pPr>
                      <a:endParaRPr lang="en-US" sz="900"/>
                    </a:p>
                  </a:txBody>
                  <a:tcPr marL="226461" marR="226461" marT="226461" marB="226461" anchor="ctr">
                    <a:lnL w="63102" cap="flat" cmpd="sng" algn="ctr">
                      <a:solidFill>
                        <a:srgbClr val="FFFFFF"/>
                      </a:solidFill>
                      <a:prstDash val="solid"/>
                      <a:round/>
                      <a:headEnd type="none" w="med" len="med"/>
                      <a:tailEnd type="none" w="med" len="med"/>
                    </a:lnL>
                    <a:lnR w="63102" cap="flat" cmpd="sng" algn="ctr">
                      <a:solidFill>
                        <a:srgbClr val="FFFFFF"/>
                      </a:solidFill>
                      <a:prstDash val="solid"/>
                      <a:round/>
                      <a:headEnd type="none" w="med" len="med"/>
                      <a:tailEnd type="none" w="med" len="med"/>
                    </a:lnR>
                    <a:lnT w="63102" cap="flat" cmpd="sng" algn="ctr">
                      <a:solidFill>
                        <a:srgbClr val="FFFFFF"/>
                      </a:solidFill>
                      <a:prstDash val="solid"/>
                      <a:round/>
                      <a:headEnd type="none" w="med" len="med"/>
                      <a:tailEnd type="none" w="med" len="med"/>
                    </a:lnT>
                    <a:lnB w="63102"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942957">
                <a:tc>
                  <a:txBody>
                    <a:bodyPr/>
                    <a:lstStyle/>
                    <a:p>
                      <a:pPr algn="ctr">
                        <a:lnSpc>
                          <a:spcPts val="3744"/>
                        </a:lnSpc>
                        <a:defRPr/>
                      </a:pPr>
                      <a:endParaRPr lang="en-US" sz="900"/>
                    </a:p>
                  </a:txBody>
                  <a:tcPr marL="226461" marR="226461" marT="226461" marB="226461" anchor="ctr">
                    <a:lnL w="63102" cap="flat" cmpd="sng" algn="ctr">
                      <a:solidFill>
                        <a:srgbClr val="FFFFFF"/>
                      </a:solidFill>
                      <a:prstDash val="solid"/>
                      <a:round/>
                      <a:headEnd type="none" w="med" len="med"/>
                      <a:tailEnd type="none" w="med" len="med"/>
                    </a:lnL>
                    <a:lnR w="63102" cap="flat" cmpd="sng" algn="ctr">
                      <a:solidFill>
                        <a:srgbClr val="FFFFFF"/>
                      </a:solidFill>
                      <a:prstDash val="solid"/>
                      <a:round/>
                      <a:headEnd type="none" w="med" len="med"/>
                      <a:tailEnd type="none" w="med" len="med"/>
                    </a:lnR>
                    <a:lnT w="63102" cap="flat" cmpd="sng" algn="ctr">
                      <a:solidFill>
                        <a:srgbClr val="FFFFFF"/>
                      </a:solidFill>
                      <a:prstDash val="solid"/>
                      <a:round/>
                      <a:headEnd type="none" w="med" len="med"/>
                      <a:tailEnd type="none" w="med" len="med"/>
                    </a:lnT>
                    <a:lnB w="63102"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984604">
                <a:tc>
                  <a:txBody>
                    <a:bodyPr/>
                    <a:lstStyle/>
                    <a:p>
                      <a:pPr algn="ctr">
                        <a:lnSpc>
                          <a:spcPts val="3744"/>
                        </a:lnSpc>
                        <a:defRPr/>
                      </a:pPr>
                      <a:endParaRPr lang="en-US" sz="900" dirty="0"/>
                    </a:p>
                  </a:txBody>
                  <a:tcPr marL="226461" marR="226461" marT="226461" marB="226461" anchor="ctr">
                    <a:lnL w="63102" cap="flat" cmpd="sng" algn="ctr">
                      <a:solidFill>
                        <a:srgbClr val="FFFFFF"/>
                      </a:solidFill>
                      <a:prstDash val="solid"/>
                      <a:round/>
                      <a:headEnd type="none" w="med" len="med"/>
                      <a:tailEnd type="none" w="med" len="med"/>
                    </a:lnL>
                    <a:lnR w="63102" cap="flat" cmpd="sng" algn="ctr">
                      <a:solidFill>
                        <a:srgbClr val="FFFFFF"/>
                      </a:solidFill>
                      <a:prstDash val="solid"/>
                      <a:round/>
                      <a:headEnd type="none" w="med" len="med"/>
                      <a:tailEnd type="none" w="med" len="med"/>
                    </a:lnR>
                    <a:lnT w="63102" cap="flat" cmpd="sng" algn="ctr">
                      <a:solidFill>
                        <a:srgbClr val="FFFFFF"/>
                      </a:solidFill>
                      <a:prstDash val="solid"/>
                      <a:round/>
                      <a:headEnd type="none" w="med" len="med"/>
                      <a:tailEnd type="none" w="med" len="med"/>
                    </a:lnT>
                    <a:lnB w="63102"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Freeform 9"/>
          <p:cNvSpPr/>
          <p:nvPr/>
        </p:nvSpPr>
        <p:spPr>
          <a:xfrm>
            <a:off x="1129621" y="4470890"/>
            <a:ext cx="378375" cy="295133"/>
          </a:xfrm>
          <a:custGeom>
            <a:avLst/>
            <a:gdLst/>
            <a:ahLst/>
            <a:cxnLst/>
            <a:rect l="l" t="t" r="r" b="b"/>
            <a:pathLst>
              <a:path w="472990" h="368932">
                <a:moveTo>
                  <a:pt x="0" y="0"/>
                </a:moveTo>
                <a:lnTo>
                  <a:pt x="472990" y="0"/>
                </a:lnTo>
                <a:lnTo>
                  <a:pt x="472990" y="368933"/>
                </a:lnTo>
                <a:lnTo>
                  <a:pt x="0" y="36893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SG" sz="1088"/>
          </a:p>
        </p:txBody>
      </p:sp>
      <p:sp>
        <p:nvSpPr>
          <p:cNvPr id="10" name="Freeform 10"/>
          <p:cNvSpPr/>
          <p:nvPr/>
        </p:nvSpPr>
        <p:spPr>
          <a:xfrm>
            <a:off x="1113913" y="5256240"/>
            <a:ext cx="409792" cy="337565"/>
          </a:xfrm>
          <a:custGeom>
            <a:avLst/>
            <a:gdLst/>
            <a:ahLst/>
            <a:cxnLst/>
            <a:rect l="l" t="t" r="r" b="b"/>
            <a:pathLst>
              <a:path w="512262" h="421975">
                <a:moveTo>
                  <a:pt x="0" y="0"/>
                </a:moveTo>
                <a:lnTo>
                  <a:pt x="512262" y="0"/>
                </a:lnTo>
                <a:lnTo>
                  <a:pt x="512262" y="421975"/>
                </a:lnTo>
                <a:lnTo>
                  <a:pt x="0" y="42197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SG" sz="1088"/>
          </a:p>
        </p:txBody>
      </p:sp>
      <p:grpSp>
        <p:nvGrpSpPr>
          <p:cNvPr id="11" name="Group 11"/>
          <p:cNvGrpSpPr/>
          <p:nvPr/>
        </p:nvGrpSpPr>
        <p:grpSpPr>
          <a:xfrm>
            <a:off x="866228" y="-210176"/>
            <a:ext cx="4419405" cy="1578794"/>
            <a:chOff x="0" y="0"/>
            <a:chExt cx="7366000" cy="2631440"/>
          </a:xfrm>
        </p:grpSpPr>
        <p:sp>
          <p:nvSpPr>
            <p:cNvPr id="12" name="Freeform 12"/>
            <p:cNvSpPr/>
            <p:nvPr/>
          </p:nvSpPr>
          <p:spPr>
            <a:xfrm>
              <a:off x="254000" y="0"/>
              <a:ext cx="7112000" cy="2631440"/>
            </a:xfrm>
            <a:custGeom>
              <a:avLst/>
              <a:gdLst/>
              <a:ahLst/>
              <a:cxnLst/>
              <a:rect l="l" t="t" r="r" b="b"/>
              <a:pathLst>
                <a:path w="7112000" h="2631440">
                  <a:moveTo>
                    <a:pt x="0" y="0"/>
                  </a:moveTo>
                  <a:lnTo>
                    <a:pt x="7112000" y="0"/>
                  </a:lnTo>
                  <a:lnTo>
                    <a:pt x="7112000" y="2631440"/>
                  </a:lnTo>
                  <a:lnTo>
                    <a:pt x="0" y="2631440"/>
                  </a:lnTo>
                  <a:lnTo>
                    <a:pt x="0" y="0"/>
                  </a:lnTo>
                  <a:close/>
                </a:path>
              </a:pathLst>
            </a:custGeom>
            <a:blipFill>
              <a:blip r:embed="rId12">
                <a:alphaModFix amt="6999"/>
                <a:extLst>
                  <a:ext uri="{96DAC541-7B7A-43D3-8B79-37D633B846F1}">
                    <asvg:svgBlip xmlns:asvg="http://schemas.microsoft.com/office/drawing/2016/SVG/main" r:embed="rId13"/>
                  </a:ext>
                </a:extLst>
              </a:blip>
              <a:stretch>
                <a:fillRect/>
              </a:stretch>
            </a:blipFill>
          </p:spPr>
          <p:txBody>
            <a:bodyPr/>
            <a:lstStyle/>
            <a:p>
              <a:endParaRPr lang="en-SG" sz="1088"/>
            </a:p>
          </p:txBody>
        </p:sp>
        <p:grpSp>
          <p:nvGrpSpPr>
            <p:cNvPr id="13" name="Group 13"/>
            <p:cNvGrpSpPr/>
            <p:nvPr/>
          </p:nvGrpSpPr>
          <p:grpSpPr>
            <a:xfrm>
              <a:off x="0" y="760786"/>
              <a:ext cx="5439934" cy="1101469"/>
              <a:chOff x="0" y="0"/>
              <a:chExt cx="1160519" cy="234980"/>
            </a:xfrm>
          </p:grpSpPr>
          <p:sp>
            <p:nvSpPr>
              <p:cNvPr id="14" name="Freeform 14"/>
              <p:cNvSpPr/>
              <p:nvPr/>
            </p:nvSpPr>
            <p:spPr>
              <a:xfrm>
                <a:off x="0" y="0"/>
                <a:ext cx="1160519" cy="234980"/>
              </a:xfrm>
              <a:custGeom>
                <a:avLst/>
                <a:gdLst/>
                <a:ahLst/>
                <a:cxnLst/>
                <a:rect l="l" t="t" r="r" b="b"/>
                <a:pathLst>
                  <a:path w="1160519" h="234980">
                    <a:moveTo>
                      <a:pt x="60722" y="0"/>
                    </a:moveTo>
                    <a:lnTo>
                      <a:pt x="1099798" y="0"/>
                    </a:lnTo>
                    <a:cubicBezTo>
                      <a:pt x="1115902" y="0"/>
                      <a:pt x="1131347" y="6397"/>
                      <a:pt x="1142734" y="17785"/>
                    </a:cubicBezTo>
                    <a:cubicBezTo>
                      <a:pt x="1154122" y="29172"/>
                      <a:pt x="1160519" y="44617"/>
                      <a:pt x="1160519" y="60722"/>
                    </a:cubicBezTo>
                    <a:lnTo>
                      <a:pt x="1160519" y="174258"/>
                    </a:lnTo>
                    <a:cubicBezTo>
                      <a:pt x="1160519" y="190363"/>
                      <a:pt x="1154122" y="205808"/>
                      <a:pt x="1142734" y="217195"/>
                    </a:cubicBezTo>
                    <a:cubicBezTo>
                      <a:pt x="1131347" y="228583"/>
                      <a:pt x="1115902" y="234980"/>
                      <a:pt x="1099798" y="234980"/>
                    </a:cubicBezTo>
                    <a:lnTo>
                      <a:pt x="60722" y="234980"/>
                    </a:lnTo>
                    <a:cubicBezTo>
                      <a:pt x="27186" y="234980"/>
                      <a:pt x="0" y="207794"/>
                      <a:pt x="0" y="174258"/>
                    </a:cubicBezTo>
                    <a:lnTo>
                      <a:pt x="0" y="60722"/>
                    </a:lnTo>
                    <a:cubicBezTo>
                      <a:pt x="0" y="44617"/>
                      <a:pt x="6397" y="29172"/>
                      <a:pt x="17785" y="17785"/>
                    </a:cubicBezTo>
                    <a:cubicBezTo>
                      <a:pt x="29172" y="6397"/>
                      <a:pt x="44617" y="0"/>
                      <a:pt x="60722" y="0"/>
                    </a:cubicBezTo>
                    <a:close/>
                  </a:path>
                </a:pathLst>
              </a:custGeom>
              <a:solidFill>
                <a:srgbClr val="F34336"/>
              </a:solidFill>
            </p:spPr>
            <p:txBody>
              <a:bodyPr/>
              <a:lstStyle/>
              <a:p>
                <a:endParaRPr lang="en-SG" sz="1088"/>
              </a:p>
            </p:txBody>
          </p:sp>
          <p:sp>
            <p:nvSpPr>
              <p:cNvPr id="15" name="TextBox 15"/>
              <p:cNvSpPr txBox="1"/>
              <p:nvPr/>
            </p:nvSpPr>
            <p:spPr>
              <a:xfrm>
                <a:off x="0" y="-28575"/>
                <a:ext cx="1160519" cy="263555"/>
              </a:xfrm>
              <a:prstGeom prst="rect">
                <a:avLst/>
              </a:prstGeom>
            </p:spPr>
            <p:txBody>
              <a:bodyPr lIns="40638" tIns="40638" rIns="40638" bIns="40638" rtlCol="0" anchor="ctr"/>
              <a:lstStyle/>
              <a:p>
                <a:pPr algn="ctr">
                  <a:lnSpc>
                    <a:spcPts val="2016"/>
                  </a:lnSpc>
                </a:pPr>
                <a:endParaRPr sz="1088"/>
              </a:p>
            </p:txBody>
          </p:sp>
        </p:grpSp>
        <p:sp>
          <p:nvSpPr>
            <p:cNvPr id="16" name="TextBox 16"/>
            <p:cNvSpPr txBox="1"/>
            <p:nvPr/>
          </p:nvSpPr>
          <p:spPr>
            <a:xfrm>
              <a:off x="651124" y="955646"/>
              <a:ext cx="4137686" cy="698941"/>
            </a:xfrm>
            <a:prstGeom prst="rect">
              <a:avLst/>
            </a:prstGeom>
          </p:spPr>
          <p:txBody>
            <a:bodyPr wrap="square" lIns="0" tIns="0" rIns="0" bIns="0" rtlCol="0" anchor="t">
              <a:spAutoFit/>
            </a:bodyPr>
            <a:lstStyle/>
            <a:p>
              <a:pPr algn="ctr">
                <a:lnSpc>
                  <a:spcPts val="3359"/>
                </a:lnSpc>
                <a:spcBef>
                  <a:spcPct val="0"/>
                </a:spcBef>
              </a:pPr>
              <a:r>
                <a:rPr lang="en-US" sz="2399" dirty="0">
                  <a:solidFill>
                    <a:srgbClr val="FEFEFE"/>
                  </a:solidFill>
                  <a:latin typeface="League Spartan"/>
                  <a:ea typeface="League Spartan"/>
                  <a:cs typeface="League Spartan"/>
                  <a:sym typeface="League Spartan"/>
                </a:rPr>
                <a:t>General FAQs</a:t>
              </a:r>
            </a:p>
          </p:txBody>
        </p:sp>
      </p:grpSp>
      <p:sp>
        <p:nvSpPr>
          <p:cNvPr id="17" name="Freeform 17">
            <a:hlinkClick r:id="rId14" action="ppaction://hlinksldjump"/>
          </p:cNvPr>
          <p:cNvSpPr/>
          <p:nvPr/>
        </p:nvSpPr>
        <p:spPr>
          <a:xfrm>
            <a:off x="9300122" y="182904"/>
            <a:ext cx="540117" cy="540117"/>
          </a:xfrm>
          <a:custGeom>
            <a:avLst/>
            <a:gdLst/>
            <a:ahLst/>
            <a:cxnLst/>
            <a:rect l="l" t="t" r="r" b="b"/>
            <a:pathLst>
              <a:path w="675176" h="675176">
                <a:moveTo>
                  <a:pt x="0" y="0"/>
                </a:moveTo>
                <a:lnTo>
                  <a:pt x="675177" y="0"/>
                </a:lnTo>
                <a:lnTo>
                  <a:pt x="675177" y="675176"/>
                </a:lnTo>
                <a:lnTo>
                  <a:pt x="0" y="675176"/>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sp>
        <p:nvSpPr>
          <p:cNvPr id="18" name="TextBox 18"/>
          <p:cNvSpPr txBox="1"/>
          <p:nvPr/>
        </p:nvSpPr>
        <p:spPr>
          <a:xfrm>
            <a:off x="1113915" y="1668311"/>
            <a:ext cx="7347467" cy="719684"/>
          </a:xfrm>
          <a:prstGeom prst="rect">
            <a:avLst/>
          </a:prstGeom>
        </p:spPr>
        <p:txBody>
          <a:bodyPr lIns="0" tIns="0" rIns="0" bIns="0" rtlCol="0" anchor="t">
            <a:spAutoFit/>
          </a:bodyPr>
          <a:lstStyle/>
          <a:p>
            <a:pPr>
              <a:lnSpc>
                <a:spcPts val="2912"/>
              </a:lnSpc>
              <a:spcBef>
                <a:spcPct val="0"/>
              </a:spcBef>
            </a:pPr>
            <a:r>
              <a:rPr lang="en-US" sz="2080">
                <a:solidFill>
                  <a:srgbClr val="000000"/>
                </a:solidFill>
                <a:latin typeface="Canva Sans"/>
                <a:ea typeface="Canva Sans"/>
                <a:cs typeface="Canva Sans"/>
                <a:sym typeface="Canva Sans"/>
              </a:rPr>
              <a:t>What are the park’s opening hours?</a:t>
            </a:r>
          </a:p>
          <a:p>
            <a:pPr>
              <a:lnSpc>
                <a:spcPts val="2912"/>
              </a:lnSpc>
              <a:spcBef>
                <a:spcPct val="0"/>
              </a:spcBef>
            </a:pPr>
            <a:r>
              <a:rPr lang="en-US" sz="2080">
                <a:solidFill>
                  <a:srgbClr val="000000"/>
                </a:solidFill>
                <a:latin typeface="Canva Sans"/>
                <a:ea typeface="Canva Sans"/>
                <a:cs typeface="Canva Sans"/>
                <a:sym typeface="Canva Sans"/>
              </a:rPr>
              <a:t> </a:t>
            </a:r>
          </a:p>
        </p:txBody>
      </p:sp>
      <p:sp>
        <p:nvSpPr>
          <p:cNvPr id="19" name="Freeform 19">
            <a:hlinkClick r:id="rId17" action="ppaction://hlinksldjump"/>
          </p:cNvPr>
          <p:cNvSpPr/>
          <p:nvPr/>
        </p:nvSpPr>
        <p:spPr>
          <a:xfrm>
            <a:off x="7086469" y="5410926"/>
            <a:ext cx="334786" cy="182877"/>
          </a:xfrm>
          <a:custGeom>
            <a:avLst/>
            <a:gdLst/>
            <a:ahLst/>
            <a:cxnLst/>
            <a:rect l="l" t="t" r="r" b="b"/>
            <a:pathLst>
              <a:path w="418501" h="228606">
                <a:moveTo>
                  <a:pt x="0" y="0"/>
                </a:moveTo>
                <a:lnTo>
                  <a:pt x="418502" y="0"/>
                </a:lnTo>
                <a:lnTo>
                  <a:pt x="418502" y="228606"/>
                </a:lnTo>
                <a:lnTo>
                  <a:pt x="0" y="228606"/>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20" name="Freeform 20">
            <a:hlinkClick r:id="rId17" action="ppaction://hlinksldjump"/>
          </p:cNvPr>
          <p:cNvSpPr/>
          <p:nvPr/>
        </p:nvSpPr>
        <p:spPr>
          <a:xfrm>
            <a:off x="7081335" y="4527018"/>
            <a:ext cx="334786" cy="182877"/>
          </a:xfrm>
          <a:custGeom>
            <a:avLst/>
            <a:gdLst/>
            <a:ahLst/>
            <a:cxnLst/>
            <a:rect l="l" t="t" r="r" b="b"/>
            <a:pathLst>
              <a:path w="418501" h="228606">
                <a:moveTo>
                  <a:pt x="0" y="0"/>
                </a:moveTo>
                <a:lnTo>
                  <a:pt x="418502" y="0"/>
                </a:lnTo>
                <a:lnTo>
                  <a:pt x="418502" y="228607"/>
                </a:lnTo>
                <a:lnTo>
                  <a:pt x="0" y="228607"/>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21" name="TextBox 21"/>
          <p:cNvSpPr txBox="1"/>
          <p:nvPr/>
        </p:nvSpPr>
        <p:spPr>
          <a:xfrm>
            <a:off x="2083685" y="5228777"/>
            <a:ext cx="2086359" cy="719684"/>
          </a:xfrm>
          <a:prstGeom prst="rect">
            <a:avLst/>
          </a:prstGeom>
        </p:spPr>
        <p:txBody>
          <a:bodyPr lIns="0" tIns="0" rIns="0" bIns="0" rtlCol="0" anchor="t">
            <a:spAutoFit/>
          </a:bodyPr>
          <a:lstStyle/>
          <a:p>
            <a:pPr algn="ctr">
              <a:lnSpc>
                <a:spcPts val="2912"/>
              </a:lnSpc>
              <a:spcBef>
                <a:spcPct val="0"/>
              </a:spcBef>
            </a:pPr>
            <a:r>
              <a:rPr lang="en-US" sz="2080">
                <a:solidFill>
                  <a:srgbClr val="000000"/>
                </a:solidFill>
                <a:latin typeface="Canva Sans"/>
                <a:ea typeface="Canva Sans"/>
                <a:cs typeface="Canva Sans"/>
                <a:sym typeface="Canva Sans"/>
              </a:rPr>
              <a:t>Contact for help</a:t>
            </a:r>
          </a:p>
        </p:txBody>
      </p:sp>
      <p:sp>
        <p:nvSpPr>
          <p:cNvPr id="22" name="TextBox 22"/>
          <p:cNvSpPr txBox="1"/>
          <p:nvPr/>
        </p:nvSpPr>
        <p:spPr>
          <a:xfrm>
            <a:off x="1523707" y="4341008"/>
            <a:ext cx="4169598" cy="347788"/>
          </a:xfrm>
          <a:prstGeom prst="rect">
            <a:avLst/>
          </a:prstGeom>
        </p:spPr>
        <p:txBody>
          <a:bodyPr lIns="0" tIns="0" rIns="0" bIns="0" rtlCol="0" anchor="t">
            <a:spAutoFit/>
          </a:bodyPr>
          <a:lstStyle/>
          <a:p>
            <a:pPr algn="ctr">
              <a:lnSpc>
                <a:spcPts val="2912"/>
              </a:lnSpc>
              <a:spcBef>
                <a:spcPct val="0"/>
              </a:spcBef>
            </a:pPr>
            <a:r>
              <a:rPr lang="en-US" sz="2080">
                <a:solidFill>
                  <a:srgbClr val="000000"/>
                </a:solidFill>
                <a:latin typeface="Canva Sans"/>
                <a:ea typeface="Canva Sans"/>
                <a:cs typeface="Canva Sans"/>
                <a:sym typeface="Canva Sans"/>
              </a:rPr>
              <a:t>‘How to use Kiosk’ Guide</a:t>
            </a:r>
          </a:p>
        </p:txBody>
      </p:sp>
      <p:sp>
        <p:nvSpPr>
          <p:cNvPr id="24" name="TextBox 24"/>
          <p:cNvSpPr txBox="1"/>
          <p:nvPr/>
        </p:nvSpPr>
        <p:spPr>
          <a:xfrm>
            <a:off x="1113915" y="3402770"/>
            <a:ext cx="7347467" cy="347788"/>
          </a:xfrm>
          <a:prstGeom prst="rect">
            <a:avLst/>
          </a:prstGeom>
        </p:spPr>
        <p:txBody>
          <a:bodyPr lIns="0" tIns="0" rIns="0" bIns="0" rtlCol="0" anchor="t">
            <a:spAutoFit/>
          </a:bodyPr>
          <a:lstStyle/>
          <a:p>
            <a:pPr>
              <a:lnSpc>
                <a:spcPts val="2912"/>
              </a:lnSpc>
              <a:spcBef>
                <a:spcPct val="0"/>
              </a:spcBef>
            </a:pPr>
            <a:r>
              <a:rPr lang="en-US" sz="2080">
                <a:solidFill>
                  <a:srgbClr val="000000"/>
                </a:solidFill>
                <a:latin typeface="Canva Sans"/>
                <a:ea typeface="Canva Sans"/>
                <a:cs typeface="Canva Sans"/>
                <a:sym typeface="Canva Sans"/>
              </a:rPr>
              <a:t>What if it rains?</a:t>
            </a:r>
          </a:p>
        </p:txBody>
      </p:sp>
      <p:sp>
        <p:nvSpPr>
          <p:cNvPr id="25" name="Freeform 25">
            <a:hlinkClick r:id="rId17" action="ppaction://hlinksldjump"/>
          </p:cNvPr>
          <p:cNvSpPr/>
          <p:nvPr/>
        </p:nvSpPr>
        <p:spPr>
          <a:xfrm>
            <a:off x="7084605" y="3570104"/>
            <a:ext cx="334786" cy="182877"/>
          </a:xfrm>
          <a:custGeom>
            <a:avLst/>
            <a:gdLst/>
            <a:ahLst/>
            <a:cxnLst/>
            <a:rect l="l" t="t" r="r" b="b"/>
            <a:pathLst>
              <a:path w="418501" h="228606">
                <a:moveTo>
                  <a:pt x="0" y="0"/>
                </a:moveTo>
                <a:lnTo>
                  <a:pt x="418501" y="0"/>
                </a:lnTo>
                <a:lnTo>
                  <a:pt x="418501" y="228606"/>
                </a:lnTo>
                <a:lnTo>
                  <a:pt x="0" y="228606"/>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26" name="TextBox 26"/>
          <p:cNvSpPr txBox="1"/>
          <p:nvPr/>
        </p:nvSpPr>
        <p:spPr>
          <a:xfrm>
            <a:off x="1113915" y="2489530"/>
            <a:ext cx="7347467" cy="347788"/>
          </a:xfrm>
          <a:prstGeom prst="rect">
            <a:avLst/>
          </a:prstGeom>
        </p:spPr>
        <p:txBody>
          <a:bodyPr lIns="0" tIns="0" rIns="0" bIns="0" rtlCol="0" anchor="t">
            <a:spAutoFit/>
          </a:bodyPr>
          <a:lstStyle/>
          <a:p>
            <a:pPr>
              <a:lnSpc>
                <a:spcPts val="2912"/>
              </a:lnSpc>
              <a:spcBef>
                <a:spcPct val="0"/>
              </a:spcBef>
            </a:pPr>
            <a:r>
              <a:rPr lang="en-US" sz="2080">
                <a:solidFill>
                  <a:srgbClr val="000000"/>
                </a:solidFill>
                <a:latin typeface="Canva Sans"/>
                <a:ea typeface="Canva Sans"/>
                <a:cs typeface="Canva Sans"/>
                <a:sym typeface="Canva Sans"/>
              </a:rPr>
              <a:t>Can I buy tickets at the park?</a:t>
            </a:r>
          </a:p>
        </p:txBody>
      </p:sp>
      <p:sp>
        <p:nvSpPr>
          <p:cNvPr id="27" name="Freeform 27">
            <a:hlinkClick r:id="rId17" action="ppaction://hlinksldjump"/>
          </p:cNvPr>
          <p:cNvSpPr/>
          <p:nvPr/>
        </p:nvSpPr>
        <p:spPr>
          <a:xfrm>
            <a:off x="7081335" y="2640577"/>
            <a:ext cx="334786" cy="182877"/>
          </a:xfrm>
          <a:custGeom>
            <a:avLst/>
            <a:gdLst/>
            <a:ahLst/>
            <a:cxnLst/>
            <a:rect l="l" t="t" r="r" b="b"/>
            <a:pathLst>
              <a:path w="418501" h="228606">
                <a:moveTo>
                  <a:pt x="0" y="0"/>
                </a:moveTo>
                <a:lnTo>
                  <a:pt x="418502" y="0"/>
                </a:lnTo>
                <a:lnTo>
                  <a:pt x="418502" y="228607"/>
                </a:lnTo>
                <a:lnTo>
                  <a:pt x="0" y="228607"/>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28" name="Freeform 28">
            <a:hlinkClick r:id="rId17" action="ppaction://hlinksldjump"/>
          </p:cNvPr>
          <p:cNvSpPr/>
          <p:nvPr/>
        </p:nvSpPr>
        <p:spPr>
          <a:xfrm>
            <a:off x="7086469" y="1750417"/>
            <a:ext cx="334786" cy="182877"/>
          </a:xfrm>
          <a:custGeom>
            <a:avLst/>
            <a:gdLst/>
            <a:ahLst/>
            <a:cxnLst/>
            <a:rect l="l" t="t" r="r" b="b"/>
            <a:pathLst>
              <a:path w="418501" h="228606">
                <a:moveTo>
                  <a:pt x="0" y="0"/>
                </a:moveTo>
                <a:lnTo>
                  <a:pt x="418502" y="0"/>
                </a:lnTo>
                <a:lnTo>
                  <a:pt x="418502" y="228606"/>
                </a:lnTo>
                <a:lnTo>
                  <a:pt x="0" y="228606"/>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2585047" y="4543185"/>
            <a:ext cx="14067754" cy="2866305"/>
          </a:xfrm>
          <a:custGeom>
            <a:avLst/>
            <a:gdLst/>
            <a:ahLst/>
            <a:cxnLst/>
            <a:rect l="l" t="t" r="r" b="b"/>
            <a:pathLst>
              <a:path w="17585468" h="3583039">
                <a:moveTo>
                  <a:pt x="17585467" y="0"/>
                </a:moveTo>
                <a:lnTo>
                  <a:pt x="0" y="0"/>
                </a:lnTo>
                <a:lnTo>
                  <a:pt x="0" y="3583039"/>
                </a:lnTo>
                <a:lnTo>
                  <a:pt x="17585467" y="3583039"/>
                </a:lnTo>
                <a:lnTo>
                  <a:pt x="17585467"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SG" sz="1088"/>
          </a:p>
        </p:txBody>
      </p:sp>
      <p:sp>
        <p:nvSpPr>
          <p:cNvPr id="3" name="Freeform 3"/>
          <p:cNvSpPr/>
          <p:nvPr/>
        </p:nvSpPr>
        <p:spPr>
          <a:xfrm>
            <a:off x="-585716" y="1840457"/>
            <a:ext cx="12068424" cy="5556005"/>
          </a:xfrm>
          <a:custGeom>
            <a:avLst/>
            <a:gdLst/>
            <a:ahLst/>
            <a:cxnLst/>
            <a:rect l="l" t="t" r="r" b="b"/>
            <a:pathLst>
              <a:path w="15086195" h="6945313">
                <a:moveTo>
                  <a:pt x="0" y="0"/>
                </a:moveTo>
                <a:lnTo>
                  <a:pt x="15086195" y="0"/>
                </a:lnTo>
                <a:lnTo>
                  <a:pt x="15086195" y="6945313"/>
                </a:lnTo>
                <a:lnTo>
                  <a:pt x="0" y="6945313"/>
                </a:lnTo>
                <a:lnTo>
                  <a:pt x="0" y="0"/>
                </a:lnTo>
                <a:close/>
              </a:path>
            </a:pathLst>
          </a:custGeom>
          <a:blipFill>
            <a:blip r:embed="rId4">
              <a:alphaModFix amt="6000"/>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4" name="Freeform 4"/>
          <p:cNvSpPr/>
          <p:nvPr/>
        </p:nvSpPr>
        <p:spPr>
          <a:xfrm>
            <a:off x="496" y="1840456"/>
            <a:ext cx="468018" cy="1104466"/>
          </a:xfrm>
          <a:custGeom>
            <a:avLst/>
            <a:gdLst/>
            <a:ahLst/>
            <a:cxnLst/>
            <a:rect l="l" t="t" r="r" b="b"/>
            <a:pathLst>
              <a:path w="585048" h="1380643">
                <a:moveTo>
                  <a:pt x="0" y="0"/>
                </a:moveTo>
                <a:lnTo>
                  <a:pt x="585048" y="0"/>
                </a:lnTo>
                <a:lnTo>
                  <a:pt x="585048" y="1380643"/>
                </a:lnTo>
                <a:lnTo>
                  <a:pt x="0" y="1380643"/>
                </a:lnTo>
                <a:lnTo>
                  <a:pt x="0" y="0"/>
                </a:lnTo>
                <a:close/>
              </a:path>
            </a:pathLst>
          </a:custGeom>
          <a:blipFill>
            <a:blip r:embed="rId6">
              <a:alphaModFix amt="6999"/>
              <a:extLst>
                <a:ext uri="{96DAC541-7B7A-43D3-8B79-37D633B846F1}">
                  <asvg:svgBlip xmlns:asvg="http://schemas.microsoft.com/office/drawing/2016/SVG/main" r:embed="rId7"/>
                </a:ext>
              </a:extLst>
            </a:blip>
            <a:stretch>
              <a:fillRect/>
            </a:stretch>
          </a:blipFill>
        </p:spPr>
        <p:txBody>
          <a:bodyPr/>
          <a:lstStyle/>
          <a:p>
            <a:endParaRPr lang="en-SG" sz="1088"/>
          </a:p>
        </p:txBody>
      </p:sp>
      <p:grpSp>
        <p:nvGrpSpPr>
          <p:cNvPr id="5" name="Group 5"/>
          <p:cNvGrpSpPr/>
          <p:nvPr/>
        </p:nvGrpSpPr>
        <p:grpSpPr>
          <a:xfrm>
            <a:off x="866228" y="1368620"/>
            <a:ext cx="7206509" cy="4585848"/>
            <a:chOff x="0" y="0"/>
            <a:chExt cx="1724345" cy="1097284"/>
          </a:xfrm>
        </p:grpSpPr>
        <p:sp>
          <p:nvSpPr>
            <p:cNvPr id="6" name="Freeform 6"/>
            <p:cNvSpPr/>
            <p:nvPr/>
          </p:nvSpPr>
          <p:spPr>
            <a:xfrm>
              <a:off x="0" y="0"/>
              <a:ext cx="1724345" cy="1097284"/>
            </a:xfrm>
            <a:custGeom>
              <a:avLst/>
              <a:gdLst/>
              <a:ahLst/>
              <a:cxnLst/>
              <a:rect l="l" t="t" r="r" b="b"/>
              <a:pathLst>
                <a:path w="1724345" h="1097284">
                  <a:moveTo>
                    <a:pt x="0" y="0"/>
                  </a:moveTo>
                  <a:lnTo>
                    <a:pt x="1724345" y="0"/>
                  </a:lnTo>
                  <a:lnTo>
                    <a:pt x="1724345" y="1097284"/>
                  </a:lnTo>
                  <a:lnTo>
                    <a:pt x="0" y="1097284"/>
                  </a:lnTo>
                  <a:close/>
                </a:path>
              </a:pathLst>
            </a:custGeom>
            <a:solidFill>
              <a:srgbClr val="FFF1EF"/>
            </a:solidFill>
          </p:spPr>
          <p:txBody>
            <a:bodyPr/>
            <a:lstStyle/>
            <a:p>
              <a:endParaRPr lang="en-SG" sz="1088"/>
            </a:p>
          </p:txBody>
        </p:sp>
        <p:sp>
          <p:nvSpPr>
            <p:cNvPr id="7" name="TextBox 7"/>
            <p:cNvSpPr txBox="1"/>
            <p:nvPr/>
          </p:nvSpPr>
          <p:spPr>
            <a:xfrm>
              <a:off x="0" y="-28575"/>
              <a:ext cx="1724345" cy="1125859"/>
            </a:xfrm>
            <a:prstGeom prst="rect">
              <a:avLst/>
            </a:prstGeom>
          </p:spPr>
          <p:txBody>
            <a:bodyPr lIns="40638" tIns="40638" rIns="40638" bIns="40638" rtlCol="0" anchor="ctr"/>
            <a:lstStyle/>
            <a:p>
              <a:pPr algn="ctr">
                <a:lnSpc>
                  <a:spcPts val="2016"/>
                </a:lnSpc>
              </a:pPr>
              <a:endParaRPr sz="1088"/>
            </a:p>
          </p:txBody>
        </p:sp>
      </p:grpSp>
      <p:graphicFrame>
        <p:nvGraphicFramePr>
          <p:cNvPr id="8" name="Table 8"/>
          <p:cNvGraphicFramePr>
            <a:graphicFrameLocks noGrp="1"/>
          </p:cNvGraphicFramePr>
          <p:nvPr>
            <p:extLst>
              <p:ext uri="{D42A27DB-BD31-4B8C-83A1-F6EECF244321}">
                <p14:modId xmlns:p14="http://schemas.microsoft.com/office/powerpoint/2010/main" val="2253734285"/>
              </p:ext>
            </p:extLst>
          </p:nvPr>
        </p:nvGraphicFramePr>
        <p:xfrm>
          <a:off x="903358" y="1203851"/>
          <a:ext cx="7280576" cy="4834206"/>
        </p:xfrm>
        <a:graphic>
          <a:graphicData uri="http://schemas.openxmlformats.org/drawingml/2006/table">
            <a:tbl>
              <a:tblPr/>
              <a:tblGrid>
                <a:gridCol w="7280576">
                  <a:extLst>
                    <a:ext uri="{9D8B030D-6E8A-4147-A177-3AD203B41FA5}">
                      <a16:colId xmlns:a16="http://schemas.microsoft.com/office/drawing/2014/main" val="20000"/>
                    </a:ext>
                  </a:extLst>
                </a:gridCol>
              </a:tblGrid>
              <a:tr h="960901">
                <a:tc>
                  <a:txBody>
                    <a:bodyPr/>
                    <a:lstStyle/>
                    <a:p>
                      <a:pPr algn="ctr">
                        <a:lnSpc>
                          <a:spcPts val="3744"/>
                        </a:lnSpc>
                        <a:defRPr/>
                      </a:pPr>
                      <a:endParaRPr lang="en-US" sz="900"/>
                    </a:p>
                  </a:txBody>
                  <a:tcPr marL="226461" marR="226461" marT="226461" marB="226461" anchor="ctr">
                    <a:lnL w="63102" cap="flat" cmpd="sng" algn="ctr">
                      <a:solidFill>
                        <a:srgbClr val="FFFFFF"/>
                      </a:solidFill>
                      <a:prstDash val="solid"/>
                      <a:round/>
                      <a:headEnd type="none" w="med" len="med"/>
                      <a:tailEnd type="none" w="med" len="med"/>
                    </a:lnL>
                    <a:lnR w="63102" cap="flat" cmpd="sng" algn="ctr">
                      <a:solidFill>
                        <a:srgbClr val="FFFFFF"/>
                      </a:solidFill>
                      <a:prstDash val="solid"/>
                      <a:round/>
                      <a:headEnd type="none" w="med" len="med"/>
                      <a:tailEnd type="none" w="med" len="med"/>
                    </a:lnR>
                    <a:lnT w="63102" cap="flat" cmpd="sng" algn="ctr">
                      <a:solidFill>
                        <a:srgbClr val="FFFFFF"/>
                      </a:solidFill>
                      <a:prstDash val="solid"/>
                      <a:round/>
                      <a:headEnd type="none" w="med" len="med"/>
                      <a:tailEnd type="none" w="med" len="med"/>
                    </a:lnT>
                    <a:lnB w="63102"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960901">
                <a:tc>
                  <a:txBody>
                    <a:bodyPr/>
                    <a:lstStyle/>
                    <a:p>
                      <a:pPr algn="ctr">
                        <a:lnSpc>
                          <a:spcPts val="3744"/>
                        </a:lnSpc>
                        <a:defRPr/>
                      </a:pPr>
                      <a:endParaRPr lang="en-US" sz="900"/>
                    </a:p>
                  </a:txBody>
                  <a:tcPr marL="226461" marR="226461" marT="226461" marB="226461" anchor="ctr">
                    <a:lnL w="63102" cap="flat" cmpd="sng" algn="ctr">
                      <a:solidFill>
                        <a:srgbClr val="FFFFFF"/>
                      </a:solidFill>
                      <a:prstDash val="solid"/>
                      <a:round/>
                      <a:headEnd type="none" w="med" len="med"/>
                      <a:tailEnd type="none" w="med" len="med"/>
                    </a:lnL>
                    <a:lnR w="63102" cap="flat" cmpd="sng" algn="ctr">
                      <a:solidFill>
                        <a:srgbClr val="FFFFFF"/>
                      </a:solidFill>
                      <a:prstDash val="solid"/>
                      <a:round/>
                      <a:headEnd type="none" w="med" len="med"/>
                      <a:tailEnd type="none" w="med" len="med"/>
                    </a:lnR>
                    <a:lnT w="63102" cap="flat" cmpd="sng" algn="ctr">
                      <a:solidFill>
                        <a:srgbClr val="FFFFFF"/>
                      </a:solidFill>
                      <a:prstDash val="solid"/>
                      <a:round/>
                      <a:headEnd type="none" w="med" len="med"/>
                      <a:tailEnd type="none" w="med" len="med"/>
                    </a:lnT>
                    <a:lnB w="63102"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960901">
                <a:tc>
                  <a:txBody>
                    <a:bodyPr/>
                    <a:lstStyle/>
                    <a:p>
                      <a:pPr algn="ctr">
                        <a:lnSpc>
                          <a:spcPts val="3744"/>
                        </a:lnSpc>
                        <a:defRPr/>
                      </a:pPr>
                      <a:endParaRPr lang="en-US" sz="900"/>
                    </a:p>
                  </a:txBody>
                  <a:tcPr marL="226461" marR="226461" marT="226461" marB="226461" anchor="ctr">
                    <a:lnL w="63102" cap="flat" cmpd="sng" algn="ctr">
                      <a:solidFill>
                        <a:srgbClr val="FFFFFF"/>
                      </a:solidFill>
                      <a:prstDash val="solid"/>
                      <a:round/>
                      <a:headEnd type="none" w="med" len="med"/>
                      <a:tailEnd type="none" w="med" len="med"/>
                    </a:lnL>
                    <a:lnR w="63102" cap="flat" cmpd="sng" algn="ctr">
                      <a:solidFill>
                        <a:srgbClr val="FFFFFF"/>
                      </a:solidFill>
                      <a:prstDash val="solid"/>
                      <a:round/>
                      <a:headEnd type="none" w="med" len="med"/>
                      <a:tailEnd type="none" w="med" len="med"/>
                    </a:lnR>
                    <a:lnT w="63102" cap="flat" cmpd="sng" algn="ctr">
                      <a:solidFill>
                        <a:srgbClr val="FFFFFF"/>
                      </a:solidFill>
                      <a:prstDash val="solid"/>
                      <a:round/>
                      <a:headEnd type="none" w="med" len="med"/>
                      <a:tailEnd type="none" w="med" len="med"/>
                    </a:lnT>
                    <a:lnB w="63102"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960901">
                <a:tc>
                  <a:txBody>
                    <a:bodyPr/>
                    <a:lstStyle/>
                    <a:p>
                      <a:pPr algn="ctr">
                        <a:lnSpc>
                          <a:spcPts val="3744"/>
                        </a:lnSpc>
                        <a:defRPr/>
                      </a:pPr>
                      <a:endParaRPr lang="en-US" sz="900" dirty="0"/>
                    </a:p>
                  </a:txBody>
                  <a:tcPr marL="226461" marR="226461" marT="226461" marB="226461" anchor="ctr">
                    <a:lnL w="63102" cap="flat" cmpd="sng" algn="ctr">
                      <a:solidFill>
                        <a:srgbClr val="FFFFFF"/>
                      </a:solidFill>
                      <a:prstDash val="solid"/>
                      <a:round/>
                      <a:headEnd type="none" w="med" len="med"/>
                      <a:tailEnd type="none" w="med" len="med"/>
                    </a:lnL>
                    <a:lnR w="63102" cap="flat" cmpd="sng" algn="ctr">
                      <a:solidFill>
                        <a:srgbClr val="FFFFFF"/>
                      </a:solidFill>
                      <a:prstDash val="solid"/>
                      <a:round/>
                      <a:headEnd type="none" w="med" len="med"/>
                      <a:tailEnd type="none" w="med" len="med"/>
                    </a:lnR>
                    <a:lnT w="63102" cap="flat" cmpd="sng" algn="ctr">
                      <a:solidFill>
                        <a:srgbClr val="FFFFFF"/>
                      </a:solidFill>
                      <a:prstDash val="solid"/>
                      <a:round/>
                      <a:headEnd type="none" w="med" len="med"/>
                      <a:tailEnd type="none" w="med" len="med"/>
                    </a:lnT>
                    <a:lnB w="63102"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990602">
                <a:tc>
                  <a:txBody>
                    <a:bodyPr/>
                    <a:lstStyle/>
                    <a:p>
                      <a:pPr algn="ctr">
                        <a:lnSpc>
                          <a:spcPts val="3744"/>
                        </a:lnSpc>
                        <a:defRPr/>
                      </a:pPr>
                      <a:endParaRPr lang="en-US" sz="900" dirty="0"/>
                    </a:p>
                  </a:txBody>
                  <a:tcPr marL="226461" marR="226461" marT="226461" marB="226461" anchor="ctr">
                    <a:lnL w="63102" cap="flat" cmpd="sng" algn="ctr">
                      <a:solidFill>
                        <a:srgbClr val="FFFFFF"/>
                      </a:solidFill>
                      <a:prstDash val="solid"/>
                      <a:round/>
                      <a:headEnd type="none" w="med" len="med"/>
                      <a:tailEnd type="none" w="med" len="med"/>
                    </a:lnL>
                    <a:lnR w="63102" cap="flat" cmpd="sng" algn="ctr">
                      <a:solidFill>
                        <a:srgbClr val="FFFFFF"/>
                      </a:solidFill>
                      <a:prstDash val="solid"/>
                      <a:round/>
                      <a:headEnd type="none" w="med" len="med"/>
                      <a:tailEnd type="none" w="med" len="med"/>
                    </a:lnR>
                    <a:lnT w="63102" cap="flat" cmpd="sng" algn="ctr">
                      <a:solidFill>
                        <a:srgbClr val="FFFFFF"/>
                      </a:solidFill>
                      <a:prstDash val="solid"/>
                      <a:round/>
                      <a:headEnd type="none" w="med" len="med"/>
                      <a:tailEnd type="none" w="med" len="med"/>
                    </a:lnT>
                    <a:lnB w="63102"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Freeform 9"/>
          <p:cNvSpPr/>
          <p:nvPr/>
        </p:nvSpPr>
        <p:spPr>
          <a:xfrm>
            <a:off x="1129621" y="4470890"/>
            <a:ext cx="378375" cy="295133"/>
          </a:xfrm>
          <a:custGeom>
            <a:avLst/>
            <a:gdLst/>
            <a:ahLst/>
            <a:cxnLst/>
            <a:rect l="l" t="t" r="r" b="b"/>
            <a:pathLst>
              <a:path w="472990" h="368932">
                <a:moveTo>
                  <a:pt x="0" y="0"/>
                </a:moveTo>
                <a:lnTo>
                  <a:pt x="472990" y="0"/>
                </a:lnTo>
                <a:lnTo>
                  <a:pt x="472990" y="368933"/>
                </a:lnTo>
                <a:lnTo>
                  <a:pt x="0" y="36893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SG" sz="1088"/>
          </a:p>
        </p:txBody>
      </p:sp>
      <p:sp>
        <p:nvSpPr>
          <p:cNvPr id="10" name="Freeform 10"/>
          <p:cNvSpPr/>
          <p:nvPr/>
        </p:nvSpPr>
        <p:spPr>
          <a:xfrm>
            <a:off x="1113913" y="5256240"/>
            <a:ext cx="409792" cy="337565"/>
          </a:xfrm>
          <a:custGeom>
            <a:avLst/>
            <a:gdLst/>
            <a:ahLst/>
            <a:cxnLst/>
            <a:rect l="l" t="t" r="r" b="b"/>
            <a:pathLst>
              <a:path w="512262" h="421975">
                <a:moveTo>
                  <a:pt x="0" y="0"/>
                </a:moveTo>
                <a:lnTo>
                  <a:pt x="512262" y="0"/>
                </a:lnTo>
                <a:lnTo>
                  <a:pt x="512262" y="421975"/>
                </a:lnTo>
                <a:lnTo>
                  <a:pt x="0" y="42197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SG" sz="1088"/>
          </a:p>
        </p:txBody>
      </p:sp>
      <p:grpSp>
        <p:nvGrpSpPr>
          <p:cNvPr id="11" name="Group 11"/>
          <p:cNvGrpSpPr/>
          <p:nvPr/>
        </p:nvGrpSpPr>
        <p:grpSpPr>
          <a:xfrm>
            <a:off x="866228" y="-210176"/>
            <a:ext cx="4419405" cy="1578794"/>
            <a:chOff x="0" y="0"/>
            <a:chExt cx="7366000" cy="2631440"/>
          </a:xfrm>
        </p:grpSpPr>
        <p:sp>
          <p:nvSpPr>
            <p:cNvPr id="12" name="Freeform 12"/>
            <p:cNvSpPr/>
            <p:nvPr/>
          </p:nvSpPr>
          <p:spPr>
            <a:xfrm>
              <a:off x="254000" y="0"/>
              <a:ext cx="7112000" cy="2631440"/>
            </a:xfrm>
            <a:custGeom>
              <a:avLst/>
              <a:gdLst/>
              <a:ahLst/>
              <a:cxnLst/>
              <a:rect l="l" t="t" r="r" b="b"/>
              <a:pathLst>
                <a:path w="7112000" h="2631440">
                  <a:moveTo>
                    <a:pt x="0" y="0"/>
                  </a:moveTo>
                  <a:lnTo>
                    <a:pt x="7112000" y="0"/>
                  </a:lnTo>
                  <a:lnTo>
                    <a:pt x="7112000" y="2631440"/>
                  </a:lnTo>
                  <a:lnTo>
                    <a:pt x="0" y="2631440"/>
                  </a:lnTo>
                  <a:lnTo>
                    <a:pt x="0" y="0"/>
                  </a:lnTo>
                  <a:close/>
                </a:path>
              </a:pathLst>
            </a:custGeom>
            <a:blipFill>
              <a:blip r:embed="rId12">
                <a:alphaModFix amt="6999"/>
                <a:extLst>
                  <a:ext uri="{96DAC541-7B7A-43D3-8B79-37D633B846F1}">
                    <asvg:svgBlip xmlns:asvg="http://schemas.microsoft.com/office/drawing/2016/SVG/main" r:embed="rId13"/>
                  </a:ext>
                </a:extLst>
              </a:blip>
              <a:stretch>
                <a:fillRect/>
              </a:stretch>
            </a:blipFill>
          </p:spPr>
          <p:txBody>
            <a:bodyPr/>
            <a:lstStyle/>
            <a:p>
              <a:endParaRPr lang="en-SG" sz="1088"/>
            </a:p>
          </p:txBody>
        </p:sp>
        <p:grpSp>
          <p:nvGrpSpPr>
            <p:cNvPr id="13" name="Group 13"/>
            <p:cNvGrpSpPr/>
            <p:nvPr/>
          </p:nvGrpSpPr>
          <p:grpSpPr>
            <a:xfrm>
              <a:off x="0" y="760786"/>
              <a:ext cx="5439934" cy="1101469"/>
              <a:chOff x="0" y="0"/>
              <a:chExt cx="1160519" cy="234980"/>
            </a:xfrm>
          </p:grpSpPr>
          <p:sp>
            <p:nvSpPr>
              <p:cNvPr id="14" name="Freeform 14"/>
              <p:cNvSpPr/>
              <p:nvPr/>
            </p:nvSpPr>
            <p:spPr>
              <a:xfrm>
                <a:off x="0" y="0"/>
                <a:ext cx="1160519" cy="234980"/>
              </a:xfrm>
              <a:custGeom>
                <a:avLst/>
                <a:gdLst/>
                <a:ahLst/>
                <a:cxnLst/>
                <a:rect l="l" t="t" r="r" b="b"/>
                <a:pathLst>
                  <a:path w="1160519" h="234980">
                    <a:moveTo>
                      <a:pt x="60722" y="0"/>
                    </a:moveTo>
                    <a:lnTo>
                      <a:pt x="1099798" y="0"/>
                    </a:lnTo>
                    <a:cubicBezTo>
                      <a:pt x="1115902" y="0"/>
                      <a:pt x="1131347" y="6397"/>
                      <a:pt x="1142734" y="17785"/>
                    </a:cubicBezTo>
                    <a:cubicBezTo>
                      <a:pt x="1154122" y="29172"/>
                      <a:pt x="1160519" y="44617"/>
                      <a:pt x="1160519" y="60722"/>
                    </a:cubicBezTo>
                    <a:lnTo>
                      <a:pt x="1160519" y="174258"/>
                    </a:lnTo>
                    <a:cubicBezTo>
                      <a:pt x="1160519" y="190363"/>
                      <a:pt x="1154122" y="205808"/>
                      <a:pt x="1142734" y="217195"/>
                    </a:cubicBezTo>
                    <a:cubicBezTo>
                      <a:pt x="1131347" y="228583"/>
                      <a:pt x="1115902" y="234980"/>
                      <a:pt x="1099798" y="234980"/>
                    </a:cubicBezTo>
                    <a:lnTo>
                      <a:pt x="60722" y="234980"/>
                    </a:lnTo>
                    <a:cubicBezTo>
                      <a:pt x="27186" y="234980"/>
                      <a:pt x="0" y="207794"/>
                      <a:pt x="0" y="174258"/>
                    </a:cubicBezTo>
                    <a:lnTo>
                      <a:pt x="0" y="60722"/>
                    </a:lnTo>
                    <a:cubicBezTo>
                      <a:pt x="0" y="44617"/>
                      <a:pt x="6397" y="29172"/>
                      <a:pt x="17785" y="17785"/>
                    </a:cubicBezTo>
                    <a:cubicBezTo>
                      <a:pt x="29172" y="6397"/>
                      <a:pt x="44617" y="0"/>
                      <a:pt x="60722" y="0"/>
                    </a:cubicBezTo>
                    <a:close/>
                  </a:path>
                </a:pathLst>
              </a:custGeom>
              <a:solidFill>
                <a:srgbClr val="F34336"/>
              </a:solidFill>
            </p:spPr>
            <p:txBody>
              <a:bodyPr/>
              <a:lstStyle/>
              <a:p>
                <a:endParaRPr lang="en-SG" sz="1088"/>
              </a:p>
            </p:txBody>
          </p:sp>
          <p:sp>
            <p:nvSpPr>
              <p:cNvPr id="15" name="TextBox 15"/>
              <p:cNvSpPr txBox="1"/>
              <p:nvPr/>
            </p:nvSpPr>
            <p:spPr>
              <a:xfrm>
                <a:off x="0" y="-28575"/>
                <a:ext cx="1160519" cy="263555"/>
              </a:xfrm>
              <a:prstGeom prst="rect">
                <a:avLst/>
              </a:prstGeom>
            </p:spPr>
            <p:txBody>
              <a:bodyPr lIns="40638" tIns="40638" rIns="40638" bIns="40638" rtlCol="0" anchor="ctr"/>
              <a:lstStyle/>
              <a:p>
                <a:pPr algn="ctr">
                  <a:lnSpc>
                    <a:spcPts val="2016"/>
                  </a:lnSpc>
                </a:pPr>
                <a:endParaRPr sz="1088"/>
              </a:p>
            </p:txBody>
          </p:sp>
        </p:grpSp>
        <p:sp>
          <p:nvSpPr>
            <p:cNvPr id="16" name="TextBox 16"/>
            <p:cNvSpPr txBox="1"/>
            <p:nvPr/>
          </p:nvSpPr>
          <p:spPr>
            <a:xfrm>
              <a:off x="587621" y="916391"/>
              <a:ext cx="4264691" cy="698941"/>
            </a:xfrm>
            <a:prstGeom prst="rect">
              <a:avLst/>
            </a:prstGeom>
          </p:spPr>
          <p:txBody>
            <a:bodyPr wrap="square" lIns="0" tIns="0" rIns="0" bIns="0" rtlCol="0" anchor="t">
              <a:spAutoFit/>
            </a:bodyPr>
            <a:lstStyle/>
            <a:p>
              <a:pPr algn="ctr">
                <a:lnSpc>
                  <a:spcPts val="3359"/>
                </a:lnSpc>
                <a:spcBef>
                  <a:spcPct val="0"/>
                </a:spcBef>
              </a:pPr>
              <a:r>
                <a:rPr lang="en-US" sz="2399" dirty="0">
                  <a:solidFill>
                    <a:srgbClr val="FFFFFF"/>
                  </a:solidFill>
                  <a:latin typeface="League Spartan"/>
                  <a:ea typeface="League Spartan"/>
                  <a:cs typeface="League Spartan"/>
                  <a:sym typeface="League Spartan"/>
                </a:rPr>
                <a:t>General FAQs</a:t>
              </a:r>
            </a:p>
          </p:txBody>
        </p:sp>
      </p:grpSp>
      <p:sp>
        <p:nvSpPr>
          <p:cNvPr id="17" name="Freeform 17">
            <a:hlinkClick r:id="rId14" action="ppaction://hlinksldjump"/>
          </p:cNvPr>
          <p:cNvSpPr/>
          <p:nvPr/>
        </p:nvSpPr>
        <p:spPr>
          <a:xfrm>
            <a:off x="9383712" y="165911"/>
            <a:ext cx="540117" cy="474232"/>
          </a:xfrm>
          <a:custGeom>
            <a:avLst/>
            <a:gdLst/>
            <a:ahLst/>
            <a:cxnLst/>
            <a:rect l="l" t="t" r="r" b="b"/>
            <a:pathLst>
              <a:path w="675176" h="675176">
                <a:moveTo>
                  <a:pt x="0" y="0"/>
                </a:moveTo>
                <a:lnTo>
                  <a:pt x="675177" y="0"/>
                </a:lnTo>
                <a:lnTo>
                  <a:pt x="675177" y="675176"/>
                </a:lnTo>
                <a:lnTo>
                  <a:pt x="0" y="675176"/>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dirty="0"/>
          </a:p>
        </p:txBody>
      </p:sp>
      <p:sp>
        <p:nvSpPr>
          <p:cNvPr id="18" name="TextBox 18"/>
          <p:cNvSpPr txBox="1"/>
          <p:nvPr/>
        </p:nvSpPr>
        <p:spPr>
          <a:xfrm>
            <a:off x="1113915" y="1668311"/>
            <a:ext cx="7347467" cy="719684"/>
          </a:xfrm>
          <a:prstGeom prst="rect">
            <a:avLst/>
          </a:prstGeom>
        </p:spPr>
        <p:txBody>
          <a:bodyPr lIns="0" tIns="0" rIns="0" bIns="0" rtlCol="0" anchor="t">
            <a:spAutoFit/>
          </a:bodyPr>
          <a:lstStyle/>
          <a:p>
            <a:pPr>
              <a:lnSpc>
                <a:spcPts val="2912"/>
              </a:lnSpc>
              <a:spcBef>
                <a:spcPct val="0"/>
              </a:spcBef>
            </a:pPr>
            <a:r>
              <a:rPr lang="en-US" sz="2080">
                <a:solidFill>
                  <a:srgbClr val="000000"/>
                </a:solidFill>
                <a:latin typeface="Canva Sans"/>
                <a:ea typeface="Canva Sans"/>
                <a:cs typeface="Canva Sans"/>
                <a:sym typeface="Canva Sans"/>
              </a:rPr>
              <a:t>What are the park’s opening hours?</a:t>
            </a:r>
          </a:p>
          <a:p>
            <a:pPr>
              <a:lnSpc>
                <a:spcPts val="2912"/>
              </a:lnSpc>
              <a:spcBef>
                <a:spcPct val="0"/>
              </a:spcBef>
            </a:pPr>
            <a:r>
              <a:rPr lang="en-US" sz="2080">
                <a:solidFill>
                  <a:srgbClr val="000000"/>
                </a:solidFill>
                <a:latin typeface="Canva Sans"/>
                <a:ea typeface="Canva Sans"/>
                <a:cs typeface="Canva Sans"/>
                <a:sym typeface="Canva Sans"/>
              </a:rPr>
              <a:t> </a:t>
            </a:r>
          </a:p>
        </p:txBody>
      </p:sp>
      <p:sp>
        <p:nvSpPr>
          <p:cNvPr id="19" name="Freeform 19">
            <a:hlinkClick r:id="rId17" action="ppaction://hlinksldjump"/>
          </p:cNvPr>
          <p:cNvSpPr/>
          <p:nvPr/>
        </p:nvSpPr>
        <p:spPr>
          <a:xfrm>
            <a:off x="7086469" y="5410926"/>
            <a:ext cx="334786" cy="182877"/>
          </a:xfrm>
          <a:custGeom>
            <a:avLst/>
            <a:gdLst/>
            <a:ahLst/>
            <a:cxnLst/>
            <a:rect l="l" t="t" r="r" b="b"/>
            <a:pathLst>
              <a:path w="418501" h="228606">
                <a:moveTo>
                  <a:pt x="0" y="0"/>
                </a:moveTo>
                <a:lnTo>
                  <a:pt x="418502" y="0"/>
                </a:lnTo>
                <a:lnTo>
                  <a:pt x="418502" y="228606"/>
                </a:lnTo>
                <a:lnTo>
                  <a:pt x="0" y="228606"/>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20" name="Freeform 20">
            <a:hlinkClick r:id="rId17" action="ppaction://hlinksldjump"/>
          </p:cNvPr>
          <p:cNvSpPr/>
          <p:nvPr/>
        </p:nvSpPr>
        <p:spPr>
          <a:xfrm>
            <a:off x="7081335" y="4527018"/>
            <a:ext cx="334786" cy="182877"/>
          </a:xfrm>
          <a:custGeom>
            <a:avLst/>
            <a:gdLst/>
            <a:ahLst/>
            <a:cxnLst/>
            <a:rect l="l" t="t" r="r" b="b"/>
            <a:pathLst>
              <a:path w="418501" h="228606">
                <a:moveTo>
                  <a:pt x="0" y="0"/>
                </a:moveTo>
                <a:lnTo>
                  <a:pt x="418502" y="0"/>
                </a:lnTo>
                <a:lnTo>
                  <a:pt x="418502" y="228607"/>
                </a:lnTo>
                <a:lnTo>
                  <a:pt x="0" y="228607"/>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21" name="Freeform 21"/>
          <p:cNvSpPr/>
          <p:nvPr/>
        </p:nvSpPr>
        <p:spPr>
          <a:xfrm rot="10737485">
            <a:off x="7082970" y="1749016"/>
            <a:ext cx="334786" cy="182877"/>
          </a:xfrm>
          <a:custGeom>
            <a:avLst/>
            <a:gdLst/>
            <a:ahLst/>
            <a:cxnLst/>
            <a:rect l="l" t="t" r="r" b="b"/>
            <a:pathLst>
              <a:path w="418501" h="228606">
                <a:moveTo>
                  <a:pt x="0" y="0"/>
                </a:moveTo>
                <a:lnTo>
                  <a:pt x="418502" y="0"/>
                </a:lnTo>
                <a:lnTo>
                  <a:pt x="418502" y="228606"/>
                </a:lnTo>
                <a:lnTo>
                  <a:pt x="0" y="228606"/>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grpSp>
        <p:nvGrpSpPr>
          <p:cNvPr id="22" name="Group 22"/>
          <p:cNvGrpSpPr/>
          <p:nvPr/>
        </p:nvGrpSpPr>
        <p:grpSpPr>
          <a:xfrm>
            <a:off x="866228" y="2184993"/>
            <a:ext cx="7206509" cy="1003918"/>
            <a:chOff x="0" y="0"/>
            <a:chExt cx="2562427" cy="356964"/>
          </a:xfrm>
        </p:grpSpPr>
        <p:sp>
          <p:nvSpPr>
            <p:cNvPr id="23" name="Freeform 23"/>
            <p:cNvSpPr/>
            <p:nvPr/>
          </p:nvSpPr>
          <p:spPr>
            <a:xfrm>
              <a:off x="0" y="0"/>
              <a:ext cx="2562428" cy="356964"/>
            </a:xfrm>
            <a:custGeom>
              <a:avLst/>
              <a:gdLst/>
              <a:ahLst/>
              <a:cxnLst/>
              <a:rect l="l" t="t" r="r" b="b"/>
              <a:pathLst>
                <a:path w="2562428" h="356964">
                  <a:moveTo>
                    <a:pt x="0" y="0"/>
                  </a:moveTo>
                  <a:lnTo>
                    <a:pt x="2562428" y="0"/>
                  </a:lnTo>
                  <a:lnTo>
                    <a:pt x="2562428" y="356964"/>
                  </a:lnTo>
                  <a:lnTo>
                    <a:pt x="0" y="356964"/>
                  </a:lnTo>
                  <a:close/>
                </a:path>
              </a:pathLst>
            </a:custGeom>
            <a:solidFill>
              <a:srgbClr val="FFFFFF"/>
            </a:solidFill>
            <a:ln w="9525" cap="sq">
              <a:solidFill>
                <a:srgbClr val="F9DAD8"/>
              </a:solidFill>
              <a:prstDash val="solid"/>
              <a:miter/>
            </a:ln>
          </p:spPr>
          <p:txBody>
            <a:bodyPr/>
            <a:lstStyle/>
            <a:p>
              <a:endParaRPr lang="en-SG" sz="1088"/>
            </a:p>
          </p:txBody>
        </p:sp>
        <p:sp>
          <p:nvSpPr>
            <p:cNvPr id="24" name="TextBox 24"/>
            <p:cNvSpPr txBox="1"/>
            <p:nvPr/>
          </p:nvSpPr>
          <p:spPr>
            <a:xfrm>
              <a:off x="0" y="-28575"/>
              <a:ext cx="2562427" cy="385539"/>
            </a:xfrm>
            <a:prstGeom prst="rect">
              <a:avLst/>
            </a:prstGeom>
          </p:spPr>
          <p:txBody>
            <a:bodyPr lIns="40638" tIns="40638" rIns="40638" bIns="40638" rtlCol="0" anchor="ctr"/>
            <a:lstStyle/>
            <a:p>
              <a:pPr algn="ctr">
                <a:lnSpc>
                  <a:spcPts val="2016"/>
                </a:lnSpc>
              </a:pPr>
              <a:endParaRPr sz="1088"/>
            </a:p>
          </p:txBody>
        </p:sp>
      </p:grpSp>
      <p:sp>
        <p:nvSpPr>
          <p:cNvPr id="25" name="TextBox 25"/>
          <p:cNvSpPr txBox="1"/>
          <p:nvPr/>
        </p:nvSpPr>
        <p:spPr>
          <a:xfrm>
            <a:off x="2083685" y="5228777"/>
            <a:ext cx="2086359" cy="719684"/>
          </a:xfrm>
          <a:prstGeom prst="rect">
            <a:avLst/>
          </a:prstGeom>
        </p:spPr>
        <p:txBody>
          <a:bodyPr lIns="0" tIns="0" rIns="0" bIns="0" rtlCol="0" anchor="t">
            <a:spAutoFit/>
          </a:bodyPr>
          <a:lstStyle/>
          <a:p>
            <a:pPr algn="ctr">
              <a:lnSpc>
                <a:spcPts val="2912"/>
              </a:lnSpc>
              <a:spcBef>
                <a:spcPct val="0"/>
              </a:spcBef>
            </a:pPr>
            <a:r>
              <a:rPr lang="en-US" sz="2080">
                <a:solidFill>
                  <a:srgbClr val="000000"/>
                </a:solidFill>
                <a:latin typeface="Canva Sans"/>
                <a:ea typeface="Canva Sans"/>
                <a:cs typeface="Canva Sans"/>
                <a:sym typeface="Canva Sans"/>
              </a:rPr>
              <a:t>Contact for help</a:t>
            </a:r>
          </a:p>
        </p:txBody>
      </p:sp>
      <p:sp>
        <p:nvSpPr>
          <p:cNvPr id="26" name="TextBox 26"/>
          <p:cNvSpPr txBox="1"/>
          <p:nvPr/>
        </p:nvSpPr>
        <p:spPr>
          <a:xfrm>
            <a:off x="1523707" y="4341008"/>
            <a:ext cx="4169598" cy="347788"/>
          </a:xfrm>
          <a:prstGeom prst="rect">
            <a:avLst/>
          </a:prstGeom>
        </p:spPr>
        <p:txBody>
          <a:bodyPr lIns="0" tIns="0" rIns="0" bIns="0" rtlCol="0" anchor="t">
            <a:spAutoFit/>
          </a:bodyPr>
          <a:lstStyle/>
          <a:p>
            <a:pPr algn="ctr">
              <a:lnSpc>
                <a:spcPts val="2912"/>
              </a:lnSpc>
              <a:spcBef>
                <a:spcPct val="0"/>
              </a:spcBef>
            </a:pPr>
            <a:r>
              <a:rPr lang="en-US" sz="2080">
                <a:solidFill>
                  <a:srgbClr val="000000"/>
                </a:solidFill>
                <a:latin typeface="Canva Sans"/>
                <a:ea typeface="Canva Sans"/>
                <a:cs typeface="Canva Sans"/>
                <a:sym typeface="Canva Sans"/>
              </a:rPr>
              <a:t>‘How to use Kiosk’ Guide</a:t>
            </a:r>
          </a:p>
        </p:txBody>
      </p:sp>
      <p:sp>
        <p:nvSpPr>
          <p:cNvPr id="27" name="TextBox 27"/>
          <p:cNvSpPr txBox="1"/>
          <p:nvPr/>
        </p:nvSpPr>
        <p:spPr>
          <a:xfrm>
            <a:off x="1002718" y="2247735"/>
            <a:ext cx="7347467" cy="719684"/>
          </a:xfrm>
          <a:prstGeom prst="rect">
            <a:avLst/>
          </a:prstGeom>
        </p:spPr>
        <p:txBody>
          <a:bodyPr lIns="0" tIns="0" rIns="0" bIns="0" rtlCol="0" anchor="t">
            <a:spAutoFit/>
          </a:bodyPr>
          <a:lstStyle/>
          <a:p>
            <a:pPr>
              <a:lnSpc>
                <a:spcPts val="2912"/>
              </a:lnSpc>
              <a:spcBef>
                <a:spcPct val="0"/>
              </a:spcBef>
            </a:pPr>
            <a:r>
              <a:rPr lang="en-US" sz="2080">
                <a:solidFill>
                  <a:srgbClr val="000000"/>
                </a:solidFill>
                <a:latin typeface="Canva Sans"/>
                <a:ea typeface="Canva Sans"/>
                <a:cs typeface="Canva Sans"/>
                <a:sym typeface="Canva Sans"/>
              </a:rPr>
              <a:t>We’re open daily from 10 AM to 10 PM — ready for fun from morning till night!</a:t>
            </a:r>
          </a:p>
        </p:txBody>
      </p:sp>
      <p:sp>
        <p:nvSpPr>
          <p:cNvPr id="28" name="TextBox 28"/>
          <p:cNvSpPr txBox="1"/>
          <p:nvPr/>
        </p:nvSpPr>
        <p:spPr>
          <a:xfrm>
            <a:off x="1113915" y="3402770"/>
            <a:ext cx="7347467" cy="347788"/>
          </a:xfrm>
          <a:prstGeom prst="rect">
            <a:avLst/>
          </a:prstGeom>
        </p:spPr>
        <p:txBody>
          <a:bodyPr lIns="0" tIns="0" rIns="0" bIns="0" rtlCol="0" anchor="t">
            <a:spAutoFit/>
          </a:bodyPr>
          <a:lstStyle/>
          <a:p>
            <a:pPr>
              <a:lnSpc>
                <a:spcPts val="2912"/>
              </a:lnSpc>
              <a:spcBef>
                <a:spcPct val="0"/>
              </a:spcBef>
            </a:pPr>
            <a:r>
              <a:rPr lang="en-US" sz="2080">
                <a:solidFill>
                  <a:srgbClr val="000000"/>
                </a:solidFill>
                <a:latin typeface="Canva Sans"/>
                <a:ea typeface="Canva Sans"/>
                <a:cs typeface="Canva Sans"/>
                <a:sym typeface="Canva Sans"/>
              </a:rPr>
              <a:t>What if it rains?</a:t>
            </a:r>
          </a:p>
        </p:txBody>
      </p:sp>
      <p:sp>
        <p:nvSpPr>
          <p:cNvPr id="29" name="Freeform 29">
            <a:hlinkClick r:id="rId17" action="ppaction://hlinksldjump"/>
          </p:cNvPr>
          <p:cNvSpPr/>
          <p:nvPr/>
        </p:nvSpPr>
        <p:spPr>
          <a:xfrm>
            <a:off x="7084605" y="3570104"/>
            <a:ext cx="334786" cy="182877"/>
          </a:xfrm>
          <a:custGeom>
            <a:avLst/>
            <a:gdLst/>
            <a:ahLst/>
            <a:cxnLst/>
            <a:rect l="l" t="t" r="r" b="b"/>
            <a:pathLst>
              <a:path w="418501" h="228606">
                <a:moveTo>
                  <a:pt x="0" y="0"/>
                </a:moveTo>
                <a:lnTo>
                  <a:pt x="418501" y="0"/>
                </a:lnTo>
                <a:lnTo>
                  <a:pt x="418501" y="228606"/>
                </a:lnTo>
                <a:lnTo>
                  <a:pt x="0" y="228606"/>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a:extLst>
            <a:ext uri="{FF2B5EF4-FFF2-40B4-BE49-F238E27FC236}">
              <a16:creationId xmlns:a16="http://schemas.microsoft.com/office/drawing/2014/main" id="{ABF95CB3-B0E4-1BC6-E81C-39BA1C41846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1F4B04C-1D53-EFBE-1A84-1D15767AFB1D}"/>
              </a:ext>
            </a:extLst>
          </p:cNvPr>
          <p:cNvSpPr/>
          <p:nvPr/>
        </p:nvSpPr>
        <p:spPr>
          <a:xfrm>
            <a:off x="4319976" y="926069"/>
            <a:ext cx="5481469" cy="3657155"/>
          </a:xfrm>
          <a:custGeom>
            <a:avLst/>
            <a:gdLst/>
            <a:ahLst/>
            <a:cxnLst/>
            <a:rect l="l" t="t" r="r" b="b"/>
            <a:pathLst>
              <a:path w="6852139" h="4571645">
                <a:moveTo>
                  <a:pt x="0" y="0"/>
                </a:moveTo>
                <a:lnTo>
                  <a:pt x="6852139" y="0"/>
                </a:lnTo>
                <a:lnTo>
                  <a:pt x="6852139" y="4571645"/>
                </a:lnTo>
                <a:lnTo>
                  <a:pt x="0" y="4571645"/>
                </a:lnTo>
                <a:lnTo>
                  <a:pt x="0" y="0"/>
                </a:lnTo>
                <a:close/>
              </a:path>
            </a:pathLst>
          </a:custGeom>
          <a:blipFill>
            <a:blip r:embed="rId3"/>
            <a:stretch>
              <a:fillRect/>
            </a:stretch>
          </a:blipFill>
          <a:ln cap="sq">
            <a:noFill/>
            <a:prstDash val="solid"/>
            <a:miter/>
          </a:ln>
        </p:spPr>
        <p:txBody>
          <a:bodyPr/>
          <a:lstStyle/>
          <a:p>
            <a:endParaRPr lang="en-SG" sz="1088"/>
          </a:p>
        </p:txBody>
      </p:sp>
      <p:grpSp>
        <p:nvGrpSpPr>
          <p:cNvPr id="3" name="Group 3">
            <a:extLst>
              <a:ext uri="{FF2B5EF4-FFF2-40B4-BE49-F238E27FC236}">
                <a16:creationId xmlns:a16="http://schemas.microsoft.com/office/drawing/2014/main" id="{A8434848-04E2-7788-D103-06D66F5180EB}"/>
              </a:ext>
            </a:extLst>
          </p:cNvPr>
          <p:cNvGrpSpPr/>
          <p:nvPr/>
        </p:nvGrpSpPr>
        <p:grpSpPr>
          <a:xfrm>
            <a:off x="-1" y="-50220"/>
            <a:ext cx="3698546" cy="602010"/>
            <a:chOff x="0" y="0"/>
            <a:chExt cx="1561326" cy="812800"/>
          </a:xfrm>
        </p:grpSpPr>
        <p:sp>
          <p:nvSpPr>
            <p:cNvPr id="4" name="Freeform 4">
              <a:extLst>
                <a:ext uri="{FF2B5EF4-FFF2-40B4-BE49-F238E27FC236}">
                  <a16:creationId xmlns:a16="http://schemas.microsoft.com/office/drawing/2014/main" id="{AD37C5D9-E8E9-3329-2F3A-38C833FDBCE3}"/>
                </a:ext>
              </a:extLst>
            </p:cNvPr>
            <p:cNvSpPr/>
            <p:nvPr/>
          </p:nvSpPr>
          <p:spPr>
            <a:xfrm>
              <a:off x="0" y="0"/>
              <a:ext cx="1561326" cy="812800"/>
            </a:xfrm>
            <a:custGeom>
              <a:avLst/>
              <a:gdLst/>
              <a:ahLst/>
              <a:cxnLst/>
              <a:rect l="l" t="t" r="r" b="b"/>
              <a:pathLst>
                <a:path w="1561326" h="812800">
                  <a:moveTo>
                    <a:pt x="0" y="0"/>
                  </a:moveTo>
                  <a:lnTo>
                    <a:pt x="1561326" y="0"/>
                  </a:lnTo>
                  <a:lnTo>
                    <a:pt x="1561326" y="812800"/>
                  </a:lnTo>
                  <a:lnTo>
                    <a:pt x="0" y="812800"/>
                  </a:lnTo>
                  <a:close/>
                </a:path>
              </a:pathLst>
            </a:custGeom>
            <a:solidFill>
              <a:srgbClr val="F34336"/>
            </a:solidFill>
          </p:spPr>
          <p:txBody>
            <a:bodyPr/>
            <a:lstStyle/>
            <a:p>
              <a:endParaRPr lang="en-SG" sz="1088"/>
            </a:p>
          </p:txBody>
        </p:sp>
        <p:sp>
          <p:nvSpPr>
            <p:cNvPr id="5" name="TextBox 5">
              <a:extLst>
                <a:ext uri="{FF2B5EF4-FFF2-40B4-BE49-F238E27FC236}">
                  <a16:creationId xmlns:a16="http://schemas.microsoft.com/office/drawing/2014/main" id="{6B0F7C65-F23C-292B-F6B1-969B887BDA76}"/>
                </a:ext>
              </a:extLst>
            </p:cNvPr>
            <p:cNvSpPr txBox="1"/>
            <p:nvPr/>
          </p:nvSpPr>
          <p:spPr>
            <a:xfrm>
              <a:off x="0" y="-28575"/>
              <a:ext cx="1561326" cy="841375"/>
            </a:xfrm>
            <a:prstGeom prst="rect">
              <a:avLst/>
            </a:prstGeom>
          </p:spPr>
          <p:txBody>
            <a:bodyPr lIns="40638" tIns="40638" rIns="40638" bIns="40638" rtlCol="0" anchor="ctr"/>
            <a:lstStyle/>
            <a:p>
              <a:pPr algn="ctr">
                <a:lnSpc>
                  <a:spcPts val="2016"/>
                </a:lnSpc>
              </a:pPr>
              <a:endParaRPr sz="1088"/>
            </a:p>
          </p:txBody>
        </p:sp>
      </p:grpSp>
      <p:graphicFrame>
        <p:nvGraphicFramePr>
          <p:cNvPr id="6" name="Table 6">
            <a:extLst>
              <a:ext uri="{FF2B5EF4-FFF2-40B4-BE49-F238E27FC236}">
                <a16:creationId xmlns:a16="http://schemas.microsoft.com/office/drawing/2014/main" id="{B7188694-C791-0ED4-39DA-806A8125C553}"/>
              </a:ext>
            </a:extLst>
          </p:cNvPr>
          <p:cNvGraphicFramePr>
            <a:graphicFrameLocks noGrp="1"/>
          </p:cNvGraphicFramePr>
          <p:nvPr/>
        </p:nvGraphicFramePr>
        <p:xfrm>
          <a:off x="-1" y="551791"/>
          <a:ext cx="3670175" cy="6699488"/>
        </p:xfrm>
        <a:graphic>
          <a:graphicData uri="http://schemas.openxmlformats.org/drawingml/2006/table">
            <a:tbl>
              <a:tblPr/>
              <a:tblGrid>
                <a:gridCol w="3670175">
                  <a:extLst>
                    <a:ext uri="{9D8B030D-6E8A-4147-A177-3AD203B41FA5}">
                      <a16:colId xmlns:a16="http://schemas.microsoft.com/office/drawing/2014/main" val="20000"/>
                    </a:ext>
                  </a:extLst>
                </a:gridCol>
              </a:tblGrid>
              <a:tr h="815366">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39540">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39540">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960982">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39563">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27582">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84124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735674">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Freeform 7">
            <a:hlinkClick r:id="rId4" action="ppaction://hlinksldjump"/>
            <a:extLst>
              <a:ext uri="{FF2B5EF4-FFF2-40B4-BE49-F238E27FC236}">
                <a16:creationId xmlns:a16="http://schemas.microsoft.com/office/drawing/2014/main" id="{37E99C35-F2CB-EF5D-E021-71F0586354FE}"/>
              </a:ext>
            </a:extLst>
          </p:cNvPr>
          <p:cNvSpPr/>
          <p:nvPr/>
        </p:nvSpPr>
        <p:spPr>
          <a:xfrm>
            <a:off x="3252122" y="156549"/>
            <a:ext cx="261167" cy="280824"/>
          </a:xfrm>
          <a:custGeom>
            <a:avLst/>
            <a:gdLst/>
            <a:ahLst/>
            <a:cxnLst/>
            <a:rect l="l" t="t" r="r" b="b"/>
            <a:pathLst>
              <a:path w="326473" h="351046">
                <a:moveTo>
                  <a:pt x="0" y="0"/>
                </a:moveTo>
                <a:lnTo>
                  <a:pt x="326473" y="0"/>
                </a:lnTo>
                <a:lnTo>
                  <a:pt x="326473" y="351046"/>
                </a:lnTo>
                <a:lnTo>
                  <a:pt x="0" y="35104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SG" sz="1088"/>
          </a:p>
        </p:txBody>
      </p:sp>
      <p:sp>
        <p:nvSpPr>
          <p:cNvPr id="8" name="Freeform 8">
            <a:extLst>
              <a:ext uri="{FF2B5EF4-FFF2-40B4-BE49-F238E27FC236}">
                <a16:creationId xmlns:a16="http://schemas.microsoft.com/office/drawing/2014/main" id="{970755C8-FBD4-3176-0D1D-64DA071D9887}"/>
              </a:ext>
            </a:extLst>
          </p:cNvPr>
          <p:cNvSpPr/>
          <p:nvPr/>
        </p:nvSpPr>
        <p:spPr>
          <a:xfrm>
            <a:off x="2742836" y="156549"/>
            <a:ext cx="275756" cy="286499"/>
          </a:xfrm>
          <a:custGeom>
            <a:avLst/>
            <a:gdLst/>
            <a:ahLst/>
            <a:cxnLst/>
            <a:rect l="l" t="t" r="r" b="b"/>
            <a:pathLst>
              <a:path w="344710" h="358140">
                <a:moveTo>
                  <a:pt x="0" y="0"/>
                </a:moveTo>
                <a:lnTo>
                  <a:pt x="344710" y="0"/>
                </a:lnTo>
                <a:lnTo>
                  <a:pt x="344710" y="358141"/>
                </a:lnTo>
                <a:lnTo>
                  <a:pt x="0" y="35814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SG" sz="1088"/>
          </a:p>
        </p:txBody>
      </p:sp>
      <p:sp>
        <p:nvSpPr>
          <p:cNvPr id="9" name="Freeform 9">
            <a:hlinkClick r:id="rId9" action="ppaction://hlinksldjump"/>
            <a:extLst>
              <a:ext uri="{FF2B5EF4-FFF2-40B4-BE49-F238E27FC236}">
                <a16:creationId xmlns:a16="http://schemas.microsoft.com/office/drawing/2014/main" id="{AF773A95-3433-B712-56C5-F8177753683B}"/>
              </a:ext>
            </a:extLst>
          </p:cNvPr>
          <p:cNvSpPr/>
          <p:nvPr/>
        </p:nvSpPr>
        <p:spPr>
          <a:xfrm>
            <a:off x="8979655" y="31798"/>
            <a:ext cx="255177" cy="255177"/>
          </a:xfrm>
          <a:custGeom>
            <a:avLst/>
            <a:gdLst/>
            <a:ahLst/>
            <a:cxnLst/>
            <a:rect l="l" t="t" r="r" b="b"/>
            <a:pathLst>
              <a:path w="318985" h="318985">
                <a:moveTo>
                  <a:pt x="0" y="0"/>
                </a:moveTo>
                <a:lnTo>
                  <a:pt x="318984" y="0"/>
                </a:lnTo>
                <a:lnTo>
                  <a:pt x="318984" y="318985"/>
                </a:lnTo>
                <a:lnTo>
                  <a:pt x="0" y="31898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SG" sz="1088"/>
          </a:p>
        </p:txBody>
      </p:sp>
      <p:grpSp>
        <p:nvGrpSpPr>
          <p:cNvPr id="10" name="Group 10">
            <a:extLst>
              <a:ext uri="{FF2B5EF4-FFF2-40B4-BE49-F238E27FC236}">
                <a16:creationId xmlns:a16="http://schemas.microsoft.com/office/drawing/2014/main" id="{983249FA-1D5A-1194-CA52-A3761633E295}"/>
              </a:ext>
            </a:extLst>
          </p:cNvPr>
          <p:cNvGrpSpPr/>
          <p:nvPr/>
        </p:nvGrpSpPr>
        <p:grpSpPr>
          <a:xfrm rot="-5400000">
            <a:off x="3773834" y="985131"/>
            <a:ext cx="394881" cy="209744"/>
            <a:chOff x="0" y="0"/>
            <a:chExt cx="345211" cy="183361"/>
          </a:xfrm>
        </p:grpSpPr>
        <p:sp>
          <p:nvSpPr>
            <p:cNvPr id="11" name="Freeform 11">
              <a:extLst>
                <a:ext uri="{FF2B5EF4-FFF2-40B4-BE49-F238E27FC236}">
                  <a16:creationId xmlns:a16="http://schemas.microsoft.com/office/drawing/2014/main" id="{B34480A5-0DFC-A6C3-C979-04E67CA49632}"/>
                </a:ext>
              </a:extLst>
            </p:cNvPr>
            <p:cNvSpPr/>
            <p:nvPr/>
          </p:nvSpPr>
          <p:spPr>
            <a:xfrm>
              <a:off x="0" y="0"/>
              <a:ext cx="345211" cy="183361"/>
            </a:xfrm>
            <a:custGeom>
              <a:avLst/>
              <a:gdLst/>
              <a:ahLst/>
              <a:cxnLst/>
              <a:rect l="l" t="t" r="r" b="b"/>
              <a:pathLst>
                <a:path w="345211" h="183361">
                  <a:moveTo>
                    <a:pt x="91680" y="0"/>
                  </a:moveTo>
                  <a:lnTo>
                    <a:pt x="253531" y="0"/>
                  </a:lnTo>
                  <a:cubicBezTo>
                    <a:pt x="304164" y="0"/>
                    <a:pt x="345211" y="41047"/>
                    <a:pt x="345211" y="91680"/>
                  </a:cubicBezTo>
                  <a:lnTo>
                    <a:pt x="345211" y="91680"/>
                  </a:lnTo>
                  <a:cubicBezTo>
                    <a:pt x="345211" y="115996"/>
                    <a:pt x="335552" y="139315"/>
                    <a:pt x="318359" y="156508"/>
                  </a:cubicBezTo>
                  <a:cubicBezTo>
                    <a:pt x="301165" y="173702"/>
                    <a:pt x="277846" y="183361"/>
                    <a:pt x="253531" y="183361"/>
                  </a:cubicBezTo>
                  <a:lnTo>
                    <a:pt x="91680" y="183361"/>
                  </a:lnTo>
                  <a:cubicBezTo>
                    <a:pt x="67365" y="183361"/>
                    <a:pt x="44046" y="173702"/>
                    <a:pt x="26853" y="156508"/>
                  </a:cubicBezTo>
                  <a:cubicBezTo>
                    <a:pt x="9659" y="139315"/>
                    <a:pt x="0" y="115996"/>
                    <a:pt x="0" y="91680"/>
                  </a:cubicBezTo>
                  <a:lnTo>
                    <a:pt x="0" y="91680"/>
                  </a:lnTo>
                  <a:cubicBezTo>
                    <a:pt x="0" y="67365"/>
                    <a:pt x="9659" y="44046"/>
                    <a:pt x="26853" y="26853"/>
                  </a:cubicBezTo>
                  <a:cubicBezTo>
                    <a:pt x="44046" y="9659"/>
                    <a:pt x="67365" y="0"/>
                    <a:pt x="91680" y="0"/>
                  </a:cubicBezTo>
                  <a:close/>
                </a:path>
              </a:pathLst>
            </a:custGeom>
            <a:solidFill>
              <a:srgbClr val="FFCEB6">
                <a:alpha val="38824"/>
              </a:srgbClr>
            </a:solidFill>
          </p:spPr>
          <p:txBody>
            <a:bodyPr/>
            <a:lstStyle/>
            <a:p>
              <a:endParaRPr lang="en-SG" sz="1088"/>
            </a:p>
          </p:txBody>
        </p:sp>
        <p:sp>
          <p:nvSpPr>
            <p:cNvPr id="12" name="TextBox 12">
              <a:extLst>
                <a:ext uri="{FF2B5EF4-FFF2-40B4-BE49-F238E27FC236}">
                  <a16:creationId xmlns:a16="http://schemas.microsoft.com/office/drawing/2014/main" id="{88C37058-A254-45AA-BEFB-9C6219D74A86}"/>
                </a:ext>
              </a:extLst>
            </p:cNvPr>
            <p:cNvSpPr txBox="1"/>
            <p:nvPr/>
          </p:nvSpPr>
          <p:spPr>
            <a:xfrm>
              <a:off x="0" y="-28575"/>
              <a:ext cx="345211" cy="211936"/>
            </a:xfrm>
            <a:prstGeom prst="rect">
              <a:avLst/>
            </a:prstGeom>
          </p:spPr>
          <p:txBody>
            <a:bodyPr lIns="40638" tIns="40638" rIns="40638" bIns="40638" rtlCol="0" anchor="ctr"/>
            <a:lstStyle/>
            <a:p>
              <a:pPr algn="ctr">
                <a:lnSpc>
                  <a:spcPts val="2016"/>
                </a:lnSpc>
              </a:pPr>
              <a:endParaRPr sz="1088"/>
            </a:p>
          </p:txBody>
        </p:sp>
      </p:grpSp>
      <p:sp>
        <p:nvSpPr>
          <p:cNvPr id="13" name="Freeform 13">
            <a:extLst>
              <a:ext uri="{FF2B5EF4-FFF2-40B4-BE49-F238E27FC236}">
                <a16:creationId xmlns:a16="http://schemas.microsoft.com/office/drawing/2014/main" id="{77A7D1B4-A98F-9FCA-5293-7024CB420FF5}"/>
              </a:ext>
            </a:extLst>
          </p:cNvPr>
          <p:cNvSpPr/>
          <p:nvPr/>
        </p:nvSpPr>
        <p:spPr>
          <a:xfrm>
            <a:off x="3915850" y="950308"/>
            <a:ext cx="127586" cy="104793"/>
          </a:xfrm>
          <a:custGeom>
            <a:avLst/>
            <a:gdLst/>
            <a:ahLst/>
            <a:cxnLst/>
            <a:rect l="l" t="t" r="r" b="b"/>
            <a:pathLst>
              <a:path w="159489" h="130997">
                <a:moveTo>
                  <a:pt x="0" y="0"/>
                </a:moveTo>
                <a:lnTo>
                  <a:pt x="159488" y="0"/>
                </a:lnTo>
                <a:lnTo>
                  <a:pt x="159488" y="130997"/>
                </a:lnTo>
                <a:lnTo>
                  <a:pt x="0" y="130997"/>
                </a:lnTo>
                <a:lnTo>
                  <a:pt x="0" y="0"/>
                </a:lnTo>
                <a:close/>
              </a:path>
            </a:pathLst>
          </a:custGeom>
          <a:blipFill>
            <a:blip r:embed="rId12"/>
            <a:stretch>
              <a:fillRect t="-10875" b="-10875"/>
            </a:stretch>
          </a:blipFill>
        </p:spPr>
        <p:txBody>
          <a:bodyPr/>
          <a:lstStyle/>
          <a:p>
            <a:endParaRPr lang="en-SG" sz="1088"/>
          </a:p>
        </p:txBody>
      </p:sp>
      <p:sp>
        <p:nvSpPr>
          <p:cNvPr id="14" name="Freeform 14">
            <a:extLst>
              <a:ext uri="{FF2B5EF4-FFF2-40B4-BE49-F238E27FC236}">
                <a16:creationId xmlns:a16="http://schemas.microsoft.com/office/drawing/2014/main" id="{F52204DE-4485-7099-7FC2-746D70146235}"/>
              </a:ext>
            </a:extLst>
          </p:cNvPr>
          <p:cNvSpPr/>
          <p:nvPr/>
        </p:nvSpPr>
        <p:spPr>
          <a:xfrm>
            <a:off x="3915850" y="1179429"/>
            <a:ext cx="127586" cy="26793"/>
          </a:xfrm>
          <a:custGeom>
            <a:avLst/>
            <a:gdLst/>
            <a:ahLst/>
            <a:cxnLst/>
            <a:rect l="l" t="t" r="r" b="b"/>
            <a:pathLst>
              <a:path w="159489" h="33493">
                <a:moveTo>
                  <a:pt x="0" y="0"/>
                </a:moveTo>
                <a:lnTo>
                  <a:pt x="159488" y="0"/>
                </a:lnTo>
                <a:lnTo>
                  <a:pt x="159488" y="33493"/>
                </a:lnTo>
                <a:lnTo>
                  <a:pt x="0" y="33493"/>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SG" sz="1088"/>
          </a:p>
        </p:txBody>
      </p:sp>
      <p:sp>
        <p:nvSpPr>
          <p:cNvPr id="15" name="Freeform 15">
            <a:extLst>
              <a:ext uri="{FF2B5EF4-FFF2-40B4-BE49-F238E27FC236}">
                <a16:creationId xmlns:a16="http://schemas.microsoft.com/office/drawing/2014/main" id="{D3555F0A-1E29-CEEA-E5D0-DCA794327CFB}"/>
              </a:ext>
            </a:extLst>
          </p:cNvPr>
          <p:cNvSpPr/>
          <p:nvPr/>
        </p:nvSpPr>
        <p:spPr>
          <a:xfrm>
            <a:off x="-80320" y="3528130"/>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grpSp>
        <p:nvGrpSpPr>
          <p:cNvPr id="16" name="Group 16">
            <a:extLst>
              <a:ext uri="{FF2B5EF4-FFF2-40B4-BE49-F238E27FC236}">
                <a16:creationId xmlns:a16="http://schemas.microsoft.com/office/drawing/2014/main" id="{31BDDCCC-4E61-3B91-A20A-3C7B221EAB29}"/>
              </a:ext>
            </a:extLst>
          </p:cNvPr>
          <p:cNvGrpSpPr/>
          <p:nvPr/>
        </p:nvGrpSpPr>
        <p:grpSpPr>
          <a:xfrm>
            <a:off x="2738816" y="1123123"/>
            <a:ext cx="803691" cy="199694"/>
            <a:chOff x="0" y="0"/>
            <a:chExt cx="1339544" cy="332839"/>
          </a:xfrm>
        </p:grpSpPr>
        <p:sp>
          <p:nvSpPr>
            <p:cNvPr id="17" name="Freeform 17">
              <a:hlinkClick r:id="rId17" action="ppaction://hlinksldjump"/>
              <a:extLst>
                <a:ext uri="{FF2B5EF4-FFF2-40B4-BE49-F238E27FC236}">
                  <a16:creationId xmlns:a16="http://schemas.microsoft.com/office/drawing/2014/main" id="{8F75C76A-360C-F045-F76F-AD05B2ECCE26}"/>
                </a:ext>
              </a:extLst>
            </p:cNvPr>
            <p:cNvSpPr/>
            <p:nvPr/>
          </p:nvSpPr>
          <p:spPr>
            <a:xfrm>
              <a:off x="541419" y="0"/>
              <a:ext cx="332839" cy="332839"/>
            </a:xfrm>
            <a:custGeom>
              <a:avLst/>
              <a:gdLst/>
              <a:ahLst/>
              <a:cxnLst/>
              <a:rect l="l" t="t" r="r" b="b"/>
              <a:pathLst>
                <a:path w="332839" h="332839">
                  <a:moveTo>
                    <a:pt x="0" y="0"/>
                  </a:moveTo>
                  <a:lnTo>
                    <a:pt x="332838" y="0"/>
                  </a:lnTo>
                  <a:lnTo>
                    <a:pt x="332838" y="332839"/>
                  </a:lnTo>
                  <a:lnTo>
                    <a:pt x="0" y="33283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18" name="Freeform 18">
              <a:extLst>
                <a:ext uri="{FF2B5EF4-FFF2-40B4-BE49-F238E27FC236}">
                  <a16:creationId xmlns:a16="http://schemas.microsoft.com/office/drawing/2014/main" id="{C05DF4CF-C5AC-2077-54B1-E2F31182B6D7}"/>
                </a:ext>
              </a:extLst>
            </p:cNvPr>
            <p:cNvSpPr/>
            <p:nvPr/>
          </p:nvSpPr>
          <p:spPr>
            <a:xfrm>
              <a:off x="0" y="0"/>
              <a:ext cx="398609" cy="332839"/>
            </a:xfrm>
            <a:custGeom>
              <a:avLst/>
              <a:gdLst/>
              <a:ahLst/>
              <a:cxnLst/>
              <a:rect l="l" t="t" r="r" b="b"/>
              <a:pathLst>
                <a:path w="398609" h="332839">
                  <a:moveTo>
                    <a:pt x="0" y="0"/>
                  </a:moveTo>
                  <a:lnTo>
                    <a:pt x="398609" y="0"/>
                  </a:lnTo>
                  <a:lnTo>
                    <a:pt x="398609" y="332839"/>
                  </a:lnTo>
                  <a:lnTo>
                    <a:pt x="0" y="33283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19" name="Freeform 19">
              <a:extLst>
                <a:ext uri="{FF2B5EF4-FFF2-40B4-BE49-F238E27FC236}">
                  <a16:creationId xmlns:a16="http://schemas.microsoft.com/office/drawing/2014/main" id="{33222FFC-0843-574D-CBCA-1C5FD2C717DD}"/>
                </a:ext>
              </a:extLst>
            </p:cNvPr>
            <p:cNvSpPr/>
            <p:nvPr/>
          </p:nvSpPr>
          <p:spPr>
            <a:xfrm>
              <a:off x="1013957"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grpSp>
      <p:grpSp>
        <p:nvGrpSpPr>
          <p:cNvPr id="20" name="Group 20">
            <a:extLst>
              <a:ext uri="{FF2B5EF4-FFF2-40B4-BE49-F238E27FC236}">
                <a16:creationId xmlns:a16="http://schemas.microsoft.com/office/drawing/2014/main" id="{378FE978-9AB1-979B-EC08-B6F00477E185}"/>
              </a:ext>
            </a:extLst>
          </p:cNvPr>
          <p:cNvGrpSpPr/>
          <p:nvPr/>
        </p:nvGrpSpPr>
        <p:grpSpPr>
          <a:xfrm>
            <a:off x="2738816" y="2848334"/>
            <a:ext cx="803691" cy="199694"/>
            <a:chOff x="0" y="0"/>
            <a:chExt cx="1339544" cy="332839"/>
          </a:xfrm>
        </p:grpSpPr>
        <p:sp>
          <p:nvSpPr>
            <p:cNvPr id="21" name="Freeform 21">
              <a:extLst>
                <a:ext uri="{FF2B5EF4-FFF2-40B4-BE49-F238E27FC236}">
                  <a16:creationId xmlns:a16="http://schemas.microsoft.com/office/drawing/2014/main" id="{BAEEF6BD-4AB1-CA3A-FF9B-D3FED3415D8B}"/>
                </a:ext>
              </a:extLst>
            </p:cNvPr>
            <p:cNvSpPr/>
            <p:nvPr/>
          </p:nvSpPr>
          <p:spPr>
            <a:xfrm>
              <a:off x="541419" y="0"/>
              <a:ext cx="332839" cy="332839"/>
            </a:xfrm>
            <a:custGeom>
              <a:avLst/>
              <a:gdLst/>
              <a:ahLst/>
              <a:cxnLst/>
              <a:rect l="l" t="t" r="r" b="b"/>
              <a:pathLst>
                <a:path w="332839" h="332839">
                  <a:moveTo>
                    <a:pt x="0" y="0"/>
                  </a:moveTo>
                  <a:lnTo>
                    <a:pt x="332838" y="0"/>
                  </a:lnTo>
                  <a:lnTo>
                    <a:pt x="332838" y="332839"/>
                  </a:lnTo>
                  <a:lnTo>
                    <a:pt x="0" y="33283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22" name="Freeform 22">
              <a:extLst>
                <a:ext uri="{FF2B5EF4-FFF2-40B4-BE49-F238E27FC236}">
                  <a16:creationId xmlns:a16="http://schemas.microsoft.com/office/drawing/2014/main" id="{8E247C86-7CDC-F76F-328B-2E1B7D86650F}"/>
                </a:ext>
              </a:extLst>
            </p:cNvPr>
            <p:cNvSpPr/>
            <p:nvPr/>
          </p:nvSpPr>
          <p:spPr>
            <a:xfrm>
              <a:off x="0" y="0"/>
              <a:ext cx="398609" cy="332839"/>
            </a:xfrm>
            <a:custGeom>
              <a:avLst/>
              <a:gdLst/>
              <a:ahLst/>
              <a:cxnLst/>
              <a:rect l="l" t="t" r="r" b="b"/>
              <a:pathLst>
                <a:path w="398609" h="332839">
                  <a:moveTo>
                    <a:pt x="0" y="0"/>
                  </a:moveTo>
                  <a:lnTo>
                    <a:pt x="398609" y="0"/>
                  </a:lnTo>
                  <a:lnTo>
                    <a:pt x="398609" y="332839"/>
                  </a:lnTo>
                  <a:lnTo>
                    <a:pt x="0" y="33283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23" name="Freeform 23">
              <a:extLst>
                <a:ext uri="{FF2B5EF4-FFF2-40B4-BE49-F238E27FC236}">
                  <a16:creationId xmlns:a16="http://schemas.microsoft.com/office/drawing/2014/main" id="{F893CFEE-9FBC-CF8B-A747-56355E40FB44}"/>
                </a:ext>
              </a:extLst>
            </p:cNvPr>
            <p:cNvSpPr/>
            <p:nvPr/>
          </p:nvSpPr>
          <p:spPr>
            <a:xfrm>
              <a:off x="1013957"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grpSp>
      <p:grpSp>
        <p:nvGrpSpPr>
          <p:cNvPr id="24" name="Group 24">
            <a:extLst>
              <a:ext uri="{FF2B5EF4-FFF2-40B4-BE49-F238E27FC236}">
                <a16:creationId xmlns:a16="http://schemas.microsoft.com/office/drawing/2014/main" id="{A4C7461C-93CB-D593-24E8-8878AA8E7C46}"/>
              </a:ext>
            </a:extLst>
          </p:cNvPr>
          <p:cNvGrpSpPr/>
          <p:nvPr/>
        </p:nvGrpSpPr>
        <p:grpSpPr>
          <a:xfrm>
            <a:off x="2738818" y="6324678"/>
            <a:ext cx="783398" cy="199694"/>
            <a:chOff x="0" y="0"/>
            <a:chExt cx="1305721" cy="332839"/>
          </a:xfrm>
        </p:grpSpPr>
        <p:sp>
          <p:nvSpPr>
            <p:cNvPr id="25" name="Freeform 25">
              <a:extLst>
                <a:ext uri="{FF2B5EF4-FFF2-40B4-BE49-F238E27FC236}">
                  <a16:creationId xmlns:a16="http://schemas.microsoft.com/office/drawing/2014/main" id="{296B139B-7F4B-4671-F490-F0AC01D29F53}"/>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lstStyle/>
            <a:p>
              <a:endParaRPr lang="en-SG" sz="1088"/>
            </a:p>
          </p:txBody>
        </p:sp>
        <p:sp>
          <p:nvSpPr>
            <p:cNvPr id="26" name="Freeform 26">
              <a:extLst>
                <a:ext uri="{FF2B5EF4-FFF2-40B4-BE49-F238E27FC236}">
                  <a16:creationId xmlns:a16="http://schemas.microsoft.com/office/drawing/2014/main" id="{0D213D86-66FF-ED90-808C-C978AAAFC62E}"/>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27" name="Freeform 27">
              <a:extLst>
                <a:ext uri="{FF2B5EF4-FFF2-40B4-BE49-F238E27FC236}">
                  <a16:creationId xmlns:a16="http://schemas.microsoft.com/office/drawing/2014/main" id="{117553FB-B40B-5108-8FAC-57834CA6D70B}"/>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grpSp>
      <p:grpSp>
        <p:nvGrpSpPr>
          <p:cNvPr id="28" name="Group 28">
            <a:extLst>
              <a:ext uri="{FF2B5EF4-FFF2-40B4-BE49-F238E27FC236}">
                <a16:creationId xmlns:a16="http://schemas.microsoft.com/office/drawing/2014/main" id="{8E650D15-7BB1-7CFC-F4E4-978A1512BF6E}"/>
              </a:ext>
            </a:extLst>
          </p:cNvPr>
          <p:cNvGrpSpPr/>
          <p:nvPr/>
        </p:nvGrpSpPr>
        <p:grpSpPr>
          <a:xfrm>
            <a:off x="2759112" y="5527586"/>
            <a:ext cx="783398" cy="199694"/>
            <a:chOff x="0" y="0"/>
            <a:chExt cx="1305721" cy="332839"/>
          </a:xfrm>
        </p:grpSpPr>
        <p:sp>
          <p:nvSpPr>
            <p:cNvPr id="29" name="Freeform 29">
              <a:extLst>
                <a:ext uri="{FF2B5EF4-FFF2-40B4-BE49-F238E27FC236}">
                  <a16:creationId xmlns:a16="http://schemas.microsoft.com/office/drawing/2014/main" id="{9385F61F-939A-7AEA-AA84-91AED1BF10BE}"/>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lstStyle/>
            <a:p>
              <a:endParaRPr lang="en-SG" sz="1088"/>
            </a:p>
          </p:txBody>
        </p:sp>
        <p:sp>
          <p:nvSpPr>
            <p:cNvPr id="30" name="Freeform 30">
              <a:extLst>
                <a:ext uri="{FF2B5EF4-FFF2-40B4-BE49-F238E27FC236}">
                  <a16:creationId xmlns:a16="http://schemas.microsoft.com/office/drawing/2014/main" id="{5299F66D-AD65-1279-B3AA-3A20653F8029}"/>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dirty="0"/>
            </a:p>
          </p:txBody>
        </p:sp>
        <p:sp>
          <p:nvSpPr>
            <p:cNvPr id="31" name="Freeform 31">
              <a:extLst>
                <a:ext uri="{FF2B5EF4-FFF2-40B4-BE49-F238E27FC236}">
                  <a16:creationId xmlns:a16="http://schemas.microsoft.com/office/drawing/2014/main" id="{92E14CF7-C3D6-94D7-2017-F2AFC8DA6C12}"/>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grpSp>
      <p:grpSp>
        <p:nvGrpSpPr>
          <p:cNvPr id="32" name="Group 32">
            <a:extLst>
              <a:ext uri="{FF2B5EF4-FFF2-40B4-BE49-F238E27FC236}">
                <a16:creationId xmlns:a16="http://schemas.microsoft.com/office/drawing/2014/main" id="{C34960E9-251D-B716-C0DF-051B27763258}"/>
              </a:ext>
            </a:extLst>
          </p:cNvPr>
          <p:cNvGrpSpPr/>
          <p:nvPr/>
        </p:nvGrpSpPr>
        <p:grpSpPr>
          <a:xfrm>
            <a:off x="2737793" y="6972925"/>
            <a:ext cx="783398" cy="199694"/>
            <a:chOff x="0" y="0"/>
            <a:chExt cx="1305721" cy="332839"/>
          </a:xfrm>
        </p:grpSpPr>
        <p:sp>
          <p:nvSpPr>
            <p:cNvPr id="33" name="Freeform 33">
              <a:extLst>
                <a:ext uri="{FF2B5EF4-FFF2-40B4-BE49-F238E27FC236}">
                  <a16:creationId xmlns:a16="http://schemas.microsoft.com/office/drawing/2014/main" id="{F25C64C0-8DDA-3B27-8EBA-BB60C02A47D0}"/>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lstStyle/>
            <a:p>
              <a:endParaRPr lang="en-SG" sz="1088"/>
            </a:p>
          </p:txBody>
        </p:sp>
        <p:sp>
          <p:nvSpPr>
            <p:cNvPr id="34" name="Freeform 34">
              <a:extLst>
                <a:ext uri="{FF2B5EF4-FFF2-40B4-BE49-F238E27FC236}">
                  <a16:creationId xmlns:a16="http://schemas.microsoft.com/office/drawing/2014/main" id="{58702BFF-5F8A-21E4-CCFF-02BE9FC117CB}"/>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35" name="Freeform 35">
              <a:extLst>
                <a:ext uri="{FF2B5EF4-FFF2-40B4-BE49-F238E27FC236}">
                  <a16:creationId xmlns:a16="http://schemas.microsoft.com/office/drawing/2014/main" id="{1B88F59E-7A14-F5A9-57D2-B9869C6167D7}"/>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grpSp>
      <p:grpSp>
        <p:nvGrpSpPr>
          <p:cNvPr id="36" name="Group 36">
            <a:extLst>
              <a:ext uri="{FF2B5EF4-FFF2-40B4-BE49-F238E27FC236}">
                <a16:creationId xmlns:a16="http://schemas.microsoft.com/office/drawing/2014/main" id="{716FC374-852A-1063-E5CA-9FCA8E243DFC}"/>
              </a:ext>
            </a:extLst>
          </p:cNvPr>
          <p:cNvGrpSpPr/>
          <p:nvPr/>
        </p:nvGrpSpPr>
        <p:grpSpPr>
          <a:xfrm>
            <a:off x="2759112" y="1894293"/>
            <a:ext cx="783398" cy="199694"/>
            <a:chOff x="0" y="0"/>
            <a:chExt cx="1305721" cy="332839"/>
          </a:xfrm>
        </p:grpSpPr>
        <p:sp>
          <p:nvSpPr>
            <p:cNvPr id="37" name="Freeform 37">
              <a:extLst>
                <a:ext uri="{FF2B5EF4-FFF2-40B4-BE49-F238E27FC236}">
                  <a16:creationId xmlns:a16="http://schemas.microsoft.com/office/drawing/2014/main" id="{419DBB6A-719F-A749-9712-375C2FDBE625}"/>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lstStyle/>
            <a:p>
              <a:endParaRPr lang="en-SG" sz="1088"/>
            </a:p>
          </p:txBody>
        </p:sp>
        <p:sp>
          <p:nvSpPr>
            <p:cNvPr id="38" name="Freeform 38">
              <a:extLst>
                <a:ext uri="{FF2B5EF4-FFF2-40B4-BE49-F238E27FC236}">
                  <a16:creationId xmlns:a16="http://schemas.microsoft.com/office/drawing/2014/main" id="{12FB4FF9-7DE0-AF78-375B-C93C41E8C689}"/>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39" name="Freeform 39">
              <a:extLst>
                <a:ext uri="{FF2B5EF4-FFF2-40B4-BE49-F238E27FC236}">
                  <a16:creationId xmlns:a16="http://schemas.microsoft.com/office/drawing/2014/main" id="{F6664C6F-D901-A43D-D869-0F308EB203D6}"/>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grpSp>
      <p:grpSp>
        <p:nvGrpSpPr>
          <p:cNvPr id="40" name="Group 40">
            <a:extLst>
              <a:ext uri="{FF2B5EF4-FFF2-40B4-BE49-F238E27FC236}">
                <a16:creationId xmlns:a16="http://schemas.microsoft.com/office/drawing/2014/main" id="{EB9701A8-B20A-721D-E6C1-163ACD3A1C20}"/>
              </a:ext>
            </a:extLst>
          </p:cNvPr>
          <p:cNvGrpSpPr/>
          <p:nvPr/>
        </p:nvGrpSpPr>
        <p:grpSpPr>
          <a:xfrm>
            <a:off x="2759112" y="4664981"/>
            <a:ext cx="783398" cy="199694"/>
            <a:chOff x="0" y="0"/>
            <a:chExt cx="1305721" cy="332839"/>
          </a:xfrm>
        </p:grpSpPr>
        <p:sp>
          <p:nvSpPr>
            <p:cNvPr id="41" name="Freeform 41">
              <a:extLst>
                <a:ext uri="{FF2B5EF4-FFF2-40B4-BE49-F238E27FC236}">
                  <a16:creationId xmlns:a16="http://schemas.microsoft.com/office/drawing/2014/main" id="{CF94BA13-6256-A8C2-BCF8-F6152EEC3AEB}"/>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lstStyle/>
            <a:p>
              <a:endParaRPr lang="en-SG" sz="1088"/>
            </a:p>
          </p:txBody>
        </p:sp>
        <p:sp>
          <p:nvSpPr>
            <p:cNvPr id="42" name="Freeform 42">
              <a:extLst>
                <a:ext uri="{FF2B5EF4-FFF2-40B4-BE49-F238E27FC236}">
                  <a16:creationId xmlns:a16="http://schemas.microsoft.com/office/drawing/2014/main" id="{AC90ED46-5A53-7D00-E417-6CC3FD58304D}"/>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43" name="Freeform 43">
              <a:extLst>
                <a:ext uri="{FF2B5EF4-FFF2-40B4-BE49-F238E27FC236}">
                  <a16:creationId xmlns:a16="http://schemas.microsoft.com/office/drawing/2014/main" id="{225F65E5-36D8-2774-8502-23F5D9AA9982}"/>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grpSp>
      <p:grpSp>
        <p:nvGrpSpPr>
          <p:cNvPr id="44" name="Group 44">
            <a:extLst>
              <a:ext uri="{FF2B5EF4-FFF2-40B4-BE49-F238E27FC236}">
                <a16:creationId xmlns:a16="http://schemas.microsoft.com/office/drawing/2014/main" id="{B121AA30-9B0A-D102-2FC7-B22703119005}"/>
              </a:ext>
            </a:extLst>
          </p:cNvPr>
          <p:cNvGrpSpPr/>
          <p:nvPr/>
        </p:nvGrpSpPr>
        <p:grpSpPr>
          <a:xfrm>
            <a:off x="2748965" y="3756658"/>
            <a:ext cx="783398" cy="199694"/>
            <a:chOff x="0" y="0"/>
            <a:chExt cx="1305721" cy="332839"/>
          </a:xfrm>
        </p:grpSpPr>
        <p:sp>
          <p:nvSpPr>
            <p:cNvPr id="45" name="Freeform 45">
              <a:extLst>
                <a:ext uri="{FF2B5EF4-FFF2-40B4-BE49-F238E27FC236}">
                  <a16:creationId xmlns:a16="http://schemas.microsoft.com/office/drawing/2014/main" id="{FAD06822-79C9-9B30-E2C4-73D3C31FC1F4}"/>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lstStyle/>
            <a:p>
              <a:endParaRPr lang="en-SG" sz="1088"/>
            </a:p>
          </p:txBody>
        </p:sp>
        <p:sp>
          <p:nvSpPr>
            <p:cNvPr id="46" name="Freeform 46">
              <a:extLst>
                <a:ext uri="{FF2B5EF4-FFF2-40B4-BE49-F238E27FC236}">
                  <a16:creationId xmlns:a16="http://schemas.microsoft.com/office/drawing/2014/main" id="{E80B2865-A5DC-9711-9557-4E5B77221887}"/>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47" name="Freeform 47">
              <a:extLst>
                <a:ext uri="{FF2B5EF4-FFF2-40B4-BE49-F238E27FC236}">
                  <a16:creationId xmlns:a16="http://schemas.microsoft.com/office/drawing/2014/main" id="{6A8A2B6D-3083-FD7E-E5CF-E971BF58C780}"/>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grpSp>
      <p:sp>
        <p:nvSpPr>
          <p:cNvPr id="48" name="Freeform 48">
            <a:extLst>
              <a:ext uri="{FF2B5EF4-FFF2-40B4-BE49-F238E27FC236}">
                <a16:creationId xmlns:a16="http://schemas.microsoft.com/office/drawing/2014/main" id="{07FC6793-2788-648D-14EF-51A7265E7E1D}"/>
              </a:ext>
            </a:extLst>
          </p:cNvPr>
          <p:cNvSpPr/>
          <p:nvPr/>
        </p:nvSpPr>
        <p:spPr>
          <a:xfrm>
            <a:off x="-35398" y="907805"/>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sp>
        <p:nvSpPr>
          <p:cNvPr id="49" name="Freeform 49">
            <a:extLst>
              <a:ext uri="{FF2B5EF4-FFF2-40B4-BE49-F238E27FC236}">
                <a16:creationId xmlns:a16="http://schemas.microsoft.com/office/drawing/2014/main" id="{EB5086B3-CE4A-5B96-AECE-5D3BA59E081F}"/>
              </a:ext>
            </a:extLst>
          </p:cNvPr>
          <p:cNvSpPr/>
          <p:nvPr/>
        </p:nvSpPr>
        <p:spPr>
          <a:xfrm>
            <a:off x="-113080" y="4489543"/>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sp>
        <p:nvSpPr>
          <p:cNvPr id="50" name="Freeform 50">
            <a:extLst>
              <a:ext uri="{FF2B5EF4-FFF2-40B4-BE49-F238E27FC236}">
                <a16:creationId xmlns:a16="http://schemas.microsoft.com/office/drawing/2014/main" id="{6E490080-4BF3-8765-03DC-16C01F8129E1}"/>
              </a:ext>
            </a:extLst>
          </p:cNvPr>
          <p:cNvSpPr/>
          <p:nvPr/>
        </p:nvSpPr>
        <p:spPr>
          <a:xfrm>
            <a:off x="-93978" y="5292202"/>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sp>
        <p:nvSpPr>
          <p:cNvPr id="51" name="Freeform 51">
            <a:extLst>
              <a:ext uri="{FF2B5EF4-FFF2-40B4-BE49-F238E27FC236}">
                <a16:creationId xmlns:a16="http://schemas.microsoft.com/office/drawing/2014/main" id="{C4E6B022-0793-EE6A-44F0-81C18A8DCF1D}"/>
              </a:ext>
            </a:extLst>
          </p:cNvPr>
          <p:cNvSpPr/>
          <p:nvPr/>
        </p:nvSpPr>
        <p:spPr>
          <a:xfrm>
            <a:off x="-108354" y="6139396"/>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sp>
        <p:nvSpPr>
          <p:cNvPr id="52" name="Freeform 52">
            <a:extLst>
              <a:ext uri="{FF2B5EF4-FFF2-40B4-BE49-F238E27FC236}">
                <a16:creationId xmlns:a16="http://schemas.microsoft.com/office/drawing/2014/main" id="{873408F2-563C-2361-E0CE-C566EC2D9A3E}"/>
              </a:ext>
            </a:extLst>
          </p:cNvPr>
          <p:cNvSpPr/>
          <p:nvPr/>
        </p:nvSpPr>
        <p:spPr>
          <a:xfrm>
            <a:off x="-68308" y="6815636"/>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sp>
        <p:nvSpPr>
          <p:cNvPr id="53" name="Freeform 53">
            <a:extLst>
              <a:ext uri="{FF2B5EF4-FFF2-40B4-BE49-F238E27FC236}">
                <a16:creationId xmlns:a16="http://schemas.microsoft.com/office/drawing/2014/main" id="{65ACA2EA-697B-882D-4613-33CED4E69F5C}"/>
              </a:ext>
            </a:extLst>
          </p:cNvPr>
          <p:cNvSpPr/>
          <p:nvPr/>
        </p:nvSpPr>
        <p:spPr>
          <a:xfrm>
            <a:off x="-80320" y="2593098"/>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sp>
        <p:nvSpPr>
          <p:cNvPr id="54" name="Freeform 54">
            <a:extLst>
              <a:ext uri="{FF2B5EF4-FFF2-40B4-BE49-F238E27FC236}">
                <a16:creationId xmlns:a16="http://schemas.microsoft.com/office/drawing/2014/main" id="{E30E6574-E671-50F2-1A62-C0D9F17048D7}"/>
              </a:ext>
            </a:extLst>
          </p:cNvPr>
          <p:cNvSpPr/>
          <p:nvPr/>
        </p:nvSpPr>
        <p:spPr>
          <a:xfrm>
            <a:off x="-80320" y="1734423"/>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sp>
        <p:nvSpPr>
          <p:cNvPr id="61" name="Freeform 61">
            <a:hlinkClick r:id="rId26" action="ppaction://hlinksldjump"/>
            <a:extLst>
              <a:ext uri="{FF2B5EF4-FFF2-40B4-BE49-F238E27FC236}">
                <a16:creationId xmlns:a16="http://schemas.microsoft.com/office/drawing/2014/main" id="{F2B22E64-EF93-AB25-766A-6740B9794771}"/>
              </a:ext>
            </a:extLst>
          </p:cNvPr>
          <p:cNvSpPr/>
          <p:nvPr/>
        </p:nvSpPr>
        <p:spPr>
          <a:xfrm>
            <a:off x="9612112" y="-89747"/>
            <a:ext cx="492592" cy="492592"/>
          </a:xfrm>
          <a:custGeom>
            <a:avLst/>
            <a:gdLst/>
            <a:ahLst/>
            <a:cxnLst/>
            <a:rect l="l" t="t" r="r" b="b"/>
            <a:pathLst>
              <a:path w="615767" h="615767">
                <a:moveTo>
                  <a:pt x="0" y="0"/>
                </a:moveTo>
                <a:lnTo>
                  <a:pt x="615767" y="0"/>
                </a:lnTo>
                <a:lnTo>
                  <a:pt x="615767" y="615767"/>
                </a:lnTo>
                <a:lnTo>
                  <a:pt x="0" y="615767"/>
                </a:lnTo>
                <a:lnTo>
                  <a:pt x="0" y="0"/>
                </a:lnTo>
                <a:close/>
              </a:path>
            </a:pathLst>
          </a:custGeom>
          <a:blipFill>
            <a:blip r:embed="rId27">
              <a:extLst>
                <a:ext uri="{96DAC541-7B7A-43D3-8B79-37D633B846F1}">
                  <asvg:svgBlip xmlns:asvg="http://schemas.microsoft.com/office/drawing/2016/SVG/main" r:embed="rId28"/>
                </a:ext>
              </a:extLst>
            </a:blip>
            <a:stretch>
              <a:fillRect/>
            </a:stretch>
          </a:blipFill>
        </p:spPr>
        <p:txBody>
          <a:bodyPr/>
          <a:lstStyle/>
          <a:p>
            <a:endParaRPr lang="en-SG" sz="1088"/>
          </a:p>
        </p:txBody>
      </p:sp>
      <p:grpSp>
        <p:nvGrpSpPr>
          <p:cNvPr id="62" name="Group 62">
            <a:extLst>
              <a:ext uri="{FF2B5EF4-FFF2-40B4-BE49-F238E27FC236}">
                <a16:creationId xmlns:a16="http://schemas.microsoft.com/office/drawing/2014/main" id="{42578712-96A0-1C3E-7198-E8F21DC4620E}"/>
              </a:ext>
            </a:extLst>
          </p:cNvPr>
          <p:cNvGrpSpPr/>
          <p:nvPr/>
        </p:nvGrpSpPr>
        <p:grpSpPr>
          <a:xfrm>
            <a:off x="3738481" y="6297246"/>
            <a:ext cx="1997447" cy="797093"/>
            <a:chOff x="0" y="0"/>
            <a:chExt cx="710235" cy="283423"/>
          </a:xfrm>
        </p:grpSpPr>
        <p:sp>
          <p:nvSpPr>
            <p:cNvPr id="63" name="Freeform 63">
              <a:extLst>
                <a:ext uri="{FF2B5EF4-FFF2-40B4-BE49-F238E27FC236}">
                  <a16:creationId xmlns:a16="http://schemas.microsoft.com/office/drawing/2014/main" id="{FDF59234-2665-57A6-D294-C7D49A18FD06}"/>
                </a:ext>
              </a:extLst>
            </p:cNvPr>
            <p:cNvSpPr/>
            <p:nvPr/>
          </p:nvSpPr>
          <p:spPr>
            <a:xfrm>
              <a:off x="0" y="0"/>
              <a:ext cx="710235" cy="283423"/>
            </a:xfrm>
            <a:custGeom>
              <a:avLst/>
              <a:gdLst/>
              <a:ahLst/>
              <a:cxnLst/>
              <a:rect l="l" t="t" r="r" b="b"/>
              <a:pathLst>
                <a:path w="710235" h="283423">
                  <a:moveTo>
                    <a:pt x="99219" y="0"/>
                  </a:moveTo>
                  <a:lnTo>
                    <a:pt x="611016" y="0"/>
                  </a:lnTo>
                  <a:cubicBezTo>
                    <a:pt x="637330" y="0"/>
                    <a:pt x="662567" y="10453"/>
                    <a:pt x="681174" y="29061"/>
                  </a:cubicBezTo>
                  <a:cubicBezTo>
                    <a:pt x="699781" y="47668"/>
                    <a:pt x="710235" y="72904"/>
                    <a:pt x="710235" y="99219"/>
                  </a:cubicBezTo>
                  <a:lnTo>
                    <a:pt x="710235" y="184204"/>
                  </a:lnTo>
                  <a:cubicBezTo>
                    <a:pt x="710235" y="210519"/>
                    <a:pt x="699781" y="235756"/>
                    <a:pt x="681174" y="254363"/>
                  </a:cubicBezTo>
                  <a:cubicBezTo>
                    <a:pt x="662567" y="272970"/>
                    <a:pt x="637330" y="283423"/>
                    <a:pt x="611016" y="283423"/>
                  </a:cubicBezTo>
                  <a:lnTo>
                    <a:pt x="99219" y="283423"/>
                  </a:lnTo>
                  <a:cubicBezTo>
                    <a:pt x="72904" y="283423"/>
                    <a:pt x="47668" y="272970"/>
                    <a:pt x="29061" y="254363"/>
                  </a:cubicBezTo>
                  <a:cubicBezTo>
                    <a:pt x="10453" y="235756"/>
                    <a:pt x="0" y="210519"/>
                    <a:pt x="0" y="184204"/>
                  </a:cubicBezTo>
                  <a:lnTo>
                    <a:pt x="0" y="99219"/>
                  </a:lnTo>
                  <a:cubicBezTo>
                    <a:pt x="0" y="72904"/>
                    <a:pt x="10453" y="47668"/>
                    <a:pt x="29061" y="29061"/>
                  </a:cubicBezTo>
                  <a:cubicBezTo>
                    <a:pt x="47668" y="10453"/>
                    <a:pt x="72904" y="0"/>
                    <a:pt x="99219" y="0"/>
                  </a:cubicBezTo>
                  <a:close/>
                </a:path>
              </a:pathLst>
            </a:custGeom>
            <a:solidFill>
              <a:srgbClr val="F34336"/>
            </a:solidFill>
          </p:spPr>
          <p:txBody>
            <a:bodyPr/>
            <a:lstStyle/>
            <a:p>
              <a:endParaRPr lang="en-SG" sz="1088"/>
            </a:p>
          </p:txBody>
        </p:sp>
        <p:sp>
          <p:nvSpPr>
            <p:cNvPr id="64" name="TextBox 64">
              <a:extLst>
                <a:ext uri="{FF2B5EF4-FFF2-40B4-BE49-F238E27FC236}">
                  <a16:creationId xmlns:a16="http://schemas.microsoft.com/office/drawing/2014/main" id="{32060755-1E30-8A62-4E4F-224A39C653EA}"/>
                </a:ext>
              </a:extLst>
            </p:cNvPr>
            <p:cNvSpPr txBox="1"/>
            <p:nvPr/>
          </p:nvSpPr>
          <p:spPr>
            <a:xfrm>
              <a:off x="0" y="-28575"/>
              <a:ext cx="710235" cy="311998"/>
            </a:xfrm>
            <a:prstGeom prst="rect">
              <a:avLst/>
            </a:prstGeom>
          </p:spPr>
          <p:txBody>
            <a:bodyPr lIns="40638" tIns="40638" rIns="40638" bIns="40638" rtlCol="0" anchor="ctr"/>
            <a:lstStyle/>
            <a:p>
              <a:pPr algn="ctr">
                <a:lnSpc>
                  <a:spcPts val="2016"/>
                </a:lnSpc>
              </a:pPr>
              <a:endParaRPr sz="1088"/>
            </a:p>
          </p:txBody>
        </p:sp>
      </p:grpSp>
      <p:grpSp>
        <p:nvGrpSpPr>
          <p:cNvPr id="65" name="Group 65">
            <a:extLst>
              <a:ext uri="{FF2B5EF4-FFF2-40B4-BE49-F238E27FC236}">
                <a16:creationId xmlns:a16="http://schemas.microsoft.com/office/drawing/2014/main" id="{50847EEB-290E-CE42-00F2-064BD573F9B3}"/>
              </a:ext>
            </a:extLst>
          </p:cNvPr>
          <p:cNvGrpSpPr/>
          <p:nvPr/>
        </p:nvGrpSpPr>
        <p:grpSpPr>
          <a:xfrm>
            <a:off x="5929681" y="6315759"/>
            <a:ext cx="2075572" cy="778581"/>
            <a:chOff x="0" y="0"/>
            <a:chExt cx="738014" cy="276841"/>
          </a:xfrm>
        </p:grpSpPr>
        <p:sp>
          <p:nvSpPr>
            <p:cNvPr id="66" name="Freeform 66">
              <a:extLst>
                <a:ext uri="{FF2B5EF4-FFF2-40B4-BE49-F238E27FC236}">
                  <a16:creationId xmlns:a16="http://schemas.microsoft.com/office/drawing/2014/main" id="{CC1B7E13-DC94-637C-C673-422E51A31B8D}"/>
                </a:ext>
              </a:extLst>
            </p:cNvPr>
            <p:cNvSpPr/>
            <p:nvPr/>
          </p:nvSpPr>
          <p:spPr>
            <a:xfrm>
              <a:off x="0" y="0"/>
              <a:ext cx="738014" cy="276841"/>
            </a:xfrm>
            <a:custGeom>
              <a:avLst/>
              <a:gdLst/>
              <a:ahLst/>
              <a:cxnLst/>
              <a:rect l="l" t="t" r="r" b="b"/>
              <a:pathLst>
                <a:path w="738014" h="276841">
                  <a:moveTo>
                    <a:pt x="95484" y="0"/>
                  </a:moveTo>
                  <a:lnTo>
                    <a:pt x="642529" y="0"/>
                  </a:lnTo>
                  <a:cubicBezTo>
                    <a:pt x="667853" y="0"/>
                    <a:pt x="692140" y="10060"/>
                    <a:pt x="710047" y="27967"/>
                  </a:cubicBezTo>
                  <a:cubicBezTo>
                    <a:pt x="727954" y="45873"/>
                    <a:pt x="738014" y="70160"/>
                    <a:pt x="738014" y="95484"/>
                  </a:cubicBezTo>
                  <a:lnTo>
                    <a:pt x="738014" y="181357"/>
                  </a:lnTo>
                  <a:cubicBezTo>
                    <a:pt x="738014" y="206681"/>
                    <a:pt x="727954" y="230968"/>
                    <a:pt x="710047" y="248874"/>
                  </a:cubicBezTo>
                  <a:cubicBezTo>
                    <a:pt x="692140" y="266781"/>
                    <a:pt x="667853" y="276841"/>
                    <a:pt x="642529" y="276841"/>
                  </a:cubicBezTo>
                  <a:lnTo>
                    <a:pt x="95484" y="276841"/>
                  </a:lnTo>
                  <a:cubicBezTo>
                    <a:pt x="42750" y="276841"/>
                    <a:pt x="0" y="234091"/>
                    <a:pt x="0" y="181357"/>
                  </a:cubicBezTo>
                  <a:lnTo>
                    <a:pt x="0" y="95484"/>
                  </a:lnTo>
                  <a:cubicBezTo>
                    <a:pt x="0" y="70160"/>
                    <a:pt x="10060" y="45873"/>
                    <a:pt x="27967" y="27967"/>
                  </a:cubicBezTo>
                  <a:cubicBezTo>
                    <a:pt x="45873" y="10060"/>
                    <a:pt x="70160" y="0"/>
                    <a:pt x="95484" y="0"/>
                  </a:cubicBezTo>
                  <a:close/>
                </a:path>
              </a:pathLst>
            </a:custGeom>
            <a:solidFill>
              <a:srgbClr val="F34336"/>
            </a:solidFill>
          </p:spPr>
          <p:txBody>
            <a:bodyPr/>
            <a:lstStyle/>
            <a:p>
              <a:endParaRPr lang="en-SG" sz="1088"/>
            </a:p>
          </p:txBody>
        </p:sp>
        <p:sp>
          <p:nvSpPr>
            <p:cNvPr id="67" name="TextBox 67">
              <a:extLst>
                <a:ext uri="{FF2B5EF4-FFF2-40B4-BE49-F238E27FC236}">
                  <a16:creationId xmlns:a16="http://schemas.microsoft.com/office/drawing/2014/main" id="{C73D828F-302E-9BCE-B1DB-C8D942303FBB}"/>
                </a:ext>
              </a:extLst>
            </p:cNvPr>
            <p:cNvSpPr txBox="1"/>
            <p:nvPr/>
          </p:nvSpPr>
          <p:spPr>
            <a:xfrm>
              <a:off x="0" y="-28575"/>
              <a:ext cx="738014" cy="305416"/>
            </a:xfrm>
            <a:prstGeom prst="rect">
              <a:avLst/>
            </a:prstGeom>
          </p:spPr>
          <p:txBody>
            <a:bodyPr lIns="40638" tIns="40638" rIns="40638" bIns="40638" rtlCol="0" anchor="ctr"/>
            <a:lstStyle/>
            <a:p>
              <a:pPr algn="ctr">
                <a:lnSpc>
                  <a:spcPts val="2016"/>
                </a:lnSpc>
              </a:pPr>
              <a:endParaRPr sz="1088"/>
            </a:p>
          </p:txBody>
        </p:sp>
      </p:grpSp>
      <p:grpSp>
        <p:nvGrpSpPr>
          <p:cNvPr id="68" name="Group 68">
            <a:extLst>
              <a:ext uri="{FF2B5EF4-FFF2-40B4-BE49-F238E27FC236}">
                <a16:creationId xmlns:a16="http://schemas.microsoft.com/office/drawing/2014/main" id="{5DD1C4F9-AB34-2CC6-4A69-6733040AC6EE}"/>
              </a:ext>
            </a:extLst>
          </p:cNvPr>
          <p:cNvGrpSpPr/>
          <p:nvPr/>
        </p:nvGrpSpPr>
        <p:grpSpPr>
          <a:xfrm>
            <a:off x="8199005" y="6315759"/>
            <a:ext cx="1869822" cy="778581"/>
            <a:chOff x="0" y="0"/>
            <a:chExt cx="664855" cy="276841"/>
          </a:xfrm>
        </p:grpSpPr>
        <p:sp>
          <p:nvSpPr>
            <p:cNvPr id="69" name="Freeform 69">
              <a:extLst>
                <a:ext uri="{FF2B5EF4-FFF2-40B4-BE49-F238E27FC236}">
                  <a16:creationId xmlns:a16="http://schemas.microsoft.com/office/drawing/2014/main" id="{EC6A7EF1-4480-C553-A06D-E3C73F473E65}"/>
                </a:ext>
              </a:extLst>
            </p:cNvPr>
            <p:cNvSpPr/>
            <p:nvPr/>
          </p:nvSpPr>
          <p:spPr>
            <a:xfrm>
              <a:off x="0" y="0"/>
              <a:ext cx="664855" cy="276841"/>
            </a:xfrm>
            <a:custGeom>
              <a:avLst/>
              <a:gdLst/>
              <a:ahLst/>
              <a:cxnLst/>
              <a:rect l="l" t="t" r="r" b="b"/>
              <a:pathLst>
                <a:path w="664855" h="276841">
                  <a:moveTo>
                    <a:pt x="105991" y="0"/>
                  </a:moveTo>
                  <a:lnTo>
                    <a:pt x="558864" y="0"/>
                  </a:lnTo>
                  <a:cubicBezTo>
                    <a:pt x="617401" y="0"/>
                    <a:pt x="664855" y="47454"/>
                    <a:pt x="664855" y="105991"/>
                  </a:cubicBezTo>
                  <a:lnTo>
                    <a:pt x="664855" y="170850"/>
                  </a:lnTo>
                  <a:cubicBezTo>
                    <a:pt x="664855" y="229387"/>
                    <a:pt x="617401" y="276841"/>
                    <a:pt x="558864" y="276841"/>
                  </a:cubicBezTo>
                  <a:lnTo>
                    <a:pt x="105991" y="276841"/>
                  </a:lnTo>
                  <a:cubicBezTo>
                    <a:pt x="47454" y="276841"/>
                    <a:pt x="0" y="229387"/>
                    <a:pt x="0" y="170850"/>
                  </a:cubicBezTo>
                  <a:lnTo>
                    <a:pt x="0" y="105991"/>
                  </a:lnTo>
                  <a:cubicBezTo>
                    <a:pt x="0" y="47454"/>
                    <a:pt x="47454" y="0"/>
                    <a:pt x="105991" y="0"/>
                  </a:cubicBezTo>
                  <a:close/>
                </a:path>
              </a:pathLst>
            </a:custGeom>
            <a:solidFill>
              <a:srgbClr val="F34336"/>
            </a:solidFill>
          </p:spPr>
          <p:txBody>
            <a:bodyPr/>
            <a:lstStyle/>
            <a:p>
              <a:endParaRPr lang="en-SG" sz="1088"/>
            </a:p>
          </p:txBody>
        </p:sp>
        <p:sp>
          <p:nvSpPr>
            <p:cNvPr id="70" name="TextBox 70">
              <a:extLst>
                <a:ext uri="{FF2B5EF4-FFF2-40B4-BE49-F238E27FC236}">
                  <a16:creationId xmlns:a16="http://schemas.microsoft.com/office/drawing/2014/main" id="{CE89E446-31B7-30B6-0ED7-147F85822179}"/>
                </a:ext>
              </a:extLst>
            </p:cNvPr>
            <p:cNvSpPr txBox="1"/>
            <p:nvPr/>
          </p:nvSpPr>
          <p:spPr>
            <a:xfrm>
              <a:off x="0" y="-28575"/>
              <a:ext cx="664855" cy="305416"/>
            </a:xfrm>
            <a:prstGeom prst="rect">
              <a:avLst/>
            </a:prstGeom>
          </p:spPr>
          <p:txBody>
            <a:bodyPr lIns="40638" tIns="40638" rIns="40638" bIns="40638" rtlCol="0" anchor="ctr"/>
            <a:lstStyle/>
            <a:p>
              <a:pPr algn="ctr">
                <a:lnSpc>
                  <a:spcPts val="2016"/>
                </a:lnSpc>
              </a:pPr>
              <a:endParaRPr sz="1088"/>
            </a:p>
          </p:txBody>
        </p:sp>
      </p:grpSp>
      <p:grpSp>
        <p:nvGrpSpPr>
          <p:cNvPr id="71" name="Group 71">
            <a:extLst>
              <a:ext uri="{FF2B5EF4-FFF2-40B4-BE49-F238E27FC236}">
                <a16:creationId xmlns:a16="http://schemas.microsoft.com/office/drawing/2014/main" id="{9DAAD1D8-B6CE-17D8-316A-E8C8688C7D8C}"/>
              </a:ext>
            </a:extLst>
          </p:cNvPr>
          <p:cNvGrpSpPr/>
          <p:nvPr/>
        </p:nvGrpSpPr>
        <p:grpSpPr>
          <a:xfrm>
            <a:off x="3860669" y="5025164"/>
            <a:ext cx="6330349" cy="1130108"/>
            <a:chOff x="0" y="0"/>
            <a:chExt cx="2250890" cy="401834"/>
          </a:xfrm>
        </p:grpSpPr>
        <p:sp>
          <p:nvSpPr>
            <p:cNvPr id="72" name="Freeform 72">
              <a:extLst>
                <a:ext uri="{FF2B5EF4-FFF2-40B4-BE49-F238E27FC236}">
                  <a16:creationId xmlns:a16="http://schemas.microsoft.com/office/drawing/2014/main" id="{1786850B-CFD9-A2BD-A11F-D6EDB2DCBFB7}"/>
                </a:ext>
              </a:extLst>
            </p:cNvPr>
            <p:cNvSpPr/>
            <p:nvPr/>
          </p:nvSpPr>
          <p:spPr>
            <a:xfrm>
              <a:off x="0" y="0"/>
              <a:ext cx="2250890" cy="401834"/>
            </a:xfrm>
            <a:custGeom>
              <a:avLst/>
              <a:gdLst/>
              <a:ahLst/>
              <a:cxnLst/>
              <a:rect l="l" t="t" r="r" b="b"/>
              <a:pathLst>
                <a:path w="2250890" h="401834">
                  <a:moveTo>
                    <a:pt x="41090" y="0"/>
                  </a:moveTo>
                  <a:lnTo>
                    <a:pt x="2209799" y="0"/>
                  </a:lnTo>
                  <a:cubicBezTo>
                    <a:pt x="2220697" y="0"/>
                    <a:pt x="2231149" y="4329"/>
                    <a:pt x="2238855" y="12035"/>
                  </a:cubicBezTo>
                  <a:cubicBezTo>
                    <a:pt x="2246561" y="19741"/>
                    <a:pt x="2250890" y="30193"/>
                    <a:pt x="2250890" y="41090"/>
                  </a:cubicBezTo>
                  <a:lnTo>
                    <a:pt x="2250890" y="360743"/>
                  </a:lnTo>
                  <a:cubicBezTo>
                    <a:pt x="2250890" y="371641"/>
                    <a:pt x="2246561" y="382093"/>
                    <a:pt x="2238855" y="389799"/>
                  </a:cubicBezTo>
                  <a:cubicBezTo>
                    <a:pt x="2231149" y="397505"/>
                    <a:pt x="2220697" y="401834"/>
                    <a:pt x="2209799" y="401834"/>
                  </a:cubicBezTo>
                  <a:lnTo>
                    <a:pt x="41090" y="401834"/>
                  </a:lnTo>
                  <a:cubicBezTo>
                    <a:pt x="30193" y="401834"/>
                    <a:pt x="19741" y="397505"/>
                    <a:pt x="12035" y="389799"/>
                  </a:cubicBezTo>
                  <a:cubicBezTo>
                    <a:pt x="4329" y="382093"/>
                    <a:pt x="0" y="371641"/>
                    <a:pt x="0" y="360743"/>
                  </a:cubicBezTo>
                  <a:lnTo>
                    <a:pt x="0" y="41090"/>
                  </a:lnTo>
                  <a:cubicBezTo>
                    <a:pt x="0" y="30193"/>
                    <a:pt x="4329" y="19741"/>
                    <a:pt x="12035" y="12035"/>
                  </a:cubicBezTo>
                  <a:cubicBezTo>
                    <a:pt x="19741" y="4329"/>
                    <a:pt x="30193" y="0"/>
                    <a:pt x="41090" y="0"/>
                  </a:cubicBezTo>
                  <a:close/>
                </a:path>
              </a:pathLst>
            </a:custGeom>
            <a:solidFill>
              <a:srgbClr val="FFC431">
                <a:alpha val="66667"/>
              </a:srgbClr>
            </a:solidFill>
            <a:ln cap="rnd">
              <a:noFill/>
              <a:prstDash val="solid"/>
              <a:round/>
            </a:ln>
          </p:spPr>
          <p:txBody>
            <a:bodyPr/>
            <a:lstStyle/>
            <a:p>
              <a:endParaRPr lang="en-SG" sz="1088"/>
            </a:p>
          </p:txBody>
        </p:sp>
        <p:sp>
          <p:nvSpPr>
            <p:cNvPr id="73" name="TextBox 73">
              <a:extLst>
                <a:ext uri="{FF2B5EF4-FFF2-40B4-BE49-F238E27FC236}">
                  <a16:creationId xmlns:a16="http://schemas.microsoft.com/office/drawing/2014/main" id="{403DF059-D384-A1DE-E6C6-2B42CE157CBD}"/>
                </a:ext>
              </a:extLst>
            </p:cNvPr>
            <p:cNvSpPr txBox="1"/>
            <p:nvPr/>
          </p:nvSpPr>
          <p:spPr>
            <a:xfrm>
              <a:off x="0" y="-28575"/>
              <a:ext cx="2250890" cy="430409"/>
            </a:xfrm>
            <a:prstGeom prst="rect">
              <a:avLst/>
            </a:prstGeom>
          </p:spPr>
          <p:txBody>
            <a:bodyPr lIns="40638" tIns="40638" rIns="40638" bIns="40638" rtlCol="0" anchor="ctr"/>
            <a:lstStyle/>
            <a:p>
              <a:pPr algn="ctr">
                <a:lnSpc>
                  <a:spcPts val="2016"/>
                </a:lnSpc>
                <a:spcBef>
                  <a:spcPct val="0"/>
                </a:spcBef>
              </a:pPr>
              <a:endParaRPr sz="1088"/>
            </a:p>
          </p:txBody>
        </p:sp>
      </p:grpSp>
      <p:sp>
        <p:nvSpPr>
          <p:cNvPr id="74" name="TextBox 74">
            <a:extLst>
              <a:ext uri="{FF2B5EF4-FFF2-40B4-BE49-F238E27FC236}">
                <a16:creationId xmlns:a16="http://schemas.microsoft.com/office/drawing/2014/main" id="{20E6A236-FAF4-2831-C87D-308F7150C59B}"/>
              </a:ext>
            </a:extLst>
          </p:cNvPr>
          <p:cNvSpPr txBox="1"/>
          <p:nvPr/>
        </p:nvSpPr>
        <p:spPr>
          <a:xfrm>
            <a:off x="3798492" y="5068941"/>
            <a:ext cx="6206799" cy="615553"/>
          </a:xfrm>
          <a:prstGeom prst="rect">
            <a:avLst/>
          </a:prstGeom>
        </p:spPr>
        <p:txBody>
          <a:bodyPr wrap="square" lIns="0" tIns="0" rIns="0" bIns="0" rtlCol="0" anchor="t">
            <a:spAutoFit/>
          </a:bodyPr>
          <a:lstStyle/>
          <a:p>
            <a:pPr algn="ctr">
              <a:lnSpc>
                <a:spcPts val="1584"/>
              </a:lnSpc>
            </a:pPr>
            <a:r>
              <a:rPr lang="en-US" sz="1440" dirty="0">
                <a:solidFill>
                  <a:srgbClr val="000000"/>
                </a:solidFill>
                <a:latin typeface="Roboto Mono"/>
                <a:ea typeface="Roboto Mono"/>
                <a:cs typeface="Roboto Mono"/>
                <a:sym typeface="Roboto Mono"/>
              </a:rPr>
              <a:t>Quick Tip: </a:t>
            </a:r>
          </a:p>
          <a:p>
            <a:pPr algn="ctr">
              <a:lnSpc>
                <a:spcPts val="1584"/>
              </a:lnSpc>
            </a:pPr>
            <a:r>
              <a:rPr lang="en-US" sz="1440" dirty="0">
                <a:solidFill>
                  <a:srgbClr val="000000"/>
                </a:solidFill>
                <a:latin typeface="Roboto Mono"/>
                <a:ea typeface="Roboto Mono"/>
                <a:cs typeface="Roboto Mono"/>
                <a:sym typeface="Roboto Mono"/>
              </a:rPr>
              <a:t>You may add places you like to ‘Favorites  ’ to plan your trip quickly. </a:t>
            </a:r>
          </a:p>
        </p:txBody>
      </p:sp>
      <p:sp>
        <p:nvSpPr>
          <p:cNvPr id="75" name="Freeform 75">
            <a:extLst>
              <a:ext uri="{FF2B5EF4-FFF2-40B4-BE49-F238E27FC236}">
                <a16:creationId xmlns:a16="http://schemas.microsoft.com/office/drawing/2014/main" id="{BB21606D-BDAC-AE0F-F01E-794C77B17DB8}"/>
              </a:ext>
            </a:extLst>
          </p:cNvPr>
          <p:cNvSpPr/>
          <p:nvPr/>
        </p:nvSpPr>
        <p:spPr>
          <a:xfrm>
            <a:off x="8623577" y="5303603"/>
            <a:ext cx="184244" cy="153844"/>
          </a:xfrm>
          <a:custGeom>
            <a:avLst/>
            <a:gdLst/>
            <a:ahLst/>
            <a:cxnLst/>
            <a:rect l="l" t="t" r="r" b="b"/>
            <a:pathLst>
              <a:path w="230315" h="192313">
                <a:moveTo>
                  <a:pt x="0" y="0"/>
                </a:moveTo>
                <a:lnTo>
                  <a:pt x="230315" y="0"/>
                </a:lnTo>
                <a:lnTo>
                  <a:pt x="230315" y="192313"/>
                </a:lnTo>
                <a:lnTo>
                  <a:pt x="0" y="192313"/>
                </a:lnTo>
                <a:lnTo>
                  <a:pt x="0" y="0"/>
                </a:lnTo>
                <a:close/>
              </a:path>
            </a:pathLst>
          </a:custGeom>
          <a:blipFill>
            <a:blip r:embed="rId20">
              <a:extLst>
                <a:ext uri="{96DAC541-7B7A-43D3-8B79-37D633B846F1}">
                  <asvg:svgBlip xmlns:asvg="http://schemas.microsoft.com/office/drawing/2016/SVG/main" r:embed="rId21"/>
                </a:ext>
              </a:extLst>
            </a:blip>
            <a:stretch>
              <a:fillRect/>
            </a:stretch>
          </a:blipFill>
          <a:ln cap="sq">
            <a:noFill/>
            <a:prstDash val="solid"/>
            <a:miter/>
          </a:ln>
        </p:spPr>
        <p:txBody>
          <a:bodyPr/>
          <a:lstStyle/>
          <a:p>
            <a:endParaRPr lang="en-SG" sz="1088"/>
          </a:p>
        </p:txBody>
      </p:sp>
      <p:sp>
        <p:nvSpPr>
          <p:cNvPr id="76" name="Freeform 76">
            <a:extLst>
              <a:ext uri="{FF2B5EF4-FFF2-40B4-BE49-F238E27FC236}">
                <a16:creationId xmlns:a16="http://schemas.microsoft.com/office/drawing/2014/main" id="{0F34463C-E653-82F4-8A36-8573FD8DA768}"/>
              </a:ext>
            </a:extLst>
          </p:cNvPr>
          <p:cNvSpPr/>
          <p:nvPr/>
        </p:nvSpPr>
        <p:spPr>
          <a:xfrm>
            <a:off x="3860669" y="4345147"/>
            <a:ext cx="960642" cy="839361"/>
          </a:xfrm>
          <a:custGeom>
            <a:avLst/>
            <a:gdLst/>
            <a:ahLst/>
            <a:cxnLst/>
            <a:rect l="l" t="t" r="r" b="b"/>
            <a:pathLst>
              <a:path w="1200855" h="1049247">
                <a:moveTo>
                  <a:pt x="0" y="0"/>
                </a:moveTo>
                <a:lnTo>
                  <a:pt x="1200855" y="0"/>
                </a:lnTo>
                <a:lnTo>
                  <a:pt x="1200855" y="1049246"/>
                </a:lnTo>
                <a:lnTo>
                  <a:pt x="0" y="1049246"/>
                </a:lnTo>
                <a:lnTo>
                  <a:pt x="0" y="0"/>
                </a:lnTo>
                <a:close/>
              </a:path>
            </a:pathLst>
          </a:custGeom>
          <a:blipFill>
            <a:blip r:embed="rId29"/>
            <a:stretch>
              <a:fillRect/>
            </a:stretch>
          </a:blipFill>
          <a:ln cap="sq">
            <a:noFill/>
            <a:prstDash val="solid"/>
            <a:miter/>
          </a:ln>
        </p:spPr>
        <p:txBody>
          <a:bodyPr/>
          <a:lstStyle/>
          <a:p>
            <a:endParaRPr lang="en-SG" sz="1088"/>
          </a:p>
        </p:txBody>
      </p:sp>
      <p:sp>
        <p:nvSpPr>
          <p:cNvPr id="77" name="Freeform 77">
            <a:extLst>
              <a:ext uri="{FF2B5EF4-FFF2-40B4-BE49-F238E27FC236}">
                <a16:creationId xmlns:a16="http://schemas.microsoft.com/office/drawing/2014/main" id="{053F3A94-85EF-DB3B-E18B-20288EB4099E}"/>
              </a:ext>
            </a:extLst>
          </p:cNvPr>
          <p:cNvSpPr/>
          <p:nvPr/>
        </p:nvSpPr>
        <p:spPr>
          <a:xfrm>
            <a:off x="8928072" y="6347377"/>
            <a:ext cx="357671" cy="357671"/>
          </a:xfrm>
          <a:custGeom>
            <a:avLst/>
            <a:gdLst/>
            <a:ahLst/>
            <a:cxnLst/>
            <a:rect l="l" t="t" r="r" b="b"/>
            <a:pathLst>
              <a:path w="447108" h="447108">
                <a:moveTo>
                  <a:pt x="0" y="0"/>
                </a:moveTo>
                <a:lnTo>
                  <a:pt x="447107" y="0"/>
                </a:lnTo>
                <a:lnTo>
                  <a:pt x="447107" y="447108"/>
                </a:lnTo>
                <a:lnTo>
                  <a:pt x="0" y="447108"/>
                </a:lnTo>
                <a:lnTo>
                  <a:pt x="0" y="0"/>
                </a:lnTo>
                <a:close/>
              </a:path>
            </a:pathLst>
          </a:custGeom>
          <a:blipFill>
            <a:blip r:embed="rId30">
              <a:extLst>
                <a:ext uri="{96DAC541-7B7A-43D3-8B79-37D633B846F1}">
                  <asvg:svgBlip xmlns:asvg="http://schemas.microsoft.com/office/drawing/2016/SVG/main" r:embed="rId31"/>
                </a:ext>
              </a:extLst>
            </a:blip>
            <a:stretch>
              <a:fillRect/>
            </a:stretch>
          </a:blipFill>
        </p:spPr>
        <p:txBody>
          <a:bodyPr/>
          <a:lstStyle/>
          <a:p>
            <a:endParaRPr lang="en-SG" sz="1088"/>
          </a:p>
        </p:txBody>
      </p:sp>
      <p:sp>
        <p:nvSpPr>
          <p:cNvPr id="78" name="Freeform 78">
            <a:extLst>
              <a:ext uri="{FF2B5EF4-FFF2-40B4-BE49-F238E27FC236}">
                <a16:creationId xmlns:a16="http://schemas.microsoft.com/office/drawing/2014/main" id="{8CEA5C8E-667F-12E5-D29A-CA66B7A40B20}"/>
              </a:ext>
            </a:extLst>
          </p:cNvPr>
          <p:cNvSpPr/>
          <p:nvPr/>
        </p:nvSpPr>
        <p:spPr>
          <a:xfrm>
            <a:off x="6897922" y="6450641"/>
            <a:ext cx="254409" cy="254409"/>
          </a:xfrm>
          <a:custGeom>
            <a:avLst/>
            <a:gdLst/>
            <a:ahLst/>
            <a:cxnLst/>
            <a:rect l="l" t="t" r="r" b="b"/>
            <a:pathLst>
              <a:path w="318025" h="318025">
                <a:moveTo>
                  <a:pt x="0" y="0"/>
                </a:moveTo>
                <a:lnTo>
                  <a:pt x="318025" y="0"/>
                </a:lnTo>
                <a:lnTo>
                  <a:pt x="318025" y="318025"/>
                </a:lnTo>
                <a:lnTo>
                  <a:pt x="0" y="318025"/>
                </a:lnTo>
                <a:lnTo>
                  <a:pt x="0" y="0"/>
                </a:lnTo>
                <a:close/>
              </a:path>
            </a:pathLst>
          </a:custGeom>
          <a:blipFill>
            <a:blip r:embed="rId32">
              <a:extLst>
                <a:ext uri="{96DAC541-7B7A-43D3-8B79-37D633B846F1}">
                  <asvg:svgBlip xmlns:asvg="http://schemas.microsoft.com/office/drawing/2016/SVG/main" r:embed="rId33"/>
                </a:ext>
              </a:extLst>
            </a:blip>
            <a:stretch>
              <a:fillRect/>
            </a:stretch>
          </a:blipFill>
        </p:spPr>
        <p:txBody>
          <a:bodyPr/>
          <a:lstStyle/>
          <a:p>
            <a:endParaRPr lang="en-SG" sz="1088"/>
          </a:p>
        </p:txBody>
      </p:sp>
      <p:sp>
        <p:nvSpPr>
          <p:cNvPr id="79" name="Freeform 79">
            <a:extLst>
              <a:ext uri="{FF2B5EF4-FFF2-40B4-BE49-F238E27FC236}">
                <a16:creationId xmlns:a16="http://schemas.microsoft.com/office/drawing/2014/main" id="{0E909680-B4E1-1980-BE32-C76B20E79C61}"/>
              </a:ext>
            </a:extLst>
          </p:cNvPr>
          <p:cNvSpPr/>
          <p:nvPr/>
        </p:nvSpPr>
        <p:spPr>
          <a:xfrm>
            <a:off x="4491882" y="6441385"/>
            <a:ext cx="420510" cy="254409"/>
          </a:xfrm>
          <a:custGeom>
            <a:avLst/>
            <a:gdLst/>
            <a:ahLst/>
            <a:cxnLst/>
            <a:rect l="l" t="t" r="r" b="b"/>
            <a:pathLst>
              <a:path w="525661" h="318025">
                <a:moveTo>
                  <a:pt x="0" y="0"/>
                </a:moveTo>
                <a:lnTo>
                  <a:pt x="525661" y="0"/>
                </a:lnTo>
                <a:lnTo>
                  <a:pt x="525661" y="318025"/>
                </a:lnTo>
                <a:lnTo>
                  <a:pt x="0" y="318025"/>
                </a:lnTo>
                <a:lnTo>
                  <a:pt x="0" y="0"/>
                </a:lnTo>
                <a:close/>
              </a:path>
            </a:pathLst>
          </a:custGeom>
          <a:blipFill>
            <a:blip r:embed="rId34">
              <a:extLst>
                <a:ext uri="{96DAC541-7B7A-43D3-8B79-37D633B846F1}">
                  <asvg:svgBlip xmlns:asvg="http://schemas.microsoft.com/office/drawing/2016/SVG/main" r:embed="rId35"/>
                </a:ext>
              </a:extLst>
            </a:blip>
            <a:stretch>
              <a:fillRect/>
            </a:stretch>
          </a:blipFill>
        </p:spPr>
        <p:txBody>
          <a:bodyPr/>
          <a:lstStyle/>
          <a:p>
            <a:endParaRPr lang="en-SG" sz="1088"/>
          </a:p>
        </p:txBody>
      </p:sp>
      <p:grpSp>
        <p:nvGrpSpPr>
          <p:cNvPr id="80" name="Group 80">
            <a:extLst>
              <a:ext uri="{FF2B5EF4-FFF2-40B4-BE49-F238E27FC236}">
                <a16:creationId xmlns:a16="http://schemas.microsoft.com/office/drawing/2014/main" id="{994451CB-43C5-C600-D2BD-1C26D36FB79E}"/>
              </a:ext>
            </a:extLst>
          </p:cNvPr>
          <p:cNvGrpSpPr/>
          <p:nvPr/>
        </p:nvGrpSpPr>
        <p:grpSpPr>
          <a:xfrm>
            <a:off x="3571120" y="570508"/>
            <a:ext cx="105455" cy="7887829"/>
            <a:chOff x="0" y="0"/>
            <a:chExt cx="37497" cy="2804685"/>
          </a:xfrm>
        </p:grpSpPr>
        <p:sp>
          <p:nvSpPr>
            <p:cNvPr id="81" name="Freeform 81">
              <a:extLst>
                <a:ext uri="{FF2B5EF4-FFF2-40B4-BE49-F238E27FC236}">
                  <a16:creationId xmlns:a16="http://schemas.microsoft.com/office/drawing/2014/main" id="{B21D6CD4-78EC-4958-A1FD-1D7CD1284246}"/>
                </a:ext>
              </a:extLst>
            </p:cNvPr>
            <p:cNvSpPr/>
            <p:nvPr/>
          </p:nvSpPr>
          <p:spPr>
            <a:xfrm>
              <a:off x="0" y="0"/>
              <a:ext cx="37497" cy="2804685"/>
            </a:xfrm>
            <a:custGeom>
              <a:avLst/>
              <a:gdLst/>
              <a:ahLst/>
              <a:cxnLst/>
              <a:rect l="l" t="t" r="r" b="b"/>
              <a:pathLst>
                <a:path w="37497" h="2804685">
                  <a:moveTo>
                    <a:pt x="0" y="0"/>
                  </a:moveTo>
                  <a:lnTo>
                    <a:pt x="37497" y="0"/>
                  </a:lnTo>
                  <a:lnTo>
                    <a:pt x="37497" y="2804685"/>
                  </a:lnTo>
                  <a:lnTo>
                    <a:pt x="0" y="2804685"/>
                  </a:lnTo>
                  <a:close/>
                </a:path>
              </a:pathLst>
            </a:custGeom>
            <a:solidFill>
              <a:srgbClr val="FDFDFD"/>
            </a:solidFill>
            <a:ln w="9525" cap="sq">
              <a:solidFill>
                <a:srgbClr val="000000"/>
              </a:solidFill>
              <a:prstDash val="solid"/>
              <a:miter/>
            </a:ln>
          </p:spPr>
          <p:txBody>
            <a:bodyPr/>
            <a:lstStyle/>
            <a:p>
              <a:endParaRPr lang="en-SG" sz="1088"/>
            </a:p>
          </p:txBody>
        </p:sp>
        <p:sp>
          <p:nvSpPr>
            <p:cNvPr id="82" name="TextBox 82">
              <a:extLst>
                <a:ext uri="{FF2B5EF4-FFF2-40B4-BE49-F238E27FC236}">
                  <a16:creationId xmlns:a16="http://schemas.microsoft.com/office/drawing/2014/main" id="{B85CE5D1-8D62-5073-7DE0-6545F4ABF86E}"/>
                </a:ext>
              </a:extLst>
            </p:cNvPr>
            <p:cNvSpPr txBox="1"/>
            <p:nvPr/>
          </p:nvSpPr>
          <p:spPr>
            <a:xfrm>
              <a:off x="0" y="-28575"/>
              <a:ext cx="37497" cy="2833260"/>
            </a:xfrm>
            <a:prstGeom prst="rect">
              <a:avLst/>
            </a:prstGeom>
          </p:spPr>
          <p:txBody>
            <a:bodyPr lIns="40638" tIns="40638" rIns="40638" bIns="40638" rtlCol="0" anchor="ctr"/>
            <a:lstStyle/>
            <a:p>
              <a:pPr algn="ctr">
                <a:lnSpc>
                  <a:spcPts val="2016"/>
                </a:lnSpc>
              </a:pPr>
              <a:endParaRPr sz="1088"/>
            </a:p>
          </p:txBody>
        </p:sp>
      </p:grpSp>
      <p:grpSp>
        <p:nvGrpSpPr>
          <p:cNvPr id="83" name="Group 83">
            <a:extLst>
              <a:ext uri="{FF2B5EF4-FFF2-40B4-BE49-F238E27FC236}">
                <a16:creationId xmlns:a16="http://schemas.microsoft.com/office/drawing/2014/main" id="{08EC0158-ECEE-C439-D240-3469E666B9EE}"/>
              </a:ext>
            </a:extLst>
          </p:cNvPr>
          <p:cNvGrpSpPr/>
          <p:nvPr/>
        </p:nvGrpSpPr>
        <p:grpSpPr>
          <a:xfrm>
            <a:off x="3571122" y="2206140"/>
            <a:ext cx="99056" cy="1284383"/>
            <a:chOff x="0" y="0"/>
            <a:chExt cx="35221" cy="456690"/>
          </a:xfrm>
        </p:grpSpPr>
        <p:sp>
          <p:nvSpPr>
            <p:cNvPr id="84" name="Freeform 84">
              <a:extLst>
                <a:ext uri="{FF2B5EF4-FFF2-40B4-BE49-F238E27FC236}">
                  <a16:creationId xmlns:a16="http://schemas.microsoft.com/office/drawing/2014/main" id="{39BCC03B-5B89-B422-2C47-C6B1CB10F230}"/>
                </a:ext>
              </a:extLst>
            </p:cNvPr>
            <p:cNvSpPr/>
            <p:nvPr/>
          </p:nvSpPr>
          <p:spPr>
            <a:xfrm>
              <a:off x="0" y="0"/>
              <a:ext cx="35221" cy="456690"/>
            </a:xfrm>
            <a:custGeom>
              <a:avLst/>
              <a:gdLst/>
              <a:ahLst/>
              <a:cxnLst/>
              <a:rect l="l" t="t" r="r" b="b"/>
              <a:pathLst>
                <a:path w="35221" h="456690">
                  <a:moveTo>
                    <a:pt x="0" y="0"/>
                  </a:moveTo>
                  <a:lnTo>
                    <a:pt x="35221" y="0"/>
                  </a:lnTo>
                  <a:lnTo>
                    <a:pt x="35221" y="456690"/>
                  </a:lnTo>
                  <a:lnTo>
                    <a:pt x="0" y="456690"/>
                  </a:lnTo>
                  <a:close/>
                </a:path>
              </a:pathLst>
            </a:custGeom>
            <a:solidFill>
              <a:srgbClr val="F34336"/>
            </a:solidFill>
            <a:ln cap="sq">
              <a:noFill/>
              <a:prstDash val="solid"/>
              <a:miter/>
            </a:ln>
          </p:spPr>
          <p:txBody>
            <a:bodyPr/>
            <a:lstStyle/>
            <a:p>
              <a:endParaRPr lang="en-SG" sz="1088"/>
            </a:p>
          </p:txBody>
        </p:sp>
        <p:sp>
          <p:nvSpPr>
            <p:cNvPr id="85" name="TextBox 85">
              <a:extLst>
                <a:ext uri="{FF2B5EF4-FFF2-40B4-BE49-F238E27FC236}">
                  <a16:creationId xmlns:a16="http://schemas.microsoft.com/office/drawing/2014/main" id="{CC5EE87E-DD6C-059C-EF0B-7051BEB15915}"/>
                </a:ext>
              </a:extLst>
            </p:cNvPr>
            <p:cNvSpPr txBox="1"/>
            <p:nvPr/>
          </p:nvSpPr>
          <p:spPr>
            <a:xfrm>
              <a:off x="0" y="-28575"/>
              <a:ext cx="35221" cy="485265"/>
            </a:xfrm>
            <a:prstGeom prst="rect">
              <a:avLst/>
            </a:prstGeom>
          </p:spPr>
          <p:txBody>
            <a:bodyPr lIns="40638" tIns="40638" rIns="40638" bIns="40638" rtlCol="0" anchor="ctr"/>
            <a:lstStyle/>
            <a:p>
              <a:pPr algn="ctr">
                <a:lnSpc>
                  <a:spcPts val="2016"/>
                </a:lnSpc>
              </a:pPr>
              <a:endParaRPr sz="1088"/>
            </a:p>
          </p:txBody>
        </p:sp>
      </p:grpSp>
      <p:grpSp>
        <p:nvGrpSpPr>
          <p:cNvPr id="86" name="Group 86">
            <a:extLst>
              <a:ext uri="{FF2B5EF4-FFF2-40B4-BE49-F238E27FC236}">
                <a16:creationId xmlns:a16="http://schemas.microsoft.com/office/drawing/2014/main" id="{A6090AD2-126B-4086-B654-9E6E3A6D45C2}"/>
              </a:ext>
            </a:extLst>
          </p:cNvPr>
          <p:cNvGrpSpPr/>
          <p:nvPr/>
        </p:nvGrpSpPr>
        <p:grpSpPr>
          <a:xfrm>
            <a:off x="3571120" y="572833"/>
            <a:ext cx="105455" cy="304554"/>
            <a:chOff x="0" y="0"/>
            <a:chExt cx="37497" cy="108291"/>
          </a:xfrm>
        </p:grpSpPr>
        <p:sp>
          <p:nvSpPr>
            <p:cNvPr id="87" name="Freeform 87">
              <a:extLst>
                <a:ext uri="{FF2B5EF4-FFF2-40B4-BE49-F238E27FC236}">
                  <a16:creationId xmlns:a16="http://schemas.microsoft.com/office/drawing/2014/main" id="{92DE4E01-6DCE-2C5E-E22B-F86E4C9BCCF6}"/>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88" name="TextBox 88">
              <a:extLst>
                <a:ext uri="{FF2B5EF4-FFF2-40B4-BE49-F238E27FC236}">
                  <a16:creationId xmlns:a16="http://schemas.microsoft.com/office/drawing/2014/main" id="{A63CB816-AF65-7959-A77C-5C5BEC944693}"/>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89" name="Group 89">
            <a:extLst>
              <a:ext uri="{FF2B5EF4-FFF2-40B4-BE49-F238E27FC236}">
                <a16:creationId xmlns:a16="http://schemas.microsoft.com/office/drawing/2014/main" id="{BB182225-BCB1-A05A-C992-329F3578BAC4}"/>
              </a:ext>
            </a:extLst>
          </p:cNvPr>
          <p:cNvGrpSpPr/>
          <p:nvPr/>
        </p:nvGrpSpPr>
        <p:grpSpPr>
          <a:xfrm>
            <a:off x="3571120" y="7100511"/>
            <a:ext cx="105455" cy="304554"/>
            <a:chOff x="0" y="0"/>
            <a:chExt cx="37497" cy="108291"/>
          </a:xfrm>
        </p:grpSpPr>
        <p:sp>
          <p:nvSpPr>
            <p:cNvPr id="90" name="Freeform 90">
              <a:extLst>
                <a:ext uri="{FF2B5EF4-FFF2-40B4-BE49-F238E27FC236}">
                  <a16:creationId xmlns:a16="http://schemas.microsoft.com/office/drawing/2014/main" id="{E8320B58-F592-61AE-F0C3-A6BE10DF0A13}"/>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91" name="TextBox 91">
              <a:extLst>
                <a:ext uri="{FF2B5EF4-FFF2-40B4-BE49-F238E27FC236}">
                  <a16:creationId xmlns:a16="http://schemas.microsoft.com/office/drawing/2014/main" id="{2856D06A-A11B-30D7-73B5-504432B117C4}"/>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92" name="Group 92">
            <a:extLst>
              <a:ext uri="{FF2B5EF4-FFF2-40B4-BE49-F238E27FC236}">
                <a16:creationId xmlns:a16="http://schemas.microsoft.com/office/drawing/2014/main" id="{C98DA4FE-56C1-B721-997B-E030E50B05CE}"/>
              </a:ext>
            </a:extLst>
          </p:cNvPr>
          <p:cNvGrpSpPr/>
          <p:nvPr/>
        </p:nvGrpSpPr>
        <p:grpSpPr>
          <a:xfrm>
            <a:off x="3592699" y="675840"/>
            <a:ext cx="83877" cy="73393"/>
            <a:chOff x="0" y="0"/>
            <a:chExt cx="812800" cy="711200"/>
          </a:xfrm>
        </p:grpSpPr>
        <p:sp>
          <p:nvSpPr>
            <p:cNvPr id="93" name="Freeform 93">
              <a:extLst>
                <a:ext uri="{FF2B5EF4-FFF2-40B4-BE49-F238E27FC236}">
                  <a16:creationId xmlns:a16="http://schemas.microsoft.com/office/drawing/2014/main" id="{819D483A-77E9-9D26-1975-B488DEA2BC8A}"/>
                </a:ext>
              </a:extLst>
            </p:cNvPr>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34336"/>
            </a:solidFill>
          </p:spPr>
          <p:txBody>
            <a:bodyPr/>
            <a:lstStyle/>
            <a:p>
              <a:endParaRPr lang="en-SG" sz="1088"/>
            </a:p>
          </p:txBody>
        </p:sp>
        <p:sp>
          <p:nvSpPr>
            <p:cNvPr id="94" name="TextBox 94">
              <a:extLst>
                <a:ext uri="{FF2B5EF4-FFF2-40B4-BE49-F238E27FC236}">
                  <a16:creationId xmlns:a16="http://schemas.microsoft.com/office/drawing/2014/main" id="{FDEEC001-FBE3-1535-FB20-E93F9061BE1B}"/>
                </a:ext>
              </a:extLst>
            </p:cNvPr>
            <p:cNvSpPr txBox="1"/>
            <p:nvPr/>
          </p:nvSpPr>
          <p:spPr>
            <a:xfrm>
              <a:off x="127000" y="301625"/>
              <a:ext cx="558800" cy="358775"/>
            </a:xfrm>
            <a:prstGeom prst="rect">
              <a:avLst/>
            </a:prstGeom>
          </p:spPr>
          <p:txBody>
            <a:bodyPr lIns="40638" tIns="40638" rIns="40638" bIns="40638" rtlCol="0" anchor="ctr"/>
            <a:lstStyle/>
            <a:p>
              <a:pPr algn="ctr">
                <a:lnSpc>
                  <a:spcPts val="2016"/>
                </a:lnSpc>
              </a:pPr>
              <a:endParaRPr sz="1088"/>
            </a:p>
          </p:txBody>
        </p:sp>
      </p:grpSp>
      <p:grpSp>
        <p:nvGrpSpPr>
          <p:cNvPr id="95" name="Group 95">
            <a:extLst>
              <a:ext uri="{FF2B5EF4-FFF2-40B4-BE49-F238E27FC236}">
                <a16:creationId xmlns:a16="http://schemas.microsoft.com/office/drawing/2014/main" id="{D789E7F3-1769-3870-58D6-BB165BF2E748}"/>
              </a:ext>
            </a:extLst>
          </p:cNvPr>
          <p:cNvGrpSpPr/>
          <p:nvPr/>
        </p:nvGrpSpPr>
        <p:grpSpPr>
          <a:xfrm>
            <a:off x="3565641" y="7221617"/>
            <a:ext cx="104535" cy="91468"/>
            <a:chOff x="0" y="0"/>
            <a:chExt cx="812800" cy="711200"/>
          </a:xfrm>
        </p:grpSpPr>
        <p:sp>
          <p:nvSpPr>
            <p:cNvPr id="96" name="Freeform 96">
              <a:extLst>
                <a:ext uri="{FF2B5EF4-FFF2-40B4-BE49-F238E27FC236}">
                  <a16:creationId xmlns:a16="http://schemas.microsoft.com/office/drawing/2014/main" id="{200058AF-10DA-343A-9A20-ABBFCEDF647C}"/>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97" name="TextBox 97">
              <a:extLst>
                <a:ext uri="{FF2B5EF4-FFF2-40B4-BE49-F238E27FC236}">
                  <a16:creationId xmlns:a16="http://schemas.microsoft.com/office/drawing/2014/main" id="{D2FA0F06-7C63-EEF7-2017-41F8A9316F15}"/>
                </a:ext>
              </a:extLst>
            </p:cNvPr>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a:p>
          </p:txBody>
        </p:sp>
      </p:grpSp>
      <p:grpSp>
        <p:nvGrpSpPr>
          <p:cNvPr id="98" name="Group 98">
            <a:extLst>
              <a:ext uri="{FF2B5EF4-FFF2-40B4-BE49-F238E27FC236}">
                <a16:creationId xmlns:a16="http://schemas.microsoft.com/office/drawing/2014/main" id="{6790562D-1F73-C12A-DB29-9906B208113F}"/>
              </a:ext>
            </a:extLst>
          </p:cNvPr>
          <p:cNvGrpSpPr/>
          <p:nvPr/>
        </p:nvGrpSpPr>
        <p:grpSpPr>
          <a:xfrm>
            <a:off x="9197536" y="4053339"/>
            <a:ext cx="829153" cy="779169"/>
            <a:chOff x="0" y="0"/>
            <a:chExt cx="1381982" cy="1298672"/>
          </a:xfrm>
        </p:grpSpPr>
        <p:grpSp>
          <p:nvGrpSpPr>
            <p:cNvPr id="99" name="Group 99">
              <a:extLst>
                <a:ext uri="{FF2B5EF4-FFF2-40B4-BE49-F238E27FC236}">
                  <a16:creationId xmlns:a16="http://schemas.microsoft.com/office/drawing/2014/main" id="{68AAA898-0B45-3F0B-D418-C42CCBB65186}"/>
                </a:ext>
              </a:extLst>
            </p:cNvPr>
            <p:cNvGrpSpPr/>
            <p:nvPr/>
          </p:nvGrpSpPr>
          <p:grpSpPr>
            <a:xfrm>
              <a:off x="0" y="0"/>
              <a:ext cx="1195761" cy="1298672"/>
              <a:chOff x="0" y="0"/>
              <a:chExt cx="650486" cy="706469"/>
            </a:xfrm>
          </p:grpSpPr>
          <p:sp>
            <p:nvSpPr>
              <p:cNvPr id="100" name="Freeform 100">
                <a:extLst>
                  <a:ext uri="{FF2B5EF4-FFF2-40B4-BE49-F238E27FC236}">
                    <a16:creationId xmlns:a16="http://schemas.microsoft.com/office/drawing/2014/main" id="{684F7D95-2388-B684-EA78-D72A096227BE}"/>
                  </a:ext>
                </a:extLst>
              </p:cNvPr>
              <p:cNvSpPr/>
              <p:nvPr/>
            </p:nvSpPr>
            <p:spPr>
              <a:xfrm>
                <a:off x="0" y="0"/>
                <a:ext cx="650486" cy="706469"/>
              </a:xfrm>
              <a:custGeom>
                <a:avLst/>
                <a:gdLst/>
                <a:ahLst/>
                <a:cxnLst/>
                <a:rect l="l" t="t" r="r" b="b"/>
                <a:pathLst>
                  <a:path w="650486" h="706469">
                    <a:moveTo>
                      <a:pt x="0" y="0"/>
                    </a:moveTo>
                    <a:lnTo>
                      <a:pt x="650486" y="0"/>
                    </a:lnTo>
                    <a:lnTo>
                      <a:pt x="650486" y="706469"/>
                    </a:lnTo>
                    <a:lnTo>
                      <a:pt x="0" y="706469"/>
                    </a:lnTo>
                    <a:close/>
                  </a:path>
                </a:pathLst>
              </a:custGeom>
              <a:solidFill>
                <a:srgbClr val="FFCEB6">
                  <a:alpha val="38824"/>
                </a:srgbClr>
              </a:solidFill>
            </p:spPr>
            <p:txBody>
              <a:bodyPr/>
              <a:lstStyle/>
              <a:p>
                <a:endParaRPr lang="en-SG" sz="1088"/>
              </a:p>
            </p:txBody>
          </p:sp>
          <p:sp>
            <p:nvSpPr>
              <p:cNvPr id="101" name="TextBox 101">
                <a:extLst>
                  <a:ext uri="{FF2B5EF4-FFF2-40B4-BE49-F238E27FC236}">
                    <a16:creationId xmlns:a16="http://schemas.microsoft.com/office/drawing/2014/main" id="{0D07B6B0-C50C-C022-EE5D-6C404CA2309D}"/>
                  </a:ext>
                </a:extLst>
              </p:cNvPr>
              <p:cNvSpPr txBox="1"/>
              <p:nvPr/>
            </p:nvSpPr>
            <p:spPr>
              <a:xfrm>
                <a:off x="0" y="-28575"/>
                <a:ext cx="650486" cy="735044"/>
              </a:xfrm>
              <a:prstGeom prst="rect">
                <a:avLst/>
              </a:prstGeom>
            </p:spPr>
            <p:txBody>
              <a:bodyPr lIns="15937" tIns="15937" rIns="15937" bIns="15937" rtlCol="0" anchor="ctr"/>
              <a:lstStyle/>
              <a:p>
                <a:pPr algn="ctr">
                  <a:lnSpc>
                    <a:spcPts val="2016"/>
                  </a:lnSpc>
                </a:pPr>
                <a:endParaRPr sz="1088"/>
              </a:p>
            </p:txBody>
          </p:sp>
        </p:grpSp>
        <p:sp>
          <p:nvSpPr>
            <p:cNvPr id="102" name="Freeform 102">
              <a:extLst>
                <a:ext uri="{FF2B5EF4-FFF2-40B4-BE49-F238E27FC236}">
                  <a16:creationId xmlns:a16="http://schemas.microsoft.com/office/drawing/2014/main" id="{D7A2E8AA-4F08-A1DF-98C5-7EBBE02453FD}"/>
                </a:ext>
              </a:extLst>
            </p:cNvPr>
            <p:cNvSpPr/>
            <p:nvPr/>
          </p:nvSpPr>
          <p:spPr>
            <a:xfrm>
              <a:off x="90494" y="89424"/>
              <a:ext cx="163477" cy="199666"/>
            </a:xfrm>
            <a:custGeom>
              <a:avLst/>
              <a:gdLst/>
              <a:ahLst/>
              <a:cxnLst/>
              <a:rect l="l" t="t" r="r" b="b"/>
              <a:pathLst>
                <a:path w="163477" h="199666">
                  <a:moveTo>
                    <a:pt x="0" y="0"/>
                  </a:moveTo>
                  <a:lnTo>
                    <a:pt x="163476" y="0"/>
                  </a:lnTo>
                  <a:lnTo>
                    <a:pt x="163476" y="199666"/>
                  </a:lnTo>
                  <a:lnTo>
                    <a:pt x="0" y="199666"/>
                  </a:lnTo>
                  <a:lnTo>
                    <a:pt x="0" y="0"/>
                  </a:lnTo>
                  <a:close/>
                </a:path>
              </a:pathLst>
            </a:custGeom>
            <a:blipFill>
              <a:blip r:embed="rId36">
                <a:extLst>
                  <a:ext uri="{96DAC541-7B7A-43D3-8B79-37D633B846F1}">
                    <asvg:svgBlip xmlns:asvg="http://schemas.microsoft.com/office/drawing/2016/SVG/main" r:embed="rId37"/>
                  </a:ext>
                </a:extLst>
              </a:blip>
              <a:stretch>
                <a:fillRect/>
              </a:stretch>
            </a:blipFill>
          </p:spPr>
          <p:txBody>
            <a:bodyPr/>
            <a:lstStyle/>
            <a:p>
              <a:endParaRPr lang="en-SG" sz="1088"/>
            </a:p>
          </p:txBody>
        </p:sp>
        <p:sp>
          <p:nvSpPr>
            <p:cNvPr id="103" name="Freeform 103">
              <a:extLst>
                <a:ext uri="{FF2B5EF4-FFF2-40B4-BE49-F238E27FC236}">
                  <a16:creationId xmlns:a16="http://schemas.microsoft.com/office/drawing/2014/main" id="{1C516258-DF7D-C7BD-39E5-16211AB09CB9}"/>
                </a:ext>
              </a:extLst>
            </p:cNvPr>
            <p:cNvSpPr/>
            <p:nvPr/>
          </p:nvSpPr>
          <p:spPr>
            <a:xfrm>
              <a:off x="8359" y="289090"/>
              <a:ext cx="327746" cy="327746"/>
            </a:xfrm>
            <a:custGeom>
              <a:avLst/>
              <a:gdLst/>
              <a:ahLst/>
              <a:cxnLst/>
              <a:rect l="l" t="t" r="r" b="b"/>
              <a:pathLst>
                <a:path w="327746" h="327746">
                  <a:moveTo>
                    <a:pt x="0" y="0"/>
                  </a:moveTo>
                  <a:lnTo>
                    <a:pt x="327746" y="0"/>
                  </a:lnTo>
                  <a:lnTo>
                    <a:pt x="327746" y="327746"/>
                  </a:lnTo>
                  <a:lnTo>
                    <a:pt x="0" y="327746"/>
                  </a:lnTo>
                  <a:lnTo>
                    <a:pt x="0" y="0"/>
                  </a:lnTo>
                  <a:close/>
                </a:path>
              </a:pathLst>
            </a:custGeom>
            <a:blipFill>
              <a:blip r:embed="rId38">
                <a:extLst>
                  <a:ext uri="{96DAC541-7B7A-43D3-8B79-37D633B846F1}">
                    <asvg:svgBlip xmlns:asvg="http://schemas.microsoft.com/office/drawing/2016/SVG/main" r:embed="rId39"/>
                  </a:ext>
                </a:extLst>
              </a:blip>
              <a:stretch>
                <a:fillRect/>
              </a:stretch>
            </a:blipFill>
          </p:spPr>
          <p:txBody>
            <a:bodyPr/>
            <a:lstStyle/>
            <a:p>
              <a:endParaRPr lang="en-SG" sz="1088"/>
            </a:p>
          </p:txBody>
        </p:sp>
        <p:sp>
          <p:nvSpPr>
            <p:cNvPr id="104" name="Freeform 104">
              <a:extLst>
                <a:ext uri="{FF2B5EF4-FFF2-40B4-BE49-F238E27FC236}">
                  <a16:creationId xmlns:a16="http://schemas.microsoft.com/office/drawing/2014/main" id="{29ECF6B4-F373-A74A-8EF0-7C35FA6F45CF}"/>
                </a:ext>
              </a:extLst>
            </p:cNvPr>
            <p:cNvSpPr/>
            <p:nvPr/>
          </p:nvSpPr>
          <p:spPr>
            <a:xfrm>
              <a:off x="30009" y="681860"/>
              <a:ext cx="284447" cy="227913"/>
            </a:xfrm>
            <a:custGeom>
              <a:avLst/>
              <a:gdLst/>
              <a:ahLst/>
              <a:cxnLst/>
              <a:rect l="l" t="t" r="r" b="b"/>
              <a:pathLst>
                <a:path w="284447" h="227913">
                  <a:moveTo>
                    <a:pt x="0" y="0"/>
                  </a:moveTo>
                  <a:lnTo>
                    <a:pt x="284446" y="0"/>
                  </a:lnTo>
                  <a:lnTo>
                    <a:pt x="284446" y="227913"/>
                  </a:lnTo>
                  <a:lnTo>
                    <a:pt x="0" y="227913"/>
                  </a:lnTo>
                  <a:lnTo>
                    <a:pt x="0" y="0"/>
                  </a:lnTo>
                  <a:close/>
                </a:path>
              </a:pathLst>
            </a:custGeom>
            <a:blipFill>
              <a:blip r:embed="rId40">
                <a:extLst>
                  <a:ext uri="{96DAC541-7B7A-43D3-8B79-37D633B846F1}">
                    <asvg:svgBlip xmlns:asvg="http://schemas.microsoft.com/office/drawing/2016/SVG/main" r:embed="rId41"/>
                  </a:ext>
                </a:extLst>
              </a:blip>
              <a:stretch>
                <a:fillRect/>
              </a:stretch>
            </a:blipFill>
          </p:spPr>
          <p:txBody>
            <a:bodyPr/>
            <a:lstStyle/>
            <a:p>
              <a:endParaRPr lang="en-SG" sz="1088"/>
            </a:p>
          </p:txBody>
        </p:sp>
        <p:sp>
          <p:nvSpPr>
            <p:cNvPr id="105" name="Freeform 105">
              <a:extLst>
                <a:ext uri="{FF2B5EF4-FFF2-40B4-BE49-F238E27FC236}">
                  <a16:creationId xmlns:a16="http://schemas.microsoft.com/office/drawing/2014/main" id="{9FCFA1EB-F2ED-F4A6-D78B-553584111EE5}"/>
                </a:ext>
              </a:extLst>
            </p:cNvPr>
            <p:cNvSpPr/>
            <p:nvPr/>
          </p:nvSpPr>
          <p:spPr>
            <a:xfrm>
              <a:off x="72049" y="974796"/>
              <a:ext cx="181921" cy="240160"/>
            </a:xfrm>
            <a:custGeom>
              <a:avLst/>
              <a:gdLst/>
              <a:ahLst/>
              <a:cxnLst/>
              <a:rect l="l" t="t" r="r" b="b"/>
              <a:pathLst>
                <a:path w="181921" h="240160">
                  <a:moveTo>
                    <a:pt x="0" y="0"/>
                  </a:moveTo>
                  <a:lnTo>
                    <a:pt x="181921" y="0"/>
                  </a:lnTo>
                  <a:lnTo>
                    <a:pt x="181921" y="240161"/>
                  </a:lnTo>
                  <a:lnTo>
                    <a:pt x="0" y="240161"/>
                  </a:lnTo>
                  <a:lnTo>
                    <a:pt x="0" y="0"/>
                  </a:lnTo>
                  <a:close/>
                </a:path>
              </a:pathLst>
            </a:custGeom>
            <a:blipFill>
              <a:blip r:embed="rId42">
                <a:extLst>
                  <a:ext uri="{96DAC541-7B7A-43D3-8B79-37D633B846F1}">
                    <asvg:svgBlip xmlns:asvg="http://schemas.microsoft.com/office/drawing/2016/SVG/main" r:embed="rId43"/>
                  </a:ext>
                </a:extLst>
              </a:blip>
              <a:stretch>
                <a:fillRect/>
              </a:stretch>
            </a:blipFill>
          </p:spPr>
          <p:txBody>
            <a:bodyPr/>
            <a:lstStyle/>
            <a:p>
              <a:endParaRPr lang="en-SG" sz="1088"/>
            </a:p>
          </p:txBody>
        </p:sp>
        <p:sp>
          <p:nvSpPr>
            <p:cNvPr id="106" name="TextBox 106">
              <a:extLst>
                <a:ext uri="{FF2B5EF4-FFF2-40B4-BE49-F238E27FC236}">
                  <a16:creationId xmlns:a16="http://schemas.microsoft.com/office/drawing/2014/main" id="{785BE50C-1100-CEF2-29FE-1C327452D9E0}"/>
                </a:ext>
              </a:extLst>
            </p:cNvPr>
            <p:cNvSpPr txBox="1"/>
            <p:nvPr/>
          </p:nvSpPr>
          <p:spPr>
            <a:xfrm>
              <a:off x="460225" y="955747"/>
              <a:ext cx="596473"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Others</a:t>
              </a:r>
            </a:p>
          </p:txBody>
        </p:sp>
        <p:sp>
          <p:nvSpPr>
            <p:cNvPr id="107" name="TextBox 107">
              <a:extLst>
                <a:ext uri="{FF2B5EF4-FFF2-40B4-BE49-F238E27FC236}">
                  <a16:creationId xmlns:a16="http://schemas.microsoft.com/office/drawing/2014/main" id="{567AF225-41E3-9285-7379-AF095A9C21C0}"/>
                </a:ext>
              </a:extLst>
            </p:cNvPr>
            <p:cNvSpPr txBox="1"/>
            <p:nvPr/>
          </p:nvSpPr>
          <p:spPr>
            <a:xfrm>
              <a:off x="460225" y="48570"/>
              <a:ext cx="921757"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Dining</a:t>
              </a:r>
            </a:p>
          </p:txBody>
        </p:sp>
        <p:sp>
          <p:nvSpPr>
            <p:cNvPr id="108" name="TextBox 108">
              <a:extLst>
                <a:ext uri="{FF2B5EF4-FFF2-40B4-BE49-F238E27FC236}">
                  <a16:creationId xmlns:a16="http://schemas.microsoft.com/office/drawing/2014/main" id="{4A2C2366-FDC5-A6A2-A4C9-563F7C2D9C8E}"/>
                </a:ext>
              </a:extLst>
            </p:cNvPr>
            <p:cNvSpPr txBox="1"/>
            <p:nvPr/>
          </p:nvSpPr>
          <p:spPr>
            <a:xfrm>
              <a:off x="460972" y="362219"/>
              <a:ext cx="460132"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Rides</a:t>
              </a:r>
            </a:p>
          </p:txBody>
        </p:sp>
        <p:grpSp>
          <p:nvGrpSpPr>
            <p:cNvPr id="109" name="Group 109">
              <a:extLst>
                <a:ext uri="{FF2B5EF4-FFF2-40B4-BE49-F238E27FC236}">
                  <a16:creationId xmlns:a16="http://schemas.microsoft.com/office/drawing/2014/main" id="{4095A061-1DF1-4E47-3ED4-16E54C7387ED}"/>
                </a:ext>
              </a:extLst>
            </p:cNvPr>
            <p:cNvGrpSpPr/>
            <p:nvPr/>
          </p:nvGrpSpPr>
          <p:grpSpPr>
            <a:xfrm>
              <a:off x="7598" y="10649"/>
              <a:ext cx="1188163" cy="307120"/>
              <a:chOff x="0" y="0"/>
              <a:chExt cx="253475" cy="65519"/>
            </a:xfrm>
          </p:grpSpPr>
          <p:sp>
            <p:nvSpPr>
              <p:cNvPr id="110" name="Freeform 110">
                <a:extLst>
                  <a:ext uri="{FF2B5EF4-FFF2-40B4-BE49-F238E27FC236}">
                    <a16:creationId xmlns:a16="http://schemas.microsoft.com/office/drawing/2014/main" id="{9404229E-A236-E261-FC2B-56CC8151B492}"/>
                  </a:ext>
                </a:extLst>
              </p:cNvPr>
              <p:cNvSpPr/>
              <p:nvPr/>
            </p:nvSpPr>
            <p:spPr>
              <a:xfrm>
                <a:off x="0" y="0"/>
                <a:ext cx="253475" cy="65519"/>
              </a:xfrm>
              <a:custGeom>
                <a:avLst/>
                <a:gdLst/>
                <a:ahLst/>
                <a:cxnLst/>
                <a:rect l="l" t="t" r="r" b="b"/>
                <a:pathLst>
                  <a:path w="253475" h="65519">
                    <a:moveTo>
                      <a:pt x="0" y="0"/>
                    </a:moveTo>
                    <a:lnTo>
                      <a:pt x="253475" y="0"/>
                    </a:lnTo>
                    <a:lnTo>
                      <a:pt x="253475" y="65519"/>
                    </a:lnTo>
                    <a:lnTo>
                      <a:pt x="0" y="65519"/>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11" name="TextBox 111">
                <a:extLst>
                  <a:ext uri="{FF2B5EF4-FFF2-40B4-BE49-F238E27FC236}">
                    <a16:creationId xmlns:a16="http://schemas.microsoft.com/office/drawing/2014/main" id="{82F02559-21C3-AFAD-1620-4D825E42C1A1}"/>
                  </a:ext>
                </a:extLst>
              </p:cNvPr>
              <p:cNvSpPr txBox="1"/>
              <p:nvPr/>
            </p:nvSpPr>
            <p:spPr>
              <a:xfrm>
                <a:off x="0" y="-28575"/>
                <a:ext cx="253475" cy="94094"/>
              </a:xfrm>
              <a:prstGeom prst="rect">
                <a:avLst/>
              </a:prstGeom>
            </p:spPr>
            <p:txBody>
              <a:bodyPr lIns="40638" tIns="40638" rIns="40638" bIns="40638" rtlCol="0" anchor="ctr"/>
              <a:lstStyle/>
              <a:p>
                <a:pPr algn="ctr">
                  <a:lnSpc>
                    <a:spcPts val="2016"/>
                  </a:lnSpc>
                </a:pPr>
                <a:endParaRPr sz="1088"/>
              </a:p>
            </p:txBody>
          </p:sp>
        </p:grpSp>
        <p:sp>
          <p:nvSpPr>
            <p:cNvPr id="112" name="TextBox 112">
              <a:extLst>
                <a:ext uri="{FF2B5EF4-FFF2-40B4-BE49-F238E27FC236}">
                  <a16:creationId xmlns:a16="http://schemas.microsoft.com/office/drawing/2014/main" id="{31152C59-B520-16B5-2291-05EEB0A9FAC9}"/>
                </a:ext>
              </a:extLst>
            </p:cNvPr>
            <p:cNvSpPr txBox="1"/>
            <p:nvPr/>
          </p:nvSpPr>
          <p:spPr>
            <a:xfrm>
              <a:off x="460225" y="662811"/>
              <a:ext cx="525250"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Shows</a:t>
              </a:r>
            </a:p>
          </p:txBody>
        </p:sp>
        <p:grpSp>
          <p:nvGrpSpPr>
            <p:cNvPr id="113" name="Group 113">
              <a:extLst>
                <a:ext uri="{FF2B5EF4-FFF2-40B4-BE49-F238E27FC236}">
                  <a16:creationId xmlns:a16="http://schemas.microsoft.com/office/drawing/2014/main" id="{E8963CFC-C5A2-20B4-3DB3-ED5CB1A2AC6B}"/>
                </a:ext>
              </a:extLst>
            </p:cNvPr>
            <p:cNvGrpSpPr/>
            <p:nvPr/>
          </p:nvGrpSpPr>
          <p:grpSpPr>
            <a:xfrm>
              <a:off x="8359" y="299404"/>
              <a:ext cx="1188163" cy="307120"/>
              <a:chOff x="0" y="0"/>
              <a:chExt cx="253475" cy="65519"/>
            </a:xfrm>
          </p:grpSpPr>
          <p:sp>
            <p:nvSpPr>
              <p:cNvPr id="114" name="Freeform 114">
                <a:extLst>
                  <a:ext uri="{FF2B5EF4-FFF2-40B4-BE49-F238E27FC236}">
                    <a16:creationId xmlns:a16="http://schemas.microsoft.com/office/drawing/2014/main" id="{3BD6D0DB-6EF6-17C2-A184-7565035B2554}"/>
                  </a:ext>
                </a:extLst>
              </p:cNvPr>
              <p:cNvSpPr/>
              <p:nvPr/>
            </p:nvSpPr>
            <p:spPr>
              <a:xfrm>
                <a:off x="0" y="0"/>
                <a:ext cx="253475" cy="65519"/>
              </a:xfrm>
              <a:custGeom>
                <a:avLst/>
                <a:gdLst/>
                <a:ahLst/>
                <a:cxnLst/>
                <a:rect l="l" t="t" r="r" b="b"/>
                <a:pathLst>
                  <a:path w="253475" h="65519">
                    <a:moveTo>
                      <a:pt x="0" y="0"/>
                    </a:moveTo>
                    <a:lnTo>
                      <a:pt x="253475" y="0"/>
                    </a:lnTo>
                    <a:lnTo>
                      <a:pt x="253475" y="65519"/>
                    </a:lnTo>
                    <a:lnTo>
                      <a:pt x="0" y="65519"/>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15" name="TextBox 115">
                <a:extLst>
                  <a:ext uri="{FF2B5EF4-FFF2-40B4-BE49-F238E27FC236}">
                    <a16:creationId xmlns:a16="http://schemas.microsoft.com/office/drawing/2014/main" id="{50911F76-D5CF-2550-464A-8782B6B0C0B7}"/>
                  </a:ext>
                </a:extLst>
              </p:cNvPr>
              <p:cNvSpPr txBox="1"/>
              <p:nvPr/>
            </p:nvSpPr>
            <p:spPr>
              <a:xfrm>
                <a:off x="0" y="-28575"/>
                <a:ext cx="253475" cy="94094"/>
              </a:xfrm>
              <a:prstGeom prst="rect">
                <a:avLst/>
              </a:prstGeom>
            </p:spPr>
            <p:txBody>
              <a:bodyPr lIns="40638" tIns="40638" rIns="40638" bIns="40638" rtlCol="0" anchor="ctr"/>
              <a:lstStyle/>
              <a:p>
                <a:pPr algn="ctr">
                  <a:lnSpc>
                    <a:spcPts val="2016"/>
                  </a:lnSpc>
                </a:pPr>
                <a:endParaRPr sz="1088"/>
              </a:p>
            </p:txBody>
          </p:sp>
        </p:grpSp>
        <p:grpSp>
          <p:nvGrpSpPr>
            <p:cNvPr id="116" name="Group 116">
              <a:extLst>
                <a:ext uri="{FF2B5EF4-FFF2-40B4-BE49-F238E27FC236}">
                  <a16:creationId xmlns:a16="http://schemas.microsoft.com/office/drawing/2014/main" id="{73DE5648-3356-78A3-BC9B-0BAB749124CE}"/>
                </a:ext>
              </a:extLst>
            </p:cNvPr>
            <p:cNvGrpSpPr/>
            <p:nvPr/>
          </p:nvGrpSpPr>
          <p:grpSpPr>
            <a:xfrm>
              <a:off x="8359" y="589938"/>
              <a:ext cx="1188163" cy="332535"/>
              <a:chOff x="0" y="0"/>
              <a:chExt cx="253475" cy="70941"/>
            </a:xfrm>
          </p:grpSpPr>
          <p:sp>
            <p:nvSpPr>
              <p:cNvPr id="117" name="Freeform 117">
                <a:extLst>
                  <a:ext uri="{FF2B5EF4-FFF2-40B4-BE49-F238E27FC236}">
                    <a16:creationId xmlns:a16="http://schemas.microsoft.com/office/drawing/2014/main" id="{3F48C9B0-47FA-1E7A-CF59-C5EFC1DC189F}"/>
                  </a:ext>
                </a:extLst>
              </p:cNvPr>
              <p:cNvSpPr/>
              <p:nvPr/>
            </p:nvSpPr>
            <p:spPr>
              <a:xfrm>
                <a:off x="0" y="0"/>
                <a:ext cx="253475" cy="70941"/>
              </a:xfrm>
              <a:custGeom>
                <a:avLst/>
                <a:gdLst/>
                <a:ahLst/>
                <a:cxnLst/>
                <a:rect l="l" t="t" r="r" b="b"/>
                <a:pathLst>
                  <a:path w="253475" h="70941">
                    <a:moveTo>
                      <a:pt x="0" y="0"/>
                    </a:moveTo>
                    <a:lnTo>
                      <a:pt x="253475" y="0"/>
                    </a:lnTo>
                    <a:lnTo>
                      <a:pt x="253475" y="70941"/>
                    </a:lnTo>
                    <a:lnTo>
                      <a:pt x="0" y="70941"/>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18" name="TextBox 118">
                <a:extLst>
                  <a:ext uri="{FF2B5EF4-FFF2-40B4-BE49-F238E27FC236}">
                    <a16:creationId xmlns:a16="http://schemas.microsoft.com/office/drawing/2014/main" id="{20EDD73D-8642-1A68-BFFA-B45A3536B24E}"/>
                  </a:ext>
                </a:extLst>
              </p:cNvPr>
              <p:cNvSpPr txBox="1"/>
              <p:nvPr/>
            </p:nvSpPr>
            <p:spPr>
              <a:xfrm>
                <a:off x="0" y="-28575"/>
                <a:ext cx="253475" cy="99516"/>
              </a:xfrm>
              <a:prstGeom prst="rect">
                <a:avLst/>
              </a:prstGeom>
            </p:spPr>
            <p:txBody>
              <a:bodyPr lIns="40638" tIns="40638" rIns="40638" bIns="40638" rtlCol="0" anchor="ctr"/>
              <a:lstStyle/>
              <a:p>
                <a:pPr algn="ctr">
                  <a:lnSpc>
                    <a:spcPts val="2016"/>
                  </a:lnSpc>
                </a:pPr>
                <a:endParaRPr sz="1088"/>
              </a:p>
            </p:txBody>
          </p:sp>
        </p:grpSp>
        <p:grpSp>
          <p:nvGrpSpPr>
            <p:cNvPr id="119" name="Group 119">
              <a:extLst>
                <a:ext uri="{FF2B5EF4-FFF2-40B4-BE49-F238E27FC236}">
                  <a16:creationId xmlns:a16="http://schemas.microsoft.com/office/drawing/2014/main" id="{8C968C63-70BA-C984-1493-7A18E398C24D}"/>
                </a:ext>
              </a:extLst>
            </p:cNvPr>
            <p:cNvGrpSpPr/>
            <p:nvPr/>
          </p:nvGrpSpPr>
          <p:grpSpPr>
            <a:xfrm>
              <a:off x="8359" y="907837"/>
              <a:ext cx="1188163" cy="390835"/>
              <a:chOff x="0" y="0"/>
              <a:chExt cx="253475" cy="83378"/>
            </a:xfrm>
          </p:grpSpPr>
          <p:sp>
            <p:nvSpPr>
              <p:cNvPr id="120" name="Freeform 120">
                <a:extLst>
                  <a:ext uri="{FF2B5EF4-FFF2-40B4-BE49-F238E27FC236}">
                    <a16:creationId xmlns:a16="http://schemas.microsoft.com/office/drawing/2014/main" id="{33998B11-4582-D784-9842-7E2BE34A06E3}"/>
                  </a:ext>
                </a:extLst>
              </p:cNvPr>
              <p:cNvSpPr/>
              <p:nvPr/>
            </p:nvSpPr>
            <p:spPr>
              <a:xfrm>
                <a:off x="0" y="0"/>
                <a:ext cx="253475" cy="83378"/>
              </a:xfrm>
              <a:custGeom>
                <a:avLst/>
                <a:gdLst/>
                <a:ahLst/>
                <a:cxnLst/>
                <a:rect l="l" t="t" r="r" b="b"/>
                <a:pathLst>
                  <a:path w="253475" h="83378">
                    <a:moveTo>
                      <a:pt x="0" y="0"/>
                    </a:moveTo>
                    <a:lnTo>
                      <a:pt x="253475" y="0"/>
                    </a:lnTo>
                    <a:lnTo>
                      <a:pt x="253475" y="83378"/>
                    </a:lnTo>
                    <a:lnTo>
                      <a:pt x="0" y="83378"/>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21" name="TextBox 121">
                <a:extLst>
                  <a:ext uri="{FF2B5EF4-FFF2-40B4-BE49-F238E27FC236}">
                    <a16:creationId xmlns:a16="http://schemas.microsoft.com/office/drawing/2014/main" id="{2DB61B01-29FF-8372-12F2-D8D2AC3EDE33}"/>
                  </a:ext>
                </a:extLst>
              </p:cNvPr>
              <p:cNvSpPr txBox="1"/>
              <p:nvPr/>
            </p:nvSpPr>
            <p:spPr>
              <a:xfrm>
                <a:off x="0" y="-28575"/>
                <a:ext cx="253475" cy="111953"/>
              </a:xfrm>
              <a:prstGeom prst="rect">
                <a:avLst/>
              </a:prstGeom>
            </p:spPr>
            <p:txBody>
              <a:bodyPr lIns="40638" tIns="40638" rIns="40638" bIns="40638" rtlCol="0" anchor="ctr"/>
              <a:lstStyle/>
              <a:p>
                <a:pPr algn="ctr">
                  <a:lnSpc>
                    <a:spcPts val="2016"/>
                  </a:lnSpc>
                </a:pPr>
                <a:endParaRPr sz="1088"/>
              </a:p>
            </p:txBody>
          </p:sp>
        </p:grpSp>
      </p:grpSp>
      <p:grpSp>
        <p:nvGrpSpPr>
          <p:cNvPr id="122" name="Group 122">
            <a:extLst>
              <a:ext uri="{FF2B5EF4-FFF2-40B4-BE49-F238E27FC236}">
                <a16:creationId xmlns:a16="http://schemas.microsoft.com/office/drawing/2014/main" id="{3A7E6202-FBAB-7BBC-15C0-9D1A55580E01}"/>
              </a:ext>
            </a:extLst>
          </p:cNvPr>
          <p:cNvGrpSpPr/>
          <p:nvPr/>
        </p:nvGrpSpPr>
        <p:grpSpPr>
          <a:xfrm>
            <a:off x="5492559" y="5707549"/>
            <a:ext cx="1533283" cy="422129"/>
            <a:chOff x="0" y="0"/>
            <a:chExt cx="545191" cy="150097"/>
          </a:xfrm>
        </p:grpSpPr>
        <p:sp>
          <p:nvSpPr>
            <p:cNvPr id="123" name="Freeform 123">
              <a:extLst>
                <a:ext uri="{FF2B5EF4-FFF2-40B4-BE49-F238E27FC236}">
                  <a16:creationId xmlns:a16="http://schemas.microsoft.com/office/drawing/2014/main" id="{001E853C-9ED4-6B20-91CF-F2F513208F6E}"/>
                </a:ext>
              </a:extLst>
            </p:cNvPr>
            <p:cNvSpPr/>
            <p:nvPr/>
          </p:nvSpPr>
          <p:spPr>
            <a:xfrm>
              <a:off x="0" y="0"/>
              <a:ext cx="545191" cy="150097"/>
            </a:xfrm>
            <a:custGeom>
              <a:avLst/>
              <a:gdLst/>
              <a:ahLst/>
              <a:cxnLst/>
              <a:rect l="l" t="t" r="r" b="b"/>
              <a:pathLst>
                <a:path w="545191" h="150097">
                  <a:moveTo>
                    <a:pt x="75049" y="0"/>
                  </a:moveTo>
                  <a:lnTo>
                    <a:pt x="470143" y="0"/>
                  </a:lnTo>
                  <a:cubicBezTo>
                    <a:pt x="511591" y="0"/>
                    <a:pt x="545191" y="33600"/>
                    <a:pt x="545191" y="75049"/>
                  </a:cubicBezTo>
                  <a:lnTo>
                    <a:pt x="545191" y="75049"/>
                  </a:lnTo>
                  <a:cubicBezTo>
                    <a:pt x="545191" y="94953"/>
                    <a:pt x="537284" y="114042"/>
                    <a:pt x="523210" y="128116"/>
                  </a:cubicBezTo>
                  <a:cubicBezTo>
                    <a:pt x="509136" y="142190"/>
                    <a:pt x="490047" y="150097"/>
                    <a:pt x="470143" y="150097"/>
                  </a:cubicBezTo>
                  <a:lnTo>
                    <a:pt x="75049" y="150097"/>
                  </a:lnTo>
                  <a:cubicBezTo>
                    <a:pt x="33600" y="150097"/>
                    <a:pt x="0" y="116497"/>
                    <a:pt x="0" y="75049"/>
                  </a:cubicBezTo>
                  <a:lnTo>
                    <a:pt x="0" y="75049"/>
                  </a:lnTo>
                  <a:cubicBezTo>
                    <a:pt x="0" y="33600"/>
                    <a:pt x="33600" y="0"/>
                    <a:pt x="75049" y="0"/>
                  </a:cubicBezTo>
                  <a:close/>
                </a:path>
              </a:pathLst>
            </a:custGeom>
            <a:solidFill>
              <a:srgbClr val="FFBB54">
                <a:alpha val="0"/>
              </a:srgbClr>
            </a:solidFill>
            <a:ln w="9525" cap="sq">
              <a:solidFill>
                <a:srgbClr val="EF5E3B">
                  <a:alpha val="0"/>
                </a:srgbClr>
              </a:solidFill>
              <a:prstDash val="solid"/>
              <a:miter/>
            </a:ln>
          </p:spPr>
          <p:txBody>
            <a:bodyPr/>
            <a:lstStyle/>
            <a:p>
              <a:endParaRPr lang="en-SG" sz="1088"/>
            </a:p>
          </p:txBody>
        </p:sp>
        <p:sp>
          <p:nvSpPr>
            <p:cNvPr id="124" name="TextBox 124">
              <a:extLst>
                <a:ext uri="{FF2B5EF4-FFF2-40B4-BE49-F238E27FC236}">
                  <a16:creationId xmlns:a16="http://schemas.microsoft.com/office/drawing/2014/main" id="{870F1F83-A499-6992-AC1F-3E98C3A11E1D}"/>
                </a:ext>
              </a:extLst>
            </p:cNvPr>
            <p:cNvSpPr txBox="1"/>
            <p:nvPr/>
          </p:nvSpPr>
          <p:spPr>
            <a:xfrm>
              <a:off x="0" y="-28575"/>
              <a:ext cx="545191" cy="178672"/>
            </a:xfrm>
            <a:prstGeom prst="rect">
              <a:avLst/>
            </a:prstGeom>
          </p:spPr>
          <p:txBody>
            <a:bodyPr lIns="40638" tIns="40638" rIns="40638" bIns="40638" rtlCol="0" anchor="ctr"/>
            <a:lstStyle/>
            <a:p>
              <a:pPr algn="ctr">
                <a:lnSpc>
                  <a:spcPts val="2016"/>
                </a:lnSpc>
              </a:pPr>
              <a:endParaRPr sz="1088"/>
            </a:p>
          </p:txBody>
        </p:sp>
      </p:grpSp>
      <p:sp>
        <p:nvSpPr>
          <p:cNvPr id="125" name="TextBox 125">
            <a:extLst>
              <a:ext uri="{FF2B5EF4-FFF2-40B4-BE49-F238E27FC236}">
                <a16:creationId xmlns:a16="http://schemas.microsoft.com/office/drawing/2014/main" id="{90B80F7C-E8A2-E3A2-F003-19C6303F6401}"/>
              </a:ext>
            </a:extLst>
          </p:cNvPr>
          <p:cNvSpPr txBox="1"/>
          <p:nvPr/>
        </p:nvSpPr>
        <p:spPr>
          <a:xfrm>
            <a:off x="4117486" y="131129"/>
            <a:ext cx="4367472" cy="444737"/>
          </a:xfrm>
          <a:prstGeom prst="rect">
            <a:avLst/>
          </a:prstGeom>
        </p:spPr>
        <p:txBody>
          <a:bodyPr wrap="square" lIns="0" tIns="0" rIns="0" bIns="0" rtlCol="0" anchor="t">
            <a:spAutoFit/>
          </a:bodyPr>
          <a:lstStyle/>
          <a:p>
            <a:pPr algn="ctr">
              <a:lnSpc>
                <a:spcPts val="3583"/>
              </a:lnSpc>
              <a:spcBef>
                <a:spcPct val="0"/>
              </a:spcBef>
            </a:pPr>
            <a:r>
              <a:rPr lang="en-US" sz="2559" dirty="0">
                <a:solidFill>
                  <a:srgbClr val="000000"/>
                </a:solidFill>
                <a:latin typeface="League Spartan"/>
                <a:ea typeface="League Spartan"/>
                <a:cs typeface="League Spartan"/>
                <a:sym typeface="League Spartan"/>
              </a:rPr>
              <a:t>Multiversal Studios Map</a:t>
            </a:r>
          </a:p>
        </p:txBody>
      </p:sp>
      <p:sp>
        <p:nvSpPr>
          <p:cNvPr id="126" name="TextBox 126">
            <a:extLst>
              <a:ext uri="{FF2B5EF4-FFF2-40B4-BE49-F238E27FC236}">
                <a16:creationId xmlns:a16="http://schemas.microsoft.com/office/drawing/2014/main" id="{B6C95ECE-F044-0E69-7811-7EAEA5E2C3E9}"/>
              </a:ext>
            </a:extLst>
          </p:cNvPr>
          <p:cNvSpPr txBox="1"/>
          <p:nvPr/>
        </p:nvSpPr>
        <p:spPr>
          <a:xfrm>
            <a:off x="7547328" y="5765378"/>
            <a:ext cx="987699" cy="314830"/>
          </a:xfrm>
          <a:prstGeom prst="rect">
            <a:avLst/>
          </a:prstGeom>
        </p:spPr>
        <p:txBody>
          <a:bodyPr wrap="square" lIns="0" tIns="0" rIns="0" bIns="0" rtlCol="0" anchor="t">
            <a:spAutoFit/>
          </a:bodyPr>
          <a:lstStyle/>
          <a:p>
            <a:pPr algn="ctr">
              <a:lnSpc>
                <a:spcPts val="1224"/>
              </a:lnSpc>
              <a:spcBef>
                <a:spcPct val="0"/>
              </a:spcBef>
            </a:pPr>
            <a:r>
              <a:rPr lang="en-US" sz="1440">
                <a:solidFill>
                  <a:srgbClr val="000000"/>
                </a:solidFill>
                <a:latin typeface="Roboto Mono"/>
                <a:ea typeface="Roboto Mono"/>
                <a:cs typeface="Roboto Mono"/>
                <a:sym typeface="Roboto Mono"/>
              </a:rPr>
              <a:t>Ok</a:t>
            </a:r>
          </a:p>
          <a:p>
            <a:pPr algn="ctr">
              <a:lnSpc>
                <a:spcPts val="1224"/>
              </a:lnSpc>
              <a:spcBef>
                <a:spcPct val="0"/>
              </a:spcBef>
            </a:pPr>
            <a:r>
              <a:rPr lang="en-US" sz="1440">
                <a:solidFill>
                  <a:srgbClr val="000000"/>
                </a:solidFill>
                <a:latin typeface="Roboto Mono"/>
                <a:ea typeface="Roboto Mono"/>
                <a:cs typeface="Roboto Mono"/>
                <a:sym typeface="Roboto Mono"/>
              </a:rPr>
              <a:t>More tips</a:t>
            </a:r>
          </a:p>
        </p:txBody>
      </p:sp>
      <p:sp>
        <p:nvSpPr>
          <p:cNvPr id="127" name="TextBox 127">
            <a:extLst>
              <a:ext uri="{FF2B5EF4-FFF2-40B4-BE49-F238E27FC236}">
                <a16:creationId xmlns:a16="http://schemas.microsoft.com/office/drawing/2014/main" id="{7F6B36B4-F265-6189-032A-134C4767CA9C}"/>
              </a:ext>
            </a:extLst>
          </p:cNvPr>
          <p:cNvSpPr txBox="1"/>
          <p:nvPr/>
        </p:nvSpPr>
        <p:spPr>
          <a:xfrm>
            <a:off x="5600720" y="5765378"/>
            <a:ext cx="1316964" cy="314830"/>
          </a:xfrm>
          <a:prstGeom prst="rect">
            <a:avLst/>
          </a:prstGeom>
        </p:spPr>
        <p:txBody>
          <a:bodyPr wrap="square" lIns="0" tIns="0" rIns="0" bIns="0" rtlCol="0" anchor="t">
            <a:spAutoFit/>
          </a:bodyPr>
          <a:lstStyle/>
          <a:p>
            <a:pPr algn="ctr">
              <a:lnSpc>
                <a:spcPts val="1224"/>
              </a:lnSpc>
            </a:pPr>
            <a:r>
              <a:rPr lang="en-US" sz="1440">
                <a:solidFill>
                  <a:srgbClr val="000000"/>
                </a:solidFill>
                <a:latin typeface="Roboto Mono"/>
                <a:ea typeface="Roboto Mono"/>
                <a:cs typeface="Roboto Mono"/>
                <a:sym typeface="Roboto Mono"/>
              </a:rPr>
              <a:t>Ok</a:t>
            </a:r>
          </a:p>
          <a:p>
            <a:pPr algn="ctr">
              <a:lnSpc>
                <a:spcPts val="1224"/>
              </a:lnSpc>
            </a:pPr>
            <a:r>
              <a:rPr lang="en-US" sz="1440">
                <a:solidFill>
                  <a:srgbClr val="000000"/>
                </a:solidFill>
                <a:latin typeface="Roboto Mono"/>
                <a:ea typeface="Roboto Mono"/>
                <a:cs typeface="Roboto Mono"/>
                <a:sym typeface="Roboto Mono"/>
              </a:rPr>
              <a:t>No More tips</a:t>
            </a:r>
          </a:p>
        </p:txBody>
      </p:sp>
      <p:sp>
        <p:nvSpPr>
          <p:cNvPr id="128" name="TextBox 128">
            <a:extLst>
              <a:ext uri="{FF2B5EF4-FFF2-40B4-BE49-F238E27FC236}">
                <a16:creationId xmlns:a16="http://schemas.microsoft.com/office/drawing/2014/main" id="{31D150B0-EA7D-0154-E620-5963B8F79FFF}"/>
              </a:ext>
            </a:extLst>
          </p:cNvPr>
          <p:cNvSpPr txBox="1"/>
          <p:nvPr/>
        </p:nvSpPr>
        <p:spPr>
          <a:xfrm>
            <a:off x="436763" y="696845"/>
            <a:ext cx="1475928"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Burger Queen</a:t>
            </a:r>
          </a:p>
        </p:txBody>
      </p:sp>
      <p:sp>
        <p:nvSpPr>
          <p:cNvPr id="129" name="TextBox 129">
            <a:extLst>
              <a:ext uri="{FF2B5EF4-FFF2-40B4-BE49-F238E27FC236}">
                <a16:creationId xmlns:a16="http://schemas.microsoft.com/office/drawing/2014/main" id="{4236ABE6-9CB1-6618-DA95-FFF131B0D8F1}"/>
              </a:ext>
            </a:extLst>
          </p:cNvPr>
          <p:cNvSpPr txBox="1"/>
          <p:nvPr/>
        </p:nvSpPr>
        <p:spPr>
          <a:xfrm>
            <a:off x="87977" y="117046"/>
            <a:ext cx="2478963" cy="419346"/>
          </a:xfrm>
          <a:prstGeom prst="rect">
            <a:avLst/>
          </a:prstGeom>
        </p:spPr>
        <p:txBody>
          <a:bodyPr wrap="square" lIns="0" tIns="0" rIns="0" bIns="0" rtlCol="0" anchor="t">
            <a:spAutoFit/>
          </a:bodyPr>
          <a:lstStyle/>
          <a:p>
            <a:pPr>
              <a:lnSpc>
                <a:spcPts val="3359"/>
              </a:lnSpc>
              <a:spcBef>
                <a:spcPct val="0"/>
              </a:spcBef>
            </a:pPr>
            <a:r>
              <a:rPr lang="en-US" sz="2399" dirty="0">
                <a:solidFill>
                  <a:srgbClr val="FFFFFF"/>
                </a:solidFill>
                <a:latin typeface="League Spartan"/>
                <a:ea typeface="League Spartan"/>
                <a:cs typeface="League Spartan"/>
                <a:sym typeface="League Spartan"/>
              </a:rPr>
              <a:t>List of all places</a:t>
            </a:r>
          </a:p>
        </p:txBody>
      </p:sp>
      <p:sp>
        <p:nvSpPr>
          <p:cNvPr id="130" name="TextBox 130">
            <a:extLst>
              <a:ext uri="{FF2B5EF4-FFF2-40B4-BE49-F238E27FC236}">
                <a16:creationId xmlns:a16="http://schemas.microsoft.com/office/drawing/2014/main" id="{19BD2688-C5FB-B7ED-1CF0-981570D80017}"/>
              </a:ext>
            </a:extLst>
          </p:cNvPr>
          <p:cNvSpPr txBox="1"/>
          <p:nvPr/>
        </p:nvSpPr>
        <p:spPr>
          <a:xfrm>
            <a:off x="459907" y="1062340"/>
            <a:ext cx="2161323"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19 mins</a:t>
            </a:r>
          </a:p>
        </p:txBody>
      </p:sp>
      <p:sp>
        <p:nvSpPr>
          <p:cNvPr id="131" name="TextBox 131">
            <a:extLst>
              <a:ext uri="{FF2B5EF4-FFF2-40B4-BE49-F238E27FC236}">
                <a16:creationId xmlns:a16="http://schemas.microsoft.com/office/drawing/2014/main" id="{D4CF84BB-DDC1-1E0B-A86F-3DF96DADA379}"/>
              </a:ext>
            </a:extLst>
          </p:cNvPr>
          <p:cNvSpPr txBox="1"/>
          <p:nvPr/>
        </p:nvSpPr>
        <p:spPr>
          <a:xfrm>
            <a:off x="484610" y="4255862"/>
            <a:ext cx="1355302"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Music show</a:t>
            </a:r>
          </a:p>
        </p:txBody>
      </p:sp>
      <p:sp>
        <p:nvSpPr>
          <p:cNvPr id="132" name="TextBox 132">
            <a:extLst>
              <a:ext uri="{FF2B5EF4-FFF2-40B4-BE49-F238E27FC236}">
                <a16:creationId xmlns:a16="http://schemas.microsoft.com/office/drawing/2014/main" id="{956CF7F2-6CA3-5DFA-91BE-69112BC17B27}"/>
              </a:ext>
            </a:extLst>
          </p:cNvPr>
          <p:cNvSpPr txBox="1"/>
          <p:nvPr/>
        </p:nvSpPr>
        <p:spPr>
          <a:xfrm>
            <a:off x="459909" y="2402105"/>
            <a:ext cx="1193430" cy="252249"/>
          </a:xfrm>
          <a:prstGeom prst="rect">
            <a:avLst/>
          </a:prstGeom>
        </p:spPr>
        <p:txBody>
          <a:bodyPr wrap="square" lIns="0" tIns="0" rIns="0" bIns="0" rtlCol="0" anchor="t">
            <a:spAutoFit/>
          </a:bodyPr>
          <a:lstStyle/>
          <a:p>
            <a:pPr>
              <a:lnSpc>
                <a:spcPts val="2127"/>
              </a:lnSpc>
              <a:spcBef>
                <a:spcPct val="0"/>
              </a:spcBef>
            </a:pPr>
            <a:r>
              <a:rPr lang="en-US" sz="1519" b="1">
                <a:solidFill>
                  <a:srgbClr val="000000"/>
                </a:solidFill>
                <a:latin typeface="Canva Sans Bold"/>
                <a:ea typeface="Canva Sans Bold"/>
                <a:cs typeface="Canva Sans Bold"/>
                <a:sym typeface="Canva Sans Bold"/>
              </a:rPr>
              <a:t>Bumper cars</a:t>
            </a:r>
          </a:p>
        </p:txBody>
      </p:sp>
      <p:sp>
        <p:nvSpPr>
          <p:cNvPr id="133" name="TextBox 133">
            <a:extLst>
              <a:ext uri="{FF2B5EF4-FFF2-40B4-BE49-F238E27FC236}">
                <a16:creationId xmlns:a16="http://schemas.microsoft.com/office/drawing/2014/main" id="{EA08B643-B531-C7CB-7188-E99C1D8B93E8}"/>
              </a:ext>
            </a:extLst>
          </p:cNvPr>
          <p:cNvSpPr txBox="1"/>
          <p:nvPr/>
        </p:nvSpPr>
        <p:spPr>
          <a:xfrm>
            <a:off x="459907" y="2736862"/>
            <a:ext cx="2116328"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15 mins</a:t>
            </a:r>
          </a:p>
        </p:txBody>
      </p:sp>
      <p:sp>
        <p:nvSpPr>
          <p:cNvPr id="134" name="TextBox 134">
            <a:extLst>
              <a:ext uri="{FF2B5EF4-FFF2-40B4-BE49-F238E27FC236}">
                <a16:creationId xmlns:a16="http://schemas.microsoft.com/office/drawing/2014/main" id="{0A89BD79-7CE5-8114-58D4-A35342CE2D4D}"/>
              </a:ext>
            </a:extLst>
          </p:cNvPr>
          <p:cNvSpPr txBox="1"/>
          <p:nvPr/>
        </p:nvSpPr>
        <p:spPr>
          <a:xfrm>
            <a:off x="454246" y="6995665"/>
            <a:ext cx="2248150"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23 mins</a:t>
            </a:r>
          </a:p>
        </p:txBody>
      </p:sp>
      <p:sp>
        <p:nvSpPr>
          <p:cNvPr id="135" name="TextBox 135">
            <a:extLst>
              <a:ext uri="{FF2B5EF4-FFF2-40B4-BE49-F238E27FC236}">
                <a16:creationId xmlns:a16="http://schemas.microsoft.com/office/drawing/2014/main" id="{F0C7F637-E8E9-8DB9-BBB9-988D31F7CB1F}"/>
              </a:ext>
            </a:extLst>
          </p:cNvPr>
          <p:cNvSpPr txBox="1"/>
          <p:nvPr/>
        </p:nvSpPr>
        <p:spPr>
          <a:xfrm>
            <a:off x="468516" y="6683812"/>
            <a:ext cx="1475926"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Ferris wheels</a:t>
            </a:r>
          </a:p>
        </p:txBody>
      </p:sp>
      <p:sp>
        <p:nvSpPr>
          <p:cNvPr id="136" name="TextBox 136">
            <a:extLst>
              <a:ext uri="{FF2B5EF4-FFF2-40B4-BE49-F238E27FC236}">
                <a16:creationId xmlns:a16="http://schemas.microsoft.com/office/drawing/2014/main" id="{CE4EF4DB-2778-FCD2-E629-BE01E608333B}"/>
              </a:ext>
            </a:extLst>
          </p:cNvPr>
          <p:cNvSpPr txBox="1"/>
          <p:nvPr/>
        </p:nvSpPr>
        <p:spPr>
          <a:xfrm>
            <a:off x="484610" y="4621098"/>
            <a:ext cx="2136620"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14 mins</a:t>
            </a:r>
          </a:p>
        </p:txBody>
      </p:sp>
      <p:sp>
        <p:nvSpPr>
          <p:cNvPr id="137" name="TextBox 137">
            <a:extLst>
              <a:ext uri="{FF2B5EF4-FFF2-40B4-BE49-F238E27FC236}">
                <a16:creationId xmlns:a16="http://schemas.microsoft.com/office/drawing/2014/main" id="{88C4D226-F076-C8DF-524B-F8E44E2B6A62}"/>
              </a:ext>
            </a:extLst>
          </p:cNvPr>
          <p:cNvSpPr txBox="1"/>
          <p:nvPr/>
        </p:nvSpPr>
        <p:spPr>
          <a:xfrm>
            <a:off x="459908" y="5121964"/>
            <a:ext cx="999004"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Fireworks</a:t>
            </a:r>
          </a:p>
        </p:txBody>
      </p:sp>
      <p:sp>
        <p:nvSpPr>
          <p:cNvPr id="138" name="TextBox 138">
            <a:extLst>
              <a:ext uri="{FF2B5EF4-FFF2-40B4-BE49-F238E27FC236}">
                <a16:creationId xmlns:a16="http://schemas.microsoft.com/office/drawing/2014/main" id="{0895A67B-B8B7-CC90-7FE4-11F906185817}"/>
              </a:ext>
            </a:extLst>
          </p:cNvPr>
          <p:cNvSpPr txBox="1"/>
          <p:nvPr/>
        </p:nvSpPr>
        <p:spPr>
          <a:xfrm>
            <a:off x="500450" y="5410070"/>
            <a:ext cx="218446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50 mins</a:t>
            </a:r>
          </a:p>
        </p:txBody>
      </p:sp>
      <p:sp>
        <p:nvSpPr>
          <p:cNvPr id="139" name="TextBox 139">
            <a:extLst>
              <a:ext uri="{FF2B5EF4-FFF2-40B4-BE49-F238E27FC236}">
                <a16:creationId xmlns:a16="http://schemas.microsoft.com/office/drawing/2014/main" id="{ACBE27BD-B26D-8613-FC01-E906F61E1E04}"/>
              </a:ext>
            </a:extLst>
          </p:cNvPr>
          <p:cNvSpPr txBox="1"/>
          <p:nvPr/>
        </p:nvSpPr>
        <p:spPr>
          <a:xfrm>
            <a:off x="468516" y="5977937"/>
            <a:ext cx="1797733"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Ice Cream Corner</a:t>
            </a:r>
          </a:p>
        </p:txBody>
      </p:sp>
      <p:sp>
        <p:nvSpPr>
          <p:cNvPr id="140" name="TextBox 140">
            <a:extLst>
              <a:ext uri="{FF2B5EF4-FFF2-40B4-BE49-F238E27FC236}">
                <a16:creationId xmlns:a16="http://schemas.microsoft.com/office/drawing/2014/main" id="{116FC3FC-873A-DE86-6993-E8FF191175BC}"/>
              </a:ext>
            </a:extLst>
          </p:cNvPr>
          <p:cNvSpPr txBox="1"/>
          <p:nvPr/>
        </p:nvSpPr>
        <p:spPr>
          <a:xfrm>
            <a:off x="459909" y="6301818"/>
            <a:ext cx="211632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5 mins</a:t>
            </a:r>
          </a:p>
        </p:txBody>
      </p:sp>
      <p:sp>
        <p:nvSpPr>
          <p:cNvPr id="141" name="TextBox 141">
            <a:extLst>
              <a:ext uri="{FF2B5EF4-FFF2-40B4-BE49-F238E27FC236}">
                <a16:creationId xmlns:a16="http://schemas.microsoft.com/office/drawing/2014/main" id="{E660D408-4265-FD5A-2E41-CDF61BC1F461}"/>
              </a:ext>
            </a:extLst>
          </p:cNvPr>
          <p:cNvSpPr txBox="1"/>
          <p:nvPr/>
        </p:nvSpPr>
        <p:spPr>
          <a:xfrm>
            <a:off x="468516" y="3295323"/>
            <a:ext cx="1124377" cy="252249"/>
          </a:xfrm>
          <a:prstGeom prst="rect">
            <a:avLst/>
          </a:prstGeom>
        </p:spPr>
        <p:txBody>
          <a:bodyPr wrap="square" lIns="0" tIns="0" rIns="0" bIns="0" rtlCol="0" anchor="t">
            <a:spAutoFit/>
          </a:bodyPr>
          <a:lstStyle/>
          <a:p>
            <a:pPr>
              <a:lnSpc>
                <a:spcPts val="2127"/>
              </a:lnSpc>
              <a:spcBef>
                <a:spcPct val="0"/>
              </a:spcBef>
            </a:pPr>
            <a:r>
              <a:rPr lang="en-US" sz="1519" b="1">
                <a:solidFill>
                  <a:srgbClr val="000000"/>
                </a:solidFill>
                <a:latin typeface="Canva Sans Bold"/>
                <a:ea typeface="Canva Sans Bold"/>
                <a:cs typeface="Canva Sans Bold"/>
                <a:sym typeface="Canva Sans Bold"/>
              </a:rPr>
              <a:t>Pizza House</a:t>
            </a:r>
          </a:p>
        </p:txBody>
      </p:sp>
      <p:sp>
        <p:nvSpPr>
          <p:cNvPr id="142" name="TextBox 142">
            <a:extLst>
              <a:ext uri="{FF2B5EF4-FFF2-40B4-BE49-F238E27FC236}">
                <a16:creationId xmlns:a16="http://schemas.microsoft.com/office/drawing/2014/main" id="{57C03EEA-C51C-82B8-16B9-9598C56165BE}"/>
              </a:ext>
            </a:extLst>
          </p:cNvPr>
          <p:cNvSpPr txBox="1"/>
          <p:nvPr/>
        </p:nvSpPr>
        <p:spPr>
          <a:xfrm>
            <a:off x="436765" y="3685419"/>
            <a:ext cx="218446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17 mins</a:t>
            </a:r>
          </a:p>
        </p:txBody>
      </p:sp>
      <p:sp>
        <p:nvSpPr>
          <p:cNvPr id="143" name="TextBox 143">
            <a:extLst>
              <a:ext uri="{FF2B5EF4-FFF2-40B4-BE49-F238E27FC236}">
                <a16:creationId xmlns:a16="http://schemas.microsoft.com/office/drawing/2014/main" id="{91390B20-341C-7346-BD90-F39F40621FEC}"/>
              </a:ext>
            </a:extLst>
          </p:cNvPr>
          <p:cNvSpPr txBox="1"/>
          <p:nvPr/>
        </p:nvSpPr>
        <p:spPr>
          <a:xfrm>
            <a:off x="422519" y="1561519"/>
            <a:ext cx="1475929" cy="252249"/>
          </a:xfrm>
          <a:prstGeom prst="rect">
            <a:avLst/>
          </a:prstGeom>
        </p:spPr>
        <p:txBody>
          <a:bodyPr wrap="square" lIns="0" tIns="0" rIns="0" bIns="0" rtlCol="0" anchor="t">
            <a:spAutoFit/>
          </a:bodyPr>
          <a:lstStyle/>
          <a:p>
            <a:pPr>
              <a:lnSpc>
                <a:spcPts val="2127"/>
              </a:lnSpc>
              <a:spcBef>
                <a:spcPct val="0"/>
              </a:spcBef>
            </a:pPr>
            <a:r>
              <a:rPr lang="en-US" sz="1519" b="1">
                <a:solidFill>
                  <a:srgbClr val="000000"/>
                </a:solidFill>
                <a:latin typeface="Canva Sans Bold"/>
                <a:ea typeface="Canva Sans Bold"/>
                <a:cs typeface="Canva Sans Bold"/>
                <a:sym typeface="Canva Sans Bold"/>
              </a:rPr>
              <a:t>Castle Playtime</a:t>
            </a:r>
          </a:p>
        </p:txBody>
      </p:sp>
      <p:sp>
        <p:nvSpPr>
          <p:cNvPr id="144" name="TextBox 144">
            <a:extLst>
              <a:ext uri="{FF2B5EF4-FFF2-40B4-BE49-F238E27FC236}">
                <a16:creationId xmlns:a16="http://schemas.microsoft.com/office/drawing/2014/main" id="{CBCEAEB0-DBF1-D5B7-CC3B-6851D0611CC8}"/>
              </a:ext>
            </a:extLst>
          </p:cNvPr>
          <p:cNvSpPr txBox="1"/>
          <p:nvPr/>
        </p:nvSpPr>
        <p:spPr>
          <a:xfrm>
            <a:off x="459909" y="1936406"/>
            <a:ext cx="2116328"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20 mins</a:t>
            </a:r>
          </a:p>
        </p:txBody>
      </p:sp>
      <p:sp>
        <p:nvSpPr>
          <p:cNvPr id="145" name="TextBox 145">
            <a:hlinkClick r:id="rId44" action="ppaction://hlinksldjump"/>
            <a:extLst>
              <a:ext uri="{FF2B5EF4-FFF2-40B4-BE49-F238E27FC236}">
                <a16:creationId xmlns:a16="http://schemas.microsoft.com/office/drawing/2014/main" id="{98ABD906-38A1-A20E-113D-C5E181B1B078}"/>
              </a:ext>
            </a:extLst>
          </p:cNvPr>
          <p:cNvSpPr txBox="1"/>
          <p:nvPr/>
        </p:nvSpPr>
        <p:spPr>
          <a:xfrm>
            <a:off x="4109768" y="6736609"/>
            <a:ext cx="1363029" cy="228524"/>
          </a:xfrm>
          <a:prstGeom prst="rect">
            <a:avLst/>
          </a:prstGeom>
        </p:spPr>
        <p:txBody>
          <a:bodyPr wrap="square" lIns="0" tIns="0" rIns="0" bIns="0" rtlCol="0" anchor="t">
            <a:spAutoFit/>
          </a:bodyPr>
          <a:lstStyle/>
          <a:p>
            <a:pPr>
              <a:lnSpc>
                <a:spcPts val="1936"/>
              </a:lnSpc>
              <a:spcBef>
                <a:spcPct val="0"/>
              </a:spcBef>
            </a:pPr>
            <a:r>
              <a:rPr lang="en-US" sz="1383" b="1" dirty="0">
                <a:solidFill>
                  <a:srgbClr val="FDFDFD"/>
                </a:solidFill>
                <a:latin typeface="Canva Sans Bold"/>
                <a:ea typeface="Canva Sans Bold"/>
                <a:cs typeface="Canva Sans Bold"/>
                <a:sym typeface="Canva Sans Bold"/>
              </a:rPr>
              <a:t>Browse Videos</a:t>
            </a:r>
          </a:p>
        </p:txBody>
      </p:sp>
      <p:sp>
        <p:nvSpPr>
          <p:cNvPr id="146" name="TextBox 146">
            <a:hlinkClick r:id="rId17" action="ppaction://hlinksldjump"/>
            <a:extLst>
              <a:ext uri="{FF2B5EF4-FFF2-40B4-BE49-F238E27FC236}">
                <a16:creationId xmlns:a16="http://schemas.microsoft.com/office/drawing/2014/main" id="{A5CD4A49-2574-E823-DD20-CBC1BABEA538}"/>
              </a:ext>
            </a:extLst>
          </p:cNvPr>
          <p:cNvSpPr txBox="1"/>
          <p:nvPr/>
        </p:nvSpPr>
        <p:spPr>
          <a:xfrm>
            <a:off x="6359778" y="6733831"/>
            <a:ext cx="1524411" cy="228524"/>
          </a:xfrm>
          <a:prstGeom prst="rect">
            <a:avLst/>
          </a:prstGeom>
        </p:spPr>
        <p:txBody>
          <a:bodyPr wrap="square" lIns="0" tIns="0" rIns="0" bIns="0" rtlCol="0" anchor="t">
            <a:spAutoFit/>
          </a:bodyPr>
          <a:lstStyle/>
          <a:p>
            <a:pPr>
              <a:lnSpc>
                <a:spcPts val="1936"/>
              </a:lnSpc>
              <a:spcBef>
                <a:spcPct val="0"/>
              </a:spcBef>
            </a:pPr>
            <a:r>
              <a:rPr lang="en-US" sz="1383" b="1" dirty="0">
                <a:solidFill>
                  <a:srgbClr val="FDFDFD"/>
                </a:solidFill>
                <a:latin typeface="Canva Sans Bold"/>
                <a:ea typeface="Canva Sans Bold"/>
                <a:cs typeface="Canva Sans Bold"/>
                <a:sym typeface="Canva Sans Bold"/>
              </a:rPr>
              <a:t>Browse Photos</a:t>
            </a:r>
          </a:p>
        </p:txBody>
      </p:sp>
      <p:sp>
        <p:nvSpPr>
          <p:cNvPr id="147" name="TextBox 147">
            <a:hlinkClick r:id="rId45" action="ppaction://hlinksldjump"/>
            <a:extLst>
              <a:ext uri="{FF2B5EF4-FFF2-40B4-BE49-F238E27FC236}">
                <a16:creationId xmlns:a16="http://schemas.microsoft.com/office/drawing/2014/main" id="{15089EF4-8660-C121-1507-45A3D8ADDED9}"/>
              </a:ext>
            </a:extLst>
          </p:cNvPr>
          <p:cNvSpPr txBox="1"/>
          <p:nvPr/>
        </p:nvSpPr>
        <p:spPr>
          <a:xfrm>
            <a:off x="8756529" y="6720289"/>
            <a:ext cx="1120839" cy="228524"/>
          </a:xfrm>
          <a:prstGeom prst="rect">
            <a:avLst/>
          </a:prstGeom>
        </p:spPr>
        <p:txBody>
          <a:bodyPr wrap="square" lIns="0" tIns="0" rIns="0" bIns="0" rtlCol="0" anchor="t">
            <a:spAutoFit/>
          </a:bodyPr>
          <a:lstStyle/>
          <a:p>
            <a:pPr>
              <a:lnSpc>
                <a:spcPts val="1936"/>
              </a:lnSpc>
              <a:spcBef>
                <a:spcPct val="0"/>
              </a:spcBef>
            </a:pPr>
            <a:r>
              <a:rPr lang="en-US" sz="1383" b="1" dirty="0">
                <a:solidFill>
                  <a:srgbClr val="FDFDFD"/>
                </a:solidFill>
                <a:latin typeface="Canva Sans Bold"/>
                <a:ea typeface="Canva Sans Bold"/>
                <a:cs typeface="Canva Sans Bold"/>
                <a:sym typeface="Canva Sans Bold"/>
              </a:rPr>
              <a:t>Plan Trip</a:t>
            </a:r>
          </a:p>
        </p:txBody>
      </p:sp>
      <p:grpSp>
        <p:nvGrpSpPr>
          <p:cNvPr id="148" name="Group 148">
            <a:extLst>
              <a:ext uri="{FF2B5EF4-FFF2-40B4-BE49-F238E27FC236}">
                <a16:creationId xmlns:a16="http://schemas.microsoft.com/office/drawing/2014/main" id="{65424A30-1742-6CEF-9CDA-17E56DED2202}"/>
              </a:ext>
            </a:extLst>
          </p:cNvPr>
          <p:cNvGrpSpPr/>
          <p:nvPr/>
        </p:nvGrpSpPr>
        <p:grpSpPr>
          <a:xfrm>
            <a:off x="5492559" y="5727280"/>
            <a:ext cx="1533283" cy="395177"/>
            <a:chOff x="0" y="0"/>
            <a:chExt cx="545191" cy="140514"/>
          </a:xfrm>
        </p:grpSpPr>
        <p:sp>
          <p:nvSpPr>
            <p:cNvPr id="149" name="Freeform 149">
              <a:hlinkClick r:id="rId46" action="ppaction://hlinksldjump"/>
              <a:extLst>
                <a:ext uri="{FF2B5EF4-FFF2-40B4-BE49-F238E27FC236}">
                  <a16:creationId xmlns:a16="http://schemas.microsoft.com/office/drawing/2014/main" id="{99CA4249-4216-596D-EF97-616D4470FDAE}"/>
                </a:ext>
              </a:extLst>
            </p:cNvPr>
            <p:cNvSpPr/>
            <p:nvPr/>
          </p:nvSpPr>
          <p:spPr>
            <a:xfrm>
              <a:off x="0" y="0"/>
              <a:ext cx="545191" cy="140514"/>
            </a:xfrm>
            <a:custGeom>
              <a:avLst/>
              <a:gdLst/>
              <a:ahLst/>
              <a:cxnLst/>
              <a:rect l="l" t="t" r="r" b="b"/>
              <a:pathLst>
                <a:path w="545191" h="140514">
                  <a:moveTo>
                    <a:pt x="70257" y="0"/>
                  </a:moveTo>
                  <a:lnTo>
                    <a:pt x="474934" y="0"/>
                  </a:lnTo>
                  <a:cubicBezTo>
                    <a:pt x="513736" y="0"/>
                    <a:pt x="545191" y="31455"/>
                    <a:pt x="545191" y="70257"/>
                  </a:cubicBezTo>
                  <a:lnTo>
                    <a:pt x="545191" y="70257"/>
                  </a:lnTo>
                  <a:cubicBezTo>
                    <a:pt x="545191" y="109059"/>
                    <a:pt x="513736" y="140514"/>
                    <a:pt x="474934" y="140514"/>
                  </a:cubicBezTo>
                  <a:lnTo>
                    <a:pt x="70257" y="140514"/>
                  </a:lnTo>
                  <a:cubicBezTo>
                    <a:pt x="31455" y="140514"/>
                    <a:pt x="0" y="109059"/>
                    <a:pt x="0" y="70257"/>
                  </a:cubicBezTo>
                  <a:lnTo>
                    <a:pt x="0" y="70257"/>
                  </a:lnTo>
                  <a:cubicBezTo>
                    <a:pt x="0" y="31455"/>
                    <a:pt x="31455" y="0"/>
                    <a:pt x="70257" y="0"/>
                  </a:cubicBezTo>
                  <a:close/>
                </a:path>
              </a:pathLst>
            </a:custGeom>
            <a:solidFill>
              <a:srgbClr val="000000">
                <a:alpha val="0"/>
              </a:srgbClr>
            </a:solidFill>
            <a:ln w="9525" cap="rnd">
              <a:solidFill>
                <a:srgbClr val="F34336"/>
              </a:solidFill>
              <a:prstDash val="solid"/>
              <a:round/>
            </a:ln>
          </p:spPr>
          <p:txBody>
            <a:bodyPr/>
            <a:lstStyle/>
            <a:p>
              <a:endParaRPr lang="en-SG" sz="1088"/>
            </a:p>
          </p:txBody>
        </p:sp>
        <p:sp>
          <p:nvSpPr>
            <p:cNvPr id="150" name="TextBox 150">
              <a:extLst>
                <a:ext uri="{FF2B5EF4-FFF2-40B4-BE49-F238E27FC236}">
                  <a16:creationId xmlns:a16="http://schemas.microsoft.com/office/drawing/2014/main" id="{22ADFCC6-9D94-7306-7CC5-4D42CD42350B}"/>
                </a:ext>
              </a:extLst>
            </p:cNvPr>
            <p:cNvSpPr txBox="1"/>
            <p:nvPr/>
          </p:nvSpPr>
          <p:spPr>
            <a:xfrm>
              <a:off x="0" y="-28575"/>
              <a:ext cx="545191" cy="169089"/>
            </a:xfrm>
            <a:prstGeom prst="rect">
              <a:avLst/>
            </a:prstGeom>
          </p:spPr>
          <p:txBody>
            <a:bodyPr lIns="40638" tIns="40638" rIns="40638" bIns="40638" rtlCol="0" anchor="ctr"/>
            <a:lstStyle/>
            <a:p>
              <a:pPr algn="ctr">
                <a:lnSpc>
                  <a:spcPts val="2016"/>
                </a:lnSpc>
              </a:pPr>
              <a:endParaRPr sz="1088"/>
            </a:p>
          </p:txBody>
        </p:sp>
      </p:grpSp>
      <p:grpSp>
        <p:nvGrpSpPr>
          <p:cNvPr id="151" name="Group 151">
            <a:extLst>
              <a:ext uri="{FF2B5EF4-FFF2-40B4-BE49-F238E27FC236}">
                <a16:creationId xmlns:a16="http://schemas.microsoft.com/office/drawing/2014/main" id="{4A86EE2F-C24F-6E1E-3A5D-FA5D6504A0A6}"/>
              </a:ext>
            </a:extLst>
          </p:cNvPr>
          <p:cNvGrpSpPr/>
          <p:nvPr/>
        </p:nvGrpSpPr>
        <p:grpSpPr>
          <a:xfrm>
            <a:off x="7274536" y="5721025"/>
            <a:ext cx="1533283" cy="395177"/>
            <a:chOff x="0" y="0"/>
            <a:chExt cx="545191" cy="140514"/>
          </a:xfrm>
        </p:grpSpPr>
        <p:sp>
          <p:nvSpPr>
            <p:cNvPr id="152" name="Freeform 152">
              <a:hlinkClick r:id="rId47" action="ppaction://hlinksldjump"/>
              <a:extLst>
                <a:ext uri="{FF2B5EF4-FFF2-40B4-BE49-F238E27FC236}">
                  <a16:creationId xmlns:a16="http://schemas.microsoft.com/office/drawing/2014/main" id="{7F65322F-6D88-498E-30E7-B8F48B70D9A6}"/>
                </a:ext>
              </a:extLst>
            </p:cNvPr>
            <p:cNvSpPr/>
            <p:nvPr/>
          </p:nvSpPr>
          <p:spPr>
            <a:xfrm>
              <a:off x="0" y="0"/>
              <a:ext cx="545191" cy="140514"/>
            </a:xfrm>
            <a:custGeom>
              <a:avLst/>
              <a:gdLst/>
              <a:ahLst/>
              <a:cxnLst/>
              <a:rect l="l" t="t" r="r" b="b"/>
              <a:pathLst>
                <a:path w="545191" h="140514">
                  <a:moveTo>
                    <a:pt x="70257" y="0"/>
                  </a:moveTo>
                  <a:lnTo>
                    <a:pt x="474934" y="0"/>
                  </a:lnTo>
                  <a:cubicBezTo>
                    <a:pt x="513736" y="0"/>
                    <a:pt x="545191" y="31455"/>
                    <a:pt x="545191" y="70257"/>
                  </a:cubicBezTo>
                  <a:lnTo>
                    <a:pt x="545191" y="70257"/>
                  </a:lnTo>
                  <a:cubicBezTo>
                    <a:pt x="545191" y="109059"/>
                    <a:pt x="513736" y="140514"/>
                    <a:pt x="474934" y="140514"/>
                  </a:cubicBezTo>
                  <a:lnTo>
                    <a:pt x="70257" y="140514"/>
                  </a:lnTo>
                  <a:cubicBezTo>
                    <a:pt x="31455" y="140514"/>
                    <a:pt x="0" y="109059"/>
                    <a:pt x="0" y="70257"/>
                  </a:cubicBezTo>
                  <a:lnTo>
                    <a:pt x="0" y="70257"/>
                  </a:lnTo>
                  <a:cubicBezTo>
                    <a:pt x="0" y="31455"/>
                    <a:pt x="31455" y="0"/>
                    <a:pt x="70257" y="0"/>
                  </a:cubicBezTo>
                  <a:close/>
                </a:path>
              </a:pathLst>
            </a:custGeom>
            <a:solidFill>
              <a:srgbClr val="000000">
                <a:alpha val="0"/>
              </a:srgbClr>
            </a:solidFill>
            <a:ln w="9525" cap="rnd">
              <a:solidFill>
                <a:srgbClr val="F34336"/>
              </a:solidFill>
              <a:prstDash val="solid"/>
              <a:round/>
            </a:ln>
          </p:spPr>
          <p:txBody>
            <a:bodyPr/>
            <a:lstStyle/>
            <a:p>
              <a:endParaRPr lang="en-SG" sz="1088"/>
            </a:p>
          </p:txBody>
        </p:sp>
        <p:sp>
          <p:nvSpPr>
            <p:cNvPr id="153" name="TextBox 153">
              <a:extLst>
                <a:ext uri="{FF2B5EF4-FFF2-40B4-BE49-F238E27FC236}">
                  <a16:creationId xmlns:a16="http://schemas.microsoft.com/office/drawing/2014/main" id="{51714B78-AF89-A5A9-1385-8578C96A1182}"/>
                </a:ext>
              </a:extLst>
            </p:cNvPr>
            <p:cNvSpPr txBox="1"/>
            <p:nvPr/>
          </p:nvSpPr>
          <p:spPr>
            <a:xfrm>
              <a:off x="0" y="-28575"/>
              <a:ext cx="545191" cy="169089"/>
            </a:xfrm>
            <a:prstGeom prst="rect">
              <a:avLst/>
            </a:prstGeom>
          </p:spPr>
          <p:txBody>
            <a:bodyPr lIns="40638" tIns="40638" rIns="40638" bIns="40638" rtlCol="0" anchor="ctr"/>
            <a:lstStyle/>
            <a:p>
              <a:pPr algn="ctr">
                <a:lnSpc>
                  <a:spcPts val="2016"/>
                </a:lnSpc>
              </a:pPr>
              <a:endParaRPr sz="1088"/>
            </a:p>
          </p:txBody>
        </p:sp>
      </p:grpSp>
    </p:spTree>
    <p:extLst>
      <p:ext uri="{BB962C8B-B14F-4D97-AF65-F5344CB8AC3E}">
        <p14:creationId xmlns:p14="http://schemas.microsoft.com/office/powerpoint/2010/main" val="14485223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a:extLst>
            <a:ext uri="{FF2B5EF4-FFF2-40B4-BE49-F238E27FC236}">
              <a16:creationId xmlns:a16="http://schemas.microsoft.com/office/drawing/2014/main" id="{AABE894B-B94A-4943-58C6-2A32AF325AD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F02DEEE-9A22-4C7F-B3A5-3E6A786A3BB4}"/>
              </a:ext>
            </a:extLst>
          </p:cNvPr>
          <p:cNvSpPr/>
          <p:nvPr/>
        </p:nvSpPr>
        <p:spPr>
          <a:xfrm>
            <a:off x="4319976" y="926069"/>
            <a:ext cx="5481469" cy="3657155"/>
          </a:xfrm>
          <a:custGeom>
            <a:avLst/>
            <a:gdLst/>
            <a:ahLst/>
            <a:cxnLst/>
            <a:rect l="l" t="t" r="r" b="b"/>
            <a:pathLst>
              <a:path w="6852139" h="4571645">
                <a:moveTo>
                  <a:pt x="0" y="0"/>
                </a:moveTo>
                <a:lnTo>
                  <a:pt x="6852139" y="0"/>
                </a:lnTo>
                <a:lnTo>
                  <a:pt x="6852139" y="4571645"/>
                </a:lnTo>
                <a:lnTo>
                  <a:pt x="0" y="4571645"/>
                </a:lnTo>
                <a:lnTo>
                  <a:pt x="0" y="0"/>
                </a:lnTo>
                <a:close/>
              </a:path>
            </a:pathLst>
          </a:custGeom>
          <a:blipFill>
            <a:blip r:embed="rId3"/>
            <a:stretch>
              <a:fillRect/>
            </a:stretch>
          </a:blipFill>
          <a:ln cap="sq">
            <a:noFill/>
            <a:prstDash val="solid"/>
            <a:miter/>
          </a:ln>
        </p:spPr>
        <p:txBody>
          <a:bodyPr/>
          <a:lstStyle/>
          <a:p>
            <a:endParaRPr lang="en-SG" sz="1088"/>
          </a:p>
        </p:txBody>
      </p:sp>
      <p:grpSp>
        <p:nvGrpSpPr>
          <p:cNvPr id="3" name="Group 3">
            <a:extLst>
              <a:ext uri="{FF2B5EF4-FFF2-40B4-BE49-F238E27FC236}">
                <a16:creationId xmlns:a16="http://schemas.microsoft.com/office/drawing/2014/main" id="{9F7C4B45-3364-9815-0E52-526A22A0AFFB}"/>
              </a:ext>
            </a:extLst>
          </p:cNvPr>
          <p:cNvGrpSpPr/>
          <p:nvPr/>
        </p:nvGrpSpPr>
        <p:grpSpPr>
          <a:xfrm>
            <a:off x="-1" y="-50220"/>
            <a:ext cx="3698546" cy="602010"/>
            <a:chOff x="0" y="0"/>
            <a:chExt cx="1561326" cy="812800"/>
          </a:xfrm>
        </p:grpSpPr>
        <p:sp>
          <p:nvSpPr>
            <p:cNvPr id="4" name="Freeform 4">
              <a:extLst>
                <a:ext uri="{FF2B5EF4-FFF2-40B4-BE49-F238E27FC236}">
                  <a16:creationId xmlns:a16="http://schemas.microsoft.com/office/drawing/2014/main" id="{5DE3C528-AA6B-4288-BCAB-89634A647789}"/>
                </a:ext>
              </a:extLst>
            </p:cNvPr>
            <p:cNvSpPr/>
            <p:nvPr/>
          </p:nvSpPr>
          <p:spPr>
            <a:xfrm>
              <a:off x="0" y="0"/>
              <a:ext cx="1561326" cy="812800"/>
            </a:xfrm>
            <a:custGeom>
              <a:avLst/>
              <a:gdLst/>
              <a:ahLst/>
              <a:cxnLst/>
              <a:rect l="l" t="t" r="r" b="b"/>
              <a:pathLst>
                <a:path w="1561326" h="812800">
                  <a:moveTo>
                    <a:pt x="0" y="0"/>
                  </a:moveTo>
                  <a:lnTo>
                    <a:pt x="1561326" y="0"/>
                  </a:lnTo>
                  <a:lnTo>
                    <a:pt x="1561326" y="812800"/>
                  </a:lnTo>
                  <a:lnTo>
                    <a:pt x="0" y="812800"/>
                  </a:lnTo>
                  <a:close/>
                </a:path>
              </a:pathLst>
            </a:custGeom>
            <a:solidFill>
              <a:srgbClr val="F34336"/>
            </a:solidFill>
          </p:spPr>
          <p:txBody>
            <a:bodyPr/>
            <a:lstStyle/>
            <a:p>
              <a:endParaRPr lang="en-SG" sz="1088"/>
            </a:p>
          </p:txBody>
        </p:sp>
        <p:sp>
          <p:nvSpPr>
            <p:cNvPr id="5" name="TextBox 5">
              <a:extLst>
                <a:ext uri="{FF2B5EF4-FFF2-40B4-BE49-F238E27FC236}">
                  <a16:creationId xmlns:a16="http://schemas.microsoft.com/office/drawing/2014/main" id="{E6D2CC0A-B5A1-5860-9DC8-C809DF1B44A8}"/>
                </a:ext>
              </a:extLst>
            </p:cNvPr>
            <p:cNvSpPr txBox="1"/>
            <p:nvPr/>
          </p:nvSpPr>
          <p:spPr>
            <a:xfrm>
              <a:off x="0" y="-28575"/>
              <a:ext cx="1561326" cy="841375"/>
            </a:xfrm>
            <a:prstGeom prst="rect">
              <a:avLst/>
            </a:prstGeom>
          </p:spPr>
          <p:txBody>
            <a:bodyPr lIns="40638" tIns="40638" rIns="40638" bIns="40638" rtlCol="0" anchor="ctr"/>
            <a:lstStyle/>
            <a:p>
              <a:pPr algn="ctr">
                <a:lnSpc>
                  <a:spcPts val="2016"/>
                </a:lnSpc>
              </a:pPr>
              <a:endParaRPr sz="1088"/>
            </a:p>
          </p:txBody>
        </p:sp>
      </p:grpSp>
      <p:graphicFrame>
        <p:nvGraphicFramePr>
          <p:cNvPr id="6" name="Table 6">
            <a:extLst>
              <a:ext uri="{FF2B5EF4-FFF2-40B4-BE49-F238E27FC236}">
                <a16:creationId xmlns:a16="http://schemas.microsoft.com/office/drawing/2014/main" id="{55C3A63B-D16D-7D7B-60D4-B382C9B15E17}"/>
              </a:ext>
            </a:extLst>
          </p:cNvPr>
          <p:cNvGraphicFramePr>
            <a:graphicFrameLocks noGrp="1"/>
          </p:cNvGraphicFramePr>
          <p:nvPr/>
        </p:nvGraphicFramePr>
        <p:xfrm>
          <a:off x="-1" y="551791"/>
          <a:ext cx="3670175" cy="6699488"/>
        </p:xfrm>
        <a:graphic>
          <a:graphicData uri="http://schemas.openxmlformats.org/drawingml/2006/table">
            <a:tbl>
              <a:tblPr/>
              <a:tblGrid>
                <a:gridCol w="3670175">
                  <a:extLst>
                    <a:ext uri="{9D8B030D-6E8A-4147-A177-3AD203B41FA5}">
                      <a16:colId xmlns:a16="http://schemas.microsoft.com/office/drawing/2014/main" val="20000"/>
                    </a:ext>
                  </a:extLst>
                </a:gridCol>
              </a:tblGrid>
              <a:tr h="815366">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39540">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39540">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960982">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39563">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27582">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84124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735674">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Freeform 7">
            <a:hlinkClick r:id="rId4" action="ppaction://hlinksldjump"/>
            <a:extLst>
              <a:ext uri="{FF2B5EF4-FFF2-40B4-BE49-F238E27FC236}">
                <a16:creationId xmlns:a16="http://schemas.microsoft.com/office/drawing/2014/main" id="{3B762E60-13D7-C548-A0A3-7122D9BF3BA6}"/>
              </a:ext>
            </a:extLst>
          </p:cNvPr>
          <p:cNvSpPr/>
          <p:nvPr/>
        </p:nvSpPr>
        <p:spPr>
          <a:xfrm>
            <a:off x="3252122" y="156549"/>
            <a:ext cx="261167" cy="280824"/>
          </a:xfrm>
          <a:custGeom>
            <a:avLst/>
            <a:gdLst/>
            <a:ahLst/>
            <a:cxnLst/>
            <a:rect l="l" t="t" r="r" b="b"/>
            <a:pathLst>
              <a:path w="326473" h="351046">
                <a:moveTo>
                  <a:pt x="0" y="0"/>
                </a:moveTo>
                <a:lnTo>
                  <a:pt x="326473" y="0"/>
                </a:lnTo>
                <a:lnTo>
                  <a:pt x="326473" y="351046"/>
                </a:lnTo>
                <a:lnTo>
                  <a:pt x="0" y="35104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SG" sz="1088"/>
          </a:p>
        </p:txBody>
      </p:sp>
      <p:sp>
        <p:nvSpPr>
          <p:cNvPr id="8" name="Freeform 8">
            <a:extLst>
              <a:ext uri="{FF2B5EF4-FFF2-40B4-BE49-F238E27FC236}">
                <a16:creationId xmlns:a16="http://schemas.microsoft.com/office/drawing/2014/main" id="{28915F82-E892-BB3D-F80F-E90C2F2CC462}"/>
              </a:ext>
            </a:extLst>
          </p:cNvPr>
          <p:cNvSpPr/>
          <p:nvPr/>
        </p:nvSpPr>
        <p:spPr>
          <a:xfrm>
            <a:off x="2742836" y="156549"/>
            <a:ext cx="275756" cy="286499"/>
          </a:xfrm>
          <a:custGeom>
            <a:avLst/>
            <a:gdLst/>
            <a:ahLst/>
            <a:cxnLst/>
            <a:rect l="l" t="t" r="r" b="b"/>
            <a:pathLst>
              <a:path w="344710" h="358140">
                <a:moveTo>
                  <a:pt x="0" y="0"/>
                </a:moveTo>
                <a:lnTo>
                  <a:pt x="344710" y="0"/>
                </a:lnTo>
                <a:lnTo>
                  <a:pt x="344710" y="358141"/>
                </a:lnTo>
                <a:lnTo>
                  <a:pt x="0" y="35814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SG" sz="1088"/>
          </a:p>
        </p:txBody>
      </p:sp>
      <p:sp>
        <p:nvSpPr>
          <p:cNvPr id="9" name="Freeform 9">
            <a:hlinkClick r:id="rId9" action="ppaction://hlinksldjump"/>
            <a:extLst>
              <a:ext uri="{FF2B5EF4-FFF2-40B4-BE49-F238E27FC236}">
                <a16:creationId xmlns:a16="http://schemas.microsoft.com/office/drawing/2014/main" id="{D2E497DB-CD01-91FE-0D7E-E4690F6001EA}"/>
              </a:ext>
            </a:extLst>
          </p:cNvPr>
          <p:cNvSpPr/>
          <p:nvPr/>
        </p:nvSpPr>
        <p:spPr>
          <a:xfrm>
            <a:off x="8979655" y="31798"/>
            <a:ext cx="255177" cy="255177"/>
          </a:xfrm>
          <a:custGeom>
            <a:avLst/>
            <a:gdLst/>
            <a:ahLst/>
            <a:cxnLst/>
            <a:rect l="l" t="t" r="r" b="b"/>
            <a:pathLst>
              <a:path w="318985" h="318985">
                <a:moveTo>
                  <a:pt x="0" y="0"/>
                </a:moveTo>
                <a:lnTo>
                  <a:pt x="318984" y="0"/>
                </a:lnTo>
                <a:lnTo>
                  <a:pt x="318984" y="318985"/>
                </a:lnTo>
                <a:lnTo>
                  <a:pt x="0" y="31898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SG" sz="1088"/>
          </a:p>
        </p:txBody>
      </p:sp>
      <p:grpSp>
        <p:nvGrpSpPr>
          <p:cNvPr id="10" name="Group 10">
            <a:extLst>
              <a:ext uri="{FF2B5EF4-FFF2-40B4-BE49-F238E27FC236}">
                <a16:creationId xmlns:a16="http://schemas.microsoft.com/office/drawing/2014/main" id="{6D5A21C4-56A3-6A16-56F5-5F583F99ABE4}"/>
              </a:ext>
            </a:extLst>
          </p:cNvPr>
          <p:cNvGrpSpPr/>
          <p:nvPr/>
        </p:nvGrpSpPr>
        <p:grpSpPr>
          <a:xfrm rot="-5400000">
            <a:off x="3773834" y="985131"/>
            <a:ext cx="394881" cy="209744"/>
            <a:chOff x="0" y="0"/>
            <a:chExt cx="345211" cy="183361"/>
          </a:xfrm>
        </p:grpSpPr>
        <p:sp>
          <p:nvSpPr>
            <p:cNvPr id="11" name="Freeform 11">
              <a:extLst>
                <a:ext uri="{FF2B5EF4-FFF2-40B4-BE49-F238E27FC236}">
                  <a16:creationId xmlns:a16="http://schemas.microsoft.com/office/drawing/2014/main" id="{3F2E1347-9890-D595-8F60-156F11CD6089}"/>
                </a:ext>
              </a:extLst>
            </p:cNvPr>
            <p:cNvSpPr/>
            <p:nvPr/>
          </p:nvSpPr>
          <p:spPr>
            <a:xfrm>
              <a:off x="0" y="0"/>
              <a:ext cx="345211" cy="183361"/>
            </a:xfrm>
            <a:custGeom>
              <a:avLst/>
              <a:gdLst/>
              <a:ahLst/>
              <a:cxnLst/>
              <a:rect l="l" t="t" r="r" b="b"/>
              <a:pathLst>
                <a:path w="345211" h="183361">
                  <a:moveTo>
                    <a:pt x="91680" y="0"/>
                  </a:moveTo>
                  <a:lnTo>
                    <a:pt x="253531" y="0"/>
                  </a:lnTo>
                  <a:cubicBezTo>
                    <a:pt x="304164" y="0"/>
                    <a:pt x="345211" y="41047"/>
                    <a:pt x="345211" y="91680"/>
                  </a:cubicBezTo>
                  <a:lnTo>
                    <a:pt x="345211" y="91680"/>
                  </a:lnTo>
                  <a:cubicBezTo>
                    <a:pt x="345211" y="115996"/>
                    <a:pt x="335552" y="139315"/>
                    <a:pt x="318359" y="156508"/>
                  </a:cubicBezTo>
                  <a:cubicBezTo>
                    <a:pt x="301165" y="173702"/>
                    <a:pt x="277846" y="183361"/>
                    <a:pt x="253531" y="183361"/>
                  </a:cubicBezTo>
                  <a:lnTo>
                    <a:pt x="91680" y="183361"/>
                  </a:lnTo>
                  <a:cubicBezTo>
                    <a:pt x="67365" y="183361"/>
                    <a:pt x="44046" y="173702"/>
                    <a:pt x="26853" y="156508"/>
                  </a:cubicBezTo>
                  <a:cubicBezTo>
                    <a:pt x="9659" y="139315"/>
                    <a:pt x="0" y="115996"/>
                    <a:pt x="0" y="91680"/>
                  </a:cubicBezTo>
                  <a:lnTo>
                    <a:pt x="0" y="91680"/>
                  </a:lnTo>
                  <a:cubicBezTo>
                    <a:pt x="0" y="67365"/>
                    <a:pt x="9659" y="44046"/>
                    <a:pt x="26853" y="26853"/>
                  </a:cubicBezTo>
                  <a:cubicBezTo>
                    <a:pt x="44046" y="9659"/>
                    <a:pt x="67365" y="0"/>
                    <a:pt x="91680" y="0"/>
                  </a:cubicBezTo>
                  <a:close/>
                </a:path>
              </a:pathLst>
            </a:custGeom>
            <a:solidFill>
              <a:srgbClr val="FFCEB6">
                <a:alpha val="38824"/>
              </a:srgbClr>
            </a:solidFill>
          </p:spPr>
          <p:txBody>
            <a:bodyPr/>
            <a:lstStyle/>
            <a:p>
              <a:endParaRPr lang="en-SG" sz="1088"/>
            </a:p>
          </p:txBody>
        </p:sp>
        <p:sp>
          <p:nvSpPr>
            <p:cNvPr id="12" name="TextBox 12">
              <a:extLst>
                <a:ext uri="{FF2B5EF4-FFF2-40B4-BE49-F238E27FC236}">
                  <a16:creationId xmlns:a16="http://schemas.microsoft.com/office/drawing/2014/main" id="{E525B38B-4E41-0621-CA61-EF1802B181ED}"/>
                </a:ext>
              </a:extLst>
            </p:cNvPr>
            <p:cNvSpPr txBox="1"/>
            <p:nvPr/>
          </p:nvSpPr>
          <p:spPr>
            <a:xfrm>
              <a:off x="0" y="-28575"/>
              <a:ext cx="345211" cy="211936"/>
            </a:xfrm>
            <a:prstGeom prst="rect">
              <a:avLst/>
            </a:prstGeom>
          </p:spPr>
          <p:txBody>
            <a:bodyPr lIns="40638" tIns="40638" rIns="40638" bIns="40638" rtlCol="0" anchor="ctr"/>
            <a:lstStyle/>
            <a:p>
              <a:pPr algn="ctr">
                <a:lnSpc>
                  <a:spcPts val="2016"/>
                </a:lnSpc>
              </a:pPr>
              <a:endParaRPr sz="1088"/>
            </a:p>
          </p:txBody>
        </p:sp>
      </p:grpSp>
      <p:sp>
        <p:nvSpPr>
          <p:cNvPr id="13" name="Freeform 13">
            <a:extLst>
              <a:ext uri="{FF2B5EF4-FFF2-40B4-BE49-F238E27FC236}">
                <a16:creationId xmlns:a16="http://schemas.microsoft.com/office/drawing/2014/main" id="{059CA84D-5E98-2414-C9D1-E0C260BB545C}"/>
              </a:ext>
            </a:extLst>
          </p:cNvPr>
          <p:cNvSpPr/>
          <p:nvPr/>
        </p:nvSpPr>
        <p:spPr>
          <a:xfrm>
            <a:off x="3915850" y="950308"/>
            <a:ext cx="127586" cy="104793"/>
          </a:xfrm>
          <a:custGeom>
            <a:avLst/>
            <a:gdLst/>
            <a:ahLst/>
            <a:cxnLst/>
            <a:rect l="l" t="t" r="r" b="b"/>
            <a:pathLst>
              <a:path w="159489" h="130997">
                <a:moveTo>
                  <a:pt x="0" y="0"/>
                </a:moveTo>
                <a:lnTo>
                  <a:pt x="159488" y="0"/>
                </a:lnTo>
                <a:lnTo>
                  <a:pt x="159488" y="130997"/>
                </a:lnTo>
                <a:lnTo>
                  <a:pt x="0" y="130997"/>
                </a:lnTo>
                <a:lnTo>
                  <a:pt x="0" y="0"/>
                </a:lnTo>
                <a:close/>
              </a:path>
            </a:pathLst>
          </a:custGeom>
          <a:blipFill>
            <a:blip r:embed="rId12"/>
            <a:stretch>
              <a:fillRect t="-10875" b="-10875"/>
            </a:stretch>
          </a:blipFill>
        </p:spPr>
        <p:txBody>
          <a:bodyPr/>
          <a:lstStyle/>
          <a:p>
            <a:endParaRPr lang="en-SG" sz="1088"/>
          </a:p>
        </p:txBody>
      </p:sp>
      <p:sp>
        <p:nvSpPr>
          <p:cNvPr id="14" name="Freeform 14">
            <a:extLst>
              <a:ext uri="{FF2B5EF4-FFF2-40B4-BE49-F238E27FC236}">
                <a16:creationId xmlns:a16="http://schemas.microsoft.com/office/drawing/2014/main" id="{6BF8DFEF-504A-9D10-FC47-2C243FFACD66}"/>
              </a:ext>
            </a:extLst>
          </p:cNvPr>
          <p:cNvSpPr/>
          <p:nvPr/>
        </p:nvSpPr>
        <p:spPr>
          <a:xfrm>
            <a:off x="3915850" y="1179429"/>
            <a:ext cx="127586" cy="26793"/>
          </a:xfrm>
          <a:custGeom>
            <a:avLst/>
            <a:gdLst/>
            <a:ahLst/>
            <a:cxnLst/>
            <a:rect l="l" t="t" r="r" b="b"/>
            <a:pathLst>
              <a:path w="159489" h="33493">
                <a:moveTo>
                  <a:pt x="0" y="0"/>
                </a:moveTo>
                <a:lnTo>
                  <a:pt x="159488" y="0"/>
                </a:lnTo>
                <a:lnTo>
                  <a:pt x="159488" y="33493"/>
                </a:lnTo>
                <a:lnTo>
                  <a:pt x="0" y="33493"/>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SG" sz="1088"/>
          </a:p>
        </p:txBody>
      </p:sp>
      <p:sp>
        <p:nvSpPr>
          <p:cNvPr id="15" name="Freeform 15">
            <a:extLst>
              <a:ext uri="{FF2B5EF4-FFF2-40B4-BE49-F238E27FC236}">
                <a16:creationId xmlns:a16="http://schemas.microsoft.com/office/drawing/2014/main" id="{B99E2B75-6F44-2E76-4EF0-611656CAAF17}"/>
              </a:ext>
            </a:extLst>
          </p:cNvPr>
          <p:cNvSpPr/>
          <p:nvPr/>
        </p:nvSpPr>
        <p:spPr>
          <a:xfrm>
            <a:off x="-80320" y="3528130"/>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grpSp>
        <p:nvGrpSpPr>
          <p:cNvPr id="16" name="Group 16">
            <a:extLst>
              <a:ext uri="{FF2B5EF4-FFF2-40B4-BE49-F238E27FC236}">
                <a16:creationId xmlns:a16="http://schemas.microsoft.com/office/drawing/2014/main" id="{8763605C-C8CD-4D1A-12A6-4668DC8C4E14}"/>
              </a:ext>
            </a:extLst>
          </p:cNvPr>
          <p:cNvGrpSpPr/>
          <p:nvPr/>
        </p:nvGrpSpPr>
        <p:grpSpPr>
          <a:xfrm>
            <a:off x="2738816" y="1123123"/>
            <a:ext cx="803691" cy="199694"/>
            <a:chOff x="0" y="0"/>
            <a:chExt cx="1339544" cy="332839"/>
          </a:xfrm>
        </p:grpSpPr>
        <p:sp>
          <p:nvSpPr>
            <p:cNvPr id="17" name="Freeform 17">
              <a:extLst>
                <a:ext uri="{FF2B5EF4-FFF2-40B4-BE49-F238E27FC236}">
                  <a16:creationId xmlns:a16="http://schemas.microsoft.com/office/drawing/2014/main" id="{15C8FDB0-7201-E25C-4216-0328E17573DA}"/>
                </a:ext>
              </a:extLst>
            </p:cNvPr>
            <p:cNvSpPr/>
            <p:nvPr/>
          </p:nvSpPr>
          <p:spPr>
            <a:xfrm>
              <a:off x="541419" y="0"/>
              <a:ext cx="332839" cy="332839"/>
            </a:xfrm>
            <a:custGeom>
              <a:avLst/>
              <a:gdLst/>
              <a:ahLst/>
              <a:cxnLst/>
              <a:rect l="l" t="t" r="r" b="b"/>
              <a:pathLst>
                <a:path w="332839" h="332839">
                  <a:moveTo>
                    <a:pt x="0" y="0"/>
                  </a:moveTo>
                  <a:lnTo>
                    <a:pt x="332838" y="0"/>
                  </a:lnTo>
                  <a:lnTo>
                    <a:pt x="332838" y="332839"/>
                  </a:lnTo>
                  <a:lnTo>
                    <a:pt x="0" y="332839"/>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SG" sz="1088"/>
            </a:p>
          </p:txBody>
        </p:sp>
        <p:sp>
          <p:nvSpPr>
            <p:cNvPr id="18" name="Freeform 18">
              <a:extLst>
                <a:ext uri="{FF2B5EF4-FFF2-40B4-BE49-F238E27FC236}">
                  <a16:creationId xmlns:a16="http://schemas.microsoft.com/office/drawing/2014/main" id="{0EA9CC0E-6D49-7EBB-5D6C-DC99DC3FF513}"/>
                </a:ext>
              </a:extLst>
            </p:cNvPr>
            <p:cNvSpPr/>
            <p:nvPr/>
          </p:nvSpPr>
          <p:spPr>
            <a:xfrm>
              <a:off x="0" y="0"/>
              <a:ext cx="398609" cy="332839"/>
            </a:xfrm>
            <a:custGeom>
              <a:avLst/>
              <a:gdLst/>
              <a:ahLst/>
              <a:cxnLst/>
              <a:rect l="l" t="t" r="r" b="b"/>
              <a:pathLst>
                <a:path w="398609" h="332839">
                  <a:moveTo>
                    <a:pt x="0" y="0"/>
                  </a:moveTo>
                  <a:lnTo>
                    <a:pt x="398609" y="0"/>
                  </a:lnTo>
                  <a:lnTo>
                    <a:pt x="398609" y="332839"/>
                  </a:lnTo>
                  <a:lnTo>
                    <a:pt x="0" y="332839"/>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en-SG" sz="1088"/>
            </a:p>
          </p:txBody>
        </p:sp>
        <p:sp>
          <p:nvSpPr>
            <p:cNvPr id="19" name="Freeform 19">
              <a:extLst>
                <a:ext uri="{FF2B5EF4-FFF2-40B4-BE49-F238E27FC236}">
                  <a16:creationId xmlns:a16="http://schemas.microsoft.com/office/drawing/2014/main" id="{1F465A04-F766-F486-1863-797930FCDCAA}"/>
                </a:ext>
              </a:extLst>
            </p:cNvPr>
            <p:cNvSpPr/>
            <p:nvPr/>
          </p:nvSpPr>
          <p:spPr>
            <a:xfrm>
              <a:off x="1013957"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SG" sz="1088"/>
            </a:p>
          </p:txBody>
        </p:sp>
      </p:grpSp>
      <p:grpSp>
        <p:nvGrpSpPr>
          <p:cNvPr id="20" name="Group 20">
            <a:extLst>
              <a:ext uri="{FF2B5EF4-FFF2-40B4-BE49-F238E27FC236}">
                <a16:creationId xmlns:a16="http://schemas.microsoft.com/office/drawing/2014/main" id="{3298C7FF-0CBD-EB23-BE0D-8F9D7FEECA37}"/>
              </a:ext>
            </a:extLst>
          </p:cNvPr>
          <p:cNvGrpSpPr/>
          <p:nvPr/>
        </p:nvGrpSpPr>
        <p:grpSpPr>
          <a:xfrm>
            <a:off x="2738816" y="2848334"/>
            <a:ext cx="803691" cy="199694"/>
            <a:chOff x="0" y="0"/>
            <a:chExt cx="1339544" cy="332839"/>
          </a:xfrm>
        </p:grpSpPr>
        <p:sp>
          <p:nvSpPr>
            <p:cNvPr id="21" name="Freeform 21">
              <a:extLst>
                <a:ext uri="{FF2B5EF4-FFF2-40B4-BE49-F238E27FC236}">
                  <a16:creationId xmlns:a16="http://schemas.microsoft.com/office/drawing/2014/main" id="{E4CC196D-046F-0C4D-F8FB-DC9FF946D4CA}"/>
                </a:ext>
              </a:extLst>
            </p:cNvPr>
            <p:cNvSpPr/>
            <p:nvPr/>
          </p:nvSpPr>
          <p:spPr>
            <a:xfrm>
              <a:off x="541419" y="0"/>
              <a:ext cx="332839" cy="332839"/>
            </a:xfrm>
            <a:custGeom>
              <a:avLst/>
              <a:gdLst/>
              <a:ahLst/>
              <a:cxnLst/>
              <a:rect l="l" t="t" r="r" b="b"/>
              <a:pathLst>
                <a:path w="332839" h="332839">
                  <a:moveTo>
                    <a:pt x="0" y="0"/>
                  </a:moveTo>
                  <a:lnTo>
                    <a:pt x="332838" y="0"/>
                  </a:lnTo>
                  <a:lnTo>
                    <a:pt x="332838" y="332839"/>
                  </a:lnTo>
                  <a:lnTo>
                    <a:pt x="0" y="332839"/>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SG" sz="1088"/>
            </a:p>
          </p:txBody>
        </p:sp>
        <p:sp>
          <p:nvSpPr>
            <p:cNvPr id="22" name="Freeform 22">
              <a:extLst>
                <a:ext uri="{FF2B5EF4-FFF2-40B4-BE49-F238E27FC236}">
                  <a16:creationId xmlns:a16="http://schemas.microsoft.com/office/drawing/2014/main" id="{161E0482-B847-4327-21F0-C2CDDF74F6F1}"/>
                </a:ext>
              </a:extLst>
            </p:cNvPr>
            <p:cNvSpPr/>
            <p:nvPr/>
          </p:nvSpPr>
          <p:spPr>
            <a:xfrm>
              <a:off x="0" y="0"/>
              <a:ext cx="398609" cy="332839"/>
            </a:xfrm>
            <a:custGeom>
              <a:avLst/>
              <a:gdLst/>
              <a:ahLst/>
              <a:cxnLst/>
              <a:rect l="l" t="t" r="r" b="b"/>
              <a:pathLst>
                <a:path w="398609" h="332839">
                  <a:moveTo>
                    <a:pt x="0" y="0"/>
                  </a:moveTo>
                  <a:lnTo>
                    <a:pt x="398609" y="0"/>
                  </a:lnTo>
                  <a:lnTo>
                    <a:pt x="398609" y="332839"/>
                  </a:lnTo>
                  <a:lnTo>
                    <a:pt x="0" y="332839"/>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en-SG" sz="1088"/>
            </a:p>
          </p:txBody>
        </p:sp>
        <p:sp>
          <p:nvSpPr>
            <p:cNvPr id="23" name="Freeform 23">
              <a:extLst>
                <a:ext uri="{FF2B5EF4-FFF2-40B4-BE49-F238E27FC236}">
                  <a16:creationId xmlns:a16="http://schemas.microsoft.com/office/drawing/2014/main" id="{D22F35CE-C36E-3C7B-336C-AAC57C568CE4}"/>
                </a:ext>
              </a:extLst>
            </p:cNvPr>
            <p:cNvSpPr/>
            <p:nvPr/>
          </p:nvSpPr>
          <p:spPr>
            <a:xfrm>
              <a:off x="1013957"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SG" sz="1088"/>
            </a:p>
          </p:txBody>
        </p:sp>
      </p:grpSp>
      <p:grpSp>
        <p:nvGrpSpPr>
          <p:cNvPr id="24" name="Group 24">
            <a:extLst>
              <a:ext uri="{FF2B5EF4-FFF2-40B4-BE49-F238E27FC236}">
                <a16:creationId xmlns:a16="http://schemas.microsoft.com/office/drawing/2014/main" id="{A14C6D87-2C18-7D0E-C5D9-1F6210799431}"/>
              </a:ext>
            </a:extLst>
          </p:cNvPr>
          <p:cNvGrpSpPr/>
          <p:nvPr/>
        </p:nvGrpSpPr>
        <p:grpSpPr>
          <a:xfrm>
            <a:off x="2738818" y="6324678"/>
            <a:ext cx="783398" cy="199694"/>
            <a:chOff x="0" y="0"/>
            <a:chExt cx="1305721" cy="332839"/>
          </a:xfrm>
        </p:grpSpPr>
        <p:sp>
          <p:nvSpPr>
            <p:cNvPr id="25" name="Freeform 25">
              <a:extLst>
                <a:ext uri="{FF2B5EF4-FFF2-40B4-BE49-F238E27FC236}">
                  <a16:creationId xmlns:a16="http://schemas.microsoft.com/office/drawing/2014/main" id="{905B1AA7-5D54-D63F-479A-1262E002B519}"/>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SG" sz="1088"/>
            </a:p>
          </p:txBody>
        </p:sp>
        <p:sp>
          <p:nvSpPr>
            <p:cNvPr id="26" name="Freeform 26">
              <a:extLst>
                <a:ext uri="{FF2B5EF4-FFF2-40B4-BE49-F238E27FC236}">
                  <a16:creationId xmlns:a16="http://schemas.microsoft.com/office/drawing/2014/main" id="{5DD18C33-3AAE-1941-F826-6EEDC5B5EBBF}"/>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SG" sz="1088"/>
            </a:p>
          </p:txBody>
        </p:sp>
        <p:sp>
          <p:nvSpPr>
            <p:cNvPr id="27" name="Freeform 27">
              <a:extLst>
                <a:ext uri="{FF2B5EF4-FFF2-40B4-BE49-F238E27FC236}">
                  <a16:creationId xmlns:a16="http://schemas.microsoft.com/office/drawing/2014/main" id="{B6CCE876-A31D-2A20-6F0E-E82DA42AA74A}"/>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SG" sz="1088"/>
            </a:p>
          </p:txBody>
        </p:sp>
      </p:grpSp>
      <p:grpSp>
        <p:nvGrpSpPr>
          <p:cNvPr id="28" name="Group 28">
            <a:extLst>
              <a:ext uri="{FF2B5EF4-FFF2-40B4-BE49-F238E27FC236}">
                <a16:creationId xmlns:a16="http://schemas.microsoft.com/office/drawing/2014/main" id="{C4FC158E-150E-81D7-6826-92172784D01A}"/>
              </a:ext>
            </a:extLst>
          </p:cNvPr>
          <p:cNvGrpSpPr/>
          <p:nvPr/>
        </p:nvGrpSpPr>
        <p:grpSpPr>
          <a:xfrm>
            <a:off x="2759112" y="5527586"/>
            <a:ext cx="783398" cy="199694"/>
            <a:chOff x="0" y="0"/>
            <a:chExt cx="1305721" cy="332839"/>
          </a:xfrm>
        </p:grpSpPr>
        <p:sp>
          <p:nvSpPr>
            <p:cNvPr id="29" name="Freeform 29">
              <a:extLst>
                <a:ext uri="{FF2B5EF4-FFF2-40B4-BE49-F238E27FC236}">
                  <a16:creationId xmlns:a16="http://schemas.microsoft.com/office/drawing/2014/main" id="{43C60F50-F0E7-8E0A-6D7B-058042772099}"/>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SG" sz="1088"/>
            </a:p>
          </p:txBody>
        </p:sp>
        <p:sp>
          <p:nvSpPr>
            <p:cNvPr id="30" name="Freeform 30">
              <a:extLst>
                <a:ext uri="{FF2B5EF4-FFF2-40B4-BE49-F238E27FC236}">
                  <a16:creationId xmlns:a16="http://schemas.microsoft.com/office/drawing/2014/main" id="{23E084D9-CAE3-8770-ADB9-869B3245999A}"/>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SG" sz="1088" dirty="0"/>
            </a:p>
          </p:txBody>
        </p:sp>
        <p:sp>
          <p:nvSpPr>
            <p:cNvPr id="31" name="Freeform 31">
              <a:extLst>
                <a:ext uri="{FF2B5EF4-FFF2-40B4-BE49-F238E27FC236}">
                  <a16:creationId xmlns:a16="http://schemas.microsoft.com/office/drawing/2014/main" id="{C96FEF57-6423-1D2C-48FB-0F070292175C}"/>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SG" sz="1088"/>
            </a:p>
          </p:txBody>
        </p:sp>
      </p:grpSp>
      <p:grpSp>
        <p:nvGrpSpPr>
          <p:cNvPr id="32" name="Group 32">
            <a:extLst>
              <a:ext uri="{FF2B5EF4-FFF2-40B4-BE49-F238E27FC236}">
                <a16:creationId xmlns:a16="http://schemas.microsoft.com/office/drawing/2014/main" id="{F73EB3EF-8DC6-1055-394F-834455DF7FFD}"/>
              </a:ext>
            </a:extLst>
          </p:cNvPr>
          <p:cNvGrpSpPr/>
          <p:nvPr/>
        </p:nvGrpSpPr>
        <p:grpSpPr>
          <a:xfrm>
            <a:off x="2737793" y="6972925"/>
            <a:ext cx="783398" cy="199694"/>
            <a:chOff x="0" y="0"/>
            <a:chExt cx="1305721" cy="332839"/>
          </a:xfrm>
        </p:grpSpPr>
        <p:sp>
          <p:nvSpPr>
            <p:cNvPr id="33" name="Freeform 33">
              <a:extLst>
                <a:ext uri="{FF2B5EF4-FFF2-40B4-BE49-F238E27FC236}">
                  <a16:creationId xmlns:a16="http://schemas.microsoft.com/office/drawing/2014/main" id="{B9CFB381-93A8-4AFB-4063-99B359AC2D5D}"/>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SG" sz="1088"/>
            </a:p>
          </p:txBody>
        </p:sp>
        <p:sp>
          <p:nvSpPr>
            <p:cNvPr id="34" name="Freeform 34">
              <a:extLst>
                <a:ext uri="{FF2B5EF4-FFF2-40B4-BE49-F238E27FC236}">
                  <a16:creationId xmlns:a16="http://schemas.microsoft.com/office/drawing/2014/main" id="{7A75CC88-BE74-2110-42BD-70C14F0BB9CF}"/>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SG" sz="1088"/>
            </a:p>
          </p:txBody>
        </p:sp>
        <p:sp>
          <p:nvSpPr>
            <p:cNvPr id="35" name="Freeform 35">
              <a:extLst>
                <a:ext uri="{FF2B5EF4-FFF2-40B4-BE49-F238E27FC236}">
                  <a16:creationId xmlns:a16="http://schemas.microsoft.com/office/drawing/2014/main" id="{50775D9B-7C60-7D54-A74F-77333E523168}"/>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SG" sz="1088"/>
            </a:p>
          </p:txBody>
        </p:sp>
      </p:grpSp>
      <p:grpSp>
        <p:nvGrpSpPr>
          <p:cNvPr id="36" name="Group 36">
            <a:extLst>
              <a:ext uri="{FF2B5EF4-FFF2-40B4-BE49-F238E27FC236}">
                <a16:creationId xmlns:a16="http://schemas.microsoft.com/office/drawing/2014/main" id="{F3893D9C-0643-78DC-E6D6-58549619EBD1}"/>
              </a:ext>
            </a:extLst>
          </p:cNvPr>
          <p:cNvGrpSpPr/>
          <p:nvPr/>
        </p:nvGrpSpPr>
        <p:grpSpPr>
          <a:xfrm>
            <a:off x="2759112" y="1894293"/>
            <a:ext cx="783398" cy="199694"/>
            <a:chOff x="0" y="0"/>
            <a:chExt cx="1305721" cy="332839"/>
          </a:xfrm>
        </p:grpSpPr>
        <p:sp>
          <p:nvSpPr>
            <p:cNvPr id="37" name="Freeform 37">
              <a:extLst>
                <a:ext uri="{FF2B5EF4-FFF2-40B4-BE49-F238E27FC236}">
                  <a16:creationId xmlns:a16="http://schemas.microsoft.com/office/drawing/2014/main" id="{72262A6A-8334-42FC-6EB9-85767089F574}"/>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SG" sz="1088"/>
            </a:p>
          </p:txBody>
        </p:sp>
        <p:sp>
          <p:nvSpPr>
            <p:cNvPr id="38" name="Freeform 38">
              <a:extLst>
                <a:ext uri="{FF2B5EF4-FFF2-40B4-BE49-F238E27FC236}">
                  <a16:creationId xmlns:a16="http://schemas.microsoft.com/office/drawing/2014/main" id="{893CF821-3547-DADA-B41C-2CD683E333B7}"/>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SG" sz="1088"/>
            </a:p>
          </p:txBody>
        </p:sp>
        <p:sp>
          <p:nvSpPr>
            <p:cNvPr id="39" name="Freeform 39">
              <a:extLst>
                <a:ext uri="{FF2B5EF4-FFF2-40B4-BE49-F238E27FC236}">
                  <a16:creationId xmlns:a16="http://schemas.microsoft.com/office/drawing/2014/main" id="{2E37C4B4-6B9F-734B-4569-97D8B60F5853}"/>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SG" sz="1088"/>
            </a:p>
          </p:txBody>
        </p:sp>
      </p:grpSp>
      <p:grpSp>
        <p:nvGrpSpPr>
          <p:cNvPr id="40" name="Group 40">
            <a:extLst>
              <a:ext uri="{FF2B5EF4-FFF2-40B4-BE49-F238E27FC236}">
                <a16:creationId xmlns:a16="http://schemas.microsoft.com/office/drawing/2014/main" id="{7BECC9F1-661D-12B3-A16D-BC1E525A2465}"/>
              </a:ext>
            </a:extLst>
          </p:cNvPr>
          <p:cNvGrpSpPr/>
          <p:nvPr/>
        </p:nvGrpSpPr>
        <p:grpSpPr>
          <a:xfrm>
            <a:off x="2759112" y="4664981"/>
            <a:ext cx="783398" cy="199694"/>
            <a:chOff x="0" y="0"/>
            <a:chExt cx="1305721" cy="332839"/>
          </a:xfrm>
        </p:grpSpPr>
        <p:sp>
          <p:nvSpPr>
            <p:cNvPr id="41" name="Freeform 41">
              <a:extLst>
                <a:ext uri="{FF2B5EF4-FFF2-40B4-BE49-F238E27FC236}">
                  <a16:creationId xmlns:a16="http://schemas.microsoft.com/office/drawing/2014/main" id="{940CB554-9CBB-A4AA-1573-9A4DAB026A4B}"/>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SG" sz="1088"/>
            </a:p>
          </p:txBody>
        </p:sp>
        <p:sp>
          <p:nvSpPr>
            <p:cNvPr id="42" name="Freeform 42">
              <a:extLst>
                <a:ext uri="{FF2B5EF4-FFF2-40B4-BE49-F238E27FC236}">
                  <a16:creationId xmlns:a16="http://schemas.microsoft.com/office/drawing/2014/main" id="{CD2CEDB9-4BEB-E91C-05B2-B93175F6B82E}"/>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SG" sz="1088"/>
            </a:p>
          </p:txBody>
        </p:sp>
        <p:sp>
          <p:nvSpPr>
            <p:cNvPr id="43" name="Freeform 43">
              <a:extLst>
                <a:ext uri="{FF2B5EF4-FFF2-40B4-BE49-F238E27FC236}">
                  <a16:creationId xmlns:a16="http://schemas.microsoft.com/office/drawing/2014/main" id="{EF475583-03DE-A643-EB26-41AB412A57F4}"/>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SG" sz="1088"/>
            </a:p>
          </p:txBody>
        </p:sp>
      </p:grpSp>
      <p:grpSp>
        <p:nvGrpSpPr>
          <p:cNvPr id="44" name="Group 44">
            <a:extLst>
              <a:ext uri="{FF2B5EF4-FFF2-40B4-BE49-F238E27FC236}">
                <a16:creationId xmlns:a16="http://schemas.microsoft.com/office/drawing/2014/main" id="{349DF6D4-7491-349D-D5E7-A662DF351663}"/>
              </a:ext>
            </a:extLst>
          </p:cNvPr>
          <p:cNvGrpSpPr/>
          <p:nvPr/>
        </p:nvGrpSpPr>
        <p:grpSpPr>
          <a:xfrm>
            <a:off x="2748965" y="3756658"/>
            <a:ext cx="783398" cy="199694"/>
            <a:chOff x="0" y="0"/>
            <a:chExt cx="1305721" cy="332839"/>
          </a:xfrm>
        </p:grpSpPr>
        <p:sp>
          <p:nvSpPr>
            <p:cNvPr id="45" name="Freeform 45">
              <a:extLst>
                <a:ext uri="{FF2B5EF4-FFF2-40B4-BE49-F238E27FC236}">
                  <a16:creationId xmlns:a16="http://schemas.microsoft.com/office/drawing/2014/main" id="{A966EAD7-75FA-CADF-0FC0-4BB52693A268}"/>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SG" sz="1088"/>
            </a:p>
          </p:txBody>
        </p:sp>
        <p:sp>
          <p:nvSpPr>
            <p:cNvPr id="46" name="Freeform 46">
              <a:extLst>
                <a:ext uri="{FF2B5EF4-FFF2-40B4-BE49-F238E27FC236}">
                  <a16:creationId xmlns:a16="http://schemas.microsoft.com/office/drawing/2014/main" id="{70D67944-69E2-5B02-584F-7B73802D025E}"/>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SG" sz="1088"/>
            </a:p>
          </p:txBody>
        </p:sp>
        <p:sp>
          <p:nvSpPr>
            <p:cNvPr id="47" name="Freeform 47">
              <a:extLst>
                <a:ext uri="{FF2B5EF4-FFF2-40B4-BE49-F238E27FC236}">
                  <a16:creationId xmlns:a16="http://schemas.microsoft.com/office/drawing/2014/main" id="{717EC353-AC37-5FA7-37C2-44D4A8D5F52A}"/>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SG" sz="1088"/>
            </a:p>
          </p:txBody>
        </p:sp>
      </p:grpSp>
      <p:sp>
        <p:nvSpPr>
          <p:cNvPr id="48" name="Freeform 48">
            <a:extLst>
              <a:ext uri="{FF2B5EF4-FFF2-40B4-BE49-F238E27FC236}">
                <a16:creationId xmlns:a16="http://schemas.microsoft.com/office/drawing/2014/main" id="{83785561-62F8-808A-EDF2-E3AF62A7CEB3}"/>
              </a:ext>
            </a:extLst>
          </p:cNvPr>
          <p:cNvSpPr/>
          <p:nvPr/>
        </p:nvSpPr>
        <p:spPr>
          <a:xfrm>
            <a:off x="-35398" y="907805"/>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sp>
        <p:nvSpPr>
          <p:cNvPr id="49" name="Freeform 49">
            <a:extLst>
              <a:ext uri="{FF2B5EF4-FFF2-40B4-BE49-F238E27FC236}">
                <a16:creationId xmlns:a16="http://schemas.microsoft.com/office/drawing/2014/main" id="{7BF6F824-0747-EF7B-732D-E14EF1C940B7}"/>
              </a:ext>
            </a:extLst>
          </p:cNvPr>
          <p:cNvSpPr/>
          <p:nvPr/>
        </p:nvSpPr>
        <p:spPr>
          <a:xfrm>
            <a:off x="-113080" y="4489543"/>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sp>
        <p:nvSpPr>
          <p:cNvPr id="50" name="Freeform 50">
            <a:extLst>
              <a:ext uri="{FF2B5EF4-FFF2-40B4-BE49-F238E27FC236}">
                <a16:creationId xmlns:a16="http://schemas.microsoft.com/office/drawing/2014/main" id="{090288E5-6F64-8F4E-CB5F-7B824A30D342}"/>
              </a:ext>
            </a:extLst>
          </p:cNvPr>
          <p:cNvSpPr/>
          <p:nvPr/>
        </p:nvSpPr>
        <p:spPr>
          <a:xfrm>
            <a:off x="-93978" y="5292202"/>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sp>
        <p:nvSpPr>
          <p:cNvPr id="51" name="Freeform 51">
            <a:extLst>
              <a:ext uri="{FF2B5EF4-FFF2-40B4-BE49-F238E27FC236}">
                <a16:creationId xmlns:a16="http://schemas.microsoft.com/office/drawing/2014/main" id="{A5548053-5A50-DE12-8066-78403AB5DD99}"/>
              </a:ext>
            </a:extLst>
          </p:cNvPr>
          <p:cNvSpPr/>
          <p:nvPr/>
        </p:nvSpPr>
        <p:spPr>
          <a:xfrm>
            <a:off x="-108354" y="6139396"/>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sp>
        <p:nvSpPr>
          <p:cNvPr id="52" name="Freeform 52">
            <a:extLst>
              <a:ext uri="{FF2B5EF4-FFF2-40B4-BE49-F238E27FC236}">
                <a16:creationId xmlns:a16="http://schemas.microsoft.com/office/drawing/2014/main" id="{BB6AA1E6-B6A3-771A-7A6E-4223CA7EAF8E}"/>
              </a:ext>
            </a:extLst>
          </p:cNvPr>
          <p:cNvSpPr/>
          <p:nvPr/>
        </p:nvSpPr>
        <p:spPr>
          <a:xfrm>
            <a:off x="-68308" y="6815636"/>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sp>
        <p:nvSpPr>
          <p:cNvPr id="53" name="Freeform 53">
            <a:extLst>
              <a:ext uri="{FF2B5EF4-FFF2-40B4-BE49-F238E27FC236}">
                <a16:creationId xmlns:a16="http://schemas.microsoft.com/office/drawing/2014/main" id="{747203B3-8368-46B0-82A1-0A0399ADCE3D}"/>
              </a:ext>
            </a:extLst>
          </p:cNvPr>
          <p:cNvSpPr/>
          <p:nvPr/>
        </p:nvSpPr>
        <p:spPr>
          <a:xfrm>
            <a:off x="-80320" y="2593098"/>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sp>
        <p:nvSpPr>
          <p:cNvPr id="54" name="Freeform 54">
            <a:extLst>
              <a:ext uri="{FF2B5EF4-FFF2-40B4-BE49-F238E27FC236}">
                <a16:creationId xmlns:a16="http://schemas.microsoft.com/office/drawing/2014/main" id="{616F50EB-B269-1DB3-944C-7450FC12E8EC}"/>
              </a:ext>
            </a:extLst>
          </p:cNvPr>
          <p:cNvSpPr/>
          <p:nvPr/>
        </p:nvSpPr>
        <p:spPr>
          <a:xfrm>
            <a:off x="-80320" y="1734423"/>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grpSp>
        <p:nvGrpSpPr>
          <p:cNvPr id="55" name="Group 55">
            <a:extLst>
              <a:ext uri="{FF2B5EF4-FFF2-40B4-BE49-F238E27FC236}">
                <a16:creationId xmlns:a16="http://schemas.microsoft.com/office/drawing/2014/main" id="{86CF1EE8-653F-B662-9078-29EAA812D2F6}"/>
              </a:ext>
            </a:extLst>
          </p:cNvPr>
          <p:cNvGrpSpPr/>
          <p:nvPr/>
        </p:nvGrpSpPr>
        <p:grpSpPr>
          <a:xfrm>
            <a:off x="-128320" y="583595"/>
            <a:ext cx="3742071" cy="797093"/>
            <a:chOff x="0" y="0"/>
            <a:chExt cx="1410398" cy="283423"/>
          </a:xfrm>
        </p:grpSpPr>
        <p:sp>
          <p:nvSpPr>
            <p:cNvPr id="56" name="Freeform 56">
              <a:extLst>
                <a:ext uri="{FF2B5EF4-FFF2-40B4-BE49-F238E27FC236}">
                  <a16:creationId xmlns:a16="http://schemas.microsoft.com/office/drawing/2014/main" id="{259638BE-B116-96AE-DF8C-F1888584A515}"/>
                </a:ext>
              </a:extLst>
            </p:cNvPr>
            <p:cNvSpPr/>
            <p:nvPr/>
          </p:nvSpPr>
          <p:spPr>
            <a:xfrm>
              <a:off x="0" y="0"/>
              <a:ext cx="1410398" cy="283423"/>
            </a:xfrm>
            <a:custGeom>
              <a:avLst/>
              <a:gdLst/>
              <a:ahLst/>
              <a:cxnLst/>
              <a:rect l="l" t="t" r="r" b="b"/>
              <a:pathLst>
                <a:path w="1410398" h="283423">
                  <a:moveTo>
                    <a:pt x="0" y="0"/>
                  </a:moveTo>
                  <a:lnTo>
                    <a:pt x="1410398" y="0"/>
                  </a:lnTo>
                  <a:lnTo>
                    <a:pt x="1410398" y="283423"/>
                  </a:lnTo>
                  <a:lnTo>
                    <a:pt x="0" y="283423"/>
                  </a:lnTo>
                  <a:close/>
                </a:path>
              </a:pathLst>
            </a:custGeom>
            <a:solidFill>
              <a:srgbClr val="FFCEB6">
                <a:alpha val="38824"/>
              </a:srgbClr>
            </a:solidFill>
          </p:spPr>
          <p:txBody>
            <a:bodyPr/>
            <a:lstStyle/>
            <a:p>
              <a:endParaRPr lang="en-SG" sz="1088"/>
            </a:p>
          </p:txBody>
        </p:sp>
        <p:sp>
          <p:nvSpPr>
            <p:cNvPr id="57" name="TextBox 57">
              <a:extLst>
                <a:ext uri="{FF2B5EF4-FFF2-40B4-BE49-F238E27FC236}">
                  <a16:creationId xmlns:a16="http://schemas.microsoft.com/office/drawing/2014/main" id="{76A93178-FBA6-282B-0D9D-59BA1378B383}"/>
                </a:ext>
              </a:extLst>
            </p:cNvPr>
            <p:cNvSpPr txBox="1"/>
            <p:nvPr/>
          </p:nvSpPr>
          <p:spPr>
            <a:xfrm>
              <a:off x="0" y="-28575"/>
              <a:ext cx="1410398" cy="311998"/>
            </a:xfrm>
            <a:prstGeom prst="rect">
              <a:avLst/>
            </a:prstGeom>
          </p:spPr>
          <p:txBody>
            <a:bodyPr lIns="40638" tIns="40638" rIns="40638" bIns="40638" rtlCol="0" anchor="ctr"/>
            <a:lstStyle/>
            <a:p>
              <a:pPr algn="ctr">
                <a:lnSpc>
                  <a:spcPts val="2016"/>
                </a:lnSpc>
              </a:pPr>
              <a:endParaRPr sz="1088"/>
            </a:p>
          </p:txBody>
        </p:sp>
      </p:grpSp>
      <p:grpSp>
        <p:nvGrpSpPr>
          <p:cNvPr id="58" name="Group 58">
            <a:extLst>
              <a:ext uri="{FF2B5EF4-FFF2-40B4-BE49-F238E27FC236}">
                <a16:creationId xmlns:a16="http://schemas.microsoft.com/office/drawing/2014/main" id="{DDE9F538-99CF-A0D1-F034-8035C4009CCE}"/>
              </a:ext>
            </a:extLst>
          </p:cNvPr>
          <p:cNvGrpSpPr/>
          <p:nvPr/>
        </p:nvGrpSpPr>
        <p:grpSpPr>
          <a:xfrm>
            <a:off x="-113080" y="2205472"/>
            <a:ext cx="3992740" cy="906484"/>
            <a:chOff x="-36833" y="-28575"/>
            <a:chExt cx="1447231" cy="322320"/>
          </a:xfrm>
        </p:grpSpPr>
        <p:sp>
          <p:nvSpPr>
            <p:cNvPr id="59" name="Freeform 59">
              <a:extLst>
                <a:ext uri="{FF2B5EF4-FFF2-40B4-BE49-F238E27FC236}">
                  <a16:creationId xmlns:a16="http://schemas.microsoft.com/office/drawing/2014/main" id="{B9D750AE-4B44-C19D-DF81-9C8AFFBC45BD}"/>
                </a:ext>
              </a:extLst>
            </p:cNvPr>
            <p:cNvSpPr/>
            <p:nvPr/>
          </p:nvSpPr>
          <p:spPr>
            <a:xfrm>
              <a:off x="-36833" y="4903"/>
              <a:ext cx="1356847" cy="288842"/>
            </a:xfrm>
            <a:custGeom>
              <a:avLst/>
              <a:gdLst/>
              <a:ahLst/>
              <a:cxnLst/>
              <a:rect l="l" t="t" r="r" b="b"/>
              <a:pathLst>
                <a:path w="1410398" h="288842">
                  <a:moveTo>
                    <a:pt x="0" y="0"/>
                  </a:moveTo>
                  <a:lnTo>
                    <a:pt x="1410398" y="0"/>
                  </a:lnTo>
                  <a:lnTo>
                    <a:pt x="1410398" y="288842"/>
                  </a:lnTo>
                  <a:lnTo>
                    <a:pt x="0" y="288842"/>
                  </a:lnTo>
                  <a:close/>
                </a:path>
              </a:pathLst>
            </a:custGeom>
            <a:solidFill>
              <a:srgbClr val="FFCEB6">
                <a:alpha val="38824"/>
              </a:srgbClr>
            </a:solidFill>
          </p:spPr>
          <p:txBody>
            <a:bodyPr/>
            <a:lstStyle/>
            <a:p>
              <a:endParaRPr lang="en-SG" sz="1088"/>
            </a:p>
          </p:txBody>
        </p:sp>
        <p:sp>
          <p:nvSpPr>
            <p:cNvPr id="60" name="TextBox 60">
              <a:extLst>
                <a:ext uri="{FF2B5EF4-FFF2-40B4-BE49-F238E27FC236}">
                  <a16:creationId xmlns:a16="http://schemas.microsoft.com/office/drawing/2014/main" id="{9CDB7567-501D-DDCF-040D-167EF831820D}"/>
                </a:ext>
              </a:extLst>
            </p:cNvPr>
            <p:cNvSpPr txBox="1"/>
            <p:nvPr/>
          </p:nvSpPr>
          <p:spPr>
            <a:xfrm>
              <a:off x="0" y="-28575"/>
              <a:ext cx="1410398" cy="317417"/>
            </a:xfrm>
            <a:prstGeom prst="rect">
              <a:avLst/>
            </a:prstGeom>
          </p:spPr>
          <p:txBody>
            <a:bodyPr lIns="40638" tIns="40638" rIns="40638" bIns="40638" rtlCol="0" anchor="ctr"/>
            <a:lstStyle/>
            <a:p>
              <a:pPr algn="ctr">
                <a:lnSpc>
                  <a:spcPts val="2016"/>
                </a:lnSpc>
              </a:pPr>
              <a:endParaRPr sz="1088"/>
            </a:p>
          </p:txBody>
        </p:sp>
      </p:grpSp>
      <p:sp>
        <p:nvSpPr>
          <p:cNvPr id="61" name="Freeform 61">
            <a:hlinkClick r:id="rId25" action="ppaction://hlinksldjump"/>
            <a:extLst>
              <a:ext uri="{FF2B5EF4-FFF2-40B4-BE49-F238E27FC236}">
                <a16:creationId xmlns:a16="http://schemas.microsoft.com/office/drawing/2014/main" id="{55043A87-4E1E-569A-4AEC-7D148F0FA7B8}"/>
              </a:ext>
            </a:extLst>
          </p:cNvPr>
          <p:cNvSpPr/>
          <p:nvPr/>
        </p:nvSpPr>
        <p:spPr>
          <a:xfrm>
            <a:off x="9612112" y="-89747"/>
            <a:ext cx="492592" cy="492592"/>
          </a:xfrm>
          <a:custGeom>
            <a:avLst/>
            <a:gdLst/>
            <a:ahLst/>
            <a:cxnLst/>
            <a:rect l="l" t="t" r="r" b="b"/>
            <a:pathLst>
              <a:path w="615767" h="615767">
                <a:moveTo>
                  <a:pt x="0" y="0"/>
                </a:moveTo>
                <a:lnTo>
                  <a:pt x="615767" y="0"/>
                </a:lnTo>
                <a:lnTo>
                  <a:pt x="615767" y="615767"/>
                </a:lnTo>
                <a:lnTo>
                  <a:pt x="0" y="615767"/>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txBody>
          <a:bodyPr/>
          <a:lstStyle/>
          <a:p>
            <a:endParaRPr lang="en-SG" sz="1088"/>
          </a:p>
        </p:txBody>
      </p:sp>
      <p:grpSp>
        <p:nvGrpSpPr>
          <p:cNvPr id="62" name="Group 62">
            <a:extLst>
              <a:ext uri="{FF2B5EF4-FFF2-40B4-BE49-F238E27FC236}">
                <a16:creationId xmlns:a16="http://schemas.microsoft.com/office/drawing/2014/main" id="{8B4EC0A2-66CA-2423-F114-6F9D3483F94E}"/>
              </a:ext>
            </a:extLst>
          </p:cNvPr>
          <p:cNvGrpSpPr/>
          <p:nvPr/>
        </p:nvGrpSpPr>
        <p:grpSpPr>
          <a:xfrm>
            <a:off x="3738481" y="6297246"/>
            <a:ext cx="1997447" cy="797093"/>
            <a:chOff x="0" y="0"/>
            <a:chExt cx="710235" cy="283423"/>
          </a:xfrm>
        </p:grpSpPr>
        <p:sp>
          <p:nvSpPr>
            <p:cNvPr id="63" name="Freeform 63">
              <a:extLst>
                <a:ext uri="{FF2B5EF4-FFF2-40B4-BE49-F238E27FC236}">
                  <a16:creationId xmlns:a16="http://schemas.microsoft.com/office/drawing/2014/main" id="{DE72EB0F-FA04-1BCC-E052-CBEA0362ABEB}"/>
                </a:ext>
              </a:extLst>
            </p:cNvPr>
            <p:cNvSpPr/>
            <p:nvPr/>
          </p:nvSpPr>
          <p:spPr>
            <a:xfrm>
              <a:off x="0" y="0"/>
              <a:ext cx="710235" cy="283423"/>
            </a:xfrm>
            <a:custGeom>
              <a:avLst/>
              <a:gdLst/>
              <a:ahLst/>
              <a:cxnLst/>
              <a:rect l="l" t="t" r="r" b="b"/>
              <a:pathLst>
                <a:path w="710235" h="283423">
                  <a:moveTo>
                    <a:pt x="99219" y="0"/>
                  </a:moveTo>
                  <a:lnTo>
                    <a:pt x="611016" y="0"/>
                  </a:lnTo>
                  <a:cubicBezTo>
                    <a:pt x="637330" y="0"/>
                    <a:pt x="662567" y="10453"/>
                    <a:pt x="681174" y="29061"/>
                  </a:cubicBezTo>
                  <a:cubicBezTo>
                    <a:pt x="699781" y="47668"/>
                    <a:pt x="710235" y="72904"/>
                    <a:pt x="710235" y="99219"/>
                  </a:cubicBezTo>
                  <a:lnTo>
                    <a:pt x="710235" y="184204"/>
                  </a:lnTo>
                  <a:cubicBezTo>
                    <a:pt x="710235" y="210519"/>
                    <a:pt x="699781" y="235756"/>
                    <a:pt x="681174" y="254363"/>
                  </a:cubicBezTo>
                  <a:cubicBezTo>
                    <a:pt x="662567" y="272970"/>
                    <a:pt x="637330" y="283423"/>
                    <a:pt x="611016" y="283423"/>
                  </a:cubicBezTo>
                  <a:lnTo>
                    <a:pt x="99219" y="283423"/>
                  </a:lnTo>
                  <a:cubicBezTo>
                    <a:pt x="72904" y="283423"/>
                    <a:pt x="47668" y="272970"/>
                    <a:pt x="29061" y="254363"/>
                  </a:cubicBezTo>
                  <a:cubicBezTo>
                    <a:pt x="10453" y="235756"/>
                    <a:pt x="0" y="210519"/>
                    <a:pt x="0" y="184204"/>
                  </a:cubicBezTo>
                  <a:lnTo>
                    <a:pt x="0" y="99219"/>
                  </a:lnTo>
                  <a:cubicBezTo>
                    <a:pt x="0" y="72904"/>
                    <a:pt x="10453" y="47668"/>
                    <a:pt x="29061" y="29061"/>
                  </a:cubicBezTo>
                  <a:cubicBezTo>
                    <a:pt x="47668" y="10453"/>
                    <a:pt x="72904" y="0"/>
                    <a:pt x="99219" y="0"/>
                  </a:cubicBezTo>
                  <a:close/>
                </a:path>
              </a:pathLst>
            </a:custGeom>
            <a:solidFill>
              <a:srgbClr val="F34336"/>
            </a:solidFill>
          </p:spPr>
          <p:txBody>
            <a:bodyPr/>
            <a:lstStyle/>
            <a:p>
              <a:endParaRPr lang="en-SG" sz="1088"/>
            </a:p>
          </p:txBody>
        </p:sp>
        <p:sp>
          <p:nvSpPr>
            <p:cNvPr id="64" name="TextBox 64">
              <a:extLst>
                <a:ext uri="{FF2B5EF4-FFF2-40B4-BE49-F238E27FC236}">
                  <a16:creationId xmlns:a16="http://schemas.microsoft.com/office/drawing/2014/main" id="{61EAF1A4-7B19-3E00-CED5-4A446B020D7E}"/>
                </a:ext>
              </a:extLst>
            </p:cNvPr>
            <p:cNvSpPr txBox="1"/>
            <p:nvPr/>
          </p:nvSpPr>
          <p:spPr>
            <a:xfrm>
              <a:off x="0" y="-28575"/>
              <a:ext cx="710235" cy="311998"/>
            </a:xfrm>
            <a:prstGeom prst="rect">
              <a:avLst/>
            </a:prstGeom>
          </p:spPr>
          <p:txBody>
            <a:bodyPr lIns="40638" tIns="40638" rIns="40638" bIns="40638" rtlCol="0" anchor="ctr"/>
            <a:lstStyle/>
            <a:p>
              <a:pPr algn="ctr">
                <a:lnSpc>
                  <a:spcPts val="2016"/>
                </a:lnSpc>
              </a:pPr>
              <a:endParaRPr sz="1088"/>
            </a:p>
          </p:txBody>
        </p:sp>
      </p:grpSp>
      <p:grpSp>
        <p:nvGrpSpPr>
          <p:cNvPr id="65" name="Group 65">
            <a:extLst>
              <a:ext uri="{FF2B5EF4-FFF2-40B4-BE49-F238E27FC236}">
                <a16:creationId xmlns:a16="http://schemas.microsoft.com/office/drawing/2014/main" id="{885DFB4D-FC3E-D046-4683-9D4058C6D21B}"/>
              </a:ext>
            </a:extLst>
          </p:cNvPr>
          <p:cNvGrpSpPr/>
          <p:nvPr/>
        </p:nvGrpSpPr>
        <p:grpSpPr>
          <a:xfrm>
            <a:off x="5929681" y="6315759"/>
            <a:ext cx="2075572" cy="778581"/>
            <a:chOff x="0" y="0"/>
            <a:chExt cx="738014" cy="276841"/>
          </a:xfrm>
        </p:grpSpPr>
        <p:sp>
          <p:nvSpPr>
            <p:cNvPr id="66" name="Freeform 66">
              <a:extLst>
                <a:ext uri="{FF2B5EF4-FFF2-40B4-BE49-F238E27FC236}">
                  <a16:creationId xmlns:a16="http://schemas.microsoft.com/office/drawing/2014/main" id="{E81051C7-E6BB-7839-E082-FB267EE6DD58}"/>
                </a:ext>
              </a:extLst>
            </p:cNvPr>
            <p:cNvSpPr/>
            <p:nvPr/>
          </p:nvSpPr>
          <p:spPr>
            <a:xfrm>
              <a:off x="0" y="0"/>
              <a:ext cx="738014" cy="276841"/>
            </a:xfrm>
            <a:custGeom>
              <a:avLst/>
              <a:gdLst/>
              <a:ahLst/>
              <a:cxnLst/>
              <a:rect l="l" t="t" r="r" b="b"/>
              <a:pathLst>
                <a:path w="738014" h="276841">
                  <a:moveTo>
                    <a:pt x="95484" y="0"/>
                  </a:moveTo>
                  <a:lnTo>
                    <a:pt x="642529" y="0"/>
                  </a:lnTo>
                  <a:cubicBezTo>
                    <a:pt x="667853" y="0"/>
                    <a:pt x="692140" y="10060"/>
                    <a:pt x="710047" y="27967"/>
                  </a:cubicBezTo>
                  <a:cubicBezTo>
                    <a:pt x="727954" y="45873"/>
                    <a:pt x="738014" y="70160"/>
                    <a:pt x="738014" y="95484"/>
                  </a:cubicBezTo>
                  <a:lnTo>
                    <a:pt x="738014" y="181357"/>
                  </a:lnTo>
                  <a:cubicBezTo>
                    <a:pt x="738014" y="206681"/>
                    <a:pt x="727954" y="230968"/>
                    <a:pt x="710047" y="248874"/>
                  </a:cubicBezTo>
                  <a:cubicBezTo>
                    <a:pt x="692140" y="266781"/>
                    <a:pt x="667853" y="276841"/>
                    <a:pt x="642529" y="276841"/>
                  </a:cubicBezTo>
                  <a:lnTo>
                    <a:pt x="95484" y="276841"/>
                  </a:lnTo>
                  <a:cubicBezTo>
                    <a:pt x="42750" y="276841"/>
                    <a:pt x="0" y="234091"/>
                    <a:pt x="0" y="181357"/>
                  </a:cubicBezTo>
                  <a:lnTo>
                    <a:pt x="0" y="95484"/>
                  </a:lnTo>
                  <a:cubicBezTo>
                    <a:pt x="0" y="70160"/>
                    <a:pt x="10060" y="45873"/>
                    <a:pt x="27967" y="27967"/>
                  </a:cubicBezTo>
                  <a:cubicBezTo>
                    <a:pt x="45873" y="10060"/>
                    <a:pt x="70160" y="0"/>
                    <a:pt x="95484" y="0"/>
                  </a:cubicBezTo>
                  <a:close/>
                </a:path>
              </a:pathLst>
            </a:custGeom>
            <a:solidFill>
              <a:srgbClr val="F34336"/>
            </a:solidFill>
          </p:spPr>
          <p:txBody>
            <a:bodyPr/>
            <a:lstStyle/>
            <a:p>
              <a:endParaRPr lang="en-SG" sz="1088"/>
            </a:p>
          </p:txBody>
        </p:sp>
        <p:sp>
          <p:nvSpPr>
            <p:cNvPr id="67" name="TextBox 67">
              <a:extLst>
                <a:ext uri="{FF2B5EF4-FFF2-40B4-BE49-F238E27FC236}">
                  <a16:creationId xmlns:a16="http://schemas.microsoft.com/office/drawing/2014/main" id="{5D35CBDD-424C-6481-0393-68BA2D3E4E66}"/>
                </a:ext>
              </a:extLst>
            </p:cNvPr>
            <p:cNvSpPr txBox="1"/>
            <p:nvPr/>
          </p:nvSpPr>
          <p:spPr>
            <a:xfrm>
              <a:off x="0" y="-28575"/>
              <a:ext cx="738014" cy="305416"/>
            </a:xfrm>
            <a:prstGeom prst="rect">
              <a:avLst/>
            </a:prstGeom>
          </p:spPr>
          <p:txBody>
            <a:bodyPr lIns="40638" tIns="40638" rIns="40638" bIns="40638" rtlCol="0" anchor="ctr"/>
            <a:lstStyle/>
            <a:p>
              <a:pPr algn="ctr">
                <a:lnSpc>
                  <a:spcPts val="2016"/>
                </a:lnSpc>
              </a:pPr>
              <a:endParaRPr sz="1088"/>
            </a:p>
          </p:txBody>
        </p:sp>
      </p:grpSp>
      <p:grpSp>
        <p:nvGrpSpPr>
          <p:cNvPr id="68" name="Group 68">
            <a:extLst>
              <a:ext uri="{FF2B5EF4-FFF2-40B4-BE49-F238E27FC236}">
                <a16:creationId xmlns:a16="http://schemas.microsoft.com/office/drawing/2014/main" id="{EC2F7934-4BA2-7675-6AFE-B522A06AC070}"/>
              </a:ext>
            </a:extLst>
          </p:cNvPr>
          <p:cNvGrpSpPr/>
          <p:nvPr/>
        </p:nvGrpSpPr>
        <p:grpSpPr>
          <a:xfrm>
            <a:off x="8199005" y="6315759"/>
            <a:ext cx="1869822" cy="778581"/>
            <a:chOff x="0" y="0"/>
            <a:chExt cx="664855" cy="276841"/>
          </a:xfrm>
        </p:grpSpPr>
        <p:sp>
          <p:nvSpPr>
            <p:cNvPr id="69" name="Freeform 69">
              <a:extLst>
                <a:ext uri="{FF2B5EF4-FFF2-40B4-BE49-F238E27FC236}">
                  <a16:creationId xmlns:a16="http://schemas.microsoft.com/office/drawing/2014/main" id="{3FDD3365-FCFC-1299-6DEE-57139D1D8059}"/>
                </a:ext>
              </a:extLst>
            </p:cNvPr>
            <p:cNvSpPr/>
            <p:nvPr/>
          </p:nvSpPr>
          <p:spPr>
            <a:xfrm>
              <a:off x="0" y="0"/>
              <a:ext cx="664855" cy="276841"/>
            </a:xfrm>
            <a:custGeom>
              <a:avLst/>
              <a:gdLst/>
              <a:ahLst/>
              <a:cxnLst/>
              <a:rect l="l" t="t" r="r" b="b"/>
              <a:pathLst>
                <a:path w="664855" h="276841">
                  <a:moveTo>
                    <a:pt x="105991" y="0"/>
                  </a:moveTo>
                  <a:lnTo>
                    <a:pt x="558864" y="0"/>
                  </a:lnTo>
                  <a:cubicBezTo>
                    <a:pt x="617401" y="0"/>
                    <a:pt x="664855" y="47454"/>
                    <a:pt x="664855" y="105991"/>
                  </a:cubicBezTo>
                  <a:lnTo>
                    <a:pt x="664855" y="170850"/>
                  </a:lnTo>
                  <a:cubicBezTo>
                    <a:pt x="664855" y="229387"/>
                    <a:pt x="617401" y="276841"/>
                    <a:pt x="558864" y="276841"/>
                  </a:cubicBezTo>
                  <a:lnTo>
                    <a:pt x="105991" y="276841"/>
                  </a:lnTo>
                  <a:cubicBezTo>
                    <a:pt x="47454" y="276841"/>
                    <a:pt x="0" y="229387"/>
                    <a:pt x="0" y="170850"/>
                  </a:cubicBezTo>
                  <a:lnTo>
                    <a:pt x="0" y="105991"/>
                  </a:lnTo>
                  <a:cubicBezTo>
                    <a:pt x="0" y="47454"/>
                    <a:pt x="47454" y="0"/>
                    <a:pt x="105991" y="0"/>
                  </a:cubicBezTo>
                  <a:close/>
                </a:path>
              </a:pathLst>
            </a:custGeom>
            <a:solidFill>
              <a:srgbClr val="F34336"/>
            </a:solidFill>
          </p:spPr>
          <p:txBody>
            <a:bodyPr/>
            <a:lstStyle/>
            <a:p>
              <a:endParaRPr lang="en-SG" sz="1088"/>
            </a:p>
          </p:txBody>
        </p:sp>
        <p:sp>
          <p:nvSpPr>
            <p:cNvPr id="70" name="TextBox 70">
              <a:extLst>
                <a:ext uri="{FF2B5EF4-FFF2-40B4-BE49-F238E27FC236}">
                  <a16:creationId xmlns:a16="http://schemas.microsoft.com/office/drawing/2014/main" id="{EDDCA749-7504-BB7B-300C-4AA535E095D5}"/>
                </a:ext>
              </a:extLst>
            </p:cNvPr>
            <p:cNvSpPr txBox="1"/>
            <p:nvPr/>
          </p:nvSpPr>
          <p:spPr>
            <a:xfrm>
              <a:off x="0" y="-28575"/>
              <a:ext cx="664855" cy="305416"/>
            </a:xfrm>
            <a:prstGeom prst="rect">
              <a:avLst/>
            </a:prstGeom>
          </p:spPr>
          <p:txBody>
            <a:bodyPr lIns="40638" tIns="40638" rIns="40638" bIns="40638" rtlCol="0" anchor="ctr"/>
            <a:lstStyle/>
            <a:p>
              <a:pPr algn="ctr">
                <a:lnSpc>
                  <a:spcPts val="2016"/>
                </a:lnSpc>
              </a:pPr>
              <a:endParaRPr sz="1088"/>
            </a:p>
          </p:txBody>
        </p:sp>
      </p:grpSp>
      <p:grpSp>
        <p:nvGrpSpPr>
          <p:cNvPr id="71" name="Group 71">
            <a:extLst>
              <a:ext uri="{FF2B5EF4-FFF2-40B4-BE49-F238E27FC236}">
                <a16:creationId xmlns:a16="http://schemas.microsoft.com/office/drawing/2014/main" id="{40EA2933-2BFB-525D-21C9-764299624C82}"/>
              </a:ext>
            </a:extLst>
          </p:cNvPr>
          <p:cNvGrpSpPr/>
          <p:nvPr/>
        </p:nvGrpSpPr>
        <p:grpSpPr>
          <a:xfrm>
            <a:off x="3860669" y="5025164"/>
            <a:ext cx="6330349" cy="1130108"/>
            <a:chOff x="0" y="0"/>
            <a:chExt cx="2250890" cy="401834"/>
          </a:xfrm>
        </p:grpSpPr>
        <p:sp>
          <p:nvSpPr>
            <p:cNvPr id="72" name="Freeform 72">
              <a:extLst>
                <a:ext uri="{FF2B5EF4-FFF2-40B4-BE49-F238E27FC236}">
                  <a16:creationId xmlns:a16="http://schemas.microsoft.com/office/drawing/2014/main" id="{964554F8-15A1-1004-CFD0-CE72BFE2BCC4}"/>
                </a:ext>
              </a:extLst>
            </p:cNvPr>
            <p:cNvSpPr/>
            <p:nvPr/>
          </p:nvSpPr>
          <p:spPr>
            <a:xfrm>
              <a:off x="0" y="0"/>
              <a:ext cx="2250890" cy="401834"/>
            </a:xfrm>
            <a:custGeom>
              <a:avLst/>
              <a:gdLst/>
              <a:ahLst/>
              <a:cxnLst/>
              <a:rect l="l" t="t" r="r" b="b"/>
              <a:pathLst>
                <a:path w="2250890" h="401834">
                  <a:moveTo>
                    <a:pt x="41090" y="0"/>
                  </a:moveTo>
                  <a:lnTo>
                    <a:pt x="2209799" y="0"/>
                  </a:lnTo>
                  <a:cubicBezTo>
                    <a:pt x="2220697" y="0"/>
                    <a:pt x="2231149" y="4329"/>
                    <a:pt x="2238855" y="12035"/>
                  </a:cubicBezTo>
                  <a:cubicBezTo>
                    <a:pt x="2246561" y="19741"/>
                    <a:pt x="2250890" y="30193"/>
                    <a:pt x="2250890" y="41090"/>
                  </a:cubicBezTo>
                  <a:lnTo>
                    <a:pt x="2250890" y="360743"/>
                  </a:lnTo>
                  <a:cubicBezTo>
                    <a:pt x="2250890" y="371641"/>
                    <a:pt x="2246561" y="382093"/>
                    <a:pt x="2238855" y="389799"/>
                  </a:cubicBezTo>
                  <a:cubicBezTo>
                    <a:pt x="2231149" y="397505"/>
                    <a:pt x="2220697" y="401834"/>
                    <a:pt x="2209799" y="401834"/>
                  </a:cubicBezTo>
                  <a:lnTo>
                    <a:pt x="41090" y="401834"/>
                  </a:lnTo>
                  <a:cubicBezTo>
                    <a:pt x="30193" y="401834"/>
                    <a:pt x="19741" y="397505"/>
                    <a:pt x="12035" y="389799"/>
                  </a:cubicBezTo>
                  <a:cubicBezTo>
                    <a:pt x="4329" y="382093"/>
                    <a:pt x="0" y="371641"/>
                    <a:pt x="0" y="360743"/>
                  </a:cubicBezTo>
                  <a:lnTo>
                    <a:pt x="0" y="41090"/>
                  </a:lnTo>
                  <a:cubicBezTo>
                    <a:pt x="0" y="30193"/>
                    <a:pt x="4329" y="19741"/>
                    <a:pt x="12035" y="12035"/>
                  </a:cubicBezTo>
                  <a:cubicBezTo>
                    <a:pt x="19741" y="4329"/>
                    <a:pt x="30193" y="0"/>
                    <a:pt x="41090" y="0"/>
                  </a:cubicBezTo>
                  <a:close/>
                </a:path>
              </a:pathLst>
            </a:custGeom>
            <a:solidFill>
              <a:srgbClr val="FFC431">
                <a:alpha val="66667"/>
              </a:srgbClr>
            </a:solidFill>
            <a:ln cap="rnd">
              <a:noFill/>
              <a:prstDash val="solid"/>
              <a:round/>
            </a:ln>
          </p:spPr>
          <p:txBody>
            <a:bodyPr/>
            <a:lstStyle/>
            <a:p>
              <a:endParaRPr lang="en-SG" sz="1088"/>
            </a:p>
          </p:txBody>
        </p:sp>
        <p:sp>
          <p:nvSpPr>
            <p:cNvPr id="73" name="TextBox 73">
              <a:extLst>
                <a:ext uri="{FF2B5EF4-FFF2-40B4-BE49-F238E27FC236}">
                  <a16:creationId xmlns:a16="http://schemas.microsoft.com/office/drawing/2014/main" id="{D590AFC0-5B3B-F14F-8A06-052C70377638}"/>
                </a:ext>
              </a:extLst>
            </p:cNvPr>
            <p:cNvSpPr txBox="1"/>
            <p:nvPr/>
          </p:nvSpPr>
          <p:spPr>
            <a:xfrm>
              <a:off x="0" y="-28575"/>
              <a:ext cx="2250890" cy="430409"/>
            </a:xfrm>
            <a:prstGeom prst="rect">
              <a:avLst/>
            </a:prstGeom>
          </p:spPr>
          <p:txBody>
            <a:bodyPr lIns="40638" tIns="40638" rIns="40638" bIns="40638" rtlCol="0" anchor="ctr"/>
            <a:lstStyle/>
            <a:p>
              <a:pPr algn="ctr">
                <a:lnSpc>
                  <a:spcPts val="2016"/>
                </a:lnSpc>
                <a:spcBef>
                  <a:spcPct val="0"/>
                </a:spcBef>
              </a:pPr>
              <a:endParaRPr sz="1088"/>
            </a:p>
          </p:txBody>
        </p:sp>
      </p:grpSp>
      <p:sp>
        <p:nvSpPr>
          <p:cNvPr id="74" name="TextBox 74">
            <a:extLst>
              <a:ext uri="{FF2B5EF4-FFF2-40B4-BE49-F238E27FC236}">
                <a16:creationId xmlns:a16="http://schemas.microsoft.com/office/drawing/2014/main" id="{4B4A68BB-654D-29C1-DDD8-8E878C9601A8}"/>
              </a:ext>
            </a:extLst>
          </p:cNvPr>
          <p:cNvSpPr txBox="1"/>
          <p:nvPr/>
        </p:nvSpPr>
        <p:spPr>
          <a:xfrm>
            <a:off x="3798492" y="5068941"/>
            <a:ext cx="6206799" cy="615553"/>
          </a:xfrm>
          <a:prstGeom prst="rect">
            <a:avLst/>
          </a:prstGeom>
        </p:spPr>
        <p:txBody>
          <a:bodyPr wrap="square" lIns="0" tIns="0" rIns="0" bIns="0" rtlCol="0" anchor="t">
            <a:spAutoFit/>
          </a:bodyPr>
          <a:lstStyle/>
          <a:p>
            <a:pPr algn="ctr">
              <a:lnSpc>
                <a:spcPts val="1584"/>
              </a:lnSpc>
            </a:pPr>
            <a:r>
              <a:rPr lang="en-US" sz="1440" dirty="0">
                <a:solidFill>
                  <a:srgbClr val="000000"/>
                </a:solidFill>
                <a:latin typeface="Roboto Mono"/>
                <a:ea typeface="Roboto Mono"/>
                <a:cs typeface="Roboto Mono"/>
                <a:sym typeface="Roboto Mono"/>
              </a:rPr>
              <a:t>Quick Tip: </a:t>
            </a:r>
          </a:p>
          <a:p>
            <a:pPr algn="ctr">
              <a:lnSpc>
                <a:spcPts val="1584"/>
              </a:lnSpc>
            </a:pPr>
            <a:r>
              <a:rPr lang="en-US" sz="1440" dirty="0">
                <a:solidFill>
                  <a:srgbClr val="000000"/>
                </a:solidFill>
                <a:latin typeface="Roboto Mono"/>
                <a:ea typeface="Roboto Mono"/>
                <a:cs typeface="Roboto Mono"/>
                <a:sym typeface="Roboto Mono"/>
              </a:rPr>
              <a:t>You may add places you like to ‘Favorites  ’ to plan your trip quickly. </a:t>
            </a:r>
          </a:p>
        </p:txBody>
      </p:sp>
      <p:sp>
        <p:nvSpPr>
          <p:cNvPr id="75" name="Freeform 75">
            <a:extLst>
              <a:ext uri="{FF2B5EF4-FFF2-40B4-BE49-F238E27FC236}">
                <a16:creationId xmlns:a16="http://schemas.microsoft.com/office/drawing/2014/main" id="{054E7E59-7E6B-5BBD-0D6B-F9CB5136B8D1}"/>
              </a:ext>
            </a:extLst>
          </p:cNvPr>
          <p:cNvSpPr/>
          <p:nvPr/>
        </p:nvSpPr>
        <p:spPr>
          <a:xfrm>
            <a:off x="8623577" y="5303603"/>
            <a:ext cx="184244" cy="153844"/>
          </a:xfrm>
          <a:custGeom>
            <a:avLst/>
            <a:gdLst/>
            <a:ahLst/>
            <a:cxnLst/>
            <a:rect l="l" t="t" r="r" b="b"/>
            <a:pathLst>
              <a:path w="230315" h="192313">
                <a:moveTo>
                  <a:pt x="0" y="0"/>
                </a:moveTo>
                <a:lnTo>
                  <a:pt x="230315" y="0"/>
                </a:lnTo>
                <a:lnTo>
                  <a:pt x="230315" y="192313"/>
                </a:lnTo>
                <a:lnTo>
                  <a:pt x="0" y="192313"/>
                </a:lnTo>
                <a:lnTo>
                  <a:pt x="0" y="0"/>
                </a:lnTo>
                <a:close/>
              </a:path>
            </a:pathLst>
          </a:custGeom>
          <a:blipFill>
            <a:blip r:embed="rId19">
              <a:extLst>
                <a:ext uri="{96DAC541-7B7A-43D3-8B79-37D633B846F1}">
                  <asvg:svgBlip xmlns:asvg="http://schemas.microsoft.com/office/drawing/2016/SVG/main" r:embed="rId20"/>
                </a:ext>
              </a:extLst>
            </a:blip>
            <a:stretch>
              <a:fillRect/>
            </a:stretch>
          </a:blipFill>
          <a:ln cap="sq">
            <a:noFill/>
            <a:prstDash val="solid"/>
            <a:miter/>
          </a:ln>
        </p:spPr>
        <p:txBody>
          <a:bodyPr/>
          <a:lstStyle/>
          <a:p>
            <a:endParaRPr lang="en-SG" sz="1088"/>
          </a:p>
        </p:txBody>
      </p:sp>
      <p:sp>
        <p:nvSpPr>
          <p:cNvPr id="76" name="Freeform 76">
            <a:extLst>
              <a:ext uri="{FF2B5EF4-FFF2-40B4-BE49-F238E27FC236}">
                <a16:creationId xmlns:a16="http://schemas.microsoft.com/office/drawing/2014/main" id="{CBBA9480-AE5A-0FC8-49F0-BE6681C83DC4}"/>
              </a:ext>
            </a:extLst>
          </p:cNvPr>
          <p:cNvSpPr/>
          <p:nvPr/>
        </p:nvSpPr>
        <p:spPr>
          <a:xfrm>
            <a:off x="3860669" y="4345147"/>
            <a:ext cx="960642" cy="839361"/>
          </a:xfrm>
          <a:custGeom>
            <a:avLst/>
            <a:gdLst/>
            <a:ahLst/>
            <a:cxnLst/>
            <a:rect l="l" t="t" r="r" b="b"/>
            <a:pathLst>
              <a:path w="1200855" h="1049247">
                <a:moveTo>
                  <a:pt x="0" y="0"/>
                </a:moveTo>
                <a:lnTo>
                  <a:pt x="1200855" y="0"/>
                </a:lnTo>
                <a:lnTo>
                  <a:pt x="1200855" y="1049246"/>
                </a:lnTo>
                <a:lnTo>
                  <a:pt x="0" y="1049246"/>
                </a:lnTo>
                <a:lnTo>
                  <a:pt x="0" y="0"/>
                </a:lnTo>
                <a:close/>
              </a:path>
            </a:pathLst>
          </a:custGeom>
          <a:blipFill>
            <a:blip r:embed="rId28"/>
            <a:stretch>
              <a:fillRect/>
            </a:stretch>
          </a:blipFill>
          <a:ln cap="sq">
            <a:noFill/>
            <a:prstDash val="solid"/>
            <a:miter/>
          </a:ln>
        </p:spPr>
        <p:txBody>
          <a:bodyPr/>
          <a:lstStyle/>
          <a:p>
            <a:endParaRPr lang="en-SG" sz="1088"/>
          </a:p>
        </p:txBody>
      </p:sp>
      <p:sp>
        <p:nvSpPr>
          <p:cNvPr id="77" name="Freeform 77">
            <a:extLst>
              <a:ext uri="{FF2B5EF4-FFF2-40B4-BE49-F238E27FC236}">
                <a16:creationId xmlns:a16="http://schemas.microsoft.com/office/drawing/2014/main" id="{85151A4A-348A-7ED2-AD83-D0504DD19978}"/>
              </a:ext>
            </a:extLst>
          </p:cNvPr>
          <p:cNvSpPr/>
          <p:nvPr/>
        </p:nvSpPr>
        <p:spPr>
          <a:xfrm>
            <a:off x="8928072" y="6347377"/>
            <a:ext cx="357671" cy="357671"/>
          </a:xfrm>
          <a:custGeom>
            <a:avLst/>
            <a:gdLst/>
            <a:ahLst/>
            <a:cxnLst/>
            <a:rect l="l" t="t" r="r" b="b"/>
            <a:pathLst>
              <a:path w="447108" h="447108">
                <a:moveTo>
                  <a:pt x="0" y="0"/>
                </a:moveTo>
                <a:lnTo>
                  <a:pt x="447107" y="0"/>
                </a:lnTo>
                <a:lnTo>
                  <a:pt x="447107" y="447108"/>
                </a:lnTo>
                <a:lnTo>
                  <a:pt x="0" y="447108"/>
                </a:lnTo>
                <a:lnTo>
                  <a:pt x="0" y="0"/>
                </a:lnTo>
                <a:close/>
              </a:path>
            </a:pathLst>
          </a:custGeom>
          <a:blipFill>
            <a:blip r:embed="rId29">
              <a:extLst>
                <a:ext uri="{96DAC541-7B7A-43D3-8B79-37D633B846F1}">
                  <asvg:svgBlip xmlns:asvg="http://schemas.microsoft.com/office/drawing/2016/SVG/main" r:embed="rId30"/>
                </a:ext>
              </a:extLst>
            </a:blip>
            <a:stretch>
              <a:fillRect/>
            </a:stretch>
          </a:blipFill>
        </p:spPr>
        <p:txBody>
          <a:bodyPr/>
          <a:lstStyle/>
          <a:p>
            <a:endParaRPr lang="en-SG" sz="1088"/>
          </a:p>
        </p:txBody>
      </p:sp>
      <p:sp>
        <p:nvSpPr>
          <p:cNvPr id="78" name="Freeform 78">
            <a:extLst>
              <a:ext uri="{FF2B5EF4-FFF2-40B4-BE49-F238E27FC236}">
                <a16:creationId xmlns:a16="http://schemas.microsoft.com/office/drawing/2014/main" id="{D8057181-6341-0F70-E38A-CD1CF7F14C08}"/>
              </a:ext>
            </a:extLst>
          </p:cNvPr>
          <p:cNvSpPr/>
          <p:nvPr/>
        </p:nvSpPr>
        <p:spPr>
          <a:xfrm>
            <a:off x="6897922" y="6450641"/>
            <a:ext cx="254409" cy="254409"/>
          </a:xfrm>
          <a:custGeom>
            <a:avLst/>
            <a:gdLst/>
            <a:ahLst/>
            <a:cxnLst/>
            <a:rect l="l" t="t" r="r" b="b"/>
            <a:pathLst>
              <a:path w="318025" h="318025">
                <a:moveTo>
                  <a:pt x="0" y="0"/>
                </a:moveTo>
                <a:lnTo>
                  <a:pt x="318025" y="0"/>
                </a:lnTo>
                <a:lnTo>
                  <a:pt x="318025" y="318025"/>
                </a:lnTo>
                <a:lnTo>
                  <a:pt x="0" y="318025"/>
                </a:lnTo>
                <a:lnTo>
                  <a:pt x="0" y="0"/>
                </a:lnTo>
                <a:close/>
              </a:path>
            </a:pathLst>
          </a:custGeom>
          <a:blipFill>
            <a:blip r:embed="rId31">
              <a:extLst>
                <a:ext uri="{96DAC541-7B7A-43D3-8B79-37D633B846F1}">
                  <asvg:svgBlip xmlns:asvg="http://schemas.microsoft.com/office/drawing/2016/SVG/main" r:embed="rId32"/>
                </a:ext>
              </a:extLst>
            </a:blip>
            <a:stretch>
              <a:fillRect/>
            </a:stretch>
          </a:blipFill>
        </p:spPr>
        <p:txBody>
          <a:bodyPr/>
          <a:lstStyle/>
          <a:p>
            <a:endParaRPr lang="en-SG" sz="1088"/>
          </a:p>
        </p:txBody>
      </p:sp>
      <p:sp>
        <p:nvSpPr>
          <p:cNvPr id="79" name="Freeform 79">
            <a:extLst>
              <a:ext uri="{FF2B5EF4-FFF2-40B4-BE49-F238E27FC236}">
                <a16:creationId xmlns:a16="http://schemas.microsoft.com/office/drawing/2014/main" id="{8DA2BBCD-92B5-8970-454A-EE378A5F0EB1}"/>
              </a:ext>
            </a:extLst>
          </p:cNvPr>
          <p:cNvSpPr/>
          <p:nvPr/>
        </p:nvSpPr>
        <p:spPr>
          <a:xfrm>
            <a:off x="4491882" y="6441385"/>
            <a:ext cx="420510" cy="254409"/>
          </a:xfrm>
          <a:custGeom>
            <a:avLst/>
            <a:gdLst/>
            <a:ahLst/>
            <a:cxnLst/>
            <a:rect l="l" t="t" r="r" b="b"/>
            <a:pathLst>
              <a:path w="525661" h="318025">
                <a:moveTo>
                  <a:pt x="0" y="0"/>
                </a:moveTo>
                <a:lnTo>
                  <a:pt x="525661" y="0"/>
                </a:lnTo>
                <a:lnTo>
                  <a:pt x="525661" y="318025"/>
                </a:lnTo>
                <a:lnTo>
                  <a:pt x="0" y="318025"/>
                </a:lnTo>
                <a:lnTo>
                  <a:pt x="0" y="0"/>
                </a:lnTo>
                <a:close/>
              </a:path>
            </a:pathLst>
          </a:custGeom>
          <a:blipFill>
            <a:blip r:embed="rId33">
              <a:extLst>
                <a:ext uri="{96DAC541-7B7A-43D3-8B79-37D633B846F1}">
                  <asvg:svgBlip xmlns:asvg="http://schemas.microsoft.com/office/drawing/2016/SVG/main" r:embed="rId34"/>
                </a:ext>
              </a:extLst>
            </a:blip>
            <a:stretch>
              <a:fillRect/>
            </a:stretch>
          </a:blipFill>
        </p:spPr>
        <p:txBody>
          <a:bodyPr/>
          <a:lstStyle/>
          <a:p>
            <a:endParaRPr lang="en-SG" sz="1088"/>
          </a:p>
        </p:txBody>
      </p:sp>
      <p:grpSp>
        <p:nvGrpSpPr>
          <p:cNvPr id="80" name="Group 80">
            <a:extLst>
              <a:ext uri="{FF2B5EF4-FFF2-40B4-BE49-F238E27FC236}">
                <a16:creationId xmlns:a16="http://schemas.microsoft.com/office/drawing/2014/main" id="{06EE0792-9F97-7373-BEE6-151BE3ED51E2}"/>
              </a:ext>
            </a:extLst>
          </p:cNvPr>
          <p:cNvGrpSpPr/>
          <p:nvPr/>
        </p:nvGrpSpPr>
        <p:grpSpPr>
          <a:xfrm>
            <a:off x="3571120" y="570508"/>
            <a:ext cx="105455" cy="7887829"/>
            <a:chOff x="0" y="0"/>
            <a:chExt cx="37497" cy="2804685"/>
          </a:xfrm>
        </p:grpSpPr>
        <p:sp>
          <p:nvSpPr>
            <p:cNvPr id="81" name="Freeform 81">
              <a:extLst>
                <a:ext uri="{FF2B5EF4-FFF2-40B4-BE49-F238E27FC236}">
                  <a16:creationId xmlns:a16="http://schemas.microsoft.com/office/drawing/2014/main" id="{5CE39B31-3176-E38C-5D9B-33D55B5FD42D}"/>
                </a:ext>
              </a:extLst>
            </p:cNvPr>
            <p:cNvSpPr/>
            <p:nvPr/>
          </p:nvSpPr>
          <p:spPr>
            <a:xfrm>
              <a:off x="0" y="0"/>
              <a:ext cx="37497" cy="2804685"/>
            </a:xfrm>
            <a:custGeom>
              <a:avLst/>
              <a:gdLst/>
              <a:ahLst/>
              <a:cxnLst/>
              <a:rect l="l" t="t" r="r" b="b"/>
              <a:pathLst>
                <a:path w="37497" h="2804685">
                  <a:moveTo>
                    <a:pt x="0" y="0"/>
                  </a:moveTo>
                  <a:lnTo>
                    <a:pt x="37497" y="0"/>
                  </a:lnTo>
                  <a:lnTo>
                    <a:pt x="37497" y="2804685"/>
                  </a:lnTo>
                  <a:lnTo>
                    <a:pt x="0" y="2804685"/>
                  </a:lnTo>
                  <a:close/>
                </a:path>
              </a:pathLst>
            </a:custGeom>
            <a:solidFill>
              <a:srgbClr val="FDFDFD"/>
            </a:solidFill>
            <a:ln w="9525" cap="sq">
              <a:solidFill>
                <a:srgbClr val="000000"/>
              </a:solidFill>
              <a:prstDash val="solid"/>
              <a:miter/>
            </a:ln>
          </p:spPr>
          <p:txBody>
            <a:bodyPr/>
            <a:lstStyle/>
            <a:p>
              <a:endParaRPr lang="en-SG" sz="1088"/>
            </a:p>
          </p:txBody>
        </p:sp>
        <p:sp>
          <p:nvSpPr>
            <p:cNvPr id="82" name="TextBox 82">
              <a:extLst>
                <a:ext uri="{FF2B5EF4-FFF2-40B4-BE49-F238E27FC236}">
                  <a16:creationId xmlns:a16="http://schemas.microsoft.com/office/drawing/2014/main" id="{8FBB85BC-42B3-A40E-3CC8-80294F4F2EEC}"/>
                </a:ext>
              </a:extLst>
            </p:cNvPr>
            <p:cNvSpPr txBox="1"/>
            <p:nvPr/>
          </p:nvSpPr>
          <p:spPr>
            <a:xfrm>
              <a:off x="0" y="-28575"/>
              <a:ext cx="37497" cy="2833260"/>
            </a:xfrm>
            <a:prstGeom prst="rect">
              <a:avLst/>
            </a:prstGeom>
          </p:spPr>
          <p:txBody>
            <a:bodyPr lIns="40638" tIns="40638" rIns="40638" bIns="40638" rtlCol="0" anchor="ctr"/>
            <a:lstStyle/>
            <a:p>
              <a:pPr algn="ctr">
                <a:lnSpc>
                  <a:spcPts val="2016"/>
                </a:lnSpc>
              </a:pPr>
              <a:endParaRPr sz="1088"/>
            </a:p>
          </p:txBody>
        </p:sp>
      </p:grpSp>
      <p:grpSp>
        <p:nvGrpSpPr>
          <p:cNvPr id="83" name="Group 83">
            <a:extLst>
              <a:ext uri="{FF2B5EF4-FFF2-40B4-BE49-F238E27FC236}">
                <a16:creationId xmlns:a16="http://schemas.microsoft.com/office/drawing/2014/main" id="{C464E3EA-293B-50D5-C23D-6FDDCA864D30}"/>
              </a:ext>
            </a:extLst>
          </p:cNvPr>
          <p:cNvGrpSpPr/>
          <p:nvPr/>
        </p:nvGrpSpPr>
        <p:grpSpPr>
          <a:xfrm>
            <a:off x="3571122" y="2206140"/>
            <a:ext cx="99056" cy="1284383"/>
            <a:chOff x="0" y="0"/>
            <a:chExt cx="35221" cy="456690"/>
          </a:xfrm>
        </p:grpSpPr>
        <p:sp>
          <p:nvSpPr>
            <p:cNvPr id="84" name="Freeform 84">
              <a:extLst>
                <a:ext uri="{FF2B5EF4-FFF2-40B4-BE49-F238E27FC236}">
                  <a16:creationId xmlns:a16="http://schemas.microsoft.com/office/drawing/2014/main" id="{AD45A038-2B43-5D7C-8B4D-7ACDF83550A2}"/>
                </a:ext>
              </a:extLst>
            </p:cNvPr>
            <p:cNvSpPr/>
            <p:nvPr/>
          </p:nvSpPr>
          <p:spPr>
            <a:xfrm>
              <a:off x="0" y="0"/>
              <a:ext cx="35221" cy="456690"/>
            </a:xfrm>
            <a:custGeom>
              <a:avLst/>
              <a:gdLst/>
              <a:ahLst/>
              <a:cxnLst/>
              <a:rect l="l" t="t" r="r" b="b"/>
              <a:pathLst>
                <a:path w="35221" h="456690">
                  <a:moveTo>
                    <a:pt x="0" y="0"/>
                  </a:moveTo>
                  <a:lnTo>
                    <a:pt x="35221" y="0"/>
                  </a:lnTo>
                  <a:lnTo>
                    <a:pt x="35221" y="456690"/>
                  </a:lnTo>
                  <a:lnTo>
                    <a:pt x="0" y="456690"/>
                  </a:lnTo>
                  <a:close/>
                </a:path>
              </a:pathLst>
            </a:custGeom>
            <a:solidFill>
              <a:srgbClr val="F34336"/>
            </a:solidFill>
            <a:ln cap="sq">
              <a:noFill/>
              <a:prstDash val="solid"/>
              <a:miter/>
            </a:ln>
          </p:spPr>
          <p:txBody>
            <a:bodyPr/>
            <a:lstStyle/>
            <a:p>
              <a:endParaRPr lang="en-SG" sz="1088"/>
            </a:p>
          </p:txBody>
        </p:sp>
        <p:sp>
          <p:nvSpPr>
            <p:cNvPr id="85" name="TextBox 85">
              <a:extLst>
                <a:ext uri="{FF2B5EF4-FFF2-40B4-BE49-F238E27FC236}">
                  <a16:creationId xmlns:a16="http://schemas.microsoft.com/office/drawing/2014/main" id="{7D5847A4-2387-A64C-0324-856D5DAD1542}"/>
                </a:ext>
              </a:extLst>
            </p:cNvPr>
            <p:cNvSpPr txBox="1"/>
            <p:nvPr/>
          </p:nvSpPr>
          <p:spPr>
            <a:xfrm>
              <a:off x="0" y="-28575"/>
              <a:ext cx="35221" cy="485265"/>
            </a:xfrm>
            <a:prstGeom prst="rect">
              <a:avLst/>
            </a:prstGeom>
          </p:spPr>
          <p:txBody>
            <a:bodyPr lIns="40638" tIns="40638" rIns="40638" bIns="40638" rtlCol="0" anchor="ctr"/>
            <a:lstStyle/>
            <a:p>
              <a:pPr algn="ctr">
                <a:lnSpc>
                  <a:spcPts val="2016"/>
                </a:lnSpc>
              </a:pPr>
              <a:endParaRPr sz="1088"/>
            </a:p>
          </p:txBody>
        </p:sp>
      </p:grpSp>
      <p:grpSp>
        <p:nvGrpSpPr>
          <p:cNvPr id="86" name="Group 86">
            <a:extLst>
              <a:ext uri="{FF2B5EF4-FFF2-40B4-BE49-F238E27FC236}">
                <a16:creationId xmlns:a16="http://schemas.microsoft.com/office/drawing/2014/main" id="{19D27411-F199-1D8C-C3B9-C6FBBAE1A7C0}"/>
              </a:ext>
            </a:extLst>
          </p:cNvPr>
          <p:cNvGrpSpPr/>
          <p:nvPr/>
        </p:nvGrpSpPr>
        <p:grpSpPr>
          <a:xfrm>
            <a:off x="3571120" y="572833"/>
            <a:ext cx="105455" cy="304554"/>
            <a:chOff x="0" y="0"/>
            <a:chExt cx="37497" cy="108291"/>
          </a:xfrm>
        </p:grpSpPr>
        <p:sp>
          <p:nvSpPr>
            <p:cNvPr id="87" name="Freeform 87">
              <a:extLst>
                <a:ext uri="{FF2B5EF4-FFF2-40B4-BE49-F238E27FC236}">
                  <a16:creationId xmlns:a16="http://schemas.microsoft.com/office/drawing/2014/main" id="{1C08D3AA-6322-0000-8FF2-B9D9B7D32BD2}"/>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88" name="TextBox 88">
              <a:extLst>
                <a:ext uri="{FF2B5EF4-FFF2-40B4-BE49-F238E27FC236}">
                  <a16:creationId xmlns:a16="http://schemas.microsoft.com/office/drawing/2014/main" id="{FBC85FE8-4B7E-318B-092A-BD4AD1E9BE0B}"/>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89" name="Group 89">
            <a:extLst>
              <a:ext uri="{FF2B5EF4-FFF2-40B4-BE49-F238E27FC236}">
                <a16:creationId xmlns:a16="http://schemas.microsoft.com/office/drawing/2014/main" id="{BEAE9D47-7E53-4673-7F97-0ABE88D2178B}"/>
              </a:ext>
            </a:extLst>
          </p:cNvPr>
          <p:cNvGrpSpPr/>
          <p:nvPr/>
        </p:nvGrpSpPr>
        <p:grpSpPr>
          <a:xfrm>
            <a:off x="3571120" y="7100511"/>
            <a:ext cx="105455" cy="304554"/>
            <a:chOff x="0" y="0"/>
            <a:chExt cx="37497" cy="108291"/>
          </a:xfrm>
        </p:grpSpPr>
        <p:sp>
          <p:nvSpPr>
            <p:cNvPr id="90" name="Freeform 90">
              <a:extLst>
                <a:ext uri="{FF2B5EF4-FFF2-40B4-BE49-F238E27FC236}">
                  <a16:creationId xmlns:a16="http://schemas.microsoft.com/office/drawing/2014/main" id="{34D0F96B-18CF-5E29-0E98-8E53F0A2EA3D}"/>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91" name="TextBox 91">
              <a:extLst>
                <a:ext uri="{FF2B5EF4-FFF2-40B4-BE49-F238E27FC236}">
                  <a16:creationId xmlns:a16="http://schemas.microsoft.com/office/drawing/2014/main" id="{4142B811-8424-9C83-C18A-7934B4A535F3}"/>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92" name="Group 92">
            <a:extLst>
              <a:ext uri="{FF2B5EF4-FFF2-40B4-BE49-F238E27FC236}">
                <a16:creationId xmlns:a16="http://schemas.microsoft.com/office/drawing/2014/main" id="{23F9D85C-1AAF-A028-1E50-15019CA9979D}"/>
              </a:ext>
            </a:extLst>
          </p:cNvPr>
          <p:cNvGrpSpPr/>
          <p:nvPr/>
        </p:nvGrpSpPr>
        <p:grpSpPr>
          <a:xfrm>
            <a:off x="3592699" y="675840"/>
            <a:ext cx="83877" cy="73393"/>
            <a:chOff x="0" y="0"/>
            <a:chExt cx="812800" cy="711200"/>
          </a:xfrm>
        </p:grpSpPr>
        <p:sp>
          <p:nvSpPr>
            <p:cNvPr id="93" name="Freeform 93">
              <a:extLst>
                <a:ext uri="{FF2B5EF4-FFF2-40B4-BE49-F238E27FC236}">
                  <a16:creationId xmlns:a16="http://schemas.microsoft.com/office/drawing/2014/main" id="{0A554A14-C451-545D-97AD-A9E2E108C90D}"/>
                </a:ext>
              </a:extLst>
            </p:cNvPr>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34336"/>
            </a:solidFill>
          </p:spPr>
          <p:txBody>
            <a:bodyPr/>
            <a:lstStyle/>
            <a:p>
              <a:endParaRPr lang="en-SG" sz="1088"/>
            </a:p>
          </p:txBody>
        </p:sp>
        <p:sp>
          <p:nvSpPr>
            <p:cNvPr id="94" name="TextBox 94">
              <a:extLst>
                <a:ext uri="{FF2B5EF4-FFF2-40B4-BE49-F238E27FC236}">
                  <a16:creationId xmlns:a16="http://schemas.microsoft.com/office/drawing/2014/main" id="{E77EDB9A-9613-BA7E-1B7F-679E207D1480}"/>
                </a:ext>
              </a:extLst>
            </p:cNvPr>
            <p:cNvSpPr txBox="1"/>
            <p:nvPr/>
          </p:nvSpPr>
          <p:spPr>
            <a:xfrm>
              <a:off x="127000" y="301625"/>
              <a:ext cx="558800" cy="358775"/>
            </a:xfrm>
            <a:prstGeom prst="rect">
              <a:avLst/>
            </a:prstGeom>
          </p:spPr>
          <p:txBody>
            <a:bodyPr lIns="40638" tIns="40638" rIns="40638" bIns="40638" rtlCol="0" anchor="ctr"/>
            <a:lstStyle/>
            <a:p>
              <a:pPr algn="ctr">
                <a:lnSpc>
                  <a:spcPts val="2016"/>
                </a:lnSpc>
              </a:pPr>
              <a:endParaRPr sz="1088"/>
            </a:p>
          </p:txBody>
        </p:sp>
      </p:grpSp>
      <p:grpSp>
        <p:nvGrpSpPr>
          <p:cNvPr id="95" name="Group 95">
            <a:extLst>
              <a:ext uri="{FF2B5EF4-FFF2-40B4-BE49-F238E27FC236}">
                <a16:creationId xmlns:a16="http://schemas.microsoft.com/office/drawing/2014/main" id="{1CBE07BD-8C1D-3E69-2421-4101AA3E6F84}"/>
              </a:ext>
            </a:extLst>
          </p:cNvPr>
          <p:cNvGrpSpPr/>
          <p:nvPr/>
        </p:nvGrpSpPr>
        <p:grpSpPr>
          <a:xfrm>
            <a:off x="3565641" y="7221617"/>
            <a:ext cx="104535" cy="91468"/>
            <a:chOff x="0" y="0"/>
            <a:chExt cx="812800" cy="711200"/>
          </a:xfrm>
        </p:grpSpPr>
        <p:sp>
          <p:nvSpPr>
            <p:cNvPr id="96" name="Freeform 96">
              <a:extLst>
                <a:ext uri="{FF2B5EF4-FFF2-40B4-BE49-F238E27FC236}">
                  <a16:creationId xmlns:a16="http://schemas.microsoft.com/office/drawing/2014/main" id="{6911B822-AA3C-AB78-7418-163E3312CE24}"/>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97" name="TextBox 97">
              <a:extLst>
                <a:ext uri="{FF2B5EF4-FFF2-40B4-BE49-F238E27FC236}">
                  <a16:creationId xmlns:a16="http://schemas.microsoft.com/office/drawing/2014/main" id="{3D6A3CCA-1826-1B37-8236-8B5DB78394E9}"/>
                </a:ext>
              </a:extLst>
            </p:cNvPr>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a:p>
          </p:txBody>
        </p:sp>
      </p:grpSp>
      <p:grpSp>
        <p:nvGrpSpPr>
          <p:cNvPr id="98" name="Group 98">
            <a:extLst>
              <a:ext uri="{FF2B5EF4-FFF2-40B4-BE49-F238E27FC236}">
                <a16:creationId xmlns:a16="http://schemas.microsoft.com/office/drawing/2014/main" id="{1CE4D573-B336-E7E5-E1DB-89B07C012DEC}"/>
              </a:ext>
            </a:extLst>
          </p:cNvPr>
          <p:cNvGrpSpPr/>
          <p:nvPr/>
        </p:nvGrpSpPr>
        <p:grpSpPr>
          <a:xfrm>
            <a:off x="9197536" y="4053339"/>
            <a:ext cx="829153" cy="779169"/>
            <a:chOff x="0" y="0"/>
            <a:chExt cx="1381982" cy="1298672"/>
          </a:xfrm>
        </p:grpSpPr>
        <p:grpSp>
          <p:nvGrpSpPr>
            <p:cNvPr id="99" name="Group 99">
              <a:extLst>
                <a:ext uri="{FF2B5EF4-FFF2-40B4-BE49-F238E27FC236}">
                  <a16:creationId xmlns:a16="http://schemas.microsoft.com/office/drawing/2014/main" id="{C5D7E53B-9097-6CC5-0055-A4BA68C892AE}"/>
                </a:ext>
              </a:extLst>
            </p:cNvPr>
            <p:cNvGrpSpPr/>
            <p:nvPr/>
          </p:nvGrpSpPr>
          <p:grpSpPr>
            <a:xfrm>
              <a:off x="0" y="0"/>
              <a:ext cx="1195761" cy="1298672"/>
              <a:chOff x="0" y="0"/>
              <a:chExt cx="650486" cy="706469"/>
            </a:xfrm>
          </p:grpSpPr>
          <p:sp>
            <p:nvSpPr>
              <p:cNvPr id="100" name="Freeform 100">
                <a:extLst>
                  <a:ext uri="{FF2B5EF4-FFF2-40B4-BE49-F238E27FC236}">
                    <a16:creationId xmlns:a16="http://schemas.microsoft.com/office/drawing/2014/main" id="{01C38933-344A-A785-7FEC-C68A388A2FBE}"/>
                  </a:ext>
                </a:extLst>
              </p:cNvPr>
              <p:cNvSpPr/>
              <p:nvPr/>
            </p:nvSpPr>
            <p:spPr>
              <a:xfrm>
                <a:off x="0" y="0"/>
                <a:ext cx="650486" cy="706469"/>
              </a:xfrm>
              <a:custGeom>
                <a:avLst/>
                <a:gdLst/>
                <a:ahLst/>
                <a:cxnLst/>
                <a:rect l="l" t="t" r="r" b="b"/>
                <a:pathLst>
                  <a:path w="650486" h="706469">
                    <a:moveTo>
                      <a:pt x="0" y="0"/>
                    </a:moveTo>
                    <a:lnTo>
                      <a:pt x="650486" y="0"/>
                    </a:lnTo>
                    <a:lnTo>
                      <a:pt x="650486" y="706469"/>
                    </a:lnTo>
                    <a:lnTo>
                      <a:pt x="0" y="706469"/>
                    </a:lnTo>
                    <a:close/>
                  </a:path>
                </a:pathLst>
              </a:custGeom>
              <a:solidFill>
                <a:srgbClr val="FFCEB6">
                  <a:alpha val="38824"/>
                </a:srgbClr>
              </a:solidFill>
            </p:spPr>
            <p:txBody>
              <a:bodyPr/>
              <a:lstStyle/>
              <a:p>
                <a:endParaRPr lang="en-SG" sz="1088"/>
              </a:p>
            </p:txBody>
          </p:sp>
          <p:sp>
            <p:nvSpPr>
              <p:cNvPr id="101" name="TextBox 101">
                <a:extLst>
                  <a:ext uri="{FF2B5EF4-FFF2-40B4-BE49-F238E27FC236}">
                    <a16:creationId xmlns:a16="http://schemas.microsoft.com/office/drawing/2014/main" id="{E55B336E-87DE-BDF5-9D18-178A57C055FD}"/>
                  </a:ext>
                </a:extLst>
              </p:cNvPr>
              <p:cNvSpPr txBox="1"/>
              <p:nvPr/>
            </p:nvSpPr>
            <p:spPr>
              <a:xfrm>
                <a:off x="0" y="-28575"/>
                <a:ext cx="650486" cy="735044"/>
              </a:xfrm>
              <a:prstGeom prst="rect">
                <a:avLst/>
              </a:prstGeom>
            </p:spPr>
            <p:txBody>
              <a:bodyPr lIns="15937" tIns="15937" rIns="15937" bIns="15937" rtlCol="0" anchor="ctr"/>
              <a:lstStyle/>
              <a:p>
                <a:pPr algn="ctr">
                  <a:lnSpc>
                    <a:spcPts val="2016"/>
                  </a:lnSpc>
                </a:pPr>
                <a:endParaRPr sz="1088"/>
              </a:p>
            </p:txBody>
          </p:sp>
        </p:grpSp>
        <p:sp>
          <p:nvSpPr>
            <p:cNvPr id="102" name="Freeform 102">
              <a:extLst>
                <a:ext uri="{FF2B5EF4-FFF2-40B4-BE49-F238E27FC236}">
                  <a16:creationId xmlns:a16="http://schemas.microsoft.com/office/drawing/2014/main" id="{A93EC76C-C882-ABAE-EDE3-ACF2ED377A2E}"/>
                </a:ext>
              </a:extLst>
            </p:cNvPr>
            <p:cNvSpPr/>
            <p:nvPr/>
          </p:nvSpPr>
          <p:spPr>
            <a:xfrm>
              <a:off x="90494" y="89424"/>
              <a:ext cx="163477" cy="199666"/>
            </a:xfrm>
            <a:custGeom>
              <a:avLst/>
              <a:gdLst/>
              <a:ahLst/>
              <a:cxnLst/>
              <a:rect l="l" t="t" r="r" b="b"/>
              <a:pathLst>
                <a:path w="163477" h="199666">
                  <a:moveTo>
                    <a:pt x="0" y="0"/>
                  </a:moveTo>
                  <a:lnTo>
                    <a:pt x="163476" y="0"/>
                  </a:lnTo>
                  <a:lnTo>
                    <a:pt x="163476" y="199666"/>
                  </a:lnTo>
                  <a:lnTo>
                    <a:pt x="0" y="199666"/>
                  </a:lnTo>
                  <a:lnTo>
                    <a:pt x="0" y="0"/>
                  </a:lnTo>
                  <a:close/>
                </a:path>
              </a:pathLst>
            </a:custGeom>
            <a:blipFill>
              <a:blip r:embed="rId35">
                <a:extLst>
                  <a:ext uri="{96DAC541-7B7A-43D3-8B79-37D633B846F1}">
                    <asvg:svgBlip xmlns:asvg="http://schemas.microsoft.com/office/drawing/2016/SVG/main" r:embed="rId36"/>
                  </a:ext>
                </a:extLst>
              </a:blip>
              <a:stretch>
                <a:fillRect/>
              </a:stretch>
            </a:blipFill>
          </p:spPr>
          <p:txBody>
            <a:bodyPr/>
            <a:lstStyle/>
            <a:p>
              <a:endParaRPr lang="en-SG" sz="1088"/>
            </a:p>
          </p:txBody>
        </p:sp>
        <p:sp>
          <p:nvSpPr>
            <p:cNvPr id="103" name="Freeform 103">
              <a:extLst>
                <a:ext uri="{FF2B5EF4-FFF2-40B4-BE49-F238E27FC236}">
                  <a16:creationId xmlns:a16="http://schemas.microsoft.com/office/drawing/2014/main" id="{90C77C0F-D8D5-8E99-610F-B4780DC29B8C}"/>
                </a:ext>
              </a:extLst>
            </p:cNvPr>
            <p:cNvSpPr/>
            <p:nvPr/>
          </p:nvSpPr>
          <p:spPr>
            <a:xfrm>
              <a:off x="8359" y="289090"/>
              <a:ext cx="327746" cy="327746"/>
            </a:xfrm>
            <a:custGeom>
              <a:avLst/>
              <a:gdLst/>
              <a:ahLst/>
              <a:cxnLst/>
              <a:rect l="l" t="t" r="r" b="b"/>
              <a:pathLst>
                <a:path w="327746" h="327746">
                  <a:moveTo>
                    <a:pt x="0" y="0"/>
                  </a:moveTo>
                  <a:lnTo>
                    <a:pt x="327746" y="0"/>
                  </a:lnTo>
                  <a:lnTo>
                    <a:pt x="327746" y="327746"/>
                  </a:lnTo>
                  <a:lnTo>
                    <a:pt x="0" y="327746"/>
                  </a:lnTo>
                  <a:lnTo>
                    <a:pt x="0" y="0"/>
                  </a:lnTo>
                  <a:close/>
                </a:path>
              </a:pathLst>
            </a:custGeom>
            <a:blipFill>
              <a:blip r:embed="rId37">
                <a:extLst>
                  <a:ext uri="{96DAC541-7B7A-43D3-8B79-37D633B846F1}">
                    <asvg:svgBlip xmlns:asvg="http://schemas.microsoft.com/office/drawing/2016/SVG/main" r:embed="rId38"/>
                  </a:ext>
                </a:extLst>
              </a:blip>
              <a:stretch>
                <a:fillRect/>
              </a:stretch>
            </a:blipFill>
          </p:spPr>
          <p:txBody>
            <a:bodyPr/>
            <a:lstStyle/>
            <a:p>
              <a:endParaRPr lang="en-SG" sz="1088"/>
            </a:p>
          </p:txBody>
        </p:sp>
        <p:sp>
          <p:nvSpPr>
            <p:cNvPr id="104" name="Freeform 104">
              <a:extLst>
                <a:ext uri="{FF2B5EF4-FFF2-40B4-BE49-F238E27FC236}">
                  <a16:creationId xmlns:a16="http://schemas.microsoft.com/office/drawing/2014/main" id="{750A99B8-19DA-18F9-02F4-6BD52FAD3350}"/>
                </a:ext>
              </a:extLst>
            </p:cNvPr>
            <p:cNvSpPr/>
            <p:nvPr/>
          </p:nvSpPr>
          <p:spPr>
            <a:xfrm>
              <a:off x="30009" y="681860"/>
              <a:ext cx="284447" cy="227913"/>
            </a:xfrm>
            <a:custGeom>
              <a:avLst/>
              <a:gdLst/>
              <a:ahLst/>
              <a:cxnLst/>
              <a:rect l="l" t="t" r="r" b="b"/>
              <a:pathLst>
                <a:path w="284447" h="227913">
                  <a:moveTo>
                    <a:pt x="0" y="0"/>
                  </a:moveTo>
                  <a:lnTo>
                    <a:pt x="284446" y="0"/>
                  </a:lnTo>
                  <a:lnTo>
                    <a:pt x="284446" y="227913"/>
                  </a:lnTo>
                  <a:lnTo>
                    <a:pt x="0" y="227913"/>
                  </a:lnTo>
                  <a:lnTo>
                    <a:pt x="0" y="0"/>
                  </a:lnTo>
                  <a:close/>
                </a:path>
              </a:pathLst>
            </a:custGeom>
            <a:blipFill>
              <a:blip r:embed="rId39">
                <a:extLst>
                  <a:ext uri="{96DAC541-7B7A-43D3-8B79-37D633B846F1}">
                    <asvg:svgBlip xmlns:asvg="http://schemas.microsoft.com/office/drawing/2016/SVG/main" r:embed="rId40"/>
                  </a:ext>
                </a:extLst>
              </a:blip>
              <a:stretch>
                <a:fillRect/>
              </a:stretch>
            </a:blipFill>
          </p:spPr>
          <p:txBody>
            <a:bodyPr/>
            <a:lstStyle/>
            <a:p>
              <a:endParaRPr lang="en-SG" sz="1088"/>
            </a:p>
          </p:txBody>
        </p:sp>
        <p:sp>
          <p:nvSpPr>
            <p:cNvPr id="105" name="Freeform 105">
              <a:extLst>
                <a:ext uri="{FF2B5EF4-FFF2-40B4-BE49-F238E27FC236}">
                  <a16:creationId xmlns:a16="http://schemas.microsoft.com/office/drawing/2014/main" id="{26EB27A4-F6E4-6785-739B-4DD14B3CB620}"/>
                </a:ext>
              </a:extLst>
            </p:cNvPr>
            <p:cNvSpPr/>
            <p:nvPr/>
          </p:nvSpPr>
          <p:spPr>
            <a:xfrm>
              <a:off x="72049" y="974796"/>
              <a:ext cx="181921" cy="240160"/>
            </a:xfrm>
            <a:custGeom>
              <a:avLst/>
              <a:gdLst/>
              <a:ahLst/>
              <a:cxnLst/>
              <a:rect l="l" t="t" r="r" b="b"/>
              <a:pathLst>
                <a:path w="181921" h="240160">
                  <a:moveTo>
                    <a:pt x="0" y="0"/>
                  </a:moveTo>
                  <a:lnTo>
                    <a:pt x="181921" y="0"/>
                  </a:lnTo>
                  <a:lnTo>
                    <a:pt x="181921" y="240161"/>
                  </a:lnTo>
                  <a:lnTo>
                    <a:pt x="0" y="240161"/>
                  </a:lnTo>
                  <a:lnTo>
                    <a:pt x="0" y="0"/>
                  </a:lnTo>
                  <a:close/>
                </a:path>
              </a:pathLst>
            </a:custGeom>
            <a:blipFill>
              <a:blip r:embed="rId41">
                <a:extLst>
                  <a:ext uri="{96DAC541-7B7A-43D3-8B79-37D633B846F1}">
                    <asvg:svgBlip xmlns:asvg="http://schemas.microsoft.com/office/drawing/2016/SVG/main" r:embed="rId42"/>
                  </a:ext>
                </a:extLst>
              </a:blip>
              <a:stretch>
                <a:fillRect/>
              </a:stretch>
            </a:blipFill>
          </p:spPr>
          <p:txBody>
            <a:bodyPr/>
            <a:lstStyle/>
            <a:p>
              <a:endParaRPr lang="en-SG" sz="1088"/>
            </a:p>
          </p:txBody>
        </p:sp>
        <p:sp>
          <p:nvSpPr>
            <p:cNvPr id="106" name="TextBox 106">
              <a:extLst>
                <a:ext uri="{FF2B5EF4-FFF2-40B4-BE49-F238E27FC236}">
                  <a16:creationId xmlns:a16="http://schemas.microsoft.com/office/drawing/2014/main" id="{58FF03B2-CE39-C32A-BA96-D23B94B322A3}"/>
                </a:ext>
              </a:extLst>
            </p:cNvPr>
            <p:cNvSpPr txBox="1"/>
            <p:nvPr/>
          </p:nvSpPr>
          <p:spPr>
            <a:xfrm>
              <a:off x="460225" y="955747"/>
              <a:ext cx="596473"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Others</a:t>
              </a:r>
            </a:p>
          </p:txBody>
        </p:sp>
        <p:sp>
          <p:nvSpPr>
            <p:cNvPr id="107" name="TextBox 107">
              <a:extLst>
                <a:ext uri="{FF2B5EF4-FFF2-40B4-BE49-F238E27FC236}">
                  <a16:creationId xmlns:a16="http://schemas.microsoft.com/office/drawing/2014/main" id="{3C05DD7D-5E8D-2329-ED83-15BB7CF0C4DC}"/>
                </a:ext>
              </a:extLst>
            </p:cNvPr>
            <p:cNvSpPr txBox="1"/>
            <p:nvPr/>
          </p:nvSpPr>
          <p:spPr>
            <a:xfrm>
              <a:off x="460225" y="48570"/>
              <a:ext cx="921757"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Dining</a:t>
              </a:r>
            </a:p>
          </p:txBody>
        </p:sp>
        <p:sp>
          <p:nvSpPr>
            <p:cNvPr id="108" name="TextBox 108">
              <a:extLst>
                <a:ext uri="{FF2B5EF4-FFF2-40B4-BE49-F238E27FC236}">
                  <a16:creationId xmlns:a16="http://schemas.microsoft.com/office/drawing/2014/main" id="{B7479209-9C5B-8068-F5FF-5072F2BDB8C4}"/>
                </a:ext>
              </a:extLst>
            </p:cNvPr>
            <p:cNvSpPr txBox="1"/>
            <p:nvPr/>
          </p:nvSpPr>
          <p:spPr>
            <a:xfrm>
              <a:off x="460972" y="362219"/>
              <a:ext cx="460132"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Rides</a:t>
              </a:r>
            </a:p>
          </p:txBody>
        </p:sp>
        <p:grpSp>
          <p:nvGrpSpPr>
            <p:cNvPr id="109" name="Group 109">
              <a:extLst>
                <a:ext uri="{FF2B5EF4-FFF2-40B4-BE49-F238E27FC236}">
                  <a16:creationId xmlns:a16="http://schemas.microsoft.com/office/drawing/2014/main" id="{4C9D82E2-E7E2-667D-83F7-75193830EA88}"/>
                </a:ext>
              </a:extLst>
            </p:cNvPr>
            <p:cNvGrpSpPr/>
            <p:nvPr/>
          </p:nvGrpSpPr>
          <p:grpSpPr>
            <a:xfrm>
              <a:off x="7598" y="10649"/>
              <a:ext cx="1188163" cy="307120"/>
              <a:chOff x="0" y="0"/>
              <a:chExt cx="253475" cy="65519"/>
            </a:xfrm>
          </p:grpSpPr>
          <p:sp>
            <p:nvSpPr>
              <p:cNvPr id="110" name="Freeform 110">
                <a:extLst>
                  <a:ext uri="{FF2B5EF4-FFF2-40B4-BE49-F238E27FC236}">
                    <a16:creationId xmlns:a16="http://schemas.microsoft.com/office/drawing/2014/main" id="{B829516F-4FD7-84DF-6A6D-6C31FD47A80E}"/>
                  </a:ext>
                </a:extLst>
              </p:cNvPr>
              <p:cNvSpPr/>
              <p:nvPr/>
            </p:nvSpPr>
            <p:spPr>
              <a:xfrm>
                <a:off x="0" y="0"/>
                <a:ext cx="253475" cy="65519"/>
              </a:xfrm>
              <a:custGeom>
                <a:avLst/>
                <a:gdLst/>
                <a:ahLst/>
                <a:cxnLst/>
                <a:rect l="l" t="t" r="r" b="b"/>
                <a:pathLst>
                  <a:path w="253475" h="65519">
                    <a:moveTo>
                      <a:pt x="0" y="0"/>
                    </a:moveTo>
                    <a:lnTo>
                      <a:pt x="253475" y="0"/>
                    </a:lnTo>
                    <a:lnTo>
                      <a:pt x="253475" y="65519"/>
                    </a:lnTo>
                    <a:lnTo>
                      <a:pt x="0" y="65519"/>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11" name="TextBox 111">
                <a:extLst>
                  <a:ext uri="{FF2B5EF4-FFF2-40B4-BE49-F238E27FC236}">
                    <a16:creationId xmlns:a16="http://schemas.microsoft.com/office/drawing/2014/main" id="{2D2468BB-1F57-4419-522B-1CBE5955ADE3}"/>
                  </a:ext>
                </a:extLst>
              </p:cNvPr>
              <p:cNvSpPr txBox="1"/>
              <p:nvPr/>
            </p:nvSpPr>
            <p:spPr>
              <a:xfrm>
                <a:off x="0" y="-28575"/>
                <a:ext cx="253475" cy="94094"/>
              </a:xfrm>
              <a:prstGeom prst="rect">
                <a:avLst/>
              </a:prstGeom>
            </p:spPr>
            <p:txBody>
              <a:bodyPr lIns="40638" tIns="40638" rIns="40638" bIns="40638" rtlCol="0" anchor="ctr"/>
              <a:lstStyle/>
              <a:p>
                <a:pPr algn="ctr">
                  <a:lnSpc>
                    <a:spcPts val="2016"/>
                  </a:lnSpc>
                </a:pPr>
                <a:endParaRPr sz="1088"/>
              </a:p>
            </p:txBody>
          </p:sp>
        </p:grpSp>
        <p:sp>
          <p:nvSpPr>
            <p:cNvPr id="112" name="TextBox 112">
              <a:extLst>
                <a:ext uri="{FF2B5EF4-FFF2-40B4-BE49-F238E27FC236}">
                  <a16:creationId xmlns:a16="http://schemas.microsoft.com/office/drawing/2014/main" id="{17522F33-0EEE-838E-97AD-9ACD20E477AC}"/>
                </a:ext>
              </a:extLst>
            </p:cNvPr>
            <p:cNvSpPr txBox="1"/>
            <p:nvPr/>
          </p:nvSpPr>
          <p:spPr>
            <a:xfrm>
              <a:off x="460225" y="662811"/>
              <a:ext cx="525250"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Shows</a:t>
              </a:r>
            </a:p>
          </p:txBody>
        </p:sp>
        <p:grpSp>
          <p:nvGrpSpPr>
            <p:cNvPr id="113" name="Group 113">
              <a:extLst>
                <a:ext uri="{FF2B5EF4-FFF2-40B4-BE49-F238E27FC236}">
                  <a16:creationId xmlns:a16="http://schemas.microsoft.com/office/drawing/2014/main" id="{7EC14374-9BB4-508E-32BB-93E1FF0A2280}"/>
                </a:ext>
              </a:extLst>
            </p:cNvPr>
            <p:cNvGrpSpPr/>
            <p:nvPr/>
          </p:nvGrpSpPr>
          <p:grpSpPr>
            <a:xfrm>
              <a:off x="8359" y="299404"/>
              <a:ext cx="1188163" cy="307120"/>
              <a:chOff x="0" y="0"/>
              <a:chExt cx="253475" cy="65519"/>
            </a:xfrm>
          </p:grpSpPr>
          <p:sp>
            <p:nvSpPr>
              <p:cNvPr id="114" name="Freeform 114">
                <a:extLst>
                  <a:ext uri="{FF2B5EF4-FFF2-40B4-BE49-F238E27FC236}">
                    <a16:creationId xmlns:a16="http://schemas.microsoft.com/office/drawing/2014/main" id="{2D299347-9745-6D34-0ECA-BEC4CAEFF410}"/>
                  </a:ext>
                </a:extLst>
              </p:cNvPr>
              <p:cNvSpPr/>
              <p:nvPr/>
            </p:nvSpPr>
            <p:spPr>
              <a:xfrm>
                <a:off x="0" y="0"/>
                <a:ext cx="253475" cy="65519"/>
              </a:xfrm>
              <a:custGeom>
                <a:avLst/>
                <a:gdLst/>
                <a:ahLst/>
                <a:cxnLst/>
                <a:rect l="l" t="t" r="r" b="b"/>
                <a:pathLst>
                  <a:path w="253475" h="65519">
                    <a:moveTo>
                      <a:pt x="0" y="0"/>
                    </a:moveTo>
                    <a:lnTo>
                      <a:pt x="253475" y="0"/>
                    </a:lnTo>
                    <a:lnTo>
                      <a:pt x="253475" y="65519"/>
                    </a:lnTo>
                    <a:lnTo>
                      <a:pt x="0" y="65519"/>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15" name="TextBox 115">
                <a:extLst>
                  <a:ext uri="{FF2B5EF4-FFF2-40B4-BE49-F238E27FC236}">
                    <a16:creationId xmlns:a16="http://schemas.microsoft.com/office/drawing/2014/main" id="{A1E23B0F-2D7A-C8B7-BA14-F9749C16D7EB}"/>
                  </a:ext>
                </a:extLst>
              </p:cNvPr>
              <p:cNvSpPr txBox="1"/>
              <p:nvPr/>
            </p:nvSpPr>
            <p:spPr>
              <a:xfrm>
                <a:off x="0" y="-28575"/>
                <a:ext cx="253475" cy="94094"/>
              </a:xfrm>
              <a:prstGeom prst="rect">
                <a:avLst/>
              </a:prstGeom>
            </p:spPr>
            <p:txBody>
              <a:bodyPr lIns="40638" tIns="40638" rIns="40638" bIns="40638" rtlCol="0" anchor="ctr"/>
              <a:lstStyle/>
              <a:p>
                <a:pPr algn="ctr">
                  <a:lnSpc>
                    <a:spcPts val="2016"/>
                  </a:lnSpc>
                </a:pPr>
                <a:endParaRPr sz="1088"/>
              </a:p>
            </p:txBody>
          </p:sp>
        </p:grpSp>
        <p:grpSp>
          <p:nvGrpSpPr>
            <p:cNvPr id="116" name="Group 116">
              <a:extLst>
                <a:ext uri="{FF2B5EF4-FFF2-40B4-BE49-F238E27FC236}">
                  <a16:creationId xmlns:a16="http://schemas.microsoft.com/office/drawing/2014/main" id="{47E4EF6E-AFC2-ED8F-13C6-FD625FC2DD92}"/>
                </a:ext>
              </a:extLst>
            </p:cNvPr>
            <p:cNvGrpSpPr/>
            <p:nvPr/>
          </p:nvGrpSpPr>
          <p:grpSpPr>
            <a:xfrm>
              <a:off x="8359" y="589938"/>
              <a:ext cx="1188163" cy="332535"/>
              <a:chOff x="0" y="0"/>
              <a:chExt cx="253475" cy="70941"/>
            </a:xfrm>
          </p:grpSpPr>
          <p:sp>
            <p:nvSpPr>
              <p:cNvPr id="117" name="Freeform 117">
                <a:extLst>
                  <a:ext uri="{FF2B5EF4-FFF2-40B4-BE49-F238E27FC236}">
                    <a16:creationId xmlns:a16="http://schemas.microsoft.com/office/drawing/2014/main" id="{589B2AB9-5060-A522-AFA2-15E3E1A99B6A}"/>
                  </a:ext>
                </a:extLst>
              </p:cNvPr>
              <p:cNvSpPr/>
              <p:nvPr/>
            </p:nvSpPr>
            <p:spPr>
              <a:xfrm>
                <a:off x="0" y="0"/>
                <a:ext cx="253475" cy="70941"/>
              </a:xfrm>
              <a:custGeom>
                <a:avLst/>
                <a:gdLst/>
                <a:ahLst/>
                <a:cxnLst/>
                <a:rect l="l" t="t" r="r" b="b"/>
                <a:pathLst>
                  <a:path w="253475" h="70941">
                    <a:moveTo>
                      <a:pt x="0" y="0"/>
                    </a:moveTo>
                    <a:lnTo>
                      <a:pt x="253475" y="0"/>
                    </a:lnTo>
                    <a:lnTo>
                      <a:pt x="253475" y="70941"/>
                    </a:lnTo>
                    <a:lnTo>
                      <a:pt x="0" y="70941"/>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18" name="TextBox 118">
                <a:extLst>
                  <a:ext uri="{FF2B5EF4-FFF2-40B4-BE49-F238E27FC236}">
                    <a16:creationId xmlns:a16="http://schemas.microsoft.com/office/drawing/2014/main" id="{93781B92-5362-4CD4-2304-99065990D43D}"/>
                  </a:ext>
                </a:extLst>
              </p:cNvPr>
              <p:cNvSpPr txBox="1"/>
              <p:nvPr/>
            </p:nvSpPr>
            <p:spPr>
              <a:xfrm>
                <a:off x="0" y="-28575"/>
                <a:ext cx="253475" cy="99516"/>
              </a:xfrm>
              <a:prstGeom prst="rect">
                <a:avLst/>
              </a:prstGeom>
            </p:spPr>
            <p:txBody>
              <a:bodyPr lIns="40638" tIns="40638" rIns="40638" bIns="40638" rtlCol="0" anchor="ctr"/>
              <a:lstStyle/>
              <a:p>
                <a:pPr algn="ctr">
                  <a:lnSpc>
                    <a:spcPts val="2016"/>
                  </a:lnSpc>
                </a:pPr>
                <a:endParaRPr sz="1088"/>
              </a:p>
            </p:txBody>
          </p:sp>
        </p:grpSp>
        <p:grpSp>
          <p:nvGrpSpPr>
            <p:cNvPr id="119" name="Group 119">
              <a:extLst>
                <a:ext uri="{FF2B5EF4-FFF2-40B4-BE49-F238E27FC236}">
                  <a16:creationId xmlns:a16="http://schemas.microsoft.com/office/drawing/2014/main" id="{60575CC5-71F9-9021-B765-9A6037C8814A}"/>
                </a:ext>
              </a:extLst>
            </p:cNvPr>
            <p:cNvGrpSpPr/>
            <p:nvPr/>
          </p:nvGrpSpPr>
          <p:grpSpPr>
            <a:xfrm>
              <a:off x="8359" y="907837"/>
              <a:ext cx="1188163" cy="390835"/>
              <a:chOff x="0" y="0"/>
              <a:chExt cx="253475" cy="83378"/>
            </a:xfrm>
          </p:grpSpPr>
          <p:sp>
            <p:nvSpPr>
              <p:cNvPr id="120" name="Freeform 120">
                <a:extLst>
                  <a:ext uri="{FF2B5EF4-FFF2-40B4-BE49-F238E27FC236}">
                    <a16:creationId xmlns:a16="http://schemas.microsoft.com/office/drawing/2014/main" id="{36707692-25B9-4A53-13CE-B9DBEDFEBDB4}"/>
                  </a:ext>
                </a:extLst>
              </p:cNvPr>
              <p:cNvSpPr/>
              <p:nvPr/>
            </p:nvSpPr>
            <p:spPr>
              <a:xfrm>
                <a:off x="0" y="0"/>
                <a:ext cx="253475" cy="83378"/>
              </a:xfrm>
              <a:custGeom>
                <a:avLst/>
                <a:gdLst/>
                <a:ahLst/>
                <a:cxnLst/>
                <a:rect l="l" t="t" r="r" b="b"/>
                <a:pathLst>
                  <a:path w="253475" h="83378">
                    <a:moveTo>
                      <a:pt x="0" y="0"/>
                    </a:moveTo>
                    <a:lnTo>
                      <a:pt x="253475" y="0"/>
                    </a:lnTo>
                    <a:lnTo>
                      <a:pt x="253475" y="83378"/>
                    </a:lnTo>
                    <a:lnTo>
                      <a:pt x="0" y="83378"/>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21" name="TextBox 121">
                <a:extLst>
                  <a:ext uri="{FF2B5EF4-FFF2-40B4-BE49-F238E27FC236}">
                    <a16:creationId xmlns:a16="http://schemas.microsoft.com/office/drawing/2014/main" id="{0F2B13BD-47C1-6E45-846D-AD888A6EE3B0}"/>
                  </a:ext>
                </a:extLst>
              </p:cNvPr>
              <p:cNvSpPr txBox="1"/>
              <p:nvPr/>
            </p:nvSpPr>
            <p:spPr>
              <a:xfrm>
                <a:off x="0" y="-28575"/>
                <a:ext cx="253475" cy="111953"/>
              </a:xfrm>
              <a:prstGeom prst="rect">
                <a:avLst/>
              </a:prstGeom>
            </p:spPr>
            <p:txBody>
              <a:bodyPr lIns="40638" tIns="40638" rIns="40638" bIns="40638" rtlCol="0" anchor="ctr"/>
              <a:lstStyle/>
              <a:p>
                <a:pPr algn="ctr">
                  <a:lnSpc>
                    <a:spcPts val="2016"/>
                  </a:lnSpc>
                </a:pPr>
                <a:endParaRPr sz="1088"/>
              </a:p>
            </p:txBody>
          </p:sp>
        </p:grpSp>
      </p:grpSp>
      <p:grpSp>
        <p:nvGrpSpPr>
          <p:cNvPr id="122" name="Group 122">
            <a:extLst>
              <a:ext uri="{FF2B5EF4-FFF2-40B4-BE49-F238E27FC236}">
                <a16:creationId xmlns:a16="http://schemas.microsoft.com/office/drawing/2014/main" id="{6FAE0F3D-8B4B-2695-2931-6156D0584F73}"/>
              </a:ext>
            </a:extLst>
          </p:cNvPr>
          <p:cNvGrpSpPr/>
          <p:nvPr/>
        </p:nvGrpSpPr>
        <p:grpSpPr>
          <a:xfrm>
            <a:off x="5492559" y="5707549"/>
            <a:ext cx="1533283" cy="422129"/>
            <a:chOff x="0" y="0"/>
            <a:chExt cx="545191" cy="150097"/>
          </a:xfrm>
        </p:grpSpPr>
        <p:sp>
          <p:nvSpPr>
            <p:cNvPr id="123" name="Freeform 123">
              <a:extLst>
                <a:ext uri="{FF2B5EF4-FFF2-40B4-BE49-F238E27FC236}">
                  <a16:creationId xmlns:a16="http://schemas.microsoft.com/office/drawing/2014/main" id="{128CF00A-B785-F094-D619-62CCD296D752}"/>
                </a:ext>
              </a:extLst>
            </p:cNvPr>
            <p:cNvSpPr/>
            <p:nvPr/>
          </p:nvSpPr>
          <p:spPr>
            <a:xfrm>
              <a:off x="0" y="0"/>
              <a:ext cx="545191" cy="150097"/>
            </a:xfrm>
            <a:custGeom>
              <a:avLst/>
              <a:gdLst/>
              <a:ahLst/>
              <a:cxnLst/>
              <a:rect l="l" t="t" r="r" b="b"/>
              <a:pathLst>
                <a:path w="545191" h="150097">
                  <a:moveTo>
                    <a:pt x="75049" y="0"/>
                  </a:moveTo>
                  <a:lnTo>
                    <a:pt x="470143" y="0"/>
                  </a:lnTo>
                  <a:cubicBezTo>
                    <a:pt x="511591" y="0"/>
                    <a:pt x="545191" y="33600"/>
                    <a:pt x="545191" y="75049"/>
                  </a:cubicBezTo>
                  <a:lnTo>
                    <a:pt x="545191" y="75049"/>
                  </a:lnTo>
                  <a:cubicBezTo>
                    <a:pt x="545191" y="94953"/>
                    <a:pt x="537284" y="114042"/>
                    <a:pt x="523210" y="128116"/>
                  </a:cubicBezTo>
                  <a:cubicBezTo>
                    <a:pt x="509136" y="142190"/>
                    <a:pt x="490047" y="150097"/>
                    <a:pt x="470143" y="150097"/>
                  </a:cubicBezTo>
                  <a:lnTo>
                    <a:pt x="75049" y="150097"/>
                  </a:lnTo>
                  <a:cubicBezTo>
                    <a:pt x="33600" y="150097"/>
                    <a:pt x="0" y="116497"/>
                    <a:pt x="0" y="75049"/>
                  </a:cubicBezTo>
                  <a:lnTo>
                    <a:pt x="0" y="75049"/>
                  </a:lnTo>
                  <a:cubicBezTo>
                    <a:pt x="0" y="33600"/>
                    <a:pt x="33600" y="0"/>
                    <a:pt x="75049" y="0"/>
                  </a:cubicBezTo>
                  <a:close/>
                </a:path>
              </a:pathLst>
            </a:custGeom>
            <a:solidFill>
              <a:srgbClr val="FFBB54">
                <a:alpha val="0"/>
              </a:srgbClr>
            </a:solidFill>
            <a:ln w="9525" cap="sq">
              <a:solidFill>
                <a:srgbClr val="EF5E3B">
                  <a:alpha val="0"/>
                </a:srgbClr>
              </a:solidFill>
              <a:prstDash val="solid"/>
              <a:miter/>
            </a:ln>
          </p:spPr>
          <p:txBody>
            <a:bodyPr/>
            <a:lstStyle/>
            <a:p>
              <a:endParaRPr lang="en-SG" sz="1088"/>
            </a:p>
          </p:txBody>
        </p:sp>
        <p:sp>
          <p:nvSpPr>
            <p:cNvPr id="124" name="TextBox 124">
              <a:extLst>
                <a:ext uri="{FF2B5EF4-FFF2-40B4-BE49-F238E27FC236}">
                  <a16:creationId xmlns:a16="http://schemas.microsoft.com/office/drawing/2014/main" id="{5E656117-B5C8-ADC4-4356-B080968605B0}"/>
                </a:ext>
              </a:extLst>
            </p:cNvPr>
            <p:cNvSpPr txBox="1"/>
            <p:nvPr/>
          </p:nvSpPr>
          <p:spPr>
            <a:xfrm>
              <a:off x="0" y="-28575"/>
              <a:ext cx="545191" cy="178672"/>
            </a:xfrm>
            <a:prstGeom prst="rect">
              <a:avLst/>
            </a:prstGeom>
          </p:spPr>
          <p:txBody>
            <a:bodyPr lIns="40638" tIns="40638" rIns="40638" bIns="40638" rtlCol="0" anchor="ctr"/>
            <a:lstStyle/>
            <a:p>
              <a:pPr algn="ctr">
                <a:lnSpc>
                  <a:spcPts val="2016"/>
                </a:lnSpc>
              </a:pPr>
              <a:endParaRPr sz="1088"/>
            </a:p>
          </p:txBody>
        </p:sp>
      </p:grpSp>
      <p:sp>
        <p:nvSpPr>
          <p:cNvPr id="125" name="TextBox 125">
            <a:extLst>
              <a:ext uri="{FF2B5EF4-FFF2-40B4-BE49-F238E27FC236}">
                <a16:creationId xmlns:a16="http://schemas.microsoft.com/office/drawing/2014/main" id="{D0409A4A-B0AF-C719-70AB-154ACB973975}"/>
              </a:ext>
            </a:extLst>
          </p:cNvPr>
          <p:cNvSpPr txBox="1"/>
          <p:nvPr/>
        </p:nvSpPr>
        <p:spPr>
          <a:xfrm>
            <a:off x="4117486" y="131129"/>
            <a:ext cx="4367472" cy="444737"/>
          </a:xfrm>
          <a:prstGeom prst="rect">
            <a:avLst/>
          </a:prstGeom>
        </p:spPr>
        <p:txBody>
          <a:bodyPr wrap="square" lIns="0" tIns="0" rIns="0" bIns="0" rtlCol="0" anchor="t">
            <a:spAutoFit/>
          </a:bodyPr>
          <a:lstStyle/>
          <a:p>
            <a:pPr algn="ctr">
              <a:lnSpc>
                <a:spcPts val="3583"/>
              </a:lnSpc>
              <a:spcBef>
                <a:spcPct val="0"/>
              </a:spcBef>
            </a:pPr>
            <a:r>
              <a:rPr lang="en-US" sz="2559" dirty="0">
                <a:solidFill>
                  <a:srgbClr val="000000"/>
                </a:solidFill>
                <a:latin typeface="League Spartan"/>
                <a:ea typeface="League Spartan"/>
                <a:cs typeface="League Spartan"/>
                <a:sym typeface="League Spartan"/>
              </a:rPr>
              <a:t>Multiversal Studios Map</a:t>
            </a:r>
          </a:p>
        </p:txBody>
      </p:sp>
      <p:sp>
        <p:nvSpPr>
          <p:cNvPr id="126" name="TextBox 126">
            <a:extLst>
              <a:ext uri="{FF2B5EF4-FFF2-40B4-BE49-F238E27FC236}">
                <a16:creationId xmlns:a16="http://schemas.microsoft.com/office/drawing/2014/main" id="{38965A7F-AD4F-7BEC-C1F0-6228858F81C1}"/>
              </a:ext>
            </a:extLst>
          </p:cNvPr>
          <p:cNvSpPr txBox="1"/>
          <p:nvPr/>
        </p:nvSpPr>
        <p:spPr>
          <a:xfrm>
            <a:off x="7547328" y="5765378"/>
            <a:ext cx="987699" cy="314830"/>
          </a:xfrm>
          <a:prstGeom prst="rect">
            <a:avLst/>
          </a:prstGeom>
        </p:spPr>
        <p:txBody>
          <a:bodyPr wrap="square" lIns="0" tIns="0" rIns="0" bIns="0" rtlCol="0" anchor="t">
            <a:spAutoFit/>
          </a:bodyPr>
          <a:lstStyle/>
          <a:p>
            <a:pPr algn="ctr">
              <a:lnSpc>
                <a:spcPts val="1224"/>
              </a:lnSpc>
              <a:spcBef>
                <a:spcPct val="0"/>
              </a:spcBef>
            </a:pPr>
            <a:r>
              <a:rPr lang="en-US" sz="1440">
                <a:solidFill>
                  <a:srgbClr val="000000"/>
                </a:solidFill>
                <a:latin typeface="Roboto Mono"/>
                <a:ea typeface="Roboto Mono"/>
                <a:cs typeface="Roboto Mono"/>
                <a:sym typeface="Roboto Mono"/>
              </a:rPr>
              <a:t>Ok</a:t>
            </a:r>
          </a:p>
          <a:p>
            <a:pPr algn="ctr">
              <a:lnSpc>
                <a:spcPts val="1224"/>
              </a:lnSpc>
              <a:spcBef>
                <a:spcPct val="0"/>
              </a:spcBef>
            </a:pPr>
            <a:r>
              <a:rPr lang="en-US" sz="1440">
                <a:solidFill>
                  <a:srgbClr val="000000"/>
                </a:solidFill>
                <a:latin typeface="Roboto Mono"/>
                <a:ea typeface="Roboto Mono"/>
                <a:cs typeface="Roboto Mono"/>
                <a:sym typeface="Roboto Mono"/>
              </a:rPr>
              <a:t>More tips</a:t>
            </a:r>
          </a:p>
        </p:txBody>
      </p:sp>
      <p:sp>
        <p:nvSpPr>
          <p:cNvPr id="127" name="TextBox 127">
            <a:extLst>
              <a:ext uri="{FF2B5EF4-FFF2-40B4-BE49-F238E27FC236}">
                <a16:creationId xmlns:a16="http://schemas.microsoft.com/office/drawing/2014/main" id="{A8BE6C7D-1EAE-5CEE-C72B-512231565785}"/>
              </a:ext>
            </a:extLst>
          </p:cNvPr>
          <p:cNvSpPr txBox="1"/>
          <p:nvPr/>
        </p:nvSpPr>
        <p:spPr>
          <a:xfrm>
            <a:off x="5600720" y="5765378"/>
            <a:ext cx="1316964" cy="314830"/>
          </a:xfrm>
          <a:prstGeom prst="rect">
            <a:avLst/>
          </a:prstGeom>
        </p:spPr>
        <p:txBody>
          <a:bodyPr wrap="square" lIns="0" tIns="0" rIns="0" bIns="0" rtlCol="0" anchor="t">
            <a:spAutoFit/>
          </a:bodyPr>
          <a:lstStyle/>
          <a:p>
            <a:pPr algn="ctr">
              <a:lnSpc>
                <a:spcPts val="1224"/>
              </a:lnSpc>
            </a:pPr>
            <a:r>
              <a:rPr lang="en-US" sz="1440">
                <a:solidFill>
                  <a:srgbClr val="000000"/>
                </a:solidFill>
                <a:latin typeface="Roboto Mono"/>
                <a:ea typeface="Roboto Mono"/>
                <a:cs typeface="Roboto Mono"/>
                <a:sym typeface="Roboto Mono"/>
              </a:rPr>
              <a:t>Ok</a:t>
            </a:r>
          </a:p>
          <a:p>
            <a:pPr algn="ctr">
              <a:lnSpc>
                <a:spcPts val="1224"/>
              </a:lnSpc>
            </a:pPr>
            <a:r>
              <a:rPr lang="en-US" sz="1440">
                <a:solidFill>
                  <a:srgbClr val="000000"/>
                </a:solidFill>
                <a:latin typeface="Roboto Mono"/>
                <a:ea typeface="Roboto Mono"/>
                <a:cs typeface="Roboto Mono"/>
                <a:sym typeface="Roboto Mono"/>
              </a:rPr>
              <a:t>No More tips</a:t>
            </a:r>
          </a:p>
        </p:txBody>
      </p:sp>
      <p:sp>
        <p:nvSpPr>
          <p:cNvPr id="128" name="TextBox 128">
            <a:extLst>
              <a:ext uri="{FF2B5EF4-FFF2-40B4-BE49-F238E27FC236}">
                <a16:creationId xmlns:a16="http://schemas.microsoft.com/office/drawing/2014/main" id="{4B54AB08-E9E7-7419-3B3C-0D0920EBBBE9}"/>
              </a:ext>
            </a:extLst>
          </p:cNvPr>
          <p:cNvSpPr txBox="1"/>
          <p:nvPr/>
        </p:nvSpPr>
        <p:spPr>
          <a:xfrm>
            <a:off x="436763" y="696845"/>
            <a:ext cx="1475928"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Burger Queen</a:t>
            </a:r>
          </a:p>
        </p:txBody>
      </p:sp>
      <p:sp>
        <p:nvSpPr>
          <p:cNvPr id="129" name="TextBox 129">
            <a:extLst>
              <a:ext uri="{FF2B5EF4-FFF2-40B4-BE49-F238E27FC236}">
                <a16:creationId xmlns:a16="http://schemas.microsoft.com/office/drawing/2014/main" id="{D928AF1E-96A3-82F6-D9A7-45E9B94D83F7}"/>
              </a:ext>
            </a:extLst>
          </p:cNvPr>
          <p:cNvSpPr txBox="1"/>
          <p:nvPr/>
        </p:nvSpPr>
        <p:spPr>
          <a:xfrm>
            <a:off x="87977" y="117046"/>
            <a:ext cx="2478963" cy="419346"/>
          </a:xfrm>
          <a:prstGeom prst="rect">
            <a:avLst/>
          </a:prstGeom>
        </p:spPr>
        <p:txBody>
          <a:bodyPr wrap="square" lIns="0" tIns="0" rIns="0" bIns="0" rtlCol="0" anchor="t">
            <a:spAutoFit/>
          </a:bodyPr>
          <a:lstStyle/>
          <a:p>
            <a:pPr>
              <a:lnSpc>
                <a:spcPts val="3359"/>
              </a:lnSpc>
              <a:spcBef>
                <a:spcPct val="0"/>
              </a:spcBef>
            </a:pPr>
            <a:r>
              <a:rPr lang="en-US" sz="2399" dirty="0">
                <a:solidFill>
                  <a:srgbClr val="FFFFFF"/>
                </a:solidFill>
                <a:latin typeface="League Spartan"/>
                <a:ea typeface="League Spartan"/>
                <a:cs typeface="League Spartan"/>
                <a:sym typeface="League Spartan"/>
              </a:rPr>
              <a:t>List of all places</a:t>
            </a:r>
          </a:p>
        </p:txBody>
      </p:sp>
      <p:sp>
        <p:nvSpPr>
          <p:cNvPr id="130" name="TextBox 130">
            <a:extLst>
              <a:ext uri="{FF2B5EF4-FFF2-40B4-BE49-F238E27FC236}">
                <a16:creationId xmlns:a16="http://schemas.microsoft.com/office/drawing/2014/main" id="{AF2BFCB7-4764-39A8-72EE-63FB9B960812}"/>
              </a:ext>
            </a:extLst>
          </p:cNvPr>
          <p:cNvSpPr txBox="1"/>
          <p:nvPr/>
        </p:nvSpPr>
        <p:spPr>
          <a:xfrm>
            <a:off x="459907" y="1062340"/>
            <a:ext cx="2161323"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19 mins</a:t>
            </a:r>
          </a:p>
        </p:txBody>
      </p:sp>
      <p:sp>
        <p:nvSpPr>
          <p:cNvPr id="131" name="TextBox 131">
            <a:extLst>
              <a:ext uri="{FF2B5EF4-FFF2-40B4-BE49-F238E27FC236}">
                <a16:creationId xmlns:a16="http://schemas.microsoft.com/office/drawing/2014/main" id="{9F52D5ED-0A04-D3F1-D0BA-96F7A1B3D8BE}"/>
              </a:ext>
            </a:extLst>
          </p:cNvPr>
          <p:cNvSpPr txBox="1"/>
          <p:nvPr/>
        </p:nvSpPr>
        <p:spPr>
          <a:xfrm>
            <a:off x="484610" y="4255862"/>
            <a:ext cx="1355302"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Music show</a:t>
            </a:r>
          </a:p>
        </p:txBody>
      </p:sp>
      <p:sp>
        <p:nvSpPr>
          <p:cNvPr id="132" name="TextBox 132">
            <a:extLst>
              <a:ext uri="{FF2B5EF4-FFF2-40B4-BE49-F238E27FC236}">
                <a16:creationId xmlns:a16="http://schemas.microsoft.com/office/drawing/2014/main" id="{5C16DF92-3AD8-D570-2353-1061F953872E}"/>
              </a:ext>
            </a:extLst>
          </p:cNvPr>
          <p:cNvSpPr txBox="1"/>
          <p:nvPr/>
        </p:nvSpPr>
        <p:spPr>
          <a:xfrm>
            <a:off x="459909" y="2402105"/>
            <a:ext cx="1193430" cy="252249"/>
          </a:xfrm>
          <a:prstGeom prst="rect">
            <a:avLst/>
          </a:prstGeom>
        </p:spPr>
        <p:txBody>
          <a:bodyPr wrap="square" lIns="0" tIns="0" rIns="0" bIns="0" rtlCol="0" anchor="t">
            <a:spAutoFit/>
          </a:bodyPr>
          <a:lstStyle/>
          <a:p>
            <a:pPr>
              <a:lnSpc>
                <a:spcPts val="2127"/>
              </a:lnSpc>
              <a:spcBef>
                <a:spcPct val="0"/>
              </a:spcBef>
            </a:pPr>
            <a:r>
              <a:rPr lang="en-US" sz="1519" b="1">
                <a:solidFill>
                  <a:srgbClr val="000000"/>
                </a:solidFill>
                <a:latin typeface="Canva Sans Bold"/>
                <a:ea typeface="Canva Sans Bold"/>
                <a:cs typeface="Canva Sans Bold"/>
                <a:sym typeface="Canva Sans Bold"/>
              </a:rPr>
              <a:t>Bumper cars</a:t>
            </a:r>
          </a:p>
        </p:txBody>
      </p:sp>
      <p:sp>
        <p:nvSpPr>
          <p:cNvPr id="133" name="TextBox 133">
            <a:extLst>
              <a:ext uri="{FF2B5EF4-FFF2-40B4-BE49-F238E27FC236}">
                <a16:creationId xmlns:a16="http://schemas.microsoft.com/office/drawing/2014/main" id="{67379662-49DD-6332-568A-FE507BC3BA52}"/>
              </a:ext>
            </a:extLst>
          </p:cNvPr>
          <p:cNvSpPr txBox="1"/>
          <p:nvPr/>
        </p:nvSpPr>
        <p:spPr>
          <a:xfrm>
            <a:off x="459907" y="2736862"/>
            <a:ext cx="2116328"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15 mins</a:t>
            </a:r>
          </a:p>
        </p:txBody>
      </p:sp>
      <p:sp>
        <p:nvSpPr>
          <p:cNvPr id="134" name="TextBox 134">
            <a:extLst>
              <a:ext uri="{FF2B5EF4-FFF2-40B4-BE49-F238E27FC236}">
                <a16:creationId xmlns:a16="http://schemas.microsoft.com/office/drawing/2014/main" id="{02384052-071C-76D1-FE2E-C1D05DEDE099}"/>
              </a:ext>
            </a:extLst>
          </p:cNvPr>
          <p:cNvSpPr txBox="1"/>
          <p:nvPr/>
        </p:nvSpPr>
        <p:spPr>
          <a:xfrm>
            <a:off x="454246" y="6995665"/>
            <a:ext cx="2248150"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23 mins</a:t>
            </a:r>
          </a:p>
        </p:txBody>
      </p:sp>
      <p:sp>
        <p:nvSpPr>
          <p:cNvPr id="135" name="TextBox 135">
            <a:extLst>
              <a:ext uri="{FF2B5EF4-FFF2-40B4-BE49-F238E27FC236}">
                <a16:creationId xmlns:a16="http://schemas.microsoft.com/office/drawing/2014/main" id="{22835E94-598A-A8D4-9077-94F4D980BFAC}"/>
              </a:ext>
            </a:extLst>
          </p:cNvPr>
          <p:cNvSpPr txBox="1"/>
          <p:nvPr/>
        </p:nvSpPr>
        <p:spPr>
          <a:xfrm>
            <a:off x="468516" y="6683812"/>
            <a:ext cx="1475926"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Ferris wheels</a:t>
            </a:r>
          </a:p>
        </p:txBody>
      </p:sp>
      <p:sp>
        <p:nvSpPr>
          <p:cNvPr id="136" name="TextBox 136">
            <a:extLst>
              <a:ext uri="{FF2B5EF4-FFF2-40B4-BE49-F238E27FC236}">
                <a16:creationId xmlns:a16="http://schemas.microsoft.com/office/drawing/2014/main" id="{B534EACB-4DE0-2A1D-A199-2466C59032F1}"/>
              </a:ext>
            </a:extLst>
          </p:cNvPr>
          <p:cNvSpPr txBox="1"/>
          <p:nvPr/>
        </p:nvSpPr>
        <p:spPr>
          <a:xfrm>
            <a:off x="484610" y="4621098"/>
            <a:ext cx="2136620"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14 mins</a:t>
            </a:r>
          </a:p>
        </p:txBody>
      </p:sp>
      <p:sp>
        <p:nvSpPr>
          <p:cNvPr id="137" name="TextBox 137">
            <a:extLst>
              <a:ext uri="{FF2B5EF4-FFF2-40B4-BE49-F238E27FC236}">
                <a16:creationId xmlns:a16="http://schemas.microsoft.com/office/drawing/2014/main" id="{C477DAC5-4723-A454-8427-A816F9AC51EB}"/>
              </a:ext>
            </a:extLst>
          </p:cNvPr>
          <p:cNvSpPr txBox="1"/>
          <p:nvPr/>
        </p:nvSpPr>
        <p:spPr>
          <a:xfrm>
            <a:off x="459908" y="5121964"/>
            <a:ext cx="999004"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Fireworks</a:t>
            </a:r>
          </a:p>
        </p:txBody>
      </p:sp>
      <p:sp>
        <p:nvSpPr>
          <p:cNvPr id="138" name="TextBox 138">
            <a:extLst>
              <a:ext uri="{FF2B5EF4-FFF2-40B4-BE49-F238E27FC236}">
                <a16:creationId xmlns:a16="http://schemas.microsoft.com/office/drawing/2014/main" id="{D125934C-D223-CA97-C785-BFD1532C7DB1}"/>
              </a:ext>
            </a:extLst>
          </p:cNvPr>
          <p:cNvSpPr txBox="1"/>
          <p:nvPr/>
        </p:nvSpPr>
        <p:spPr>
          <a:xfrm>
            <a:off x="500450" y="5410070"/>
            <a:ext cx="218446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50 mins</a:t>
            </a:r>
          </a:p>
        </p:txBody>
      </p:sp>
      <p:sp>
        <p:nvSpPr>
          <p:cNvPr id="139" name="TextBox 139">
            <a:extLst>
              <a:ext uri="{FF2B5EF4-FFF2-40B4-BE49-F238E27FC236}">
                <a16:creationId xmlns:a16="http://schemas.microsoft.com/office/drawing/2014/main" id="{0D62DE79-8106-D5E9-BB17-FAC169E02491}"/>
              </a:ext>
            </a:extLst>
          </p:cNvPr>
          <p:cNvSpPr txBox="1"/>
          <p:nvPr/>
        </p:nvSpPr>
        <p:spPr>
          <a:xfrm>
            <a:off x="468516" y="5977937"/>
            <a:ext cx="1797733"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Ice Cream Corner</a:t>
            </a:r>
          </a:p>
        </p:txBody>
      </p:sp>
      <p:sp>
        <p:nvSpPr>
          <p:cNvPr id="140" name="TextBox 140">
            <a:extLst>
              <a:ext uri="{FF2B5EF4-FFF2-40B4-BE49-F238E27FC236}">
                <a16:creationId xmlns:a16="http://schemas.microsoft.com/office/drawing/2014/main" id="{7E8CD24F-4BAA-4280-801C-5E79FBB7E4E3}"/>
              </a:ext>
            </a:extLst>
          </p:cNvPr>
          <p:cNvSpPr txBox="1"/>
          <p:nvPr/>
        </p:nvSpPr>
        <p:spPr>
          <a:xfrm>
            <a:off x="459909" y="6301818"/>
            <a:ext cx="211632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5 mins</a:t>
            </a:r>
          </a:p>
        </p:txBody>
      </p:sp>
      <p:sp>
        <p:nvSpPr>
          <p:cNvPr id="141" name="TextBox 141">
            <a:extLst>
              <a:ext uri="{FF2B5EF4-FFF2-40B4-BE49-F238E27FC236}">
                <a16:creationId xmlns:a16="http://schemas.microsoft.com/office/drawing/2014/main" id="{8DBBA2C5-90BC-C388-E7A5-29E04B576B43}"/>
              </a:ext>
            </a:extLst>
          </p:cNvPr>
          <p:cNvSpPr txBox="1"/>
          <p:nvPr/>
        </p:nvSpPr>
        <p:spPr>
          <a:xfrm>
            <a:off x="468516" y="3295323"/>
            <a:ext cx="1124377" cy="252249"/>
          </a:xfrm>
          <a:prstGeom prst="rect">
            <a:avLst/>
          </a:prstGeom>
        </p:spPr>
        <p:txBody>
          <a:bodyPr wrap="square" lIns="0" tIns="0" rIns="0" bIns="0" rtlCol="0" anchor="t">
            <a:spAutoFit/>
          </a:bodyPr>
          <a:lstStyle/>
          <a:p>
            <a:pPr>
              <a:lnSpc>
                <a:spcPts val="2127"/>
              </a:lnSpc>
              <a:spcBef>
                <a:spcPct val="0"/>
              </a:spcBef>
            </a:pPr>
            <a:r>
              <a:rPr lang="en-US" sz="1519" b="1">
                <a:solidFill>
                  <a:srgbClr val="000000"/>
                </a:solidFill>
                <a:latin typeface="Canva Sans Bold"/>
                <a:ea typeface="Canva Sans Bold"/>
                <a:cs typeface="Canva Sans Bold"/>
                <a:sym typeface="Canva Sans Bold"/>
              </a:rPr>
              <a:t>Pizza House</a:t>
            </a:r>
          </a:p>
        </p:txBody>
      </p:sp>
      <p:sp>
        <p:nvSpPr>
          <p:cNvPr id="142" name="TextBox 142">
            <a:extLst>
              <a:ext uri="{FF2B5EF4-FFF2-40B4-BE49-F238E27FC236}">
                <a16:creationId xmlns:a16="http://schemas.microsoft.com/office/drawing/2014/main" id="{3853C5F8-EEC3-8055-EFE7-7F0488F432FF}"/>
              </a:ext>
            </a:extLst>
          </p:cNvPr>
          <p:cNvSpPr txBox="1"/>
          <p:nvPr/>
        </p:nvSpPr>
        <p:spPr>
          <a:xfrm>
            <a:off x="436765" y="3685419"/>
            <a:ext cx="218446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17 mins</a:t>
            </a:r>
          </a:p>
        </p:txBody>
      </p:sp>
      <p:sp>
        <p:nvSpPr>
          <p:cNvPr id="143" name="TextBox 143">
            <a:extLst>
              <a:ext uri="{FF2B5EF4-FFF2-40B4-BE49-F238E27FC236}">
                <a16:creationId xmlns:a16="http://schemas.microsoft.com/office/drawing/2014/main" id="{CA2FA7F3-60B9-1BEE-8987-74695C54BBF3}"/>
              </a:ext>
            </a:extLst>
          </p:cNvPr>
          <p:cNvSpPr txBox="1"/>
          <p:nvPr/>
        </p:nvSpPr>
        <p:spPr>
          <a:xfrm>
            <a:off x="422519" y="1561519"/>
            <a:ext cx="1475929" cy="252249"/>
          </a:xfrm>
          <a:prstGeom prst="rect">
            <a:avLst/>
          </a:prstGeom>
        </p:spPr>
        <p:txBody>
          <a:bodyPr wrap="square" lIns="0" tIns="0" rIns="0" bIns="0" rtlCol="0" anchor="t">
            <a:spAutoFit/>
          </a:bodyPr>
          <a:lstStyle/>
          <a:p>
            <a:pPr>
              <a:lnSpc>
                <a:spcPts val="2127"/>
              </a:lnSpc>
              <a:spcBef>
                <a:spcPct val="0"/>
              </a:spcBef>
            </a:pPr>
            <a:r>
              <a:rPr lang="en-US" sz="1519" b="1">
                <a:solidFill>
                  <a:srgbClr val="000000"/>
                </a:solidFill>
                <a:latin typeface="Canva Sans Bold"/>
                <a:ea typeface="Canva Sans Bold"/>
                <a:cs typeface="Canva Sans Bold"/>
                <a:sym typeface="Canva Sans Bold"/>
              </a:rPr>
              <a:t>Castle Playtime</a:t>
            </a:r>
          </a:p>
        </p:txBody>
      </p:sp>
      <p:sp>
        <p:nvSpPr>
          <p:cNvPr id="144" name="TextBox 144">
            <a:extLst>
              <a:ext uri="{FF2B5EF4-FFF2-40B4-BE49-F238E27FC236}">
                <a16:creationId xmlns:a16="http://schemas.microsoft.com/office/drawing/2014/main" id="{B71F532B-2FD2-2A1B-6C2E-D06B6E2253F6}"/>
              </a:ext>
            </a:extLst>
          </p:cNvPr>
          <p:cNvSpPr txBox="1"/>
          <p:nvPr/>
        </p:nvSpPr>
        <p:spPr>
          <a:xfrm>
            <a:off x="459909" y="1936406"/>
            <a:ext cx="2116328"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20 mins</a:t>
            </a:r>
          </a:p>
        </p:txBody>
      </p:sp>
      <p:sp>
        <p:nvSpPr>
          <p:cNvPr id="145" name="TextBox 145">
            <a:hlinkClick r:id="rId43" action="ppaction://hlinksldjump"/>
            <a:extLst>
              <a:ext uri="{FF2B5EF4-FFF2-40B4-BE49-F238E27FC236}">
                <a16:creationId xmlns:a16="http://schemas.microsoft.com/office/drawing/2014/main" id="{7F78FBC0-44F1-C9AA-6987-8F25DF0BE6A1}"/>
              </a:ext>
            </a:extLst>
          </p:cNvPr>
          <p:cNvSpPr txBox="1"/>
          <p:nvPr/>
        </p:nvSpPr>
        <p:spPr>
          <a:xfrm>
            <a:off x="4109768" y="6736609"/>
            <a:ext cx="1363029" cy="228524"/>
          </a:xfrm>
          <a:prstGeom prst="rect">
            <a:avLst/>
          </a:prstGeom>
        </p:spPr>
        <p:txBody>
          <a:bodyPr wrap="square" lIns="0" tIns="0" rIns="0" bIns="0" rtlCol="0" anchor="t">
            <a:spAutoFit/>
          </a:bodyPr>
          <a:lstStyle/>
          <a:p>
            <a:pPr>
              <a:lnSpc>
                <a:spcPts val="1936"/>
              </a:lnSpc>
              <a:spcBef>
                <a:spcPct val="0"/>
              </a:spcBef>
            </a:pPr>
            <a:r>
              <a:rPr lang="en-US" sz="1383" b="1" dirty="0">
                <a:solidFill>
                  <a:srgbClr val="FDFDFD"/>
                </a:solidFill>
                <a:latin typeface="Canva Sans Bold"/>
                <a:ea typeface="Canva Sans Bold"/>
                <a:cs typeface="Canva Sans Bold"/>
                <a:sym typeface="Canva Sans Bold"/>
              </a:rPr>
              <a:t>Browse Videos</a:t>
            </a:r>
          </a:p>
        </p:txBody>
      </p:sp>
      <p:sp>
        <p:nvSpPr>
          <p:cNvPr id="146" name="TextBox 146">
            <a:hlinkClick r:id="rId44" action="ppaction://hlinksldjump"/>
            <a:extLst>
              <a:ext uri="{FF2B5EF4-FFF2-40B4-BE49-F238E27FC236}">
                <a16:creationId xmlns:a16="http://schemas.microsoft.com/office/drawing/2014/main" id="{2E590CCD-14B9-CFF7-EAAE-767572337959}"/>
              </a:ext>
            </a:extLst>
          </p:cNvPr>
          <p:cNvSpPr txBox="1"/>
          <p:nvPr/>
        </p:nvSpPr>
        <p:spPr>
          <a:xfrm>
            <a:off x="6359778" y="6733831"/>
            <a:ext cx="1524411" cy="228524"/>
          </a:xfrm>
          <a:prstGeom prst="rect">
            <a:avLst/>
          </a:prstGeom>
        </p:spPr>
        <p:txBody>
          <a:bodyPr wrap="square" lIns="0" tIns="0" rIns="0" bIns="0" rtlCol="0" anchor="t">
            <a:spAutoFit/>
          </a:bodyPr>
          <a:lstStyle/>
          <a:p>
            <a:pPr>
              <a:lnSpc>
                <a:spcPts val="1936"/>
              </a:lnSpc>
              <a:spcBef>
                <a:spcPct val="0"/>
              </a:spcBef>
            </a:pPr>
            <a:r>
              <a:rPr lang="en-US" sz="1383" b="1" dirty="0">
                <a:solidFill>
                  <a:srgbClr val="FDFDFD"/>
                </a:solidFill>
                <a:latin typeface="Canva Sans Bold"/>
                <a:ea typeface="Canva Sans Bold"/>
                <a:cs typeface="Canva Sans Bold"/>
                <a:sym typeface="Canva Sans Bold"/>
              </a:rPr>
              <a:t>Browse Photos</a:t>
            </a:r>
          </a:p>
        </p:txBody>
      </p:sp>
      <p:sp>
        <p:nvSpPr>
          <p:cNvPr id="147" name="TextBox 147">
            <a:hlinkClick r:id="rId45" action="ppaction://hlinksldjump"/>
            <a:extLst>
              <a:ext uri="{FF2B5EF4-FFF2-40B4-BE49-F238E27FC236}">
                <a16:creationId xmlns:a16="http://schemas.microsoft.com/office/drawing/2014/main" id="{5CED296C-9CB5-48AA-110B-D91373B3D1E0}"/>
              </a:ext>
            </a:extLst>
          </p:cNvPr>
          <p:cNvSpPr txBox="1"/>
          <p:nvPr/>
        </p:nvSpPr>
        <p:spPr>
          <a:xfrm>
            <a:off x="8756529" y="6720289"/>
            <a:ext cx="1120839" cy="228524"/>
          </a:xfrm>
          <a:prstGeom prst="rect">
            <a:avLst/>
          </a:prstGeom>
        </p:spPr>
        <p:txBody>
          <a:bodyPr wrap="square" lIns="0" tIns="0" rIns="0" bIns="0" rtlCol="0" anchor="t">
            <a:spAutoFit/>
          </a:bodyPr>
          <a:lstStyle/>
          <a:p>
            <a:pPr>
              <a:lnSpc>
                <a:spcPts val="1936"/>
              </a:lnSpc>
              <a:spcBef>
                <a:spcPct val="0"/>
              </a:spcBef>
            </a:pPr>
            <a:r>
              <a:rPr lang="en-US" sz="1383" b="1" dirty="0">
                <a:solidFill>
                  <a:srgbClr val="FDFDFD"/>
                </a:solidFill>
                <a:latin typeface="Canva Sans Bold"/>
                <a:ea typeface="Canva Sans Bold"/>
                <a:cs typeface="Canva Sans Bold"/>
                <a:sym typeface="Canva Sans Bold"/>
              </a:rPr>
              <a:t>Plan Trip</a:t>
            </a:r>
          </a:p>
        </p:txBody>
      </p:sp>
      <p:grpSp>
        <p:nvGrpSpPr>
          <p:cNvPr id="148" name="Group 148">
            <a:extLst>
              <a:ext uri="{FF2B5EF4-FFF2-40B4-BE49-F238E27FC236}">
                <a16:creationId xmlns:a16="http://schemas.microsoft.com/office/drawing/2014/main" id="{EB8E28F1-204F-A04C-F00C-074CF97708BA}"/>
              </a:ext>
            </a:extLst>
          </p:cNvPr>
          <p:cNvGrpSpPr/>
          <p:nvPr/>
        </p:nvGrpSpPr>
        <p:grpSpPr>
          <a:xfrm>
            <a:off x="5492559" y="5727280"/>
            <a:ext cx="1533283" cy="395177"/>
            <a:chOff x="0" y="0"/>
            <a:chExt cx="545191" cy="140514"/>
          </a:xfrm>
        </p:grpSpPr>
        <p:sp>
          <p:nvSpPr>
            <p:cNvPr id="149" name="Freeform 149">
              <a:hlinkClick r:id="rId46" action="ppaction://hlinksldjump"/>
              <a:extLst>
                <a:ext uri="{FF2B5EF4-FFF2-40B4-BE49-F238E27FC236}">
                  <a16:creationId xmlns:a16="http://schemas.microsoft.com/office/drawing/2014/main" id="{EB84FD1C-DCBC-65C5-7532-96F71E72BDA9}"/>
                </a:ext>
              </a:extLst>
            </p:cNvPr>
            <p:cNvSpPr/>
            <p:nvPr/>
          </p:nvSpPr>
          <p:spPr>
            <a:xfrm>
              <a:off x="0" y="0"/>
              <a:ext cx="545191" cy="140514"/>
            </a:xfrm>
            <a:custGeom>
              <a:avLst/>
              <a:gdLst/>
              <a:ahLst/>
              <a:cxnLst/>
              <a:rect l="l" t="t" r="r" b="b"/>
              <a:pathLst>
                <a:path w="545191" h="140514">
                  <a:moveTo>
                    <a:pt x="70257" y="0"/>
                  </a:moveTo>
                  <a:lnTo>
                    <a:pt x="474934" y="0"/>
                  </a:lnTo>
                  <a:cubicBezTo>
                    <a:pt x="513736" y="0"/>
                    <a:pt x="545191" y="31455"/>
                    <a:pt x="545191" y="70257"/>
                  </a:cubicBezTo>
                  <a:lnTo>
                    <a:pt x="545191" y="70257"/>
                  </a:lnTo>
                  <a:cubicBezTo>
                    <a:pt x="545191" y="109059"/>
                    <a:pt x="513736" y="140514"/>
                    <a:pt x="474934" y="140514"/>
                  </a:cubicBezTo>
                  <a:lnTo>
                    <a:pt x="70257" y="140514"/>
                  </a:lnTo>
                  <a:cubicBezTo>
                    <a:pt x="31455" y="140514"/>
                    <a:pt x="0" y="109059"/>
                    <a:pt x="0" y="70257"/>
                  </a:cubicBezTo>
                  <a:lnTo>
                    <a:pt x="0" y="70257"/>
                  </a:lnTo>
                  <a:cubicBezTo>
                    <a:pt x="0" y="31455"/>
                    <a:pt x="31455" y="0"/>
                    <a:pt x="70257" y="0"/>
                  </a:cubicBezTo>
                  <a:close/>
                </a:path>
              </a:pathLst>
            </a:custGeom>
            <a:solidFill>
              <a:srgbClr val="000000">
                <a:alpha val="0"/>
              </a:srgbClr>
            </a:solidFill>
            <a:ln w="9525" cap="rnd">
              <a:solidFill>
                <a:srgbClr val="F34336"/>
              </a:solidFill>
              <a:prstDash val="solid"/>
              <a:round/>
            </a:ln>
          </p:spPr>
          <p:txBody>
            <a:bodyPr/>
            <a:lstStyle/>
            <a:p>
              <a:endParaRPr lang="en-SG" sz="1088"/>
            </a:p>
          </p:txBody>
        </p:sp>
        <p:sp>
          <p:nvSpPr>
            <p:cNvPr id="150" name="TextBox 150">
              <a:extLst>
                <a:ext uri="{FF2B5EF4-FFF2-40B4-BE49-F238E27FC236}">
                  <a16:creationId xmlns:a16="http://schemas.microsoft.com/office/drawing/2014/main" id="{23E6DE03-516D-1622-AA91-A63C362503FE}"/>
                </a:ext>
              </a:extLst>
            </p:cNvPr>
            <p:cNvSpPr txBox="1"/>
            <p:nvPr/>
          </p:nvSpPr>
          <p:spPr>
            <a:xfrm>
              <a:off x="0" y="-28575"/>
              <a:ext cx="545191" cy="169089"/>
            </a:xfrm>
            <a:prstGeom prst="rect">
              <a:avLst/>
            </a:prstGeom>
          </p:spPr>
          <p:txBody>
            <a:bodyPr lIns="40638" tIns="40638" rIns="40638" bIns="40638" rtlCol="0" anchor="ctr"/>
            <a:lstStyle/>
            <a:p>
              <a:pPr algn="ctr">
                <a:lnSpc>
                  <a:spcPts val="2016"/>
                </a:lnSpc>
              </a:pPr>
              <a:endParaRPr sz="1088"/>
            </a:p>
          </p:txBody>
        </p:sp>
      </p:grpSp>
      <p:grpSp>
        <p:nvGrpSpPr>
          <p:cNvPr id="151" name="Group 151">
            <a:extLst>
              <a:ext uri="{FF2B5EF4-FFF2-40B4-BE49-F238E27FC236}">
                <a16:creationId xmlns:a16="http://schemas.microsoft.com/office/drawing/2014/main" id="{2975C2B0-9950-52E5-41AD-4B88E9B3F050}"/>
              </a:ext>
            </a:extLst>
          </p:cNvPr>
          <p:cNvGrpSpPr/>
          <p:nvPr/>
        </p:nvGrpSpPr>
        <p:grpSpPr>
          <a:xfrm>
            <a:off x="7274536" y="5721025"/>
            <a:ext cx="1533283" cy="395177"/>
            <a:chOff x="0" y="0"/>
            <a:chExt cx="545191" cy="140514"/>
          </a:xfrm>
        </p:grpSpPr>
        <p:sp>
          <p:nvSpPr>
            <p:cNvPr id="152" name="Freeform 152">
              <a:hlinkClick r:id="rId47" action="ppaction://hlinksldjump"/>
              <a:extLst>
                <a:ext uri="{FF2B5EF4-FFF2-40B4-BE49-F238E27FC236}">
                  <a16:creationId xmlns:a16="http://schemas.microsoft.com/office/drawing/2014/main" id="{2D8C4543-937A-90A5-FB15-D16C54A782C0}"/>
                </a:ext>
              </a:extLst>
            </p:cNvPr>
            <p:cNvSpPr/>
            <p:nvPr/>
          </p:nvSpPr>
          <p:spPr>
            <a:xfrm>
              <a:off x="0" y="0"/>
              <a:ext cx="545191" cy="140514"/>
            </a:xfrm>
            <a:custGeom>
              <a:avLst/>
              <a:gdLst/>
              <a:ahLst/>
              <a:cxnLst/>
              <a:rect l="l" t="t" r="r" b="b"/>
              <a:pathLst>
                <a:path w="545191" h="140514">
                  <a:moveTo>
                    <a:pt x="70257" y="0"/>
                  </a:moveTo>
                  <a:lnTo>
                    <a:pt x="474934" y="0"/>
                  </a:lnTo>
                  <a:cubicBezTo>
                    <a:pt x="513736" y="0"/>
                    <a:pt x="545191" y="31455"/>
                    <a:pt x="545191" y="70257"/>
                  </a:cubicBezTo>
                  <a:lnTo>
                    <a:pt x="545191" y="70257"/>
                  </a:lnTo>
                  <a:cubicBezTo>
                    <a:pt x="545191" y="109059"/>
                    <a:pt x="513736" y="140514"/>
                    <a:pt x="474934" y="140514"/>
                  </a:cubicBezTo>
                  <a:lnTo>
                    <a:pt x="70257" y="140514"/>
                  </a:lnTo>
                  <a:cubicBezTo>
                    <a:pt x="31455" y="140514"/>
                    <a:pt x="0" y="109059"/>
                    <a:pt x="0" y="70257"/>
                  </a:cubicBezTo>
                  <a:lnTo>
                    <a:pt x="0" y="70257"/>
                  </a:lnTo>
                  <a:cubicBezTo>
                    <a:pt x="0" y="31455"/>
                    <a:pt x="31455" y="0"/>
                    <a:pt x="70257" y="0"/>
                  </a:cubicBezTo>
                  <a:close/>
                </a:path>
              </a:pathLst>
            </a:custGeom>
            <a:solidFill>
              <a:srgbClr val="000000">
                <a:alpha val="0"/>
              </a:srgbClr>
            </a:solidFill>
            <a:ln w="9525" cap="rnd">
              <a:solidFill>
                <a:srgbClr val="F34336"/>
              </a:solidFill>
              <a:prstDash val="solid"/>
              <a:round/>
            </a:ln>
          </p:spPr>
          <p:txBody>
            <a:bodyPr/>
            <a:lstStyle/>
            <a:p>
              <a:endParaRPr lang="en-SG" sz="1088"/>
            </a:p>
          </p:txBody>
        </p:sp>
        <p:sp>
          <p:nvSpPr>
            <p:cNvPr id="153" name="TextBox 153">
              <a:extLst>
                <a:ext uri="{FF2B5EF4-FFF2-40B4-BE49-F238E27FC236}">
                  <a16:creationId xmlns:a16="http://schemas.microsoft.com/office/drawing/2014/main" id="{BB096C71-C109-6DF7-2A84-EE3714C86429}"/>
                </a:ext>
              </a:extLst>
            </p:cNvPr>
            <p:cNvSpPr txBox="1"/>
            <p:nvPr/>
          </p:nvSpPr>
          <p:spPr>
            <a:xfrm>
              <a:off x="0" y="-28575"/>
              <a:ext cx="545191" cy="169089"/>
            </a:xfrm>
            <a:prstGeom prst="rect">
              <a:avLst/>
            </a:prstGeom>
          </p:spPr>
          <p:txBody>
            <a:bodyPr lIns="40638" tIns="40638" rIns="40638" bIns="40638" rtlCol="0" anchor="ctr"/>
            <a:lstStyle/>
            <a:p>
              <a:pPr algn="ctr">
                <a:lnSpc>
                  <a:spcPts val="2016"/>
                </a:lnSpc>
              </a:pPr>
              <a:endParaRPr sz="1088"/>
            </a:p>
          </p:txBody>
        </p:sp>
      </p:grpSp>
    </p:spTree>
    <p:extLst>
      <p:ext uri="{BB962C8B-B14F-4D97-AF65-F5344CB8AC3E}">
        <p14:creationId xmlns:p14="http://schemas.microsoft.com/office/powerpoint/2010/main" val="37340274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a:extLst>
            <a:ext uri="{FF2B5EF4-FFF2-40B4-BE49-F238E27FC236}">
              <a16:creationId xmlns:a16="http://schemas.microsoft.com/office/drawing/2014/main" id="{3F79E013-28C8-5434-801D-1D68DCDAA9A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99F952B-738B-2357-7C3C-246FCDA6D352}"/>
              </a:ext>
            </a:extLst>
          </p:cNvPr>
          <p:cNvSpPr/>
          <p:nvPr/>
        </p:nvSpPr>
        <p:spPr>
          <a:xfrm>
            <a:off x="4319976" y="926069"/>
            <a:ext cx="5481469" cy="3657155"/>
          </a:xfrm>
          <a:custGeom>
            <a:avLst/>
            <a:gdLst/>
            <a:ahLst/>
            <a:cxnLst/>
            <a:rect l="l" t="t" r="r" b="b"/>
            <a:pathLst>
              <a:path w="6852139" h="4571645">
                <a:moveTo>
                  <a:pt x="0" y="0"/>
                </a:moveTo>
                <a:lnTo>
                  <a:pt x="6852139" y="0"/>
                </a:lnTo>
                <a:lnTo>
                  <a:pt x="6852139" y="4571645"/>
                </a:lnTo>
                <a:lnTo>
                  <a:pt x="0" y="4571645"/>
                </a:lnTo>
                <a:lnTo>
                  <a:pt x="0" y="0"/>
                </a:lnTo>
                <a:close/>
              </a:path>
            </a:pathLst>
          </a:custGeom>
          <a:blipFill>
            <a:blip r:embed="rId2"/>
            <a:stretch>
              <a:fillRect/>
            </a:stretch>
          </a:blipFill>
          <a:ln cap="sq">
            <a:noFill/>
            <a:prstDash val="solid"/>
            <a:miter/>
          </a:ln>
        </p:spPr>
        <p:txBody>
          <a:bodyPr/>
          <a:lstStyle/>
          <a:p>
            <a:endParaRPr lang="en-SG" sz="1088"/>
          </a:p>
        </p:txBody>
      </p:sp>
      <p:grpSp>
        <p:nvGrpSpPr>
          <p:cNvPr id="3" name="Group 3">
            <a:extLst>
              <a:ext uri="{FF2B5EF4-FFF2-40B4-BE49-F238E27FC236}">
                <a16:creationId xmlns:a16="http://schemas.microsoft.com/office/drawing/2014/main" id="{A459B542-9D7A-E4FA-82A1-92DA9B229607}"/>
              </a:ext>
            </a:extLst>
          </p:cNvPr>
          <p:cNvGrpSpPr/>
          <p:nvPr/>
        </p:nvGrpSpPr>
        <p:grpSpPr>
          <a:xfrm>
            <a:off x="-1" y="-50220"/>
            <a:ext cx="3698546" cy="602010"/>
            <a:chOff x="0" y="0"/>
            <a:chExt cx="1561326" cy="812800"/>
          </a:xfrm>
        </p:grpSpPr>
        <p:sp>
          <p:nvSpPr>
            <p:cNvPr id="4" name="Freeform 4">
              <a:extLst>
                <a:ext uri="{FF2B5EF4-FFF2-40B4-BE49-F238E27FC236}">
                  <a16:creationId xmlns:a16="http://schemas.microsoft.com/office/drawing/2014/main" id="{1E2D16E6-D365-A3B6-A538-8598D02CDE1A}"/>
                </a:ext>
              </a:extLst>
            </p:cNvPr>
            <p:cNvSpPr/>
            <p:nvPr/>
          </p:nvSpPr>
          <p:spPr>
            <a:xfrm>
              <a:off x="0" y="0"/>
              <a:ext cx="1561326" cy="812800"/>
            </a:xfrm>
            <a:custGeom>
              <a:avLst/>
              <a:gdLst/>
              <a:ahLst/>
              <a:cxnLst/>
              <a:rect l="l" t="t" r="r" b="b"/>
              <a:pathLst>
                <a:path w="1561326" h="812800">
                  <a:moveTo>
                    <a:pt x="0" y="0"/>
                  </a:moveTo>
                  <a:lnTo>
                    <a:pt x="1561326" y="0"/>
                  </a:lnTo>
                  <a:lnTo>
                    <a:pt x="1561326" y="812800"/>
                  </a:lnTo>
                  <a:lnTo>
                    <a:pt x="0" y="812800"/>
                  </a:lnTo>
                  <a:close/>
                </a:path>
              </a:pathLst>
            </a:custGeom>
            <a:solidFill>
              <a:srgbClr val="F34336"/>
            </a:solidFill>
          </p:spPr>
          <p:txBody>
            <a:bodyPr/>
            <a:lstStyle/>
            <a:p>
              <a:endParaRPr lang="en-SG" sz="1088"/>
            </a:p>
          </p:txBody>
        </p:sp>
        <p:sp>
          <p:nvSpPr>
            <p:cNvPr id="5" name="TextBox 5">
              <a:extLst>
                <a:ext uri="{FF2B5EF4-FFF2-40B4-BE49-F238E27FC236}">
                  <a16:creationId xmlns:a16="http://schemas.microsoft.com/office/drawing/2014/main" id="{E1DD35AA-F45C-89E9-A1F3-65F445C7F621}"/>
                </a:ext>
              </a:extLst>
            </p:cNvPr>
            <p:cNvSpPr txBox="1"/>
            <p:nvPr/>
          </p:nvSpPr>
          <p:spPr>
            <a:xfrm>
              <a:off x="0" y="-28575"/>
              <a:ext cx="1561326" cy="841375"/>
            </a:xfrm>
            <a:prstGeom prst="rect">
              <a:avLst/>
            </a:prstGeom>
          </p:spPr>
          <p:txBody>
            <a:bodyPr lIns="40638" tIns="40638" rIns="40638" bIns="40638" rtlCol="0" anchor="ctr"/>
            <a:lstStyle/>
            <a:p>
              <a:pPr algn="ctr">
                <a:lnSpc>
                  <a:spcPts val="2016"/>
                </a:lnSpc>
              </a:pPr>
              <a:endParaRPr sz="1088"/>
            </a:p>
          </p:txBody>
        </p:sp>
      </p:grpSp>
      <p:graphicFrame>
        <p:nvGraphicFramePr>
          <p:cNvPr id="6" name="Table 6">
            <a:extLst>
              <a:ext uri="{FF2B5EF4-FFF2-40B4-BE49-F238E27FC236}">
                <a16:creationId xmlns:a16="http://schemas.microsoft.com/office/drawing/2014/main" id="{3E13FB33-910E-7875-DF51-EFD36F0D87D7}"/>
              </a:ext>
            </a:extLst>
          </p:cNvPr>
          <p:cNvGraphicFramePr>
            <a:graphicFrameLocks noGrp="1"/>
          </p:cNvGraphicFramePr>
          <p:nvPr/>
        </p:nvGraphicFramePr>
        <p:xfrm>
          <a:off x="-1" y="551791"/>
          <a:ext cx="3670175" cy="6699488"/>
        </p:xfrm>
        <a:graphic>
          <a:graphicData uri="http://schemas.openxmlformats.org/drawingml/2006/table">
            <a:tbl>
              <a:tblPr/>
              <a:tblGrid>
                <a:gridCol w="3670175">
                  <a:extLst>
                    <a:ext uri="{9D8B030D-6E8A-4147-A177-3AD203B41FA5}">
                      <a16:colId xmlns:a16="http://schemas.microsoft.com/office/drawing/2014/main" val="20000"/>
                    </a:ext>
                  </a:extLst>
                </a:gridCol>
              </a:tblGrid>
              <a:tr h="815366">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39540">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39540">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960982">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39563">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27582">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84124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735674">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Freeform 7">
            <a:hlinkClick r:id="rId3" action="ppaction://hlinksldjump"/>
            <a:extLst>
              <a:ext uri="{FF2B5EF4-FFF2-40B4-BE49-F238E27FC236}">
                <a16:creationId xmlns:a16="http://schemas.microsoft.com/office/drawing/2014/main" id="{6F10E1D1-C920-CAA0-7F93-7C4A549B7B1C}"/>
              </a:ext>
            </a:extLst>
          </p:cNvPr>
          <p:cNvSpPr/>
          <p:nvPr/>
        </p:nvSpPr>
        <p:spPr>
          <a:xfrm>
            <a:off x="3252122" y="156549"/>
            <a:ext cx="261167" cy="280824"/>
          </a:xfrm>
          <a:custGeom>
            <a:avLst/>
            <a:gdLst/>
            <a:ahLst/>
            <a:cxnLst/>
            <a:rect l="l" t="t" r="r" b="b"/>
            <a:pathLst>
              <a:path w="326473" h="351046">
                <a:moveTo>
                  <a:pt x="0" y="0"/>
                </a:moveTo>
                <a:lnTo>
                  <a:pt x="326473" y="0"/>
                </a:lnTo>
                <a:lnTo>
                  <a:pt x="326473" y="351046"/>
                </a:lnTo>
                <a:lnTo>
                  <a:pt x="0" y="35104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8" name="Freeform 8">
            <a:extLst>
              <a:ext uri="{FF2B5EF4-FFF2-40B4-BE49-F238E27FC236}">
                <a16:creationId xmlns:a16="http://schemas.microsoft.com/office/drawing/2014/main" id="{101CD5AA-063A-0DFC-ADA5-098A4AF82651}"/>
              </a:ext>
            </a:extLst>
          </p:cNvPr>
          <p:cNvSpPr/>
          <p:nvPr/>
        </p:nvSpPr>
        <p:spPr>
          <a:xfrm>
            <a:off x="2742836" y="156549"/>
            <a:ext cx="275756" cy="286499"/>
          </a:xfrm>
          <a:custGeom>
            <a:avLst/>
            <a:gdLst/>
            <a:ahLst/>
            <a:cxnLst/>
            <a:rect l="l" t="t" r="r" b="b"/>
            <a:pathLst>
              <a:path w="344710" h="358140">
                <a:moveTo>
                  <a:pt x="0" y="0"/>
                </a:moveTo>
                <a:lnTo>
                  <a:pt x="344710" y="0"/>
                </a:lnTo>
                <a:lnTo>
                  <a:pt x="344710" y="358141"/>
                </a:lnTo>
                <a:lnTo>
                  <a:pt x="0" y="35814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SG" sz="1088"/>
          </a:p>
        </p:txBody>
      </p:sp>
      <p:sp>
        <p:nvSpPr>
          <p:cNvPr id="9" name="Freeform 9">
            <a:hlinkClick r:id="rId8" action="ppaction://hlinksldjump"/>
            <a:extLst>
              <a:ext uri="{FF2B5EF4-FFF2-40B4-BE49-F238E27FC236}">
                <a16:creationId xmlns:a16="http://schemas.microsoft.com/office/drawing/2014/main" id="{DB438BCE-60B1-8C85-A1D0-CBEFBB453874}"/>
              </a:ext>
            </a:extLst>
          </p:cNvPr>
          <p:cNvSpPr/>
          <p:nvPr/>
        </p:nvSpPr>
        <p:spPr>
          <a:xfrm>
            <a:off x="8979655" y="31798"/>
            <a:ext cx="255177" cy="255177"/>
          </a:xfrm>
          <a:custGeom>
            <a:avLst/>
            <a:gdLst/>
            <a:ahLst/>
            <a:cxnLst/>
            <a:rect l="l" t="t" r="r" b="b"/>
            <a:pathLst>
              <a:path w="318985" h="318985">
                <a:moveTo>
                  <a:pt x="0" y="0"/>
                </a:moveTo>
                <a:lnTo>
                  <a:pt x="318984" y="0"/>
                </a:lnTo>
                <a:lnTo>
                  <a:pt x="318984" y="318985"/>
                </a:lnTo>
                <a:lnTo>
                  <a:pt x="0" y="31898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SG" sz="1088"/>
          </a:p>
        </p:txBody>
      </p:sp>
      <p:grpSp>
        <p:nvGrpSpPr>
          <p:cNvPr id="10" name="Group 10">
            <a:extLst>
              <a:ext uri="{FF2B5EF4-FFF2-40B4-BE49-F238E27FC236}">
                <a16:creationId xmlns:a16="http://schemas.microsoft.com/office/drawing/2014/main" id="{D4D0C5FD-7501-A48C-18B3-FFA92A431037}"/>
              </a:ext>
            </a:extLst>
          </p:cNvPr>
          <p:cNvGrpSpPr/>
          <p:nvPr/>
        </p:nvGrpSpPr>
        <p:grpSpPr>
          <a:xfrm rot="-5400000">
            <a:off x="3773834" y="985131"/>
            <a:ext cx="394881" cy="209744"/>
            <a:chOff x="0" y="0"/>
            <a:chExt cx="345211" cy="183361"/>
          </a:xfrm>
        </p:grpSpPr>
        <p:sp>
          <p:nvSpPr>
            <p:cNvPr id="11" name="Freeform 11">
              <a:extLst>
                <a:ext uri="{FF2B5EF4-FFF2-40B4-BE49-F238E27FC236}">
                  <a16:creationId xmlns:a16="http://schemas.microsoft.com/office/drawing/2014/main" id="{E993223E-0356-1795-99CC-0C218C419406}"/>
                </a:ext>
              </a:extLst>
            </p:cNvPr>
            <p:cNvSpPr/>
            <p:nvPr/>
          </p:nvSpPr>
          <p:spPr>
            <a:xfrm>
              <a:off x="0" y="0"/>
              <a:ext cx="345211" cy="183361"/>
            </a:xfrm>
            <a:custGeom>
              <a:avLst/>
              <a:gdLst/>
              <a:ahLst/>
              <a:cxnLst/>
              <a:rect l="l" t="t" r="r" b="b"/>
              <a:pathLst>
                <a:path w="345211" h="183361">
                  <a:moveTo>
                    <a:pt x="91680" y="0"/>
                  </a:moveTo>
                  <a:lnTo>
                    <a:pt x="253531" y="0"/>
                  </a:lnTo>
                  <a:cubicBezTo>
                    <a:pt x="304164" y="0"/>
                    <a:pt x="345211" y="41047"/>
                    <a:pt x="345211" y="91680"/>
                  </a:cubicBezTo>
                  <a:lnTo>
                    <a:pt x="345211" y="91680"/>
                  </a:lnTo>
                  <a:cubicBezTo>
                    <a:pt x="345211" y="115996"/>
                    <a:pt x="335552" y="139315"/>
                    <a:pt x="318359" y="156508"/>
                  </a:cubicBezTo>
                  <a:cubicBezTo>
                    <a:pt x="301165" y="173702"/>
                    <a:pt x="277846" y="183361"/>
                    <a:pt x="253531" y="183361"/>
                  </a:cubicBezTo>
                  <a:lnTo>
                    <a:pt x="91680" y="183361"/>
                  </a:lnTo>
                  <a:cubicBezTo>
                    <a:pt x="67365" y="183361"/>
                    <a:pt x="44046" y="173702"/>
                    <a:pt x="26853" y="156508"/>
                  </a:cubicBezTo>
                  <a:cubicBezTo>
                    <a:pt x="9659" y="139315"/>
                    <a:pt x="0" y="115996"/>
                    <a:pt x="0" y="91680"/>
                  </a:cubicBezTo>
                  <a:lnTo>
                    <a:pt x="0" y="91680"/>
                  </a:lnTo>
                  <a:cubicBezTo>
                    <a:pt x="0" y="67365"/>
                    <a:pt x="9659" y="44046"/>
                    <a:pt x="26853" y="26853"/>
                  </a:cubicBezTo>
                  <a:cubicBezTo>
                    <a:pt x="44046" y="9659"/>
                    <a:pt x="67365" y="0"/>
                    <a:pt x="91680" y="0"/>
                  </a:cubicBezTo>
                  <a:close/>
                </a:path>
              </a:pathLst>
            </a:custGeom>
            <a:solidFill>
              <a:srgbClr val="FFCEB6">
                <a:alpha val="38824"/>
              </a:srgbClr>
            </a:solidFill>
          </p:spPr>
          <p:txBody>
            <a:bodyPr/>
            <a:lstStyle/>
            <a:p>
              <a:endParaRPr lang="en-SG" sz="1088"/>
            </a:p>
          </p:txBody>
        </p:sp>
        <p:sp>
          <p:nvSpPr>
            <p:cNvPr id="12" name="TextBox 12">
              <a:extLst>
                <a:ext uri="{FF2B5EF4-FFF2-40B4-BE49-F238E27FC236}">
                  <a16:creationId xmlns:a16="http://schemas.microsoft.com/office/drawing/2014/main" id="{6460EF47-BBBB-724B-5E45-9BFB3C31027E}"/>
                </a:ext>
              </a:extLst>
            </p:cNvPr>
            <p:cNvSpPr txBox="1"/>
            <p:nvPr/>
          </p:nvSpPr>
          <p:spPr>
            <a:xfrm>
              <a:off x="0" y="-28575"/>
              <a:ext cx="345211" cy="211936"/>
            </a:xfrm>
            <a:prstGeom prst="rect">
              <a:avLst/>
            </a:prstGeom>
          </p:spPr>
          <p:txBody>
            <a:bodyPr lIns="40638" tIns="40638" rIns="40638" bIns="40638" rtlCol="0" anchor="ctr"/>
            <a:lstStyle/>
            <a:p>
              <a:pPr algn="ctr">
                <a:lnSpc>
                  <a:spcPts val="2016"/>
                </a:lnSpc>
              </a:pPr>
              <a:endParaRPr sz="1088"/>
            </a:p>
          </p:txBody>
        </p:sp>
      </p:grpSp>
      <p:sp>
        <p:nvSpPr>
          <p:cNvPr id="13" name="Freeform 13">
            <a:extLst>
              <a:ext uri="{FF2B5EF4-FFF2-40B4-BE49-F238E27FC236}">
                <a16:creationId xmlns:a16="http://schemas.microsoft.com/office/drawing/2014/main" id="{3FC743F9-9030-9A12-773F-2E70FCF8EA66}"/>
              </a:ext>
            </a:extLst>
          </p:cNvPr>
          <p:cNvSpPr/>
          <p:nvPr/>
        </p:nvSpPr>
        <p:spPr>
          <a:xfrm>
            <a:off x="3915850" y="950308"/>
            <a:ext cx="127586" cy="104793"/>
          </a:xfrm>
          <a:custGeom>
            <a:avLst/>
            <a:gdLst/>
            <a:ahLst/>
            <a:cxnLst/>
            <a:rect l="l" t="t" r="r" b="b"/>
            <a:pathLst>
              <a:path w="159489" h="130997">
                <a:moveTo>
                  <a:pt x="0" y="0"/>
                </a:moveTo>
                <a:lnTo>
                  <a:pt x="159488" y="0"/>
                </a:lnTo>
                <a:lnTo>
                  <a:pt x="159488" y="130997"/>
                </a:lnTo>
                <a:lnTo>
                  <a:pt x="0" y="130997"/>
                </a:lnTo>
                <a:lnTo>
                  <a:pt x="0" y="0"/>
                </a:lnTo>
                <a:close/>
              </a:path>
            </a:pathLst>
          </a:custGeom>
          <a:blipFill>
            <a:blip r:embed="rId11"/>
            <a:stretch>
              <a:fillRect t="-10875" b="-10875"/>
            </a:stretch>
          </a:blipFill>
        </p:spPr>
        <p:txBody>
          <a:bodyPr/>
          <a:lstStyle/>
          <a:p>
            <a:endParaRPr lang="en-SG" sz="1088"/>
          </a:p>
        </p:txBody>
      </p:sp>
      <p:sp>
        <p:nvSpPr>
          <p:cNvPr id="14" name="Freeform 14">
            <a:extLst>
              <a:ext uri="{FF2B5EF4-FFF2-40B4-BE49-F238E27FC236}">
                <a16:creationId xmlns:a16="http://schemas.microsoft.com/office/drawing/2014/main" id="{32848C95-12D4-195F-5ADB-7083A729AB29}"/>
              </a:ext>
            </a:extLst>
          </p:cNvPr>
          <p:cNvSpPr/>
          <p:nvPr/>
        </p:nvSpPr>
        <p:spPr>
          <a:xfrm>
            <a:off x="3915850" y="1179429"/>
            <a:ext cx="127586" cy="26793"/>
          </a:xfrm>
          <a:custGeom>
            <a:avLst/>
            <a:gdLst/>
            <a:ahLst/>
            <a:cxnLst/>
            <a:rect l="l" t="t" r="r" b="b"/>
            <a:pathLst>
              <a:path w="159489" h="33493">
                <a:moveTo>
                  <a:pt x="0" y="0"/>
                </a:moveTo>
                <a:lnTo>
                  <a:pt x="159488" y="0"/>
                </a:lnTo>
                <a:lnTo>
                  <a:pt x="159488" y="33493"/>
                </a:lnTo>
                <a:lnTo>
                  <a:pt x="0" y="3349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SG" sz="1088"/>
          </a:p>
        </p:txBody>
      </p:sp>
      <p:sp>
        <p:nvSpPr>
          <p:cNvPr id="15" name="Freeform 15">
            <a:extLst>
              <a:ext uri="{FF2B5EF4-FFF2-40B4-BE49-F238E27FC236}">
                <a16:creationId xmlns:a16="http://schemas.microsoft.com/office/drawing/2014/main" id="{F123B850-1CEF-6E1C-BB90-8847E7F8C81D}"/>
              </a:ext>
            </a:extLst>
          </p:cNvPr>
          <p:cNvSpPr/>
          <p:nvPr/>
        </p:nvSpPr>
        <p:spPr>
          <a:xfrm>
            <a:off x="-80320" y="3528130"/>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grpSp>
        <p:nvGrpSpPr>
          <p:cNvPr id="16" name="Group 16">
            <a:extLst>
              <a:ext uri="{FF2B5EF4-FFF2-40B4-BE49-F238E27FC236}">
                <a16:creationId xmlns:a16="http://schemas.microsoft.com/office/drawing/2014/main" id="{D5E3196D-529D-ED15-4ED8-4906888BFAAB}"/>
              </a:ext>
            </a:extLst>
          </p:cNvPr>
          <p:cNvGrpSpPr/>
          <p:nvPr/>
        </p:nvGrpSpPr>
        <p:grpSpPr>
          <a:xfrm>
            <a:off x="2738816" y="1123123"/>
            <a:ext cx="803691" cy="199694"/>
            <a:chOff x="0" y="0"/>
            <a:chExt cx="1339544" cy="332839"/>
          </a:xfrm>
        </p:grpSpPr>
        <p:sp>
          <p:nvSpPr>
            <p:cNvPr id="17" name="Freeform 17">
              <a:extLst>
                <a:ext uri="{FF2B5EF4-FFF2-40B4-BE49-F238E27FC236}">
                  <a16:creationId xmlns:a16="http://schemas.microsoft.com/office/drawing/2014/main" id="{164DF83B-D6FB-A636-6FFE-B60BD397B5EE}"/>
                </a:ext>
              </a:extLst>
            </p:cNvPr>
            <p:cNvSpPr/>
            <p:nvPr/>
          </p:nvSpPr>
          <p:spPr>
            <a:xfrm>
              <a:off x="541419" y="0"/>
              <a:ext cx="332839" cy="332839"/>
            </a:xfrm>
            <a:custGeom>
              <a:avLst/>
              <a:gdLst/>
              <a:ahLst/>
              <a:cxnLst/>
              <a:rect l="l" t="t" r="r" b="b"/>
              <a:pathLst>
                <a:path w="332839" h="332839">
                  <a:moveTo>
                    <a:pt x="0" y="0"/>
                  </a:moveTo>
                  <a:lnTo>
                    <a:pt x="332838" y="0"/>
                  </a:lnTo>
                  <a:lnTo>
                    <a:pt x="332838"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18" name="Freeform 18">
              <a:extLst>
                <a:ext uri="{FF2B5EF4-FFF2-40B4-BE49-F238E27FC236}">
                  <a16:creationId xmlns:a16="http://schemas.microsoft.com/office/drawing/2014/main" id="{8487E9DB-8278-1E55-4F4B-F5E618C9DD62}"/>
                </a:ext>
              </a:extLst>
            </p:cNvPr>
            <p:cNvSpPr/>
            <p:nvPr/>
          </p:nvSpPr>
          <p:spPr>
            <a:xfrm>
              <a:off x="0" y="0"/>
              <a:ext cx="398609" cy="332839"/>
            </a:xfrm>
            <a:custGeom>
              <a:avLst/>
              <a:gdLst/>
              <a:ahLst/>
              <a:cxnLst/>
              <a:rect l="l" t="t" r="r" b="b"/>
              <a:pathLst>
                <a:path w="398609" h="332839">
                  <a:moveTo>
                    <a:pt x="0" y="0"/>
                  </a:moveTo>
                  <a:lnTo>
                    <a:pt x="398609" y="0"/>
                  </a:lnTo>
                  <a:lnTo>
                    <a:pt x="398609" y="332839"/>
                  </a:lnTo>
                  <a:lnTo>
                    <a:pt x="0" y="33283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19" name="Freeform 19">
              <a:extLst>
                <a:ext uri="{FF2B5EF4-FFF2-40B4-BE49-F238E27FC236}">
                  <a16:creationId xmlns:a16="http://schemas.microsoft.com/office/drawing/2014/main" id="{57334A33-238D-001F-E5DA-07D11DB2677C}"/>
                </a:ext>
              </a:extLst>
            </p:cNvPr>
            <p:cNvSpPr/>
            <p:nvPr/>
          </p:nvSpPr>
          <p:spPr>
            <a:xfrm>
              <a:off x="1013957"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20" name="Group 20">
            <a:extLst>
              <a:ext uri="{FF2B5EF4-FFF2-40B4-BE49-F238E27FC236}">
                <a16:creationId xmlns:a16="http://schemas.microsoft.com/office/drawing/2014/main" id="{69C857CB-8310-034D-784A-8B02E04E42D0}"/>
              </a:ext>
            </a:extLst>
          </p:cNvPr>
          <p:cNvGrpSpPr/>
          <p:nvPr/>
        </p:nvGrpSpPr>
        <p:grpSpPr>
          <a:xfrm>
            <a:off x="2738816" y="2848334"/>
            <a:ext cx="803691" cy="199694"/>
            <a:chOff x="0" y="0"/>
            <a:chExt cx="1339544" cy="332839"/>
          </a:xfrm>
        </p:grpSpPr>
        <p:sp>
          <p:nvSpPr>
            <p:cNvPr id="21" name="Freeform 21">
              <a:extLst>
                <a:ext uri="{FF2B5EF4-FFF2-40B4-BE49-F238E27FC236}">
                  <a16:creationId xmlns:a16="http://schemas.microsoft.com/office/drawing/2014/main" id="{161CB65B-80CE-37A3-B08B-5CE22E771B78}"/>
                </a:ext>
              </a:extLst>
            </p:cNvPr>
            <p:cNvSpPr/>
            <p:nvPr/>
          </p:nvSpPr>
          <p:spPr>
            <a:xfrm>
              <a:off x="541419" y="0"/>
              <a:ext cx="332839" cy="332839"/>
            </a:xfrm>
            <a:custGeom>
              <a:avLst/>
              <a:gdLst/>
              <a:ahLst/>
              <a:cxnLst/>
              <a:rect l="l" t="t" r="r" b="b"/>
              <a:pathLst>
                <a:path w="332839" h="332839">
                  <a:moveTo>
                    <a:pt x="0" y="0"/>
                  </a:moveTo>
                  <a:lnTo>
                    <a:pt x="332838" y="0"/>
                  </a:lnTo>
                  <a:lnTo>
                    <a:pt x="332838"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22" name="Freeform 22">
              <a:extLst>
                <a:ext uri="{FF2B5EF4-FFF2-40B4-BE49-F238E27FC236}">
                  <a16:creationId xmlns:a16="http://schemas.microsoft.com/office/drawing/2014/main" id="{A8E10B17-D19F-7EAE-F153-F891CB39522D}"/>
                </a:ext>
              </a:extLst>
            </p:cNvPr>
            <p:cNvSpPr/>
            <p:nvPr/>
          </p:nvSpPr>
          <p:spPr>
            <a:xfrm>
              <a:off x="0" y="0"/>
              <a:ext cx="398609" cy="332839"/>
            </a:xfrm>
            <a:custGeom>
              <a:avLst/>
              <a:gdLst/>
              <a:ahLst/>
              <a:cxnLst/>
              <a:rect l="l" t="t" r="r" b="b"/>
              <a:pathLst>
                <a:path w="398609" h="332839">
                  <a:moveTo>
                    <a:pt x="0" y="0"/>
                  </a:moveTo>
                  <a:lnTo>
                    <a:pt x="398609" y="0"/>
                  </a:lnTo>
                  <a:lnTo>
                    <a:pt x="398609" y="332839"/>
                  </a:lnTo>
                  <a:lnTo>
                    <a:pt x="0" y="33283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23" name="Freeform 23">
              <a:extLst>
                <a:ext uri="{FF2B5EF4-FFF2-40B4-BE49-F238E27FC236}">
                  <a16:creationId xmlns:a16="http://schemas.microsoft.com/office/drawing/2014/main" id="{52964CDE-8D06-D299-B120-AF3E821DDA36}"/>
                </a:ext>
              </a:extLst>
            </p:cNvPr>
            <p:cNvSpPr/>
            <p:nvPr/>
          </p:nvSpPr>
          <p:spPr>
            <a:xfrm>
              <a:off x="1013957"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24" name="Group 24">
            <a:extLst>
              <a:ext uri="{FF2B5EF4-FFF2-40B4-BE49-F238E27FC236}">
                <a16:creationId xmlns:a16="http://schemas.microsoft.com/office/drawing/2014/main" id="{42A94C86-028F-F705-39B9-863DF24C2A26}"/>
              </a:ext>
            </a:extLst>
          </p:cNvPr>
          <p:cNvGrpSpPr/>
          <p:nvPr/>
        </p:nvGrpSpPr>
        <p:grpSpPr>
          <a:xfrm>
            <a:off x="2738818" y="6324678"/>
            <a:ext cx="783398" cy="199694"/>
            <a:chOff x="0" y="0"/>
            <a:chExt cx="1305721" cy="332839"/>
          </a:xfrm>
        </p:grpSpPr>
        <p:sp>
          <p:nvSpPr>
            <p:cNvPr id="25" name="Freeform 25">
              <a:extLst>
                <a:ext uri="{FF2B5EF4-FFF2-40B4-BE49-F238E27FC236}">
                  <a16:creationId xmlns:a16="http://schemas.microsoft.com/office/drawing/2014/main" id="{DC325D10-8D49-638A-A663-5000201D1D75}"/>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26" name="Freeform 26">
              <a:extLst>
                <a:ext uri="{FF2B5EF4-FFF2-40B4-BE49-F238E27FC236}">
                  <a16:creationId xmlns:a16="http://schemas.microsoft.com/office/drawing/2014/main" id="{D6C8AA6E-31C1-C427-8161-36DA6BBBA5AF}"/>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27" name="Freeform 27">
              <a:extLst>
                <a:ext uri="{FF2B5EF4-FFF2-40B4-BE49-F238E27FC236}">
                  <a16:creationId xmlns:a16="http://schemas.microsoft.com/office/drawing/2014/main" id="{84EF9451-5EAA-6368-8ADD-3383E9467CCC}"/>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28" name="Group 28">
            <a:extLst>
              <a:ext uri="{FF2B5EF4-FFF2-40B4-BE49-F238E27FC236}">
                <a16:creationId xmlns:a16="http://schemas.microsoft.com/office/drawing/2014/main" id="{54E40035-C655-667C-83F8-9CFA60653F70}"/>
              </a:ext>
            </a:extLst>
          </p:cNvPr>
          <p:cNvGrpSpPr/>
          <p:nvPr/>
        </p:nvGrpSpPr>
        <p:grpSpPr>
          <a:xfrm>
            <a:off x="2759112" y="5527586"/>
            <a:ext cx="783398" cy="199694"/>
            <a:chOff x="0" y="0"/>
            <a:chExt cx="1305721" cy="332839"/>
          </a:xfrm>
        </p:grpSpPr>
        <p:sp>
          <p:nvSpPr>
            <p:cNvPr id="29" name="Freeform 29">
              <a:extLst>
                <a:ext uri="{FF2B5EF4-FFF2-40B4-BE49-F238E27FC236}">
                  <a16:creationId xmlns:a16="http://schemas.microsoft.com/office/drawing/2014/main" id="{B261D8D7-EC57-9470-E39B-F3D150E27A3B}"/>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0" name="Freeform 30">
              <a:extLst>
                <a:ext uri="{FF2B5EF4-FFF2-40B4-BE49-F238E27FC236}">
                  <a16:creationId xmlns:a16="http://schemas.microsoft.com/office/drawing/2014/main" id="{ED5DA5DF-DF99-6E46-5DE8-7C5B0E84E2BC}"/>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dirty="0"/>
            </a:p>
          </p:txBody>
        </p:sp>
        <p:sp>
          <p:nvSpPr>
            <p:cNvPr id="31" name="Freeform 31">
              <a:extLst>
                <a:ext uri="{FF2B5EF4-FFF2-40B4-BE49-F238E27FC236}">
                  <a16:creationId xmlns:a16="http://schemas.microsoft.com/office/drawing/2014/main" id="{674A1D7A-B122-BB29-55D3-F2C96CD6BBED}"/>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32" name="Group 32">
            <a:extLst>
              <a:ext uri="{FF2B5EF4-FFF2-40B4-BE49-F238E27FC236}">
                <a16:creationId xmlns:a16="http://schemas.microsoft.com/office/drawing/2014/main" id="{DD42E6D7-B68B-19E5-56E3-AB73BEE3025C}"/>
              </a:ext>
            </a:extLst>
          </p:cNvPr>
          <p:cNvGrpSpPr/>
          <p:nvPr/>
        </p:nvGrpSpPr>
        <p:grpSpPr>
          <a:xfrm>
            <a:off x="2737793" y="6972925"/>
            <a:ext cx="783398" cy="199694"/>
            <a:chOff x="0" y="0"/>
            <a:chExt cx="1305721" cy="332839"/>
          </a:xfrm>
        </p:grpSpPr>
        <p:sp>
          <p:nvSpPr>
            <p:cNvPr id="33" name="Freeform 33">
              <a:extLst>
                <a:ext uri="{FF2B5EF4-FFF2-40B4-BE49-F238E27FC236}">
                  <a16:creationId xmlns:a16="http://schemas.microsoft.com/office/drawing/2014/main" id="{7B7580F6-887C-C825-96E8-99BE2FA47C0A}"/>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4" name="Freeform 34">
              <a:extLst>
                <a:ext uri="{FF2B5EF4-FFF2-40B4-BE49-F238E27FC236}">
                  <a16:creationId xmlns:a16="http://schemas.microsoft.com/office/drawing/2014/main" id="{A3C476C6-6ACF-E3DC-C71B-E296D1C880FC}"/>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35" name="Freeform 35">
              <a:extLst>
                <a:ext uri="{FF2B5EF4-FFF2-40B4-BE49-F238E27FC236}">
                  <a16:creationId xmlns:a16="http://schemas.microsoft.com/office/drawing/2014/main" id="{9B1C01F3-8B2F-8033-7B8C-B40A64DD2346}"/>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36" name="Group 36">
            <a:extLst>
              <a:ext uri="{FF2B5EF4-FFF2-40B4-BE49-F238E27FC236}">
                <a16:creationId xmlns:a16="http://schemas.microsoft.com/office/drawing/2014/main" id="{A5018577-21A2-F98E-6852-82278D54FAA2}"/>
              </a:ext>
            </a:extLst>
          </p:cNvPr>
          <p:cNvGrpSpPr/>
          <p:nvPr/>
        </p:nvGrpSpPr>
        <p:grpSpPr>
          <a:xfrm>
            <a:off x="2759112" y="1894293"/>
            <a:ext cx="783398" cy="199694"/>
            <a:chOff x="0" y="0"/>
            <a:chExt cx="1305721" cy="332839"/>
          </a:xfrm>
        </p:grpSpPr>
        <p:sp>
          <p:nvSpPr>
            <p:cNvPr id="37" name="Freeform 37">
              <a:extLst>
                <a:ext uri="{FF2B5EF4-FFF2-40B4-BE49-F238E27FC236}">
                  <a16:creationId xmlns:a16="http://schemas.microsoft.com/office/drawing/2014/main" id="{D720A5FF-826E-A375-E9F4-557735235BD7}"/>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8" name="Freeform 38">
              <a:extLst>
                <a:ext uri="{FF2B5EF4-FFF2-40B4-BE49-F238E27FC236}">
                  <a16:creationId xmlns:a16="http://schemas.microsoft.com/office/drawing/2014/main" id="{4214DFBE-5B81-AF80-2B62-933221680042}"/>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39" name="Freeform 39">
              <a:extLst>
                <a:ext uri="{FF2B5EF4-FFF2-40B4-BE49-F238E27FC236}">
                  <a16:creationId xmlns:a16="http://schemas.microsoft.com/office/drawing/2014/main" id="{B1E21430-623E-B939-B534-6111B3B6A1C9}"/>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40" name="Group 40">
            <a:extLst>
              <a:ext uri="{FF2B5EF4-FFF2-40B4-BE49-F238E27FC236}">
                <a16:creationId xmlns:a16="http://schemas.microsoft.com/office/drawing/2014/main" id="{5C0DBDF2-AD57-AB21-A509-475117F620D0}"/>
              </a:ext>
            </a:extLst>
          </p:cNvPr>
          <p:cNvGrpSpPr/>
          <p:nvPr/>
        </p:nvGrpSpPr>
        <p:grpSpPr>
          <a:xfrm>
            <a:off x="2759112" y="4664981"/>
            <a:ext cx="783398" cy="199694"/>
            <a:chOff x="0" y="0"/>
            <a:chExt cx="1305721" cy="332839"/>
          </a:xfrm>
        </p:grpSpPr>
        <p:sp>
          <p:nvSpPr>
            <p:cNvPr id="41" name="Freeform 41">
              <a:extLst>
                <a:ext uri="{FF2B5EF4-FFF2-40B4-BE49-F238E27FC236}">
                  <a16:creationId xmlns:a16="http://schemas.microsoft.com/office/drawing/2014/main" id="{89C5538C-0C7C-165D-523D-F2EE135AFBDB}"/>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42" name="Freeform 42">
              <a:extLst>
                <a:ext uri="{FF2B5EF4-FFF2-40B4-BE49-F238E27FC236}">
                  <a16:creationId xmlns:a16="http://schemas.microsoft.com/office/drawing/2014/main" id="{F38EC705-AC31-3D08-E37C-436C9E442944}"/>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43" name="Freeform 43">
              <a:extLst>
                <a:ext uri="{FF2B5EF4-FFF2-40B4-BE49-F238E27FC236}">
                  <a16:creationId xmlns:a16="http://schemas.microsoft.com/office/drawing/2014/main" id="{D29E5722-D43B-C96F-1EDC-BE88973342A1}"/>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44" name="Group 44">
            <a:extLst>
              <a:ext uri="{FF2B5EF4-FFF2-40B4-BE49-F238E27FC236}">
                <a16:creationId xmlns:a16="http://schemas.microsoft.com/office/drawing/2014/main" id="{AAA4B898-CD10-D843-7542-D8E0DCFE95D8}"/>
              </a:ext>
            </a:extLst>
          </p:cNvPr>
          <p:cNvGrpSpPr/>
          <p:nvPr/>
        </p:nvGrpSpPr>
        <p:grpSpPr>
          <a:xfrm>
            <a:off x="2748965" y="3756658"/>
            <a:ext cx="783398" cy="199694"/>
            <a:chOff x="0" y="0"/>
            <a:chExt cx="1305721" cy="332839"/>
          </a:xfrm>
        </p:grpSpPr>
        <p:sp>
          <p:nvSpPr>
            <p:cNvPr id="45" name="Freeform 45">
              <a:extLst>
                <a:ext uri="{FF2B5EF4-FFF2-40B4-BE49-F238E27FC236}">
                  <a16:creationId xmlns:a16="http://schemas.microsoft.com/office/drawing/2014/main" id="{82FF0A1A-9ACA-900A-54C1-06C596285A2E}"/>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46" name="Freeform 46">
              <a:extLst>
                <a:ext uri="{FF2B5EF4-FFF2-40B4-BE49-F238E27FC236}">
                  <a16:creationId xmlns:a16="http://schemas.microsoft.com/office/drawing/2014/main" id="{7848133D-1AF6-D0E7-6FF1-890DF7032543}"/>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47" name="Freeform 47">
              <a:extLst>
                <a:ext uri="{FF2B5EF4-FFF2-40B4-BE49-F238E27FC236}">
                  <a16:creationId xmlns:a16="http://schemas.microsoft.com/office/drawing/2014/main" id="{48516680-4CDE-E71F-21DE-51762D96E560}"/>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sp>
        <p:nvSpPr>
          <p:cNvPr id="48" name="Freeform 48">
            <a:extLst>
              <a:ext uri="{FF2B5EF4-FFF2-40B4-BE49-F238E27FC236}">
                <a16:creationId xmlns:a16="http://schemas.microsoft.com/office/drawing/2014/main" id="{1515D891-25E2-CF6C-2066-18F483FD93F4}"/>
              </a:ext>
            </a:extLst>
          </p:cNvPr>
          <p:cNvSpPr/>
          <p:nvPr/>
        </p:nvSpPr>
        <p:spPr>
          <a:xfrm>
            <a:off x="-35398" y="907805"/>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49" name="Freeform 49">
            <a:extLst>
              <a:ext uri="{FF2B5EF4-FFF2-40B4-BE49-F238E27FC236}">
                <a16:creationId xmlns:a16="http://schemas.microsoft.com/office/drawing/2014/main" id="{13497475-E81D-D8EC-6106-19510EAFA2FE}"/>
              </a:ext>
            </a:extLst>
          </p:cNvPr>
          <p:cNvSpPr/>
          <p:nvPr/>
        </p:nvSpPr>
        <p:spPr>
          <a:xfrm>
            <a:off x="-113080" y="4489543"/>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50" name="Freeform 50">
            <a:extLst>
              <a:ext uri="{FF2B5EF4-FFF2-40B4-BE49-F238E27FC236}">
                <a16:creationId xmlns:a16="http://schemas.microsoft.com/office/drawing/2014/main" id="{C8A154C0-D36C-6597-6C1C-1263097610EE}"/>
              </a:ext>
            </a:extLst>
          </p:cNvPr>
          <p:cNvSpPr/>
          <p:nvPr/>
        </p:nvSpPr>
        <p:spPr>
          <a:xfrm>
            <a:off x="-93978" y="5292202"/>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51" name="Freeform 51">
            <a:extLst>
              <a:ext uri="{FF2B5EF4-FFF2-40B4-BE49-F238E27FC236}">
                <a16:creationId xmlns:a16="http://schemas.microsoft.com/office/drawing/2014/main" id="{0BFF3AB7-10E8-6294-2191-FEB307C9B036}"/>
              </a:ext>
            </a:extLst>
          </p:cNvPr>
          <p:cNvSpPr/>
          <p:nvPr/>
        </p:nvSpPr>
        <p:spPr>
          <a:xfrm>
            <a:off x="-108354" y="6139396"/>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52" name="Freeform 52">
            <a:extLst>
              <a:ext uri="{FF2B5EF4-FFF2-40B4-BE49-F238E27FC236}">
                <a16:creationId xmlns:a16="http://schemas.microsoft.com/office/drawing/2014/main" id="{F169BA03-47DC-3281-006F-CF920960FF1F}"/>
              </a:ext>
            </a:extLst>
          </p:cNvPr>
          <p:cNvSpPr/>
          <p:nvPr/>
        </p:nvSpPr>
        <p:spPr>
          <a:xfrm>
            <a:off x="-68308" y="6815636"/>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53" name="Freeform 53">
            <a:extLst>
              <a:ext uri="{FF2B5EF4-FFF2-40B4-BE49-F238E27FC236}">
                <a16:creationId xmlns:a16="http://schemas.microsoft.com/office/drawing/2014/main" id="{EFF91A38-270B-DC4B-D0C5-4E122DC2F8BC}"/>
              </a:ext>
            </a:extLst>
          </p:cNvPr>
          <p:cNvSpPr/>
          <p:nvPr/>
        </p:nvSpPr>
        <p:spPr>
          <a:xfrm>
            <a:off x="-80320" y="2593098"/>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54" name="Freeform 54">
            <a:extLst>
              <a:ext uri="{FF2B5EF4-FFF2-40B4-BE49-F238E27FC236}">
                <a16:creationId xmlns:a16="http://schemas.microsoft.com/office/drawing/2014/main" id="{2A2BA6C1-CCDA-EC00-A4A8-5E21FFB84DC5}"/>
              </a:ext>
            </a:extLst>
          </p:cNvPr>
          <p:cNvSpPr/>
          <p:nvPr/>
        </p:nvSpPr>
        <p:spPr>
          <a:xfrm>
            <a:off x="-80320" y="1734423"/>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grpSp>
        <p:nvGrpSpPr>
          <p:cNvPr id="55" name="Group 55">
            <a:extLst>
              <a:ext uri="{FF2B5EF4-FFF2-40B4-BE49-F238E27FC236}">
                <a16:creationId xmlns:a16="http://schemas.microsoft.com/office/drawing/2014/main" id="{88634261-E473-3192-95A7-EFF71E8A50E2}"/>
              </a:ext>
            </a:extLst>
          </p:cNvPr>
          <p:cNvGrpSpPr/>
          <p:nvPr/>
        </p:nvGrpSpPr>
        <p:grpSpPr>
          <a:xfrm>
            <a:off x="-352816" y="583595"/>
            <a:ext cx="3966568" cy="797093"/>
            <a:chOff x="0" y="0"/>
            <a:chExt cx="1410398" cy="283423"/>
          </a:xfrm>
        </p:grpSpPr>
        <p:sp>
          <p:nvSpPr>
            <p:cNvPr id="56" name="Freeform 56">
              <a:extLst>
                <a:ext uri="{FF2B5EF4-FFF2-40B4-BE49-F238E27FC236}">
                  <a16:creationId xmlns:a16="http://schemas.microsoft.com/office/drawing/2014/main" id="{1F4722DC-79B9-C7C1-A8C1-B1AF65212ED7}"/>
                </a:ext>
              </a:extLst>
            </p:cNvPr>
            <p:cNvSpPr/>
            <p:nvPr/>
          </p:nvSpPr>
          <p:spPr>
            <a:xfrm>
              <a:off x="0" y="0"/>
              <a:ext cx="1410398" cy="283423"/>
            </a:xfrm>
            <a:custGeom>
              <a:avLst/>
              <a:gdLst/>
              <a:ahLst/>
              <a:cxnLst/>
              <a:rect l="l" t="t" r="r" b="b"/>
              <a:pathLst>
                <a:path w="1410398" h="283423">
                  <a:moveTo>
                    <a:pt x="0" y="0"/>
                  </a:moveTo>
                  <a:lnTo>
                    <a:pt x="1410398" y="0"/>
                  </a:lnTo>
                  <a:lnTo>
                    <a:pt x="1410398" y="283423"/>
                  </a:lnTo>
                  <a:lnTo>
                    <a:pt x="0" y="283423"/>
                  </a:lnTo>
                  <a:close/>
                </a:path>
              </a:pathLst>
            </a:custGeom>
            <a:solidFill>
              <a:srgbClr val="FFCEB6">
                <a:alpha val="38824"/>
              </a:srgbClr>
            </a:solidFill>
          </p:spPr>
          <p:txBody>
            <a:bodyPr/>
            <a:lstStyle/>
            <a:p>
              <a:endParaRPr lang="en-SG" sz="1088"/>
            </a:p>
          </p:txBody>
        </p:sp>
        <p:sp>
          <p:nvSpPr>
            <p:cNvPr id="57" name="TextBox 57">
              <a:extLst>
                <a:ext uri="{FF2B5EF4-FFF2-40B4-BE49-F238E27FC236}">
                  <a16:creationId xmlns:a16="http://schemas.microsoft.com/office/drawing/2014/main" id="{F157934B-7AB3-561A-991A-25FBB5D82B13}"/>
                </a:ext>
              </a:extLst>
            </p:cNvPr>
            <p:cNvSpPr txBox="1"/>
            <p:nvPr/>
          </p:nvSpPr>
          <p:spPr>
            <a:xfrm>
              <a:off x="0" y="-28575"/>
              <a:ext cx="1410398" cy="311998"/>
            </a:xfrm>
            <a:prstGeom prst="rect">
              <a:avLst/>
            </a:prstGeom>
          </p:spPr>
          <p:txBody>
            <a:bodyPr lIns="40638" tIns="40638" rIns="40638" bIns="40638" rtlCol="0" anchor="ctr"/>
            <a:lstStyle/>
            <a:p>
              <a:pPr algn="ctr">
                <a:lnSpc>
                  <a:spcPts val="2016"/>
                </a:lnSpc>
              </a:pPr>
              <a:endParaRPr sz="1088"/>
            </a:p>
          </p:txBody>
        </p:sp>
      </p:grpSp>
      <p:grpSp>
        <p:nvGrpSpPr>
          <p:cNvPr id="58" name="Group 58">
            <a:extLst>
              <a:ext uri="{FF2B5EF4-FFF2-40B4-BE49-F238E27FC236}">
                <a16:creationId xmlns:a16="http://schemas.microsoft.com/office/drawing/2014/main" id="{67103692-0BA0-D386-2141-BF97731080C3}"/>
              </a:ext>
            </a:extLst>
          </p:cNvPr>
          <p:cNvGrpSpPr/>
          <p:nvPr/>
        </p:nvGrpSpPr>
        <p:grpSpPr>
          <a:xfrm>
            <a:off x="-190496" y="2205472"/>
            <a:ext cx="4070156" cy="906484"/>
            <a:chOff x="-36833" y="-28575"/>
            <a:chExt cx="1447231" cy="322320"/>
          </a:xfrm>
        </p:grpSpPr>
        <p:sp>
          <p:nvSpPr>
            <p:cNvPr id="59" name="Freeform 59">
              <a:extLst>
                <a:ext uri="{FF2B5EF4-FFF2-40B4-BE49-F238E27FC236}">
                  <a16:creationId xmlns:a16="http://schemas.microsoft.com/office/drawing/2014/main" id="{8FD49997-4A09-60B5-4A41-A4C0A77A615D}"/>
                </a:ext>
              </a:extLst>
            </p:cNvPr>
            <p:cNvSpPr/>
            <p:nvPr/>
          </p:nvSpPr>
          <p:spPr>
            <a:xfrm>
              <a:off x="-36833" y="4903"/>
              <a:ext cx="1356847" cy="288842"/>
            </a:xfrm>
            <a:custGeom>
              <a:avLst/>
              <a:gdLst/>
              <a:ahLst/>
              <a:cxnLst/>
              <a:rect l="l" t="t" r="r" b="b"/>
              <a:pathLst>
                <a:path w="1410398" h="288842">
                  <a:moveTo>
                    <a:pt x="0" y="0"/>
                  </a:moveTo>
                  <a:lnTo>
                    <a:pt x="1410398" y="0"/>
                  </a:lnTo>
                  <a:lnTo>
                    <a:pt x="1410398" y="288842"/>
                  </a:lnTo>
                  <a:lnTo>
                    <a:pt x="0" y="288842"/>
                  </a:lnTo>
                  <a:close/>
                </a:path>
              </a:pathLst>
            </a:custGeom>
            <a:solidFill>
              <a:srgbClr val="FFCEB6">
                <a:alpha val="38824"/>
              </a:srgbClr>
            </a:solidFill>
          </p:spPr>
          <p:txBody>
            <a:bodyPr/>
            <a:lstStyle/>
            <a:p>
              <a:endParaRPr lang="en-SG" sz="1088"/>
            </a:p>
          </p:txBody>
        </p:sp>
        <p:sp>
          <p:nvSpPr>
            <p:cNvPr id="60" name="TextBox 60">
              <a:extLst>
                <a:ext uri="{FF2B5EF4-FFF2-40B4-BE49-F238E27FC236}">
                  <a16:creationId xmlns:a16="http://schemas.microsoft.com/office/drawing/2014/main" id="{8007DCA2-ED0F-B2D0-4D4C-F1933B2EB478}"/>
                </a:ext>
              </a:extLst>
            </p:cNvPr>
            <p:cNvSpPr txBox="1"/>
            <p:nvPr/>
          </p:nvSpPr>
          <p:spPr>
            <a:xfrm>
              <a:off x="0" y="-28575"/>
              <a:ext cx="1410398" cy="317417"/>
            </a:xfrm>
            <a:prstGeom prst="rect">
              <a:avLst/>
            </a:prstGeom>
          </p:spPr>
          <p:txBody>
            <a:bodyPr lIns="40638" tIns="40638" rIns="40638" bIns="40638" rtlCol="0" anchor="ctr"/>
            <a:lstStyle/>
            <a:p>
              <a:pPr algn="ctr">
                <a:lnSpc>
                  <a:spcPts val="2016"/>
                </a:lnSpc>
              </a:pPr>
              <a:endParaRPr sz="1088"/>
            </a:p>
          </p:txBody>
        </p:sp>
      </p:grpSp>
      <p:sp>
        <p:nvSpPr>
          <p:cNvPr id="61" name="Freeform 61">
            <a:hlinkClick r:id="rId24" action="ppaction://hlinksldjump"/>
            <a:extLst>
              <a:ext uri="{FF2B5EF4-FFF2-40B4-BE49-F238E27FC236}">
                <a16:creationId xmlns:a16="http://schemas.microsoft.com/office/drawing/2014/main" id="{6B568EBA-86E6-7E2E-9CF8-2D59DBEDB55B}"/>
              </a:ext>
            </a:extLst>
          </p:cNvPr>
          <p:cNvSpPr/>
          <p:nvPr/>
        </p:nvSpPr>
        <p:spPr>
          <a:xfrm>
            <a:off x="9612112" y="-89747"/>
            <a:ext cx="492592" cy="492592"/>
          </a:xfrm>
          <a:custGeom>
            <a:avLst/>
            <a:gdLst/>
            <a:ahLst/>
            <a:cxnLst/>
            <a:rect l="l" t="t" r="r" b="b"/>
            <a:pathLst>
              <a:path w="615767" h="615767">
                <a:moveTo>
                  <a:pt x="0" y="0"/>
                </a:moveTo>
                <a:lnTo>
                  <a:pt x="615767" y="0"/>
                </a:lnTo>
                <a:lnTo>
                  <a:pt x="615767" y="615767"/>
                </a:lnTo>
                <a:lnTo>
                  <a:pt x="0" y="615767"/>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txBody>
          <a:bodyPr/>
          <a:lstStyle/>
          <a:p>
            <a:endParaRPr lang="en-SG" sz="1088"/>
          </a:p>
        </p:txBody>
      </p:sp>
      <p:grpSp>
        <p:nvGrpSpPr>
          <p:cNvPr id="62" name="Group 62">
            <a:extLst>
              <a:ext uri="{FF2B5EF4-FFF2-40B4-BE49-F238E27FC236}">
                <a16:creationId xmlns:a16="http://schemas.microsoft.com/office/drawing/2014/main" id="{9362A0D7-1E18-DA1A-D267-FFB867612C76}"/>
              </a:ext>
            </a:extLst>
          </p:cNvPr>
          <p:cNvGrpSpPr/>
          <p:nvPr/>
        </p:nvGrpSpPr>
        <p:grpSpPr>
          <a:xfrm>
            <a:off x="3708628" y="6254731"/>
            <a:ext cx="1997447" cy="797093"/>
            <a:chOff x="0" y="0"/>
            <a:chExt cx="710235" cy="283423"/>
          </a:xfrm>
        </p:grpSpPr>
        <p:sp>
          <p:nvSpPr>
            <p:cNvPr id="63" name="Freeform 63">
              <a:extLst>
                <a:ext uri="{FF2B5EF4-FFF2-40B4-BE49-F238E27FC236}">
                  <a16:creationId xmlns:a16="http://schemas.microsoft.com/office/drawing/2014/main" id="{BA5F84E5-92E4-A0BB-0D26-88A26A180641}"/>
                </a:ext>
              </a:extLst>
            </p:cNvPr>
            <p:cNvSpPr/>
            <p:nvPr/>
          </p:nvSpPr>
          <p:spPr>
            <a:xfrm>
              <a:off x="0" y="0"/>
              <a:ext cx="710235" cy="283423"/>
            </a:xfrm>
            <a:custGeom>
              <a:avLst/>
              <a:gdLst/>
              <a:ahLst/>
              <a:cxnLst/>
              <a:rect l="l" t="t" r="r" b="b"/>
              <a:pathLst>
                <a:path w="710235" h="283423">
                  <a:moveTo>
                    <a:pt x="99219" y="0"/>
                  </a:moveTo>
                  <a:lnTo>
                    <a:pt x="611016" y="0"/>
                  </a:lnTo>
                  <a:cubicBezTo>
                    <a:pt x="637330" y="0"/>
                    <a:pt x="662567" y="10453"/>
                    <a:pt x="681174" y="29061"/>
                  </a:cubicBezTo>
                  <a:cubicBezTo>
                    <a:pt x="699781" y="47668"/>
                    <a:pt x="710235" y="72904"/>
                    <a:pt x="710235" y="99219"/>
                  </a:cubicBezTo>
                  <a:lnTo>
                    <a:pt x="710235" y="184204"/>
                  </a:lnTo>
                  <a:cubicBezTo>
                    <a:pt x="710235" y="210519"/>
                    <a:pt x="699781" y="235756"/>
                    <a:pt x="681174" y="254363"/>
                  </a:cubicBezTo>
                  <a:cubicBezTo>
                    <a:pt x="662567" y="272970"/>
                    <a:pt x="637330" y="283423"/>
                    <a:pt x="611016" y="283423"/>
                  </a:cubicBezTo>
                  <a:lnTo>
                    <a:pt x="99219" y="283423"/>
                  </a:lnTo>
                  <a:cubicBezTo>
                    <a:pt x="72904" y="283423"/>
                    <a:pt x="47668" y="272970"/>
                    <a:pt x="29061" y="254363"/>
                  </a:cubicBezTo>
                  <a:cubicBezTo>
                    <a:pt x="10453" y="235756"/>
                    <a:pt x="0" y="210519"/>
                    <a:pt x="0" y="184204"/>
                  </a:cubicBezTo>
                  <a:lnTo>
                    <a:pt x="0" y="99219"/>
                  </a:lnTo>
                  <a:cubicBezTo>
                    <a:pt x="0" y="72904"/>
                    <a:pt x="10453" y="47668"/>
                    <a:pt x="29061" y="29061"/>
                  </a:cubicBezTo>
                  <a:cubicBezTo>
                    <a:pt x="47668" y="10453"/>
                    <a:pt x="72904" y="0"/>
                    <a:pt x="99219" y="0"/>
                  </a:cubicBezTo>
                  <a:close/>
                </a:path>
              </a:pathLst>
            </a:custGeom>
            <a:solidFill>
              <a:srgbClr val="F34336"/>
            </a:solidFill>
          </p:spPr>
          <p:txBody>
            <a:bodyPr/>
            <a:lstStyle/>
            <a:p>
              <a:endParaRPr lang="en-SG" sz="1088"/>
            </a:p>
          </p:txBody>
        </p:sp>
        <p:sp>
          <p:nvSpPr>
            <p:cNvPr id="64" name="TextBox 64">
              <a:extLst>
                <a:ext uri="{FF2B5EF4-FFF2-40B4-BE49-F238E27FC236}">
                  <a16:creationId xmlns:a16="http://schemas.microsoft.com/office/drawing/2014/main" id="{59CECF6C-5B9C-B6BC-3CC8-9C42F73D5433}"/>
                </a:ext>
              </a:extLst>
            </p:cNvPr>
            <p:cNvSpPr txBox="1"/>
            <p:nvPr/>
          </p:nvSpPr>
          <p:spPr>
            <a:xfrm>
              <a:off x="0" y="-28575"/>
              <a:ext cx="710235" cy="311998"/>
            </a:xfrm>
            <a:prstGeom prst="rect">
              <a:avLst/>
            </a:prstGeom>
          </p:spPr>
          <p:txBody>
            <a:bodyPr lIns="40638" tIns="40638" rIns="40638" bIns="40638" rtlCol="0" anchor="ctr"/>
            <a:lstStyle/>
            <a:p>
              <a:pPr algn="ctr">
                <a:lnSpc>
                  <a:spcPts val="2016"/>
                </a:lnSpc>
              </a:pPr>
              <a:endParaRPr sz="1088"/>
            </a:p>
          </p:txBody>
        </p:sp>
      </p:grpSp>
      <p:grpSp>
        <p:nvGrpSpPr>
          <p:cNvPr id="65" name="Group 65">
            <a:extLst>
              <a:ext uri="{FF2B5EF4-FFF2-40B4-BE49-F238E27FC236}">
                <a16:creationId xmlns:a16="http://schemas.microsoft.com/office/drawing/2014/main" id="{EB798104-39AA-E8CB-7756-D9D2FAF42518}"/>
              </a:ext>
            </a:extLst>
          </p:cNvPr>
          <p:cNvGrpSpPr/>
          <p:nvPr/>
        </p:nvGrpSpPr>
        <p:grpSpPr>
          <a:xfrm>
            <a:off x="5899828" y="6273244"/>
            <a:ext cx="2075572" cy="778581"/>
            <a:chOff x="0" y="0"/>
            <a:chExt cx="738014" cy="276841"/>
          </a:xfrm>
        </p:grpSpPr>
        <p:sp>
          <p:nvSpPr>
            <p:cNvPr id="66" name="Freeform 66">
              <a:extLst>
                <a:ext uri="{FF2B5EF4-FFF2-40B4-BE49-F238E27FC236}">
                  <a16:creationId xmlns:a16="http://schemas.microsoft.com/office/drawing/2014/main" id="{58A2C675-9B4E-7816-89FD-8156EEC0271C}"/>
                </a:ext>
              </a:extLst>
            </p:cNvPr>
            <p:cNvSpPr/>
            <p:nvPr/>
          </p:nvSpPr>
          <p:spPr>
            <a:xfrm>
              <a:off x="0" y="0"/>
              <a:ext cx="738014" cy="276841"/>
            </a:xfrm>
            <a:custGeom>
              <a:avLst/>
              <a:gdLst/>
              <a:ahLst/>
              <a:cxnLst/>
              <a:rect l="l" t="t" r="r" b="b"/>
              <a:pathLst>
                <a:path w="738014" h="276841">
                  <a:moveTo>
                    <a:pt x="95484" y="0"/>
                  </a:moveTo>
                  <a:lnTo>
                    <a:pt x="642529" y="0"/>
                  </a:lnTo>
                  <a:cubicBezTo>
                    <a:pt x="667853" y="0"/>
                    <a:pt x="692140" y="10060"/>
                    <a:pt x="710047" y="27967"/>
                  </a:cubicBezTo>
                  <a:cubicBezTo>
                    <a:pt x="727954" y="45873"/>
                    <a:pt x="738014" y="70160"/>
                    <a:pt x="738014" y="95484"/>
                  </a:cubicBezTo>
                  <a:lnTo>
                    <a:pt x="738014" y="181357"/>
                  </a:lnTo>
                  <a:cubicBezTo>
                    <a:pt x="738014" y="206681"/>
                    <a:pt x="727954" y="230968"/>
                    <a:pt x="710047" y="248874"/>
                  </a:cubicBezTo>
                  <a:cubicBezTo>
                    <a:pt x="692140" y="266781"/>
                    <a:pt x="667853" y="276841"/>
                    <a:pt x="642529" y="276841"/>
                  </a:cubicBezTo>
                  <a:lnTo>
                    <a:pt x="95484" y="276841"/>
                  </a:lnTo>
                  <a:cubicBezTo>
                    <a:pt x="42750" y="276841"/>
                    <a:pt x="0" y="234091"/>
                    <a:pt x="0" y="181357"/>
                  </a:cubicBezTo>
                  <a:lnTo>
                    <a:pt x="0" y="95484"/>
                  </a:lnTo>
                  <a:cubicBezTo>
                    <a:pt x="0" y="70160"/>
                    <a:pt x="10060" y="45873"/>
                    <a:pt x="27967" y="27967"/>
                  </a:cubicBezTo>
                  <a:cubicBezTo>
                    <a:pt x="45873" y="10060"/>
                    <a:pt x="70160" y="0"/>
                    <a:pt x="95484" y="0"/>
                  </a:cubicBezTo>
                  <a:close/>
                </a:path>
              </a:pathLst>
            </a:custGeom>
            <a:solidFill>
              <a:srgbClr val="F34336"/>
            </a:solidFill>
          </p:spPr>
          <p:txBody>
            <a:bodyPr/>
            <a:lstStyle/>
            <a:p>
              <a:endParaRPr lang="en-SG" sz="1088"/>
            </a:p>
          </p:txBody>
        </p:sp>
        <p:sp>
          <p:nvSpPr>
            <p:cNvPr id="67" name="TextBox 67">
              <a:extLst>
                <a:ext uri="{FF2B5EF4-FFF2-40B4-BE49-F238E27FC236}">
                  <a16:creationId xmlns:a16="http://schemas.microsoft.com/office/drawing/2014/main" id="{48F4546C-2FF4-5CCA-E996-AE3A7FA9B92B}"/>
                </a:ext>
              </a:extLst>
            </p:cNvPr>
            <p:cNvSpPr txBox="1"/>
            <p:nvPr/>
          </p:nvSpPr>
          <p:spPr>
            <a:xfrm>
              <a:off x="0" y="-28575"/>
              <a:ext cx="738014" cy="305416"/>
            </a:xfrm>
            <a:prstGeom prst="rect">
              <a:avLst/>
            </a:prstGeom>
          </p:spPr>
          <p:txBody>
            <a:bodyPr lIns="40638" tIns="40638" rIns="40638" bIns="40638" rtlCol="0" anchor="ctr"/>
            <a:lstStyle/>
            <a:p>
              <a:pPr algn="ctr">
                <a:lnSpc>
                  <a:spcPts val="2016"/>
                </a:lnSpc>
              </a:pPr>
              <a:endParaRPr sz="1088"/>
            </a:p>
          </p:txBody>
        </p:sp>
      </p:grpSp>
      <p:grpSp>
        <p:nvGrpSpPr>
          <p:cNvPr id="68" name="Group 68">
            <a:extLst>
              <a:ext uri="{FF2B5EF4-FFF2-40B4-BE49-F238E27FC236}">
                <a16:creationId xmlns:a16="http://schemas.microsoft.com/office/drawing/2014/main" id="{18D66383-0668-0520-A495-8E913562D714}"/>
              </a:ext>
            </a:extLst>
          </p:cNvPr>
          <p:cNvGrpSpPr/>
          <p:nvPr/>
        </p:nvGrpSpPr>
        <p:grpSpPr>
          <a:xfrm>
            <a:off x="8169152" y="6273244"/>
            <a:ext cx="1869822" cy="778581"/>
            <a:chOff x="0" y="0"/>
            <a:chExt cx="664855" cy="276841"/>
          </a:xfrm>
        </p:grpSpPr>
        <p:sp>
          <p:nvSpPr>
            <p:cNvPr id="69" name="Freeform 69">
              <a:extLst>
                <a:ext uri="{FF2B5EF4-FFF2-40B4-BE49-F238E27FC236}">
                  <a16:creationId xmlns:a16="http://schemas.microsoft.com/office/drawing/2014/main" id="{76BAA4A6-2051-1DE0-33FF-9DC0FE0EEF3D}"/>
                </a:ext>
              </a:extLst>
            </p:cNvPr>
            <p:cNvSpPr/>
            <p:nvPr/>
          </p:nvSpPr>
          <p:spPr>
            <a:xfrm>
              <a:off x="0" y="0"/>
              <a:ext cx="664855" cy="276841"/>
            </a:xfrm>
            <a:custGeom>
              <a:avLst/>
              <a:gdLst/>
              <a:ahLst/>
              <a:cxnLst/>
              <a:rect l="l" t="t" r="r" b="b"/>
              <a:pathLst>
                <a:path w="664855" h="276841">
                  <a:moveTo>
                    <a:pt x="105991" y="0"/>
                  </a:moveTo>
                  <a:lnTo>
                    <a:pt x="558864" y="0"/>
                  </a:lnTo>
                  <a:cubicBezTo>
                    <a:pt x="617401" y="0"/>
                    <a:pt x="664855" y="47454"/>
                    <a:pt x="664855" y="105991"/>
                  </a:cubicBezTo>
                  <a:lnTo>
                    <a:pt x="664855" y="170850"/>
                  </a:lnTo>
                  <a:cubicBezTo>
                    <a:pt x="664855" y="229387"/>
                    <a:pt x="617401" y="276841"/>
                    <a:pt x="558864" y="276841"/>
                  </a:cubicBezTo>
                  <a:lnTo>
                    <a:pt x="105991" y="276841"/>
                  </a:lnTo>
                  <a:cubicBezTo>
                    <a:pt x="47454" y="276841"/>
                    <a:pt x="0" y="229387"/>
                    <a:pt x="0" y="170850"/>
                  </a:cubicBezTo>
                  <a:lnTo>
                    <a:pt x="0" y="105991"/>
                  </a:lnTo>
                  <a:cubicBezTo>
                    <a:pt x="0" y="47454"/>
                    <a:pt x="47454" y="0"/>
                    <a:pt x="105991" y="0"/>
                  </a:cubicBezTo>
                  <a:close/>
                </a:path>
              </a:pathLst>
            </a:custGeom>
            <a:solidFill>
              <a:srgbClr val="F34336"/>
            </a:solidFill>
          </p:spPr>
          <p:txBody>
            <a:bodyPr/>
            <a:lstStyle/>
            <a:p>
              <a:endParaRPr lang="en-SG" sz="1088"/>
            </a:p>
          </p:txBody>
        </p:sp>
        <p:sp>
          <p:nvSpPr>
            <p:cNvPr id="70" name="TextBox 70">
              <a:extLst>
                <a:ext uri="{FF2B5EF4-FFF2-40B4-BE49-F238E27FC236}">
                  <a16:creationId xmlns:a16="http://schemas.microsoft.com/office/drawing/2014/main" id="{3998BEF1-7639-C7BC-1791-8BADE01493EA}"/>
                </a:ext>
              </a:extLst>
            </p:cNvPr>
            <p:cNvSpPr txBox="1"/>
            <p:nvPr/>
          </p:nvSpPr>
          <p:spPr>
            <a:xfrm>
              <a:off x="0" y="-28575"/>
              <a:ext cx="664855" cy="305416"/>
            </a:xfrm>
            <a:prstGeom prst="rect">
              <a:avLst/>
            </a:prstGeom>
          </p:spPr>
          <p:txBody>
            <a:bodyPr lIns="40638" tIns="40638" rIns="40638" bIns="40638" rtlCol="0" anchor="ctr"/>
            <a:lstStyle/>
            <a:p>
              <a:pPr algn="ctr">
                <a:lnSpc>
                  <a:spcPts val="2016"/>
                </a:lnSpc>
              </a:pPr>
              <a:endParaRPr sz="1088"/>
            </a:p>
          </p:txBody>
        </p:sp>
      </p:grpSp>
      <p:grpSp>
        <p:nvGrpSpPr>
          <p:cNvPr id="71" name="Group 71">
            <a:extLst>
              <a:ext uri="{FF2B5EF4-FFF2-40B4-BE49-F238E27FC236}">
                <a16:creationId xmlns:a16="http://schemas.microsoft.com/office/drawing/2014/main" id="{7B75F779-9161-C079-5ED1-5664CAAD5077}"/>
              </a:ext>
            </a:extLst>
          </p:cNvPr>
          <p:cNvGrpSpPr/>
          <p:nvPr/>
        </p:nvGrpSpPr>
        <p:grpSpPr>
          <a:xfrm>
            <a:off x="3860669" y="5025164"/>
            <a:ext cx="6330349" cy="1130108"/>
            <a:chOff x="0" y="0"/>
            <a:chExt cx="2250890" cy="401834"/>
          </a:xfrm>
        </p:grpSpPr>
        <p:sp>
          <p:nvSpPr>
            <p:cNvPr id="72" name="Freeform 72">
              <a:extLst>
                <a:ext uri="{FF2B5EF4-FFF2-40B4-BE49-F238E27FC236}">
                  <a16:creationId xmlns:a16="http://schemas.microsoft.com/office/drawing/2014/main" id="{C02E3361-166A-964E-322F-21310A0F1CF3}"/>
                </a:ext>
              </a:extLst>
            </p:cNvPr>
            <p:cNvSpPr/>
            <p:nvPr/>
          </p:nvSpPr>
          <p:spPr>
            <a:xfrm>
              <a:off x="0" y="0"/>
              <a:ext cx="2250890" cy="401834"/>
            </a:xfrm>
            <a:custGeom>
              <a:avLst/>
              <a:gdLst/>
              <a:ahLst/>
              <a:cxnLst/>
              <a:rect l="l" t="t" r="r" b="b"/>
              <a:pathLst>
                <a:path w="2250890" h="401834">
                  <a:moveTo>
                    <a:pt x="41090" y="0"/>
                  </a:moveTo>
                  <a:lnTo>
                    <a:pt x="2209799" y="0"/>
                  </a:lnTo>
                  <a:cubicBezTo>
                    <a:pt x="2220697" y="0"/>
                    <a:pt x="2231149" y="4329"/>
                    <a:pt x="2238855" y="12035"/>
                  </a:cubicBezTo>
                  <a:cubicBezTo>
                    <a:pt x="2246561" y="19741"/>
                    <a:pt x="2250890" y="30193"/>
                    <a:pt x="2250890" y="41090"/>
                  </a:cubicBezTo>
                  <a:lnTo>
                    <a:pt x="2250890" y="360743"/>
                  </a:lnTo>
                  <a:cubicBezTo>
                    <a:pt x="2250890" y="371641"/>
                    <a:pt x="2246561" y="382093"/>
                    <a:pt x="2238855" y="389799"/>
                  </a:cubicBezTo>
                  <a:cubicBezTo>
                    <a:pt x="2231149" y="397505"/>
                    <a:pt x="2220697" y="401834"/>
                    <a:pt x="2209799" y="401834"/>
                  </a:cubicBezTo>
                  <a:lnTo>
                    <a:pt x="41090" y="401834"/>
                  </a:lnTo>
                  <a:cubicBezTo>
                    <a:pt x="30193" y="401834"/>
                    <a:pt x="19741" y="397505"/>
                    <a:pt x="12035" y="389799"/>
                  </a:cubicBezTo>
                  <a:cubicBezTo>
                    <a:pt x="4329" y="382093"/>
                    <a:pt x="0" y="371641"/>
                    <a:pt x="0" y="360743"/>
                  </a:cubicBezTo>
                  <a:lnTo>
                    <a:pt x="0" y="41090"/>
                  </a:lnTo>
                  <a:cubicBezTo>
                    <a:pt x="0" y="30193"/>
                    <a:pt x="4329" y="19741"/>
                    <a:pt x="12035" y="12035"/>
                  </a:cubicBezTo>
                  <a:cubicBezTo>
                    <a:pt x="19741" y="4329"/>
                    <a:pt x="30193" y="0"/>
                    <a:pt x="41090" y="0"/>
                  </a:cubicBezTo>
                  <a:close/>
                </a:path>
              </a:pathLst>
            </a:custGeom>
            <a:solidFill>
              <a:srgbClr val="FFC431">
                <a:alpha val="66667"/>
              </a:srgbClr>
            </a:solidFill>
            <a:ln cap="rnd">
              <a:noFill/>
              <a:prstDash val="solid"/>
              <a:round/>
            </a:ln>
          </p:spPr>
          <p:txBody>
            <a:bodyPr/>
            <a:lstStyle/>
            <a:p>
              <a:endParaRPr lang="en-SG" sz="1088"/>
            </a:p>
          </p:txBody>
        </p:sp>
        <p:sp>
          <p:nvSpPr>
            <p:cNvPr id="73" name="TextBox 73">
              <a:extLst>
                <a:ext uri="{FF2B5EF4-FFF2-40B4-BE49-F238E27FC236}">
                  <a16:creationId xmlns:a16="http://schemas.microsoft.com/office/drawing/2014/main" id="{3FFB1510-CE23-6E86-337C-1E4B136EF9F0}"/>
                </a:ext>
              </a:extLst>
            </p:cNvPr>
            <p:cNvSpPr txBox="1"/>
            <p:nvPr/>
          </p:nvSpPr>
          <p:spPr>
            <a:xfrm>
              <a:off x="0" y="-28575"/>
              <a:ext cx="2250890" cy="430409"/>
            </a:xfrm>
            <a:prstGeom prst="rect">
              <a:avLst/>
            </a:prstGeom>
          </p:spPr>
          <p:txBody>
            <a:bodyPr lIns="40638" tIns="40638" rIns="40638" bIns="40638" rtlCol="0" anchor="ctr"/>
            <a:lstStyle/>
            <a:p>
              <a:pPr algn="ctr">
                <a:lnSpc>
                  <a:spcPts val="2016"/>
                </a:lnSpc>
                <a:spcBef>
                  <a:spcPct val="0"/>
                </a:spcBef>
              </a:pPr>
              <a:endParaRPr sz="1088"/>
            </a:p>
          </p:txBody>
        </p:sp>
      </p:grpSp>
      <p:sp>
        <p:nvSpPr>
          <p:cNvPr id="75" name="Freeform 75">
            <a:extLst>
              <a:ext uri="{FF2B5EF4-FFF2-40B4-BE49-F238E27FC236}">
                <a16:creationId xmlns:a16="http://schemas.microsoft.com/office/drawing/2014/main" id="{74229CEC-BA45-1444-5306-E86B8350C1DC}"/>
              </a:ext>
            </a:extLst>
          </p:cNvPr>
          <p:cNvSpPr/>
          <p:nvPr/>
        </p:nvSpPr>
        <p:spPr>
          <a:xfrm>
            <a:off x="8623577" y="5303603"/>
            <a:ext cx="184244" cy="153844"/>
          </a:xfrm>
          <a:custGeom>
            <a:avLst/>
            <a:gdLst/>
            <a:ahLst/>
            <a:cxnLst/>
            <a:rect l="l" t="t" r="r" b="b"/>
            <a:pathLst>
              <a:path w="230315" h="192313">
                <a:moveTo>
                  <a:pt x="0" y="0"/>
                </a:moveTo>
                <a:lnTo>
                  <a:pt x="230315" y="0"/>
                </a:lnTo>
                <a:lnTo>
                  <a:pt x="230315" y="192313"/>
                </a:lnTo>
                <a:lnTo>
                  <a:pt x="0" y="192313"/>
                </a:lnTo>
                <a:lnTo>
                  <a:pt x="0" y="0"/>
                </a:lnTo>
                <a:close/>
              </a:path>
            </a:pathLst>
          </a:custGeom>
          <a:blipFill>
            <a:blip r:embed="rId18">
              <a:extLst>
                <a:ext uri="{96DAC541-7B7A-43D3-8B79-37D633B846F1}">
                  <asvg:svgBlip xmlns:asvg="http://schemas.microsoft.com/office/drawing/2016/SVG/main" r:embed="rId19"/>
                </a:ext>
              </a:extLst>
            </a:blip>
            <a:stretch>
              <a:fillRect/>
            </a:stretch>
          </a:blipFill>
          <a:ln cap="sq">
            <a:noFill/>
            <a:prstDash val="solid"/>
            <a:miter/>
          </a:ln>
        </p:spPr>
        <p:txBody>
          <a:bodyPr/>
          <a:lstStyle/>
          <a:p>
            <a:endParaRPr lang="en-SG" sz="1088"/>
          </a:p>
        </p:txBody>
      </p:sp>
      <p:sp>
        <p:nvSpPr>
          <p:cNvPr id="76" name="Freeform 76">
            <a:extLst>
              <a:ext uri="{FF2B5EF4-FFF2-40B4-BE49-F238E27FC236}">
                <a16:creationId xmlns:a16="http://schemas.microsoft.com/office/drawing/2014/main" id="{EED960F5-AFE8-BDC2-97C5-1698E53EA7B7}"/>
              </a:ext>
            </a:extLst>
          </p:cNvPr>
          <p:cNvSpPr/>
          <p:nvPr/>
        </p:nvSpPr>
        <p:spPr>
          <a:xfrm>
            <a:off x="3860669" y="4345147"/>
            <a:ext cx="960642" cy="839361"/>
          </a:xfrm>
          <a:custGeom>
            <a:avLst/>
            <a:gdLst/>
            <a:ahLst/>
            <a:cxnLst/>
            <a:rect l="l" t="t" r="r" b="b"/>
            <a:pathLst>
              <a:path w="1200855" h="1049247">
                <a:moveTo>
                  <a:pt x="0" y="0"/>
                </a:moveTo>
                <a:lnTo>
                  <a:pt x="1200855" y="0"/>
                </a:lnTo>
                <a:lnTo>
                  <a:pt x="1200855" y="1049246"/>
                </a:lnTo>
                <a:lnTo>
                  <a:pt x="0" y="1049246"/>
                </a:lnTo>
                <a:lnTo>
                  <a:pt x="0" y="0"/>
                </a:lnTo>
                <a:close/>
              </a:path>
            </a:pathLst>
          </a:custGeom>
          <a:blipFill>
            <a:blip r:embed="rId27"/>
            <a:stretch>
              <a:fillRect/>
            </a:stretch>
          </a:blipFill>
          <a:ln cap="sq">
            <a:noFill/>
            <a:prstDash val="solid"/>
            <a:miter/>
          </a:ln>
        </p:spPr>
        <p:txBody>
          <a:bodyPr/>
          <a:lstStyle/>
          <a:p>
            <a:endParaRPr lang="en-SG" sz="1088"/>
          </a:p>
        </p:txBody>
      </p:sp>
      <p:sp>
        <p:nvSpPr>
          <p:cNvPr id="77" name="Freeform 77">
            <a:extLst>
              <a:ext uri="{FF2B5EF4-FFF2-40B4-BE49-F238E27FC236}">
                <a16:creationId xmlns:a16="http://schemas.microsoft.com/office/drawing/2014/main" id="{70C1D729-60F5-20D7-736F-A88A7AC14AC5}"/>
              </a:ext>
            </a:extLst>
          </p:cNvPr>
          <p:cNvSpPr/>
          <p:nvPr/>
        </p:nvSpPr>
        <p:spPr>
          <a:xfrm>
            <a:off x="8898219" y="6304862"/>
            <a:ext cx="357671" cy="357671"/>
          </a:xfrm>
          <a:custGeom>
            <a:avLst/>
            <a:gdLst/>
            <a:ahLst/>
            <a:cxnLst/>
            <a:rect l="l" t="t" r="r" b="b"/>
            <a:pathLst>
              <a:path w="447108" h="447108">
                <a:moveTo>
                  <a:pt x="0" y="0"/>
                </a:moveTo>
                <a:lnTo>
                  <a:pt x="447107" y="0"/>
                </a:lnTo>
                <a:lnTo>
                  <a:pt x="447107" y="447108"/>
                </a:lnTo>
                <a:lnTo>
                  <a:pt x="0" y="447108"/>
                </a:lnTo>
                <a:lnTo>
                  <a:pt x="0" y="0"/>
                </a:lnTo>
                <a:close/>
              </a:path>
            </a:pathLst>
          </a:custGeom>
          <a:blipFill>
            <a:blip r:embed="rId28">
              <a:extLst>
                <a:ext uri="{96DAC541-7B7A-43D3-8B79-37D633B846F1}">
                  <asvg:svgBlip xmlns:asvg="http://schemas.microsoft.com/office/drawing/2016/SVG/main" r:embed="rId29"/>
                </a:ext>
              </a:extLst>
            </a:blip>
            <a:stretch>
              <a:fillRect/>
            </a:stretch>
          </a:blipFill>
        </p:spPr>
        <p:txBody>
          <a:bodyPr/>
          <a:lstStyle/>
          <a:p>
            <a:endParaRPr lang="en-SG" sz="1088"/>
          </a:p>
        </p:txBody>
      </p:sp>
      <p:sp>
        <p:nvSpPr>
          <p:cNvPr id="78" name="Freeform 78">
            <a:extLst>
              <a:ext uri="{FF2B5EF4-FFF2-40B4-BE49-F238E27FC236}">
                <a16:creationId xmlns:a16="http://schemas.microsoft.com/office/drawing/2014/main" id="{4A99F847-B1D6-6A4B-5730-147513F31E66}"/>
              </a:ext>
            </a:extLst>
          </p:cNvPr>
          <p:cNvSpPr/>
          <p:nvPr/>
        </p:nvSpPr>
        <p:spPr>
          <a:xfrm>
            <a:off x="6868069" y="6408126"/>
            <a:ext cx="254409" cy="254409"/>
          </a:xfrm>
          <a:custGeom>
            <a:avLst/>
            <a:gdLst/>
            <a:ahLst/>
            <a:cxnLst/>
            <a:rect l="l" t="t" r="r" b="b"/>
            <a:pathLst>
              <a:path w="318025" h="318025">
                <a:moveTo>
                  <a:pt x="0" y="0"/>
                </a:moveTo>
                <a:lnTo>
                  <a:pt x="318025" y="0"/>
                </a:lnTo>
                <a:lnTo>
                  <a:pt x="318025" y="318025"/>
                </a:lnTo>
                <a:lnTo>
                  <a:pt x="0" y="318025"/>
                </a:lnTo>
                <a:lnTo>
                  <a:pt x="0" y="0"/>
                </a:lnTo>
                <a:close/>
              </a:path>
            </a:pathLst>
          </a:custGeom>
          <a:blipFill>
            <a:blip r:embed="rId30">
              <a:extLst>
                <a:ext uri="{96DAC541-7B7A-43D3-8B79-37D633B846F1}">
                  <asvg:svgBlip xmlns:asvg="http://schemas.microsoft.com/office/drawing/2016/SVG/main" r:embed="rId31"/>
                </a:ext>
              </a:extLst>
            </a:blip>
            <a:stretch>
              <a:fillRect/>
            </a:stretch>
          </a:blipFill>
        </p:spPr>
        <p:txBody>
          <a:bodyPr/>
          <a:lstStyle/>
          <a:p>
            <a:endParaRPr lang="en-SG" sz="1088"/>
          </a:p>
        </p:txBody>
      </p:sp>
      <p:sp>
        <p:nvSpPr>
          <p:cNvPr id="79" name="Freeform 79">
            <a:extLst>
              <a:ext uri="{FF2B5EF4-FFF2-40B4-BE49-F238E27FC236}">
                <a16:creationId xmlns:a16="http://schemas.microsoft.com/office/drawing/2014/main" id="{BDC38BDF-7A64-9B99-ECF7-A365B99DF803}"/>
              </a:ext>
            </a:extLst>
          </p:cNvPr>
          <p:cNvSpPr/>
          <p:nvPr/>
        </p:nvSpPr>
        <p:spPr>
          <a:xfrm>
            <a:off x="4462029" y="6398870"/>
            <a:ext cx="420510" cy="254409"/>
          </a:xfrm>
          <a:custGeom>
            <a:avLst/>
            <a:gdLst/>
            <a:ahLst/>
            <a:cxnLst/>
            <a:rect l="l" t="t" r="r" b="b"/>
            <a:pathLst>
              <a:path w="525661" h="318025">
                <a:moveTo>
                  <a:pt x="0" y="0"/>
                </a:moveTo>
                <a:lnTo>
                  <a:pt x="525661" y="0"/>
                </a:lnTo>
                <a:lnTo>
                  <a:pt x="525661" y="318025"/>
                </a:lnTo>
                <a:lnTo>
                  <a:pt x="0" y="318025"/>
                </a:lnTo>
                <a:lnTo>
                  <a:pt x="0" y="0"/>
                </a:lnTo>
                <a:close/>
              </a:path>
            </a:pathLst>
          </a:custGeom>
          <a:blipFill>
            <a:blip r:embed="rId32">
              <a:extLst>
                <a:ext uri="{96DAC541-7B7A-43D3-8B79-37D633B846F1}">
                  <asvg:svgBlip xmlns:asvg="http://schemas.microsoft.com/office/drawing/2016/SVG/main" r:embed="rId33"/>
                </a:ext>
              </a:extLst>
            </a:blip>
            <a:stretch>
              <a:fillRect/>
            </a:stretch>
          </a:blipFill>
        </p:spPr>
        <p:txBody>
          <a:bodyPr/>
          <a:lstStyle/>
          <a:p>
            <a:endParaRPr lang="en-SG" sz="1088"/>
          </a:p>
        </p:txBody>
      </p:sp>
      <p:grpSp>
        <p:nvGrpSpPr>
          <p:cNvPr id="80" name="Group 80">
            <a:extLst>
              <a:ext uri="{FF2B5EF4-FFF2-40B4-BE49-F238E27FC236}">
                <a16:creationId xmlns:a16="http://schemas.microsoft.com/office/drawing/2014/main" id="{EB3A225C-3A94-2161-A6AB-75B4E106C5DE}"/>
              </a:ext>
            </a:extLst>
          </p:cNvPr>
          <p:cNvGrpSpPr/>
          <p:nvPr/>
        </p:nvGrpSpPr>
        <p:grpSpPr>
          <a:xfrm>
            <a:off x="3571120" y="570508"/>
            <a:ext cx="105455" cy="7887829"/>
            <a:chOff x="0" y="0"/>
            <a:chExt cx="37497" cy="2804685"/>
          </a:xfrm>
        </p:grpSpPr>
        <p:sp>
          <p:nvSpPr>
            <p:cNvPr id="81" name="Freeform 81">
              <a:extLst>
                <a:ext uri="{FF2B5EF4-FFF2-40B4-BE49-F238E27FC236}">
                  <a16:creationId xmlns:a16="http://schemas.microsoft.com/office/drawing/2014/main" id="{9641D728-5525-7B54-7DD3-C29551A8E063}"/>
                </a:ext>
              </a:extLst>
            </p:cNvPr>
            <p:cNvSpPr/>
            <p:nvPr/>
          </p:nvSpPr>
          <p:spPr>
            <a:xfrm>
              <a:off x="0" y="0"/>
              <a:ext cx="37497" cy="2804685"/>
            </a:xfrm>
            <a:custGeom>
              <a:avLst/>
              <a:gdLst/>
              <a:ahLst/>
              <a:cxnLst/>
              <a:rect l="l" t="t" r="r" b="b"/>
              <a:pathLst>
                <a:path w="37497" h="2804685">
                  <a:moveTo>
                    <a:pt x="0" y="0"/>
                  </a:moveTo>
                  <a:lnTo>
                    <a:pt x="37497" y="0"/>
                  </a:lnTo>
                  <a:lnTo>
                    <a:pt x="37497" y="2804685"/>
                  </a:lnTo>
                  <a:lnTo>
                    <a:pt x="0" y="2804685"/>
                  </a:lnTo>
                  <a:close/>
                </a:path>
              </a:pathLst>
            </a:custGeom>
            <a:solidFill>
              <a:srgbClr val="FDFDFD"/>
            </a:solidFill>
            <a:ln w="9525" cap="sq">
              <a:solidFill>
                <a:srgbClr val="000000"/>
              </a:solidFill>
              <a:prstDash val="solid"/>
              <a:miter/>
            </a:ln>
          </p:spPr>
          <p:txBody>
            <a:bodyPr/>
            <a:lstStyle/>
            <a:p>
              <a:endParaRPr lang="en-SG" sz="1088"/>
            </a:p>
          </p:txBody>
        </p:sp>
        <p:sp>
          <p:nvSpPr>
            <p:cNvPr id="82" name="TextBox 82">
              <a:extLst>
                <a:ext uri="{FF2B5EF4-FFF2-40B4-BE49-F238E27FC236}">
                  <a16:creationId xmlns:a16="http://schemas.microsoft.com/office/drawing/2014/main" id="{5A289140-AD87-2E80-BEE7-CE96030ED7EF}"/>
                </a:ext>
              </a:extLst>
            </p:cNvPr>
            <p:cNvSpPr txBox="1"/>
            <p:nvPr/>
          </p:nvSpPr>
          <p:spPr>
            <a:xfrm>
              <a:off x="0" y="-28575"/>
              <a:ext cx="37497" cy="2833260"/>
            </a:xfrm>
            <a:prstGeom prst="rect">
              <a:avLst/>
            </a:prstGeom>
          </p:spPr>
          <p:txBody>
            <a:bodyPr lIns="40638" tIns="40638" rIns="40638" bIns="40638" rtlCol="0" anchor="ctr"/>
            <a:lstStyle/>
            <a:p>
              <a:pPr algn="ctr">
                <a:lnSpc>
                  <a:spcPts val="2016"/>
                </a:lnSpc>
              </a:pPr>
              <a:endParaRPr sz="1088"/>
            </a:p>
          </p:txBody>
        </p:sp>
      </p:grpSp>
      <p:grpSp>
        <p:nvGrpSpPr>
          <p:cNvPr id="83" name="Group 83">
            <a:extLst>
              <a:ext uri="{FF2B5EF4-FFF2-40B4-BE49-F238E27FC236}">
                <a16:creationId xmlns:a16="http://schemas.microsoft.com/office/drawing/2014/main" id="{0640CBCC-B993-8860-FC84-4F6A0EEBCB52}"/>
              </a:ext>
            </a:extLst>
          </p:cNvPr>
          <p:cNvGrpSpPr/>
          <p:nvPr/>
        </p:nvGrpSpPr>
        <p:grpSpPr>
          <a:xfrm>
            <a:off x="3571122" y="2206140"/>
            <a:ext cx="99056" cy="1284383"/>
            <a:chOff x="0" y="0"/>
            <a:chExt cx="35221" cy="456690"/>
          </a:xfrm>
        </p:grpSpPr>
        <p:sp>
          <p:nvSpPr>
            <p:cNvPr id="84" name="Freeform 84">
              <a:extLst>
                <a:ext uri="{FF2B5EF4-FFF2-40B4-BE49-F238E27FC236}">
                  <a16:creationId xmlns:a16="http://schemas.microsoft.com/office/drawing/2014/main" id="{DD7270B5-A635-3434-01EB-AB2117D3D3A1}"/>
                </a:ext>
              </a:extLst>
            </p:cNvPr>
            <p:cNvSpPr/>
            <p:nvPr/>
          </p:nvSpPr>
          <p:spPr>
            <a:xfrm>
              <a:off x="0" y="0"/>
              <a:ext cx="35221" cy="456690"/>
            </a:xfrm>
            <a:custGeom>
              <a:avLst/>
              <a:gdLst/>
              <a:ahLst/>
              <a:cxnLst/>
              <a:rect l="l" t="t" r="r" b="b"/>
              <a:pathLst>
                <a:path w="35221" h="456690">
                  <a:moveTo>
                    <a:pt x="0" y="0"/>
                  </a:moveTo>
                  <a:lnTo>
                    <a:pt x="35221" y="0"/>
                  </a:lnTo>
                  <a:lnTo>
                    <a:pt x="35221" y="456690"/>
                  </a:lnTo>
                  <a:lnTo>
                    <a:pt x="0" y="456690"/>
                  </a:lnTo>
                  <a:close/>
                </a:path>
              </a:pathLst>
            </a:custGeom>
            <a:solidFill>
              <a:srgbClr val="F34336"/>
            </a:solidFill>
            <a:ln cap="sq">
              <a:noFill/>
              <a:prstDash val="solid"/>
              <a:miter/>
            </a:ln>
          </p:spPr>
          <p:txBody>
            <a:bodyPr/>
            <a:lstStyle/>
            <a:p>
              <a:endParaRPr lang="en-SG" sz="1088"/>
            </a:p>
          </p:txBody>
        </p:sp>
        <p:sp>
          <p:nvSpPr>
            <p:cNvPr id="85" name="TextBox 85">
              <a:extLst>
                <a:ext uri="{FF2B5EF4-FFF2-40B4-BE49-F238E27FC236}">
                  <a16:creationId xmlns:a16="http://schemas.microsoft.com/office/drawing/2014/main" id="{0B0CE929-3906-ED11-02C4-4B4DF7D83034}"/>
                </a:ext>
              </a:extLst>
            </p:cNvPr>
            <p:cNvSpPr txBox="1"/>
            <p:nvPr/>
          </p:nvSpPr>
          <p:spPr>
            <a:xfrm>
              <a:off x="0" y="-28575"/>
              <a:ext cx="35221" cy="485265"/>
            </a:xfrm>
            <a:prstGeom prst="rect">
              <a:avLst/>
            </a:prstGeom>
          </p:spPr>
          <p:txBody>
            <a:bodyPr lIns="40638" tIns="40638" rIns="40638" bIns="40638" rtlCol="0" anchor="ctr"/>
            <a:lstStyle/>
            <a:p>
              <a:pPr algn="ctr">
                <a:lnSpc>
                  <a:spcPts val="2016"/>
                </a:lnSpc>
              </a:pPr>
              <a:endParaRPr sz="1088"/>
            </a:p>
          </p:txBody>
        </p:sp>
      </p:grpSp>
      <p:grpSp>
        <p:nvGrpSpPr>
          <p:cNvPr id="86" name="Group 86">
            <a:extLst>
              <a:ext uri="{FF2B5EF4-FFF2-40B4-BE49-F238E27FC236}">
                <a16:creationId xmlns:a16="http://schemas.microsoft.com/office/drawing/2014/main" id="{F61D1144-D8F9-9C58-2F3B-24F869CA5919}"/>
              </a:ext>
            </a:extLst>
          </p:cNvPr>
          <p:cNvGrpSpPr/>
          <p:nvPr/>
        </p:nvGrpSpPr>
        <p:grpSpPr>
          <a:xfrm>
            <a:off x="3571120" y="572833"/>
            <a:ext cx="105455" cy="304554"/>
            <a:chOff x="0" y="0"/>
            <a:chExt cx="37497" cy="108291"/>
          </a:xfrm>
        </p:grpSpPr>
        <p:sp>
          <p:nvSpPr>
            <p:cNvPr id="87" name="Freeform 87">
              <a:extLst>
                <a:ext uri="{FF2B5EF4-FFF2-40B4-BE49-F238E27FC236}">
                  <a16:creationId xmlns:a16="http://schemas.microsoft.com/office/drawing/2014/main" id="{780ABA57-74F3-BADF-9717-761EF3C42AF8}"/>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88" name="TextBox 88">
              <a:extLst>
                <a:ext uri="{FF2B5EF4-FFF2-40B4-BE49-F238E27FC236}">
                  <a16:creationId xmlns:a16="http://schemas.microsoft.com/office/drawing/2014/main" id="{947EA8CB-94D8-21C6-459C-B497350BD371}"/>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89" name="Group 89">
            <a:extLst>
              <a:ext uri="{FF2B5EF4-FFF2-40B4-BE49-F238E27FC236}">
                <a16:creationId xmlns:a16="http://schemas.microsoft.com/office/drawing/2014/main" id="{0FE05492-6F91-EEDB-C0A4-50DD1E201362}"/>
              </a:ext>
            </a:extLst>
          </p:cNvPr>
          <p:cNvGrpSpPr/>
          <p:nvPr/>
        </p:nvGrpSpPr>
        <p:grpSpPr>
          <a:xfrm>
            <a:off x="3571120" y="7100511"/>
            <a:ext cx="105455" cy="304554"/>
            <a:chOff x="0" y="0"/>
            <a:chExt cx="37497" cy="108291"/>
          </a:xfrm>
        </p:grpSpPr>
        <p:sp>
          <p:nvSpPr>
            <p:cNvPr id="90" name="Freeform 90">
              <a:extLst>
                <a:ext uri="{FF2B5EF4-FFF2-40B4-BE49-F238E27FC236}">
                  <a16:creationId xmlns:a16="http://schemas.microsoft.com/office/drawing/2014/main" id="{1AE66B41-FD12-53D5-ACE8-B7855C7DFA28}"/>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91" name="TextBox 91">
              <a:extLst>
                <a:ext uri="{FF2B5EF4-FFF2-40B4-BE49-F238E27FC236}">
                  <a16:creationId xmlns:a16="http://schemas.microsoft.com/office/drawing/2014/main" id="{2DA0B2C8-39C2-1D45-ACDF-FE948F2BF7BD}"/>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92" name="Group 92">
            <a:extLst>
              <a:ext uri="{FF2B5EF4-FFF2-40B4-BE49-F238E27FC236}">
                <a16:creationId xmlns:a16="http://schemas.microsoft.com/office/drawing/2014/main" id="{3C94022D-C9A5-F16C-5EFB-A74CFE287C3D}"/>
              </a:ext>
            </a:extLst>
          </p:cNvPr>
          <p:cNvGrpSpPr/>
          <p:nvPr/>
        </p:nvGrpSpPr>
        <p:grpSpPr>
          <a:xfrm>
            <a:off x="3592699" y="675840"/>
            <a:ext cx="83877" cy="73393"/>
            <a:chOff x="0" y="0"/>
            <a:chExt cx="812800" cy="711200"/>
          </a:xfrm>
        </p:grpSpPr>
        <p:sp>
          <p:nvSpPr>
            <p:cNvPr id="93" name="Freeform 93">
              <a:extLst>
                <a:ext uri="{FF2B5EF4-FFF2-40B4-BE49-F238E27FC236}">
                  <a16:creationId xmlns:a16="http://schemas.microsoft.com/office/drawing/2014/main" id="{D6EDFC4D-94F2-9435-4A82-818EB2861BA9}"/>
                </a:ext>
              </a:extLst>
            </p:cNvPr>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34336"/>
            </a:solidFill>
          </p:spPr>
          <p:txBody>
            <a:bodyPr/>
            <a:lstStyle/>
            <a:p>
              <a:endParaRPr lang="en-SG" sz="1088"/>
            </a:p>
          </p:txBody>
        </p:sp>
        <p:sp>
          <p:nvSpPr>
            <p:cNvPr id="94" name="TextBox 94">
              <a:extLst>
                <a:ext uri="{FF2B5EF4-FFF2-40B4-BE49-F238E27FC236}">
                  <a16:creationId xmlns:a16="http://schemas.microsoft.com/office/drawing/2014/main" id="{162C4904-525F-A024-3956-5658C3216E18}"/>
                </a:ext>
              </a:extLst>
            </p:cNvPr>
            <p:cNvSpPr txBox="1"/>
            <p:nvPr/>
          </p:nvSpPr>
          <p:spPr>
            <a:xfrm>
              <a:off x="127000" y="301625"/>
              <a:ext cx="558800" cy="358775"/>
            </a:xfrm>
            <a:prstGeom prst="rect">
              <a:avLst/>
            </a:prstGeom>
          </p:spPr>
          <p:txBody>
            <a:bodyPr lIns="40638" tIns="40638" rIns="40638" bIns="40638" rtlCol="0" anchor="ctr"/>
            <a:lstStyle/>
            <a:p>
              <a:pPr algn="ctr">
                <a:lnSpc>
                  <a:spcPts val="2016"/>
                </a:lnSpc>
              </a:pPr>
              <a:endParaRPr sz="1088"/>
            </a:p>
          </p:txBody>
        </p:sp>
      </p:grpSp>
      <p:grpSp>
        <p:nvGrpSpPr>
          <p:cNvPr id="95" name="Group 95">
            <a:extLst>
              <a:ext uri="{FF2B5EF4-FFF2-40B4-BE49-F238E27FC236}">
                <a16:creationId xmlns:a16="http://schemas.microsoft.com/office/drawing/2014/main" id="{F81BB7DE-CD05-1AC3-5A0D-03818B025D6D}"/>
              </a:ext>
            </a:extLst>
          </p:cNvPr>
          <p:cNvGrpSpPr/>
          <p:nvPr/>
        </p:nvGrpSpPr>
        <p:grpSpPr>
          <a:xfrm>
            <a:off x="3565641" y="7221617"/>
            <a:ext cx="104535" cy="91468"/>
            <a:chOff x="0" y="0"/>
            <a:chExt cx="812800" cy="711200"/>
          </a:xfrm>
        </p:grpSpPr>
        <p:sp>
          <p:nvSpPr>
            <p:cNvPr id="96" name="Freeform 96">
              <a:extLst>
                <a:ext uri="{FF2B5EF4-FFF2-40B4-BE49-F238E27FC236}">
                  <a16:creationId xmlns:a16="http://schemas.microsoft.com/office/drawing/2014/main" id="{21685EF2-6192-D3E4-8C11-98E169E6AD69}"/>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97" name="TextBox 97">
              <a:extLst>
                <a:ext uri="{FF2B5EF4-FFF2-40B4-BE49-F238E27FC236}">
                  <a16:creationId xmlns:a16="http://schemas.microsoft.com/office/drawing/2014/main" id="{80D7B182-E8A8-B493-3DC7-B1862522E8BB}"/>
                </a:ext>
              </a:extLst>
            </p:cNvPr>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a:p>
          </p:txBody>
        </p:sp>
      </p:grpSp>
      <p:grpSp>
        <p:nvGrpSpPr>
          <p:cNvPr id="98" name="Group 98">
            <a:extLst>
              <a:ext uri="{FF2B5EF4-FFF2-40B4-BE49-F238E27FC236}">
                <a16:creationId xmlns:a16="http://schemas.microsoft.com/office/drawing/2014/main" id="{90982D4F-C7DF-FF78-C432-D9D88E13C4F2}"/>
              </a:ext>
            </a:extLst>
          </p:cNvPr>
          <p:cNvGrpSpPr/>
          <p:nvPr/>
        </p:nvGrpSpPr>
        <p:grpSpPr>
          <a:xfrm>
            <a:off x="9197536" y="4053339"/>
            <a:ext cx="829153" cy="779169"/>
            <a:chOff x="0" y="0"/>
            <a:chExt cx="1381982" cy="1298672"/>
          </a:xfrm>
        </p:grpSpPr>
        <p:grpSp>
          <p:nvGrpSpPr>
            <p:cNvPr id="99" name="Group 99">
              <a:extLst>
                <a:ext uri="{FF2B5EF4-FFF2-40B4-BE49-F238E27FC236}">
                  <a16:creationId xmlns:a16="http://schemas.microsoft.com/office/drawing/2014/main" id="{55D0F4B6-669E-4136-F753-91B508ABCEBE}"/>
                </a:ext>
              </a:extLst>
            </p:cNvPr>
            <p:cNvGrpSpPr/>
            <p:nvPr/>
          </p:nvGrpSpPr>
          <p:grpSpPr>
            <a:xfrm>
              <a:off x="0" y="0"/>
              <a:ext cx="1195761" cy="1298672"/>
              <a:chOff x="0" y="0"/>
              <a:chExt cx="650486" cy="706469"/>
            </a:xfrm>
          </p:grpSpPr>
          <p:sp>
            <p:nvSpPr>
              <p:cNvPr id="100" name="Freeform 100">
                <a:extLst>
                  <a:ext uri="{FF2B5EF4-FFF2-40B4-BE49-F238E27FC236}">
                    <a16:creationId xmlns:a16="http://schemas.microsoft.com/office/drawing/2014/main" id="{D7D404B5-4F52-33DD-95B5-4143F65C37B2}"/>
                  </a:ext>
                </a:extLst>
              </p:cNvPr>
              <p:cNvSpPr/>
              <p:nvPr/>
            </p:nvSpPr>
            <p:spPr>
              <a:xfrm>
                <a:off x="0" y="0"/>
                <a:ext cx="650486" cy="706469"/>
              </a:xfrm>
              <a:custGeom>
                <a:avLst/>
                <a:gdLst/>
                <a:ahLst/>
                <a:cxnLst/>
                <a:rect l="l" t="t" r="r" b="b"/>
                <a:pathLst>
                  <a:path w="650486" h="706469">
                    <a:moveTo>
                      <a:pt x="0" y="0"/>
                    </a:moveTo>
                    <a:lnTo>
                      <a:pt x="650486" y="0"/>
                    </a:lnTo>
                    <a:lnTo>
                      <a:pt x="650486" y="706469"/>
                    </a:lnTo>
                    <a:lnTo>
                      <a:pt x="0" y="706469"/>
                    </a:lnTo>
                    <a:close/>
                  </a:path>
                </a:pathLst>
              </a:custGeom>
              <a:solidFill>
                <a:srgbClr val="FFCEB6">
                  <a:alpha val="38824"/>
                </a:srgbClr>
              </a:solidFill>
            </p:spPr>
            <p:txBody>
              <a:bodyPr/>
              <a:lstStyle/>
              <a:p>
                <a:endParaRPr lang="en-SG" sz="1088"/>
              </a:p>
            </p:txBody>
          </p:sp>
          <p:sp>
            <p:nvSpPr>
              <p:cNvPr id="101" name="TextBox 101">
                <a:extLst>
                  <a:ext uri="{FF2B5EF4-FFF2-40B4-BE49-F238E27FC236}">
                    <a16:creationId xmlns:a16="http://schemas.microsoft.com/office/drawing/2014/main" id="{114A267B-D86A-950D-26B2-17859F2A6B82}"/>
                  </a:ext>
                </a:extLst>
              </p:cNvPr>
              <p:cNvSpPr txBox="1"/>
              <p:nvPr/>
            </p:nvSpPr>
            <p:spPr>
              <a:xfrm>
                <a:off x="0" y="-28575"/>
                <a:ext cx="650486" cy="735044"/>
              </a:xfrm>
              <a:prstGeom prst="rect">
                <a:avLst/>
              </a:prstGeom>
            </p:spPr>
            <p:txBody>
              <a:bodyPr lIns="15937" tIns="15937" rIns="15937" bIns="15937" rtlCol="0" anchor="ctr"/>
              <a:lstStyle/>
              <a:p>
                <a:pPr algn="ctr">
                  <a:lnSpc>
                    <a:spcPts val="2016"/>
                  </a:lnSpc>
                </a:pPr>
                <a:endParaRPr sz="1088"/>
              </a:p>
            </p:txBody>
          </p:sp>
        </p:grpSp>
        <p:sp>
          <p:nvSpPr>
            <p:cNvPr id="102" name="Freeform 102">
              <a:extLst>
                <a:ext uri="{FF2B5EF4-FFF2-40B4-BE49-F238E27FC236}">
                  <a16:creationId xmlns:a16="http://schemas.microsoft.com/office/drawing/2014/main" id="{304FB5FC-F56B-50AD-E607-FF14F44E395C}"/>
                </a:ext>
              </a:extLst>
            </p:cNvPr>
            <p:cNvSpPr/>
            <p:nvPr/>
          </p:nvSpPr>
          <p:spPr>
            <a:xfrm>
              <a:off x="90494" y="89424"/>
              <a:ext cx="163477" cy="199666"/>
            </a:xfrm>
            <a:custGeom>
              <a:avLst/>
              <a:gdLst/>
              <a:ahLst/>
              <a:cxnLst/>
              <a:rect l="l" t="t" r="r" b="b"/>
              <a:pathLst>
                <a:path w="163477" h="199666">
                  <a:moveTo>
                    <a:pt x="0" y="0"/>
                  </a:moveTo>
                  <a:lnTo>
                    <a:pt x="163476" y="0"/>
                  </a:lnTo>
                  <a:lnTo>
                    <a:pt x="163476" y="199666"/>
                  </a:lnTo>
                  <a:lnTo>
                    <a:pt x="0" y="199666"/>
                  </a:lnTo>
                  <a:lnTo>
                    <a:pt x="0" y="0"/>
                  </a:lnTo>
                  <a:close/>
                </a:path>
              </a:pathLst>
            </a:custGeom>
            <a:blipFill>
              <a:blip r:embed="rId34">
                <a:extLst>
                  <a:ext uri="{96DAC541-7B7A-43D3-8B79-37D633B846F1}">
                    <asvg:svgBlip xmlns:asvg="http://schemas.microsoft.com/office/drawing/2016/SVG/main" r:embed="rId35"/>
                  </a:ext>
                </a:extLst>
              </a:blip>
              <a:stretch>
                <a:fillRect/>
              </a:stretch>
            </a:blipFill>
          </p:spPr>
          <p:txBody>
            <a:bodyPr/>
            <a:lstStyle/>
            <a:p>
              <a:endParaRPr lang="en-SG" sz="1088"/>
            </a:p>
          </p:txBody>
        </p:sp>
        <p:sp>
          <p:nvSpPr>
            <p:cNvPr id="103" name="Freeform 103">
              <a:extLst>
                <a:ext uri="{FF2B5EF4-FFF2-40B4-BE49-F238E27FC236}">
                  <a16:creationId xmlns:a16="http://schemas.microsoft.com/office/drawing/2014/main" id="{859BD4CC-95ED-6F8F-ACDF-553F6D02F528}"/>
                </a:ext>
              </a:extLst>
            </p:cNvPr>
            <p:cNvSpPr/>
            <p:nvPr/>
          </p:nvSpPr>
          <p:spPr>
            <a:xfrm>
              <a:off x="8359" y="289090"/>
              <a:ext cx="327746" cy="327746"/>
            </a:xfrm>
            <a:custGeom>
              <a:avLst/>
              <a:gdLst/>
              <a:ahLst/>
              <a:cxnLst/>
              <a:rect l="l" t="t" r="r" b="b"/>
              <a:pathLst>
                <a:path w="327746" h="327746">
                  <a:moveTo>
                    <a:pt x="0" y="0"/>
                  </a:moveTo>
                  <a:lnTo>
                    <a:pt x="327746" y="0"/>
                  </a:lnTo>
                  <a:lnTo>
                    <a:pt x="327746" y="327746"/>
                  </a:lnTo>
                  <a:lnTo>
                    <a:pt x="0" y="327746"/>
                  </a:lnTo>
                  <a:lnTo>
                    <a:pt x="0" y="0"/>
                  </a:lnTo>
                  <a:close/>
                </a:path>
              </a:pathLst>
            </a:custGeom>
            <a:blipFill>
              <a:blip r:embed="rId36">
                <a:extLst>
                  <a:ext uri="{96DAC541-7B7A-43D3-8B79-37D633B846F1}">
                    <asvg:svgBlip xmlns:asvg="http://schemas.microsoft.com/office/drawing/2016/SVG/main" r:embed="rId37"/>
                  </a:ext>
                </a:extLst>
              </a:blip>
              <a:stretch>
                <a:fillRect/>
              </a:stretch>
            </a:blipFill>
          </p:spPr>
          <p:txBody>
            <a:bodyPr/>
            <a:lstStyle/>
            <a:p>
              <a:endParaRPr lang="en-SG" sz="1088"/>
            </a:p>
          </p:txBody>
        </p:sp>
        <p:sp>
          <p:nvSpPr>
            <p:cNvPr id="104" name="Freeform 104">
              <a:extLst>
                <a:ext uri="{FF2B5EF4-FFF2-40B4-BE49-F238E27FC236}">
                  <a16:creationId xmlns:a16="http://schemas.microsoft.com/office/drawing/2014/main" id="{066FAA64-ED73-3B1F-2D96-51CDE4817255}"/>
                </a:ext>
              </a:extLst>
            </p:cNvPr>
            <p:cNvSpPr/>
            <p:nvPr/>
          </p:nvSpPr>
          <p:spPr>
            <a:xfrm>
              <a:off x="30009" y="681860"/>
              <a:ext cx="284447" cy="227913"/>
            </a:xfrm>
            <a:custGeom>
              <a:avLst/>
              <a:gdLst/>
              <a:ahLst/>
              <a:cxnLst/>
              <a:rect l="l" t="t" r="r" b="b"/>
              <a:pathLst>
                <a:path w="284447" h="227913">
                  <a:moveTo>
                    <a:pt x="0" y="0"/>
                  </a:moveTo>
                  <a:lnTo>
                    <a:pt x="284446" y="0"/>
                  </a:lnTo>
                  <a:lnTo>
                    <a:pt x="284446" y="227913"/>
                  </a:lnTo>
                  <a:lnTo>
                    <a:pt x="0" y="227913"/>
                  </a:lnTo>
                  <a:lnTo>
                    <a:pt x="0" y="0"/>
                  </a:lnTo>
                  <a:close/>
                </a:path>
              </a:pathLst>
            </a:custGeom>
            <a:blipFill>
              <a:blip r:embed="rId38">
                <a:extLst>
                  <a:ext uri="{96DAC541-7B7A-43D3-8B79-37D633B846F1}">
                    <asvg:svgBlip xmlns:asvg="http://schemas.microsoft.com/office/drawing/2016/SVG/main" r:embed="rId39"/>
                  </a:ext>
                </a:extLst>
              </a:blip>
              <a:stretch>
                <a:fillRect/>
              </a:stretch>
            </a:blipFill>
          </p:spPr>
          <p:txBody>
            <a:bodyPr/>
            <a:lstStyle/>
            <a:p>
              <a:endParaRPr lang="en-SG" sz="1088"/>
            </a:p>
          </p:txBody>
        </p:sp>
        <p:sp>
          <p:nvSpPr>
            <p:cNvPr id="105" name="Freeform 105">
              <a:extLst>
                <a:ext uri="{FF2B5EF4-FFF2-40B4-BE49-F238E27FC236}">
                  <a16:creationId xmlns:a16="http://schemas.microsoft.com/office/drawing/2014/main" id="{1CE8FC68-FEB0-A59B-855E-24E527980817}"/>
                </a:ext>
              </a:extLst>
            </p:cNvPr>
            <p:cNvSpPr/>
            <p:nvPr/>
          </p:nvSpPr>
          <p:spPr>
            <a:xfrm>
              <a:off x="72049" y="974796"/>
              <a:ext cx="181921" cy="240160"/>
            </a:xfrm>
            <a:custGeom>
              <a:avLst/>
              <a:gdLst/>
              <a:ahLst/>
              <a:cxnLst/>
              <a:rect l="l" t="t" r="r" b="b"/>
              <a:pathLst>
                <a:path w="181921" h="240160">
                  <a:moveTo>
                    <a:pt x="0" y="0"/>
                  </a:moveTo>
                  <a:lnTo>
                    <a:pt x="181921" y="0"/>
                  </a:lnTo>
                  <a:lnTo>
                    <a:pt x="181921" y="240161"/>
                  </a:lnTo>
                  <a:lnTo>
                    <a:pt x="0" y="240161"/>
                  </a:lnTo>
                  <a:lnTo>
                    <a:pt x="0" y="0"/>
                  </a:lnTo>
                  <a:close/>
                </a:path>
              </a:pathLst>
            </a:custGeom>
            <a:blipFill>
              <a:blip r:embed="rId40">
                <a:extLst>
                  <a:ext uri="{96DAC541-7B7A-43D3-8B79-37D633B846F1}">
                    <asvg:svgBlip xmlns:asvg="http://schemas.microsoft.com/office/drawing/2016/SVG/main" r:embed="rId41"/>
                  </a:ext>
                </a:extLst>
              </a:blip>
              <a:stretch>
                <a:fillRect/>
              </a:stretch>
            </a:blipFill>
          </p:spPr>
          <p:txBody>
            <a:bodyPr/>
            <a:lstStyle/>
            <a:p>
              <a:endParaRPr lang="en-SG" sz="1088"/>
            </a:p>
          </p:txBody>
        </p:sp>
        <p:sp>
          <p:nvSpPr>
            <p:cNvPr id="106" name="TextBox 106">
              <a:extLst>
                <a:ext uri="{FF2B5EF4-FFF2-40B4-BE49-F238E27FC236}">
                  <a16:creationId xmlns:a16="http://schemas.microsoft.com/office/drawing/2014/main" id="{F96C8018-4E2F-7C87-D578-C74299B95132}"/>
                </a:ext>
              </a:extLst>
            </p:cNvPr>
            <p:cNvSpPr txBox="1"/>
            <p:nvPr/>
          </p:nvSpPr>
          <p:spPr>
            <a:xfrm>
              <a:off x="460225" y="955747"/>
              <a:ext cx="596473"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Others</a:t>
              </a:r>
            </a:p>
          </p:txBody>
        </p:sp>
        <p:sp>
          <p:nvSpPr>
            <p:cNvPr id="107" name="TextBox 107">
              <a:extLst>
                <a:ext uri="{FF2B5EF4-FFF2-40B4-BE49-F238E27FC236}">
                  <a16:creationId xmlns:a16="http://schemas.microsoft.com/office/drawing/2014/main" id="{DEAEC283-0A53-196F-095D-02394A06208A}"/>
                </a:ext>
              </a:extLst>
            </p:cNvPr>
            <p:cNvSpPr txBox="1"/>
            <p:nvPr/>
          </p:nvSpPr>
          <p:spPr>
            <a:xfrm>
              <a:off x="460225" y="48570"/>
              <a:ext cx="921757"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Dining</a:t>
              </a:r>
            </a:p>
          </p:txBody>
        </p:sp>
        <p:sp>
          <p:nvSpPr>
            <p:cNvPr id="108" name="TextBox 108">
              <a:extLst>
                <a:ext uri="{FF2B5EF4-FFF2-40B4-BE49-F238E27FC236}">
                  <a16:creationId xmlns:a16="http://schemas.microsoft.com/office/drawing/2014/main" id="{88528590-59D6-D463-A80A-B3B4CDB47EE1}"/>
                </a:ext>
              </a:extLst>
            </p:cNvPr>
            <p:cNvSpPr txBox="1"/>
            <p:nvPr/>
          </p:nvSpPr>
          <p:spPr>
            <a:xfrm>
              <a:off x="460972" y="362219"/>
              <a:ext cx="460132"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Rides</a:t>
              </a:r>
            </a:p>
          </p:txBody>
        </p:sp>
        <p:grpSp>
          <p:nvGrpSpPr>
            <p:cNvPr id="109" name="Group 109">
              <a:extLst>
                <a:ext uri="{FF2B5EF4-FFF2-40B4-BE49-F238E27FC236}">
                  <a16:creationId xmlns:a16="http://schemas.microsoft.com/office/drawing/2014/main" id="{9166412E-792C-FF84-4583-CFDC00899AC0}"/>
                </a:ext>
              </a:extLst>
            </p:cNvPr>
            <p:cNvGrpSpPr/>
            <p:nvPr/>
          </p:nvGrpSpPr>
          <p:grpSpPr>
            <a:xfrm>
              <a:off x="7598" y="10649"/>
              <a:ext cx="1188163" cy="307120"/>
              <a:chOff x="0" y="0"/>
              <a:chExt cx="253475" cy="65519"/>
            </a:xfrm>
          </p:grpSpPr>
          <p:sp>
            <p:nvSpPr>
              <p:cNvPr id="110" name="Freeform 110">
                <a:extLst>
                  <a:ext uri="{FF2B5EF4-FFF2-40B4-BE49-F238E27FC236}">
                    <a16:creationId xmlns:a16="http://schemas.microsoft.com/office/drawing/2014/main" id="{73631CC8-1385-53A8-4AE0-778148574EEA}"/>
                  </a:ext>
                </a:extLst>
              </p:cNvPr>
              <p:cNvSpPr/>
              <p:nvPr/>
            </p:nvSpPr>
            <p:spPr>
              <a:xfrm>
                <a:off x="0" y="0"/>
                <a:ext cx="253475" cy="65519"/>
              </a:xfrm>
              <a:custGeom>
                <a:avLst/>
                <a:gdLst/>
                <a:ahLst/>
                <a:cxnLst/>
                <a:rect l="l" t="t" r="r" b="b"/>
                <a:pathLst>
                  <a:path w="253475" h="65519">
                    <a:moveTo>
                      <a:pt x="0" y="0"/>
                    </a:moveTo>
                    <a:lnTo>
                      <a:pt x="253475" y="0"/>
                    </a:lnTo>
                    <a:lnTo>
                      <a:pt x="253475" y="65519"/>
                    </a:lnTo>
                    <a:lnTo>
                      <a:pt x="0" y="65519"/>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11" name="TextBox 111">
                <a:extLst>
                  <a:ext uri="{FF2B5EF4-FFF2-40B4-BE49-F238E27FC236}">
                    <a16:creationId xmlns:a16="http://schemas.microsoft.com/office/drawing/2014/main" id="{10E1E0F6-816E-E0DE-4A67-A599C5BD6006}"/>
                  </a:ext>
                </a:extLst>
              </p:cNvPr>
              <p:cNvSpPr txBox="1"/>
              <p:nvPr/>
            </p:nvSpPr>
            <p:spPr>
              <a:xfrm>
                <a:off x="0" y="-28575"/>
                <a:ext cx="253475" cy="94094"/>
              </a:xfrm>
              <a:prstGeom prst="rect">
                <a:avLst/>
              </a:prstGeom>
            </p:spPr>
            <p:txBody>
              <a:bodyPr lIns="40638" tIns="40638" rIns="40638" bIns="40638" rtlCol="0" anchor="ctr"/>
              <a:lstStyle/>
              <a:p>
                <a:pPr algn="ctr">
                  <a:lnSpc>
                    <a:spcPts val="2016"/>
                  </a:lnSpc>
                </a:pPr>
                <a:endParaRPr sz="1088"/>
              </a:p>
            </p:txBody>
          </p:sp>
        </p:grpSp>
        <p:sp>
          <p:nvSpPr>
            <p:cNvPr id="112" name="TextBox 112">
              <a:extLst>
                <a:ext uri="{FF2B5EF4-FFF2-40B4-BE49-F238E27FC236}">
                  <a16:creationId xmlns:a16="http://schemas.microsoft.com/office/drawing/2014/main" id="{8E9A8FFA-FF04-F73E-FF69-1BA2CF35AF41}"/>
                </a:ext>
              </a:extLst>
            </p:cNvPr>
            <p:cNvSpPr txBox="1"/>
            <p:nvPr/>
          </p:nvSpPr>
          <p:spPr>
            <a:xfrm>
              <a:off x="460225" y="662811"/>
              <a:ext cx="525250"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Shows</a:t>
              </a:r>
            </a:p>
          </p:txBody>
        </p:sp>
        <p:grpSp>
          <p:nvGrpSpPr>
            <p:cNvPr id="113" name="Group 113">
              <a:extLst>
                <a:ext uri="{FF2B5EF4-FFF2-40B4-BE49-F238E27FC236}">
                  <a16:creationId xmlns:a16="http://schemas.microsoft.com/office/drawing/2014/main" id="{3161E3AD-801B-7921-7B4E-275A039E1076}"/>
                </a:ext>
              </a:extLst>
            </p:cNvPr>
            <p:cNvGrpSpPr/>
            <p:nvPr/>
          </p:nvGrpSpPr>
          <p:grpSpPr>
            <a:xfrm>
              <a:off x="8359" y="299404"/>
              <a:ext cx="1188163" cy="307120"/>
              <a:chOff x="0" y="0"/>
              <a:chExt cx="253475" cy="65519"/>
            </a:xfrm>
          </p:grpSpPr>
          <p:sp>
            <p:nvSpPr>
              <p:cNvPr id="114" name="Freeform 114">
                <a:extLst>
                  <a:ext uri="{FF2B5EF4-FFF2-40B4-BE49-F238E27FC236}">
                    <a16:creationId xmlns:a16="http://schemas.microsoft.com/office/drawing/2014/main" id="{B5456572-A84D-24FB-0CF4-D8883653BA8F}"/>
                  </a:ext>
                </a:extLst>
              </p:cNvPr>
              <p:cNvSpPr/>
              <p:nvPr/>
            </p:nvSpPr>
            <p:spPr>
              <a:xfrm>
                <a:off x="0" y="0"/>
                <a:ext cx="253475" cy="65519"/>
              </a:xfrm>
              <a:custGeom>
                <a:avLst/>
                <a:gdLst/>
                <a:ahLst/>
                <a:cxnLst/>
                <a:rect l="l" t="t" r="r" b="b"/>
                <a:pathLst>
                  <a:path w="253475" h="65519">
                    <a:moveTo>
                      <a:pt x="0" y="0"/>
                    </a:moveTo>
                    <a:lnTo>
                      <a:pt x="253475" y="0"/>
                    </a:lnTo>
                    <a:lnTo>
                      <a:pt x="253475" y="65519"/>
                    </a:lnTo>
                    <a:lnTo>
                      <a:pt x="0" y="65519"/>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15" name="TextBox 115">
                <a:extLst>
                  <a:ext uri="{FF2B5EF4-FFF2-40B4-BE49-F238E27FC236}">
                    <a16:creationId xmlns:a16="http://schemas.microsoft.com/office/drawing/2014/main" id="{CB6A0DCD-D32B-BFA5-EE78-14E9A680A550}"/>
                  </a:ext>
                </a:extLst>
              </p:cNvPr>
              <p:cNvSpPr txBox="1"/>
              <p:nvPr/>
            </p:nvSpPr>
            <p:spPr>
              <a:xfrm>
                <a:off x="0" y="-28575"/>
                <a:ext cx="253475" cy="94094"/>
              </a:xfrm>
              <a:prstGeom prst="rect">
                <a:avLst/>
              </a:prstGeom>
            </p:spPr>
            <p:txBody>
              <a:bodyPr lIns="40638" tIns="40638" rIns="40638" bIns="40638" rtlCol="0" anchor="ctr"/>
              <a:lstStyle/>
              <a:p>
                <a:pPr algn="ctr">
                  <a:lnSpc>
                    <a:spcPts val="2016"/>
                  </a:lnSpc>
                </a:pPr>
                <a:endParaRPr sz="1088"/>
              </a:p>
            </p:txBody>
          </p:sp>
        </p:grpSp>
        <p:grpSp>
          <p:nvGrpSpPr>
            <p:cNvPr id="116" name="Group 116">
              <a:extLst>
                <a:ext uri="{FF2B5EF4-FFF2-40B4-BE49-F238E27FC236}">
                  <a16:creationId xmlns:a16="http://schemas.microsoft.com/office/drawing/2014/main" id="{CCDD5C0C-3395-E9A8-1403-DE7F92128677}"/>
                </a:ext>
              </a:extLst>
            </p:cNvPr>
            <p:cNvGrpSpPr/>
            <p:nvPr/>
          </p:nvGrpSpPr>
          <p:grpSpPr>
            <a:xfrm>
              <a:off x="8359" y="589938"/>
              <a:ext cx="1188163" cy="332535"/>
              <a:chOff x="0" y="0"/>
              <a:chExt cx="253475" cy="70941"/>
            </a:xfrm>
          </p:grpSpPr>
          <p:sp>
            <p:nvSpPr>
              <p:cNvPr id="117" name="Freeform 117">
                <a:extLst>
                  <a:ext uri="{FF2B5EF4-FFF2-40B4-BE49-F238E27FC236}">
                    <a16:creationId xmlns:a16="http://schemas.microsoft.com/office/drawing/2014/main" id="{0E2A477D-11DC-401E-1998-AC3138EC8C0F}"/>
                  </a:ext>
                </a:extLst>
              </p:cNvPr>
              <p:cNvSpPr/>
              <p:nvPr/>
            </p:nvSpPr>
            <p:spPr>
              <a:xfrm>
                <a:off x="0" y="0"/>
                <a:ext cx="253475" cy="70941"/>
              </a:xfrm>
              <a:custGeom>
                <a:avLst/>
                <a:gdLst/>
                <a:ahLst/>
                <a:cxnLst/>
                <a:rect l="l" t="t" r="r" b="b"/>
                <a:pathLst>
                  <a:path w="253475" h="70941">
                    <a:moveTo>
                      <a:pt x="0" y="0"/>
                    </a:moveTo>
                    <a:lnTo>
                      <a:pt x="253475" y="0"/>
                    </a:lnTo>
                    <a:lnTo>
                      <a:pt x="253475" y="70941"/>
                    </a:lnTo>
                    <a:lnTo>
                      <a:pt x="0" y="70941"/>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18" name="TextBox 118">
                <a:extLst>
                  <a:ext uri="{FF2B5EF4-FFF2-40B4-BE49-F238E27FC236}">
                    <a16:creationId xmlns:a16="http://schemas.microsoft.com/office/drawing/2014/main" id="{563697C7-73D3-412A-4C2F-2772A5F60C0A}"/>
                  </a:ext>
                </a:extLst>
              </p:cNvPr>
              <p:cNvSpPr txBox="1"/>
              <p:nvPr/>
            </p:nvSpPr>
            <p:spPr>
              <a:xfrm>
                <a:off x="0" y="-28575"/>
                <a:ext cx="253475" cy="99516"/>
              </a:xfrm>
              <a:prstGeom prst="rect">
                <a:avLst/>
              </a:prstGeom>
            </p:spPr>
            <p:txBody>
              <a:bodyPr lIns="40638" tIns="40638" rIns="40638" bIns="40638" rtlCol="0" anchor="ctr"/>
              <a:lstStyle/>
              <a:p>
                <a:pPr algn="ctr">
                  <a:lnSpc>
                    <a:spcPts val="2016"/>
                  </a:lnSpc>
                </a:pPr>
                <a:endParaRPr sz="1088"/>
              </a:p>
            </p:txBody>
          </p:sp>
        </p:grpSp>
        <p:grpSp>
          <p:nvGrpSpPr>
            <p:cNvPr id="119" name="Group 119">
              <a:extLst>
                <a:ext uri="{FF2B5EF4-FFF2-40B4-BE49-F238E27FC236}">
                  <a16:creationId xmlns:a16="http://schemas.microsoft.com/office/drawing/2014/main" id="{CF624CA5-AF23-2BDE-48DC-0A2B1D4BDBD5}"/>
                </a:ext>
              </a:extLst>
            </p:cNvPr>
            <p:cNvGrpSpPr/>
            <p:nvPr/>
          </p:nvGrpSpPr>
          <p:grpSpPr>
            <a:xfrm>
              <a:off x="8359" y="907837"/>
              <a:ext cx="1188163" cy="390835"/>
              <a:chOff x="0" y="0"/>
              <a:chExt cx="253475" cy="83378"/>
            </a:xfrm>
          </p:grpSpPr>
          <p:sp>
            <p:nvSpPr>
              <p:cNvPr id="120" name="Freeform 120">
                <a:extLst>
                  <a:ext uri="{FF2B5EF4-FFF2-40B4-BE49-F238E27FC236}">
                    <a16:creationId xmlns:a16="http://schemas.microsoft.com/office/drawing/2014/main" id="{F688162A-F977-49F6-05E1-F7FC9282961C}"/>
                  </a:ext>
                </a:extLst>
              </p:cNvPr>
              <p:cNvSpPr/>
              <p:nvPr/>
            </p:nvSpPr>
            <p:spPr>
              <a:xfrm>
                <a:off x="0" y="0"/>
                <a:ext cx="253475" cy="83378"/>
              </a:xfrm>
              <a:custGeom>
                <a:avLst/>
                <a:gdLst/>
                <a:ahLst/>
                <a:cxnLst/>
                <a:rect l="l" t="t" r="r" b="b"/>
                <a:pathLst>
                  <a:path w="253475" h="83378">
                    <a:moveTo>
                      <a:pt x="0" y="0"/>
                    </a:moveTo>
                    <a:lnTo>
                      <a:pt x="253475" y="0"/>
                    </a:lnTo>
                    <a:lnTo>
                      <a:pt x="253475" y="83378"/>
                    </a:lnTo>
                    <a:lnTo>
                      <a:pt x="0" y="83378"/>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21" name="TextBox 121">
                <a:extLst>
                  <a:ext uri="{FF2B5EF4-FFF2-40B4-BE49-F238E27FC236}">
                    <a16:creationId xmlns:a16="http://schemas.microsoft.com/office/drawing/2014/main" id="{1932E7A1-DD4D-889C-5E36-E5ED07951360}"/>
                  </a:ext>
                </a:extLst>
              </p:cNvPr>
              <p:cNvSpPr txBox="1"/>
              <p:nvPr/>
            </p:nvSpPr>
            <p:spPr>
              <a:xfrm>
                <a:off x="0" y="-28575"/>
                <a:ext cx="253475" cy="111953"/>
              </a:xfrm>
              <a:prstGeom prst="rect">
                <a:avLst/>
              </a:prstGeom>
            </p:spPr>
            <p:txBody>
              <a:bodyPr lIns="40638" tIns="40638" rIns="40638" bIns="40638" rtlCol="0" anchor="ctr"/>
              <a:lstStyle/>
              <a:p>
                <a:pPr algn="ctr">
                  <a:lnSpc>
                    <a:spcPts val="2016"/>
                  </a:lnSpc>
                </a:pPr>
                <a:endParaRPr sz="1088"/>
              </a:p>
            </p:txBody>
          </p:sp>
        </p:grpSp>
      </p:grpSp>
      <p:grpSp>
        <p:nvGrpSpPr>
          <p:cNvPr id="122" name="Group 122">
            <a:extLst>
              <a:ext uri="{FF2B5EF4-FFF2-40B4-BE49-F238E27FC236}">
                <a16:creationId xmlns:a16="http://schemas.microsoft.com/office/drawing/2014/main" id="{D65E87B3-95C1-EC5E-86F4-B239591EBB1C}"/>
              </a:ext>
            </a:extLst>
          </p:cNvPr>
          <p:cNvGrpSpPr/>
          <p:nvPr/>
        </p:nvGrpSpPr>
        <p:grpSpPr>
          <a:xfrm>
            <a:off x="5492559" y="5707549"/>
            <a:ext cx="1533283" cy="422129"/>
            <a:chOff x="0" y="0"/>
            <a:chExt cx="545191" cy="150097"/>
          </a:xfrm>
        </p:grpSpPr>
        <p:sp>
          <p:nvSpPr>
            <p:cNvPr id="123" name="Freeform 123">
              <a:extLst>
                <a:ext uri="{FF2B5EF4-FFF2-40B4-BE49-F238E27FC236}">
                  <a16:creationId xmlns:a16="http://schemas.microsoft.com/office/drawing/2014/main" id="{C86491B6-F23A-6B3D-3E70-87453E5A64F0}"/>
                </a:ext>
              </a:extLst>
            </p:cNvPr>
            <p:cNvSpPr/>
            <p:nvPr/>
          </p:nvSpPr>
          <p:spPr>
            <a:xfrm>
              <a:off x="0" y="0"/>
              <a:ext cx="545191" cy="150097"/>
            </a:xfrm>
            <a:custGeom>
              <a:avLst/>
              <a:gdLst/>
              <a:ahLst/>
              <a:cxnLst/>
              <a:rect l="l" t="t" r="r" b="b"/>
              <a:pathLst>
                <a:path w="545191" h="150097">
                  <a:moveTo>
                    <a:pt x="75049" y="0"/>
                  </a:moveTo>
                  <a:lnTo>
                    <a:pt x="470143" y="0"/>
                  </a:lnTo>
                  <a:cubicBezTo>
                    <a:pt x="511591" y="0"/>
                    <a:pt x="545191" y="33600"/>
                    <a:pt x="545191" y="75049"/>
                  </a:cubicBezTo>
                  <a:lnTo>
                    <a:pt x="545191" y="75049"/>
                  </a:lnTo>
                  <a:cubicBezTo>
                    <a:pt x="545191" y="94953"/>
                    <a:pt x="537284" y="114042"/>
                    <a:pt x="523210" y="128116"/>
                  </a:cubicBezTo>
                  <a:cubicBezTo>
                    <a:pt x="509136" y="142190"/>
                    <a:pt x="490047" y="150097"/>
                    <a:pt x="470143" y="150097"/>
                  </a:cubicBezTo>
                  <a:lnTo>
                    <a:pt x="75049" y="150097"/>
                  </a:lnTo>
                  <a:cubicBezTo>
                    <a:pt x="33600" y="150097"/>
                    <a:pt x="0" y="116497"/>
                    <a:pt x="0" y="75049"/>
                  </a:cubicBezTo>
                  <a:lnTo>
                    <a:pt x="0" y="75049"/>
                  </a:lnTo>
                  <a:cubicBezTo>
                    <a:pt x="0" y="33600"/>
                    <a:pt x="33600" y="0"/>
                    <a:pt x="75049" y="0"/>
                  </a:cubicBezTo>
                  <a:close/>
                </a:path>
              </a:pathLst>
            </a:custGeom>
            <a:solidFill>
              <a:srgbClr val="FFBB54">
                <a:alpha val="0"/>
              </a:srgbClr>
            </a:solidFill>
            <a:ln w="9525" cap="sq">
              <a:solidFill>
                <a:srgbClr val="EF5E3B">
                  <a:alpha val="0"/>
                </a:srgbClr>
              </a:solidFill>
              <a:prstDash val="solid"/>
              <a:miter/>
            </a:ln>
          </p:spPr>
          <p:txBody>
            <a:bodyPr/>
            <a:lstStyle/>
            <a:p>
              <a:endParaRPr lang="en-SG" sz="1088"/>
            </a:p>
          </p:txBody>
        </p:sp>
        <p:sp>
          <p:nvSpPr>
            <p:cNvPr id="124" name="TextBox 124">
              <a:extLst>
                <a:ext uri="{FF2B5EF4-FFF2-40B4-BE49-F238E27FC236}">
                  <a16:creationId xmlns:a16="http://schemas.microsoft.com/office/drawing/2014/main" id="{194C2BEE-6C12-698A-FAF5-B6ACA5CF4BE3}"/>
                </a:ext>
              </a:extLst>
            </p:cNvPr>
            <p:cNvSpPr txBox="1"/>
            <p:nvPr/>
          </p:nvSpPr>
          <p:spPr>
            <a:xfrm>
              <a:off x="0" y="-28575"/>
              <a:ext cx="545191" cy="178672"/>
            </a:xfrm>
            <a:prstGeom prst="rect">
              <a:avLst/>
            </a:prstGeom>
          </p:spPr>
          <p:txBody>
            <a:bodyPr lIns="40638" tIns="40638" rIns="40638" bIns="40638" rtlCol="0" anchor="ctr"/>
            <a:lstStyle/>
            <a:p>
              <a:pPr algn="ctr">
                <a:lnSpc>
                  <a:spcPts val="2016"/>
                </a:lnSpc>
              </a:pPr>
              <a:endParaRPr sz="1088"/>
            </a:p>
          </p:txBody>
        </p:sp>
      </p:grpSp>
      <p:sp>
        <p:nvSpPr>
          <p:cNvPr id="125" name="TextBox 125">
            <a:extLst>
              <a:ext uri="{FF2B5EF4-FFF2-40B4-BE49-F238E27FC236}">
                <a16:creationId xmlns:a16="http://schemas.microsoft.com/office/drawing/2014/main" id="{3A8D799E-3E7E-6BE8-8242-EEB045B522FD}"/>
              </a:ext>
            </a:extLst>
          </p:cNvPr>
          <p:cNvSpPr txBox="1"/>
          <p:nvPr/>
        </p:nvSpPr>
        <p:spPr>
          <a:xfrm>
            <a:off x="4117486" y="131129"/>
            <a:ext cx="4367472" cy="444737"/>
          </a:xfrm>
          <a:prstGeom prst="rect">
            <a:avLst/>
          </a:prstGeom>
        </p:spPr>
        <p:txBody>
          <a:bodyPr wrap="square" lIns="0" tIns="0" rIns="0" bIns="0" rtlCol="0" anchor="t">
            <a:spAutoFit/>
          </a:bodyPr>
          <a:lstStyle/>
          <a:p>
            <a:pPr algn="ctr">
              <a:lnSpc>
                <a:spcPts val="3583"/>
              </a:lnSpc>
              <a:spcBef>
                <a:spcPct val="0"/>
              </a:spcBef>
            </a:pPr>
            <a:r>
              <a:rPr lang="en-US" sz="2559" dirty="0">
                <a:solidFill>
                  <a:srgbClr val="000000"/>
                </a:solidFill>
                <a:latin typeface="League Spartan"/>
                <a:ea typeface="League Spartan"/>
                <a:cs typeface="League Spartan"/>
                <a:sym typeface="League Spartan"/>
              </a:rPr>
              <a:t>Multiversal Studios Map</a:t>
            </a:r>
          </a:p>
        </p:txBody>
      </p:sp>
      <p:sp>
        <p:nvSpPr>
          <p:cNvPr id="126" name="TextBox 126">
            <a:extLst>
              <a:ext uri="{FF2B5EF4-FFF2-40B4-BE49-F238E27FC236}">
                <a16:creationId xmlns:a16="http://schemas.microsoft.com/office/drawing/2014/main" id="{9029C6A7-CEA6-A5EE-CC52-48FACB3F9DC2}"/>
              </a:ext>
            </a:extLst>
          </p:cNvPr>
          <p:cNvSpPr txBox="1"/>
          <p:nvPr/>
        </p:nvSpPr>
        <p:spPr>
          <a:xfrm>
            <a:off x="7547328" y="5765378"/>
            <a:ext cx="987699" cy="314830"/>
          </a:xfrm>
          <a:prstGeom prst="rect">
            <a:avLst/>
          </a:prstGeom>
        </p:spPr>
        <p:txBody>
          <a:bodyPr wrap="square" lIns="0" tIns="0" rIns="0" bIns="0" rtlCol="0" anchor="t">
            <a:spAutoFit/>
          </a:bodyPr>
          <a:lstStyle/>
          <a:p>
            <a:pPr algn="ctr">
              <a:lnSpc>
                <a:spcPts val="1224"/>
              </a:lnSpc>
              <a:spcBef>
                <a:spcPct val="0"/>
              </a:spcBef>
            </a:pPr>
            <a:r>
              <a:rPr lang="en-US" sz="1440">
                <a:solidFill>
                  <a:srgbClr val="000000"/>
                </a:solidFill>
                <a:latin typeface="Roboto Mono"/>
                <a:ea typeface="Roboto Mono"/>
                <a:cs typeface="Roboto Mono"/>
                <a:sym typeface="Roboto Mono"/>
              </a:rPr>
              <a:t>Ok</a:t>
            </a:r>
          </a:p>
          <a:p>
            <a:pPr algn="ctr">
              <a:lnSpc>
                <a:spcPts val="1224"/>
              </a:lnSpc>
              <a:spcBef>
                <a:spcPct val="0"/>
              </a:spcBef>
            </a:pPr>
            <a:r>
              <a:rPr lang="en-US" sz="1440">
                <a:solidFill>
                  <a:srgbClr val="000000"/>
                </a:solidFill>
                <a:latin typeface="Roboto Mono"/>
                <a:ea typeface="Roboto Mono"/>
                <a:cs typeface="Roboto Mono"/>
                <a:sym typeface="Roboto Mono"/>
              </a:rPr>
              <a:t>More tips</a:t>
            </a:r>
          </a:p>
        </p:txBody>
      </p:sp>
      <p:sp>
        <p:nvSpPr>
          <p:cNvPr id="127" name="TextBox 127">
            <a:extLst>
              <a:ext uri="{FF2B5EF4-FFF2-40B4-BE49-F238E27FC236}">
                <a16:creationId xmlns:a16="http://schemas.microsoft.com/office/drawing/2014/main" id="{F6DCC44C-1EBE-BE3A-C64C-553F47CDD863}"/>
              </a:ext>
            </a:extLst>
          </p:cNvPr>
          <p:cNvSpPr txBox="1"/>
          <p:nvPr/>
        </p:nvSpPr>
        <p:spPr>
          <a:xfrm>
            <a:off x="5600720" y="5765378"/>
            <a:ext cx="1316964" cy="314830"/>
          </a:xfrm>
          <a:prstGeom prst="rect">
            <a:avLst/>
          </a:prstGeom>
        </p:spPr>
        <p:txBody>
          <a:bodyPr wrap="square" lIns="0" tIns="0" rIns="0" bIns="0" rtlCol="0" anchor="t">
            <a:spAutoFit/>
          </a:bodyPr>
          <a:lstStyle/>
          <a:p>
            <a:pPr algn="ctr">
              <a:lnSpc>
                <a:spcPts val="1224"/>
              </a:lnSpc>
            </a:pPr>
            <a:r>
              <a:rPr lang="en-US" sz="1440">
                <a:solidFill>
                  <a:srgbClr val="000000"/>
                </a:solidFill>
                <a:latin typeface="Roboto Mono"/>
                <a:ea typeface="Roboto Mono"/>
                <a:cs typeface="Roboto Mono"/>
                <a:sym typeface="Roboto Mono"/>
              </a:rPr>
              <a:t>Ok</a:t>
            </a:r>
          </a:p>
          <a:p>
            <a:pPr algn="ctr">
              <a:lnSpc>
                <a:spcPts val="1224"/>
              </a:lnSpc>
            </a:pPr>
            <a:r>
              <a:rPr lang="en-US" sz="1440">
                <a:solidFill>
                  <a:srgbClr val="000000"/>
                </a:solidFill>
                <a:latin typeface="Roboto Mono"/>
                <a:ea typeface="Roboto Mono"/>
                <a:cs typeface="Roboto Mono"/>
                <a:sym typeface="Roboto Mono"/>
              </a:rPr>
              <a:t>No More tips</a:t>
            </a:r>
          </a:p>
        </p:txBody>
      </p:sp>
      <p:sp>
        <p:nvSpPr>
          <p:cNvPr id="128" name="TextBox 128">
            <a:extLst>
              <a:ext uri="{FF2B5EF4-FFF2-40B4-BE49-F238E27FC236}">
                <a16:creationId xmlns:a16="http://schemas.microsoft.com/office/drawing/2014/main" id="{EAA42DB5-1D8B-8148-2F3E-DB78BD59B92C}"/>
              </a:ext>
            </a:extLst>
          </p:cNvPr>
          <p:cNvSpPr txBox="1"/>
          <p:nvPr/>
        </p:nvSpPr>
        <p:spPr>
          <a:xfrm>
            <a:off x="436763" y="696845"/>
            <a:ext cx="1475928"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Burger Queen</a:t>
            </a:r>
          </a:p>
        </p:txBody>
      </p:sp>
      <p:sp>
        <p:nvSpPr>
          <p:cNvPr id="129" name="TextBox 129">
            <a:extLst>
              <a:ext uri="{FF2B5EF4-FFF2-40B4-BE49-F238E27FC236}">
                <a16:creationId xmlns:a16="http://schemas.microsoft.com/office/drawing/2014/main" id="{ED7DDD03-B13E-BC85-F9FD-095D7627DD76}"/>
              </a:ext>
            </a:extLst>
          </p:cNvPr>
          <p:cNvSpPr txBox="1"/>
          <p:nvPr/>
        </p:nvSpPr>
        <p:spPr>
          <a:xfrm>
            <a:off x="87977" y="117046"/>
            <a:ext cx="2478963" cy="419346"/>
          </a:xfrm>
          <a:prstGeom prst="rect">
            <a:avLst/>
          </a:prstGeom>
        </p:spPr>
        <p:txBody>
          <a:bodyPr wrap="square" lIns="0" tIns="0" rIns="0" bIns="0" rtlCol="0" anchor="t">
            <a:spAutoFit/>
          </a:bodyPr>
          <a:lstStyle/>
          <a:p>
            <a:pPr>
              <a:lnSpc>
                <a:spcPts val="3359"/>
              </a:lnSpc>
              <a:spcBef>
                <a:spcPct val="0"/>
              </a:spcBef>
            </a:pPr>
            <a:r>
              <a:rPr lang="en-US" sz="2399" dirty="0">
                <a:solidFill>
                  <a:srgbClr val="FFFFFF"/>
                </a:solidFill>
                <a:latin typeface="League Spartan"/>
                <a:ea typeface="League Spartan"/>
                <a:cs typeface="League Spartan"/>
                <a:sym typeface="League Spartan"/>
              </a:rPr>
              <a:t>List of all places</a:t>
            </a:r>
          </a:p>
        </p:txBody>
      </p:sp>
      <p:sp>
        <p:nvSpPr>
          <p:cNvPr id="130" name="TextBox 130">
            <a:extLst>
              <a:ext uri="{FF2B5EF4-FFF2-40B4-BE49-F238E27FC236}">
                <a16:creationId xmlns:a16="http://schemas.microsoft.com/office/drawing/2014/main" id="{1DBBFE68-CC01-697A-C9F5-62BA77C3DB89}"/>
              </a:ext>
            </a:extLst>
          </p:cNvPr>
          <p:cNvSpPr txBox="1"/>
          <p:nvPr/>
        </p:nvSpPr>
        <p:spPr>
          <a:xfrm>
            <a:off x="459907" y="1062340"/>
            <a:ext cx="2161323"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19 mins</a:t>
            </a:r>
          </a:p>
        </p:txBody>
      </p:sp>
      <p:sp>
        <p:nvSpPr>
          <p:cNvPr id="131" name="TextBox 131">
            <a:extLst>
              <a:ext uri="{FF2B5EF4-FFF2-40B4-BE49-F238E27FC236}">
                <a16:creationId xmlns:a16="http://schemas.microsoft.com/office/drawing/2014/main" id="{EFB2034D-6C6A-E71E-F3A8-5A0A00343103}"/>
              </a:ext>
            </a:extLst>
          </p:cNvPr>
          <p:cNvSpPr txBox="1"/>
          <p:nvPr/>
        </p:nvSpPr>
        <p:spPr>
          <a:xfrm>
            <a:off x="484610" y="4255862"/>
            <a:ext cx="1355302"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Music show</a:t>
            </a:r>
          </a:p>
        </p:txBody>
      </p:sp>
      <p:sp>
        <p:nvSpPr>
          <p:cNvPr id="132" name="TextBox 132">
            <a:extLst>
              <a:ext uri="{FF2B5EF4-FFF2-40B4-BE49-F238E27FC236}">
                <a16:creationId xmlns:a16="http://schemas.microsoft.com/office/drawing/2014/main" id="{389CA6EB-9FA3-1D4C-7E18-427D5CE2F552}"/>
              </a:ext>
            </a:extLst>
          </p:cNvPr>
          <p:cNvSpPr txBox="1"/>
          <p:nvPr/>
        </p:nvSpPr>
        <p:spPr>
          <a:xfrm>
            <a:off x="459909" y="2402105"/>
            <a:ext cx="1193430" cy="252249"/>
          </a:xfrm>
          <a:prstGeom prst="rect">
            <a:avLst/>
          </a:prstGeom>
        </p:spPr>
        <p:txBody>
          <a:bodyPr wrap="square" lIns="0" tIns="0" rIns="0" bIns="0" rtlCol="0" anchor="t">
            <a:spAutoFit/>
          </a:bodyPr>
          <a:lstStyle/>
          <a:p>
            <a:pPr>
              <a:lnSpc>
                <a:spcPts val="2127"/>
              </a:lnSpc>
              <a:spcBef>
                <a:spcPct val="0"/>
              </a:spcBef>
            </a:pPr>
            <a:r>
              <a:rPr lang="en-US" sz="1519" b="1">
                <a:solidFill>
                  <a:srgbClr val="000000"/>
                </a:solidFill>
                <a:latin typeface="Canva Sans Bold"/>
                <a:ea typeface="Canva Sans Bold"/>
                <a:cs typeface="Canva Sans Bold"/>
                <a:sym typeface="Canva Sans Bold"/>
              </a:rPr>
              <a:t>Bumper cars</a:t>
            </a:r>
          </a:p>
        </p:txBody>
      </p:sp>
      <p:sp>
        <p:nvSpPr>
          <p:cNvPr id="133" name="TextBox 133">
            <a:extLst>
              <a:ext uri="{FF2B5EF4-FFF2-40B4-BE49-F238E27FC236}">
                <a16:creationId xmlns:a16="http://schemas.microsoft.com/office/drawing/2014/main" id="{B9928170-7DF8-E6DF-2190-65EC64269B67}"/>
              </a:ext>
            </a:extLst>
          </p:cNvPr>
          <p:cNvSpPr txBox="1"/>
          <p:nvPr/>
        </p:nvSpPr>
        <p:spPr>
          <a:xfrm>
            <a:off x="459907" y="2736862"/>
            <a:ext cx="2116328"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15 mins</a:t>
            </a:r>
          </a:p>
        </p:txBody>
      </p:sp>
      <p:sp>
        <p:nvSpPr>
          <p:cNvPr id="134" name="TextBox 134">
            <a:extLst>
              <a:ext uri="{FF2B5EF4-FFF2-40B4-BE49-F238E27FC236}">
                <a16:creationId xmlns:a16="http://schemas.microsoft.com/office/drawing/2014/main" id="{1C1E8316-101D-4897-301D-9D06E49D1F26}"/>
              </a:ext>
            </a:extLst>
          </p:cNvPr>
          <p:cNvSpPr txBox="1"/>
          <p:nvPr/>
        </p:nvSpPr>
        <p:spPr>
          <a:xfrm>
            <a:off x="454246" y="6995665"/>
            <a:ext cx="2248150"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23 mins</a:t>
            </a:r>
          </a:p>
        </p:txBody>
      </p:sp>
      <p:sp>
        <p:nvSpPr>
          <p:cNvPr id="135" name="TextBox 135">
            <a:extLst>
              <a:ext uri="{FF2B5EF4-FFF2-40B4-BE49-F238E27FC236}">
                <a16:creationId xmlns:a16="http://schemas.microsoft.com/office/drawing/2014/main" id="{B8B9CCD3-54B2-0F9C-A397-32ED18601862}"/>
              </a:ext>
            </a:extLst>
          </p:cNvPr>
          <p:cNvSpPr txBox="1"/>
          <p:nvPr/>
        </p:nvSpPr>
        <p:spPr>
          <a:xfrm>
            <a:off x="468516" y="6683812"/>
            <a:ext cx="1475926"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Ferris wheels</a:t>
            </a:r>
          </a:p>
        </p:txBody>
      </p:sp>
      <p:sp>
        <p:nvSpPr>
          <p:cNvPr id="136" name="TextBox 136">
            <a:extLst>
              <a:ext uri="{FF2B5EF4-FFF2-40B4-BE49-F238E27FC236}">
                <a16:creationId xmlns:a16="http://schemas.microsoft.com/office/drawing/2014/main" id="{345D75ED-E1C7-FBB3-083D-4BE4CAA098B0}"/>
              </a:ext>
            </a:extLst>
          </p:cNvPr>
          <p:cNvSpPr txBox="1"/>
          <p:nvPr/>
        </p:nvSpPr>
        <p:spPr>
          <a:xfrm>
            <a:off x="484610" y="4621098"/>
            <a:ext cx="2136620"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14 mins</a:t>
            </a:r>
          </a:p>
        </p:txBody>
      </p:sp>
      <p:sp>
        <p:nvSpPr>
          <p:cNvPr id="137" name="TextBox 137">
            <a:extLst>
              <a:ext uri="{FF2B5EF4-FFF2-40B4-BE49-F238E27FC236}">
                <a16:creationId xmlns:a16="http://schemas.microsoft.com/office/drawing/2014/main" id="{62B4F6A4-45C0-3842-D110-B1F5F35911DD}"/>
              </a:ext>
            </a:extLst>
          </p:cNvPr>
          <p:cNvSpPr txBox="1"/>
          <p:nvPr/>
        </p:nvSpPr>
        <p:spPr>
          <a:xfrm>
            <a:off x="459908" y="5121964"/>
            <a:ext cx="999004"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Fireworks</a:t>
            </a:r>
          </a:p>
        </p:txBody>
      </p:sp>
      <p:sp>
        <p:nvSpPr>
          <p:cNvPr id="138" name="TextBox 138">
            <a:extLst>
              <a:ext uri="{FF2B5EF4-FFF2-40B4-BE49-F238E27FC236}">
                <a16:creationId xmlns:a16="http://schemas.microsoft.com/office/drawing/2014/main" id="{A088E48B-0AD3-5160-F8DE-CD8E98425089}"/>
              </a:ext>
            </a:extLst>
          </p:cNvPr>
          <p:cNvSpPr txBox="1"/>
          <p:nvPr/>
        </p:nvSpPr>
        <p:spPr>
          <a:xfrm>
            <a:off x="500450" y="5410070"/>
            <a:ext cx="218446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50 mins</a:t>
            </a:r>
          </a:p>
        </p:txBody>
      </p:sp>
      <p:sp>
        <p:nvSpPr>
          <p:cNvPr id="139" name="TextBox 139">
            <a:extLst>
              <a:ext uri="{FF2B5EF4-FFF2-40B4-BE49-F238E27FC236}">
                <a16:creationId xmlns:a16="http://schemas.microsoft.com/office/drawing/2014/main" id="{209EBD89-298F-A4E6-0E07-7E34200A5CDA}"/>
              </a:ext>
            </a:extLst>
          </p:cNvPr>
          <p:cNvSpPr txBox="1"/>
          <p:nvPr/>
        </p:nvSpPr>
        <p:spPr>
          <a:xfrm>
            <a:off x="468516" y="5977937"/>
            <a:ext cx="1797733"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Ice Cream Corner</a:t>
            </a:r>
          </a:p>
        </p:txBody>
      </p:sp>
      <p:sp>
        <p:nvSpPr>
          <p:cNvPr id="140" name="TextBox 140">
            <a:extLst>
              <a:ext uri="{FF2B5EF4-FFF2-40B4-BE49-F238E27FC236}">
                <a16:creationId xmlns:a16="http://schemas.microsoft.com/office/drawing/2014/main" id="{F98EC3F6-EEE3-CBE1-0A89-764CE1EBAA46}"/>
              </a:ext>
            </a:extLst>
          </p:cNvPr>
          <p:cNvSpPr txBox="1"/>
          <p:nvPr/>
        </p:nvSpPr>
        <p:spPr>
          <a:xfrm>
            <a:off x="459909" y="6301818"/>
            <a:ext cx="211632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5 mins</a:t>
            </a:r>
          </a:p>
        </p:txBody>
      </p:sp>
      <p:sp>
        <p:nvSpPr>
          <p:cNvPr id="141" name="TextBox 141">
            <a:extLst>
              <a:ext uri="{FF2B5EF4-FFF2-40B4-BE49-F238E27FC236}">
                <a16:creationId xmlns:a16="http://schemas.microsoft.com/office/drawing/2014/main" id="{B4AC54B3-1D42-C0A1-8077-DE4F53E80AAA}"/>
              </a:ext>
            </a:extLst>
          </p:cNvPr>
          <p:cNvSpPr txBox="1"/>
          <p:nvPr/>
        </p:nvSpPr>
        <p:spPr>
          <a:xfrm>
            <a:off x="468516" y="3295323"/>
            <a:ext cx="1124377" cy="252249"/>
          </a:xfrm>
          <a:prstGeom prst="rect">
            <a:avLst/>
          </a:prstGeom>
        </p:spPr>
        <p:txBody>
          <a:bodyPr wrap="square" lIns="0" tIns="0" rIns="0" bIns="0" rtlCol="0" anchor="t">
            <a:spAutoFit/>
          </a:bodyPr>
          <a:lstStyle/>
          <a:p>
            <a:pPr>
              <a:lnSpc>
                <a:spcPts val="2127"/>
              </a:lnSpc>
              <a:spcBef>
                <a:spcPct val="0"/>
              </a:spcBef>
            </a:pPr>
            <a:r>
              <a:rPr lang="en-US" sz="1519" b="1">
                <a:solidFill>
                  <a:srgbClr val="000000"/>
                </a:solidFill>
                <a:latin typeface="Canva Sans Bold"/>
                <a:ea typeface="Canva Sans Bold"/>
                <a:cs typeface="Canva Sans Bold"/>
                <a:sym typeface="Canva Sans Bold"/>
              </a:rPr>
              <a:t>Pizza House</a:t>
            </a:r>
          </a:p>
        </p:txBody>
      </p:sp>
      <p:sp>
        <p:nvSpPr>
          <p:cNvPr id="142" name="TextBox 142">
            <a:extLst>
              <a:ext uri="{FF2B5EF4-FFF2-40B4-BE49-F238E27FC236}">
                <a16:creationId xmlns:a16="http://schemas.microsoft.com/office/drawing/2014/main" id="{CCDE3E59-1E07-DED5-6A7B-3E722B301538}"/>
              </a:ext>
            </a:extLst>
          </p:cNvPr>
          <p:cNvSpPr txBox="1"/>
          <p:nvPr/>
        </p:nvSpPr>
        <p:spPr>
          <a:xfrm>
            <a:off x="436765" y="3685419"/>
            <a:ext cx="218446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17 mins</a:t>
            </a:r>
          </a:p>
        </p:txBody>
      </p:sp>
      <p:sp>
        <p:nvSpPr>
          <p:cNvPr id="143" name="TextBox 143">
            <a:extLst>
              <a:ext uri="{FF2B5EF4-FFF2-40B4-BE49-F238E27FC236}">
                <a16:creationId xmlns:a16="http://schemas.microsoft.com/office/drawing/2014/main" id="{79BABA00-7081-095F-6318-FD15C809817A}"/>
              </a:ext>
            </a:extLst>
          </p:cNvPr>
          <p:cNvSpPr txBox="1"/>
          <p:nvPr/>
        </p:nvSpPr>
        <p:spPr>
          <a:xfrm>
            <a:off x="422519" y="1561519"/>
            <a:ext cx="1475929" cy="252249"/>
          </a:xfrm>
          <a:prstGeom prst="rect">
            <a:avLst/>
          </a:prstGeom>
        </p:spPr>
        <p:txBody>
          <a:bodyPr wrap="square" lIns="0" tIns="0" rIns="0" bIns="0" rtlCol="0" anchor="t">
            <a:spAutoFit/>
          </a:bodyPr>
          <a:lstStyle/>
          <a:p>
            <a:pPr>
              <a:lnSpc>
                <a:spcPts val="2127"/>
              </a:lnSpc>
              <a:spcBef>
                <a:spcPct val="0"/>
              </a:spcBef>
            </a:pPr>
            <a:r>
              <a:rPr lang="en-US" sz="1519" b="1">
                <a:solidFill>
                  <a:srgbClr val="000000"/>
                </a:solidFill>
                <a:latin typeface="Canva Sans Bold"/>
                <a:ea typeface="Canva Sans Bold"/>
                <a:cs typeface="Canva Sans Bold"/>
                <a:sym typeface="Canva Sans Bold"/>
              </a:rPr>
              <a:t>Castle Playtime</a:t>
            </a:r>
          </a:p>
        </p:txBody>
      </p:sp>
      <p:sp>
        <p:nvSpPr>
          <p:cNvPr id="144" name="TextBox 144">
            <a:extLst>
              <a:ext uri="{FF2B5EF4-FFF2-40B4-BE49-F238E27FC236}">
                <a16:creationId xmlns:a16="http://schemas.microsoft.com/office/drawing/2014/main" id="{20568A92-1A04-9439-2DFE-1D3B44F46E87}"/>
              </a:ext>
            </a:extLst>
          </p:cNvPr>
          <p:cNvSpPr txBox="1"/>
          <p:nvPr/>
        </p:nvSpPr>
        <p:spPr>
          <a:xfrm>
            <a:off x="459909" y="1936406"/>
            <a:ext cx="2116328"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20 mins</a:t>
            </a:r>
          </a:p>
        </p:txBody>
      </p:sp>
      <p:sp>
        <p:nvSpPr>
          <p:cNvPr id="145" name="TextBox 145">
            <a:hlinkClick r:id="rId42" action="ppaction://hlinksldjump"/>
            <a:extLst>
              <a:ext uri="{FF2B5EF4-FFF2-40B4-BE49-F238E27FC236}">
                <a16:creationId xmlns:a16="http://schemas.microsoft.com/office/drawing/2014/main" id="{6721D927-198F-5A31-13AD-88AEC94E5C7F}"/>
              </a:ext>
            </a:extLst>
          </p:cNvPr>
          <p:cNvSpPr txBox="1"/>
          <p:nvPr/>
        </p:nvSpPr>
        <p:spPr>
          <a:xfrm>
            <a:off x="4079915" y="6694094"/>
            <a:ext cx="1363029" cy="228524"/>
          </a:xfrm>
          <a:prstGeom prst="rect">
            <a:avLst/>
          </a:prstGeom>
        </p:spPr>
        <p:txBody>
          <a:bodyPr wrap="square" lIns="0" tIns="0" rIns="0" bIns="0" rtlCol="0" anchor="t">
            <a:spAutoFit/>
          </a:bodyPr>
          <a:lstStyle/>
          <a:p>
            <a:pPr>
              <a:lnSpc>
                <a:spcPts val="1936"/>
              </a:lnSpc>
              <a:spcBef>
                <a:spcPct val="0"/>
              </a:spcBef>
            </a:pPr>
            <a:r>
              <a:rPr lang="en-US" sz="1383" b="1" dirty="0">
                <a:solidFill>
                  <a:srgbClr val="FDFDFD"/>
                </a:solidFill>
                <a:latin typeface="Canva Sans Bold"/>
                <a:ea typeface="Canva Sans Bold"/>
                <a:cs typeface="Canva Sans Bold"/>
                <a:sym typeface="Canva Sans Bold"/>
              </a:rPr>
              <a:t>Browse Videos</a:t>
            </a:r>
          </a:p>
        </p:txBody>
      </p:sp>
      <p:sp>
        <p:nvSpPr>
          <p:cNvPr id="146" name="TextBox 146">
            <a:hlinkClick r:id="rId43" action="ppaction://hlinksldjump"/>
            <a:extLst>
              <a:ext uri="{FF2B5EF4-FFF2-40B4-BE49-F238E27FC236}">
                <a16:creationId xmlns:a16="http://schemas.microsoft.com/office/drawing/2014/main" id="{21ABA025-22C7-E8DF-1044-318969822ECD}"/>
              </a:ext>
            </a:extLst>
          </p:cNvPr>
          <p:cNvSpPr txBox="1"/>
          <p:nvPr/>
        </p:nvSpPr>
        <p:spPr>
          <a:xfrm>
            <a:off x="6329925" y="6691316"/>
            <a:ext cx="1524411" cy="228524"/>
          </a:xfrm>
          <a:prstGeom prst="rect">
            <a:avLst/>
          </a:prstGeom>
        </p:spPr>
        <p:txBody>
          <a:bodyPr wrap="square" lIns="0" tIns="0" rIns="0" bIns="0" rtlCol="0" anchor="t">
            <a:spAutoFit/>
          </a:bodyPr>
          <a:lstStyle/>
          <a:p>
            <a:pPr>
              <a:lnSpc>
                <a:spcPts val="1936"/>
              </a:lnSpc>
              <a:spcBef>
                <a:spcPct val="0"/>
              </a:spcBef>
            </a:pPr>
            <a:r>
              <a:rPr lang="en-US" sz="1383" b="1" dirty="0">
                <a:solidFill>
                  <a:srgbClr val="FDFDFD"/>
                </a:solidFill>
                <a:latin typeface="Canva Sans Bold"/>
                <a:ea typeface="Canva Sans Bold"/>
                <a:cs typeface="Canva Sans Bold"/>
                <a:sym typeface="Canva Sans Bold"/>
              </a:rPr>
              <a:t>Browse Photos</a:t>
            </a:r>
          </a:p>
        </p:txBody>
      </p:sp>
      <p:sp>
        <p:nvSpPr>
          <p:cNvPr id="147" name="TextBox 147">
            <a:hlinkClick r:id="rId44" action="ppaction://hlinksldjump"/>
            <a:extLst>
              <a:ext uri="{FF2B5EF4-FFF2-40B4-BE49-F238E27FC236}">
                <a16:creationId xmlns:a16="http://schemas.microsoft.com/office/drawing/2014/main" id="{E15751F1-4BEC-38A6-1023-BC6700E12B23}"/>
              </a:ext>
            </a:extLst>
          </p:cNvPr>
          <p:cNvSpPr txBox="1"/>
          <p:nvPr/>
        </p:nvSpPr>
        <p:spPr>
          <a:xfrm>
            <a:off x="8726676" y="6677774"/>
            <a:ext cx="1120839" cy="228524"/>
          </a:xfrm>
          <a:prstGeom prst="rect">
            <a:avLst/>
          </a:prstGeom>
        </p:spPr>
        <p:txBody>
          <a:bodyPr wrap="square" lIns="0" tIns="0" rIns="0" bIns="0" rtlCol="0" anchor="t">
            <a:spAutoFit/>
          </a:bodyPr>
          <a:lstStyle/>
          <a:p>
            <a:pPr>
              <a:lnSpc>
                <a:spcPts val="1936"/>
              </a:lnSpc>
              <a:spcBef>
                <a:spcPct val="0"/>
              </a:spcBef>
            </a:pPr>
            <a:r>
              <a:rPr lang="en-US" sz="1383" b="1" dirty="0">
                <a:solidFill>
                  <a:srgbClr val="FDFDFD"/>
                </a:solidFill>
                <a:latin typeface="Canva Sans Bold"/>
                <a:ea typeface="Canva Sans Bold"/>
                <a:cs typeface="Canva Sans Bold"/>
                <a:sym typeface="Canva Sans Bold"/>
              </a:rPr>
              <a:t>Plan Trip</a:t>
            </a:r>
          </a:p>
        </p:txBody>
      </p:sp>
      <p:grpSp>
        <p:nvGrpSpPr>
          <p:cNvPr id="148" name="Group 148">
            <a:extLst>
              <a:ext uri="{FF2B5EF4-FFF2-40B4-BE49-F238E27FC236}">
                <a16:creationId xmlns:a16="http://schemas.microsoft.com/office/drawing/2014/main" id="{99CB017A-BEA0-42B5-23E4-09CB6A3CEDDC}"/>
              </a:ext>
            </a:extLst>
          </p:cNvPr>
          <p:cNvGrpSpPr/>
          <p:nvPr/>
        </p:nvGrpSpPr>
        <p:grpSpPr>
          <a:xfrm>
            <a:off x="5492559" y="5727280"/>
            <a:ext cx="1533283" cy="395177"/>
            <a:chOff x="0" y="0"/>
            <a:chExt cx="545191" cy="140514"/>
          </a:xfrm>
        </p:grpSpPr>
        <p:sp>
          <p:nvSpPr>
            <p:cNvPr id="149" name="Freeform 149">
              <a:hlinkClick r:id="rId45" action="ppaction://hlinksldjump"/>
              <a:extLst>
                <a:ext uri="{FF2B5EF4-FFF2-40B4-BE49-F238E27FC236}">
                  <a16:creationId xmlns:a16="http://schemas.microsoft.com/office/drawing/2014/main" id="{F7D44A4D-A929-3445-81C8-BBAA0C23BBA5}"/>
                </a:ext>
              </a:extLst>
            </p:cNvPr>
            <p:cNvSpPr/>
            <p:nvPr/>
          </p:nvSpPr>
          <p:spPr>
            <a:xfrm>
              <a:off x="0" y="0"/>
              <a:ext cx="545191" cy="140514"/>
            </a:xfrm>
            <a:custGeom>
              <a:avLst/>
              <a:gdLst/>
              <a:ahLst/>
              <a:cxnLst/>
              <a:rect l="l" t="t" r="r" b="b"/>
              <a:pathLst>
                <a:path w="545191" h="140514">
                  <a:moveTo>
                    <a:pt x="70257" y="0"/>
                  </a:moveTo>
                  <a:lnTo>
                    <a:pt x="474934" y="0"/>
                  </a:lnTo>
                  <a:cubicBezTo>
                    <a:pt x="513736" y="0"/>
                    <a:pt x="545191" y="31455"/>
                    <a:pt x="545191" y="70257"/>
                  </a:cubicBezTo>
                  <a:lnTo>
                    <a:pt x="545191" y="70257"/>
                  </a:lnTo>
                  <a:cubicBezTo>
                    <a:pt x="545191" y="109059"/>
                    <a:pt x="513736" y="140514"/>
                    <a:pt x="474934" y="140514"/>
                  </a:cubicBezTo>
                  <a:lnTo>
                    <a:pt x="70257" y="140514"/>
                  </a:lnTo>
                  <a:cubicBezTo>
                    <a:pt x="31455" y="140514"/>
                    <a:pt x="0" y="109059"/>
                    <a:pt x="0" y="70257"/>
                  </a:cubicBezTo>
                  <a:lnTo>
                    <a:pt x="0" y="70257"/>
                  </a:lnTo>
                  <a:cubicBezTo>
                    <a:pt x="0" y="31455"/>
                    <a:pt x="31455" y="0"/>
                    <a:pt x="70257" y="0"/>
                  </a:cubicBezTo>
                  <a:close/>
                </a:path>
              </a:pathLst>
            </a:custGeom>
            <a:solidFill>
              <a:srgbClr val="000000">
                <a:alpha val="0"/>
              </a:srgbClr>
            </a:solidFill>
            <a:ln w="9525" cap="rnd">
              <a:solidFill>
                <a:srgbClr val="F34336"/>
              </a:solidFill>
              <a:prstDash val="solid"/>
              <a:round/>
            </a:ln>
          </p:spPr>
          <p:txBody>
            <a:bodyPr/>
            <a:lstStyle/>
            <a:p>
              <a:endParaRPr lang="en-SG" sz="1088"/>
            </a:p>
          </p:txBody>
        </p:sp>
        <p:sp>
          <p:nvSpPr>
            <p:cNvPr id="150" name="TextBox 150">
              <a:extLst>
                <a:ext uri="{FF2B5EF4-FFF2-40B4-BE49-F238E27FC236}">
                  <a16:creationId xmlns:a16="http://schemas.microsoft.com/office/drawing/2014/main" id="{96456E1D-4A93-A33D-7C80-18DD3B74DF4C}"/>
                </a:ext>
              </a:extLst>
            </p:cNvPr>
            <p:cNvSpPr txBox="1"/>
            <p:nvPr/>
          </p:nvSpPr>
          <p:spPr>
            <a:xfrm>
              <a:off x="0" y="-28575"/>
              <a:ext cx="545191" cy="169089"/>
            </a:xfrm>
            <a:prstGeom prst="rect">
              <a:avLst/>
            </a:prstGeom>
          </p:spPr>
          <p:txBody>
            <a:bodyPr lIns="40638" tIns="40638" rIns="40638" bIns="40638" rtlCol="0" anchor="ctr"/>
            <a:lstStyle/>
            <a:p>
              <a:pPr algn="ctr">
                <a:lnSpc>
                  <a:spcPts val="2016"/>
                </a:lnSpc>
              </a:pPr>
              <a:endParaRPr sz="1088"/>
            </a:p>
          </p:txBody>
        </p:sp>
      </p:grpSp>
      <p:grpSp>
        <p:nvGrpSpPr>
          <p:cNvPr id="151" name="Group 151">
            <a:extLst>
              <a:ext uri="{FF2B5EF4-FFF2-40B4-BE49-F238E27FC236}">
                <a16:creationId xmlns:a16="http://schemas.microsoft.com/office/drawing/2014/main" id="{3D402C05-A62C-A1FF-5976-0AD7B3EECC8E}"/>
              </a:ext>
            </a:extLst>
          </p:cNvPr>
          <p:cNvGrpSpPr/>
          <p:nvPr/>
        </p:nvGrpSpPr>
        <p:grpSpPr>
          <a:xfrm>
            <a:off x="7274536" y="5721025"/>
            <a:ext cx="1533283" cy="395177"/>
            <a:chOff x="0" y="0"/>
            <a:chExt cx="545191" cy="140514"/>
          </a:xfrm>
        </p:grpSpPr>
        <p:sp>
          <p:nvSpPr>
            <p:cNvPr id="152" name="Freeform 152">
              <a:hlinkClick r:id="rId46" action="ppaction://hlinksldjump"/>
              <a:extLst>
                <a:ext uri="{FF2B5EF4-FFF2-40B4-BE49-F238E27FC236}">
                  <a16:creationId xmlns:a16="http://schemas.microsoft.com/office/drawing/2014/main" id="{E0F52142-58AA-E821-617E-85F61F0245D4}"/>
                </a:ext>
              </a:extLst>
            </p:cNvPr>
            <p:cNvSpPr/>
            <p:nvPr/>
          </p:nvSpPr>
          <p:spPr>
            <a:xfrm>
              <a:off x="0" y="0"/>
              <a:ext cx="545191" cy="140514"/>
            </a:xfrm>
            <a:custGeom>
              <a:avLst/>
              <a:gdLst/>
              <a:ahLst/>
              <a:cxnLst/>
              <a:rect l="l" t="t" r="r" b="b"/>
              <a:pathLst>
                <a:path w="545191" h="140514">
                  <a:moveTo>
                    <a:pt x="70257" y="0"/>
                  </a:moveTo>
                  <a:lnTo>
                    <a:pt x="474934" y="0"/>
                  </a:lnTo>
                  <a:cubicBezTo>
                    <a:pt x="513736" y="0"/>
                    <a:pt x="545191" y="31455"/>
                    <a:pt x="545191" y="70257"/>
                  </a:cubicBezTo>
                  <a:lnTo>
                    <a:pt x="545191" y="70257"/>
                  </a:lnTo>
                  <a:cubicBezTo>
                    <a:pt x="545191" y="109059"/>
                    <a:pt x="513736" y="140514"/>
                    <a:pt x="474934" y="140514"/>
                  </a:cubicBezTo>
                  <a:lnTo>
                    <a:pt x="70257" y="140514"/>
                  </a:lnTo>
                  <a:cubicBezTo>
                    <a:pt x="31455" y="140514"/>
                    <a:pt x="0" y="109059"/>
                    <a:pt x="0" y="70257"/>
                  </a:cubicBezTo>
                  <a:lnTo>
                    <a:pt x="0" y="70257"/>
                  </a:lnTo>
                  <a:cubicBezTo>
                    <a:pt x="0" y="31455"/>
                    <a:pt x="31455" y="0"/>
                    <a:pt x="70257" y="0"/>
                  </a:cubicBezTo>
                  <a:close/>
                </a:path>
              </a:pathLst>
            </a:custGeom>
            <a:solidFill>
              <a:srgbClr val="000000">
                <a:alpha val="0"/>
              </a:srgbClr>
            </a:solidFill>
            <a:ln w="9525" cap="rnd">
              <a:solidFill>
                <a:srgbClr val="F34336"/>
              </a:solidFill>
              <a:prstDash val="solid"/>
              <a:round/>
            </a:ln>
          </p:spPr>
          <p:txBody>
            <a:bodyPr/>
            <a:lstStyle/>
            <a:p>
              <a:endParaRPr lang="en-SG" sz="1088"/>
            </a:p>
          </p:txBody>
        </p:sp>
        <p:sp>
          <p:nvSpPr>
            <p:cNvPr id="153" name="TextBox 153">
              <a:extLst>
                <a:ext uri="{FF2B5EF4-FFF2-40B4-BE49-F238E27FC236}">
                  <a16:creationId xmlns:a16="http://schemas.microsoft.com/office/drawing/2014/main" id="{E8A9D86D-0F5D-386C-8AF9-A0582726108A}"/>
                </a:ext>
              </a:extLst>
            </p:cNvPr>
            <p:cNvSpPr txBox="1"/>
            <p:nvPr/>
          </p:nvSpPr>
          <p:spPr>
            <a:xfrm>
              <a:off x="0" y="-28575"/>
              <a:ext cx="545191" cy="169089"/>
            </a:xfrm>
            <a:prstGeom prst="rect">
              <a:avLst/>
            </a:prstGeom>
          </p:spPr>
          <p:txBody>
            <a:bodyPr lIns="40638" tIns="40638" rIns="40638" bIns="40638" rtlCol="0" anchor="ctr"/>
            <a:lstStyle/>
            <a:p>
              <a:pPr algn="ctr">
                <a:lnSpc>
                  <a:spcPts val="2016"/>
                </a:lnSpc>
              </a:pPr>
              <a:endParaRPr sz="1088"/>
            </a:p>
          </p:txBody>
        </p:sp>
      </p:grpSp>
      <p:sp>
        <p:nvSpPr>
          <p:cNvPr id="154" name="TextBox 74"/>
          <p:cNvSpPr txBox="1"/>
          <p:nvPr/>
        </p:nvSpPr>
        <p:spPr>
          <a:xfrm>
            <a:off x="4076146" y="5192127"/>
            <a:ext cx="6206799" cy="410369"/>
          </a:xfrm>
          <a:prstGeom prst="rect">
            <a:avLst/>
          </a:prstGeom>
        </p:spPr>
        <p:txBody>
          <a:bodyPr lIns="0" tIns="0" rIns="0" bIns="0" rtlCol="0" anchor="t">
            <a:spAutoFit/>
          </a:bodyPr>
          <a:lstStyle/>
          <a:p>
            <a:pPr algn="ctr">
              <a:lnSpc>
                <a:spcPts val="1584"/>
              </a:lnSpc>
            </a:pPr>
            <a:r>
              <a:rPr lang="en-US" sz="1440" dirty="0">
                <a:solidFill>
                  <a:srgbClr val="000000"/>
                </a:solidFill>
                <a:latin typeface="Roboto Mono"/>
                <a:ea typeface="Roboto Mono"/>
                <a:cs typeface="Roboto Mono"/>
                <a:sym typeface="Roboto Mono"/>
              </a:rPr>
              <a:t>Quick Tip: </a:t>
            </a:r>
          </a:p>
          <a:p>
            <a:pPr algn="ctr">
              <a:lnSpc>
                <a:spcPts val="1584"/>
              </a:lnSpc>
            </a:pPr>
            <a:r>
              <a:rPr lang="en-US" sz="1440" dirty="0">
                <a:solidFill>
                  <a:srgbClr val="000000"/>
                </a:solidFill>
                <a:latin typeface="Roboto Mono"/>
                <a:ea typeface="Roboto Mono"/>
                <a:cs typeface="Roboto Mono"/>
                <a:sym typeface="Roboto Mono"/>
              </a:rPr>
              <a:t>You may filter the map to see your desired places.  </a:t>
            </a:r>
          </a:p>
        </p:txBody>
      </p:sp>
    </p:spTree>
    <p:extLst>
      <p:ext uri="{BB962C8B-B14F-4D97-AF65-F5344CB8AC3E}">
        <p14:creationId xmlns:p14="http://schemas.microsoft.com/office/powerpoint/2010/main" val="30839908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a:extLst>
            <a:ext uri="{FF2B5EF4-FFF2-40B4-BE49-F238E27FC236}">
              <a16:creationId xmlns:a16="http://schemas.microsoft.com/office/drawing/2014/main" id="{F7434AE6-FD7A-9F33-4004-6D05E641705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89CC405-6C8C-75F3-06B4-71EEEBF94B22}"/>
              </a:ext>
            </a:extLst>
          </p:cNvPr>
          <p:cNvSpPr/>
          <p:nvPr/>
        </p:nvSpPr>
        <p:spPr>
          <a:xfrm>
            <a:off x="4319976" y="926069"/>
            <a:ext cx="5481469" cy="3657155"/>
          </a:xfrm>
          <a:custGeom>
            <a:avLst/>
            <a:gdLst/>
            <a:ahLst/>
            <a:cxnLst/>
            <a:rect l="l" t="t" r="r" b="b"/>
            <a:pathLst>
              <a:path w="6852139" h="4571645">
                <a:moveTo>
                  <a:pt x="0" y="0"/>
                </a:moveTo>
                <a:lnTo>
                  <a:pt x="6852139" y="0"/>
                </a:lnTo>
                <a:lnTo>
                  <a:pt x="6852139" y="4571645"/>
                </a:lnTo>
                <a:lnTo>
                  <a:pt x="0" y="4571645"/>
                </a:lnTo>
                <a:lnTo>
                  <a:pt x="0" y="0"/>
                </a:lnTo>
                <a:close/>
              </a:path>
            </a:pathLst>
          </a:custGeom>
          <a:blipFill>
            <a:blip r:embed="rId2"/>
            <a:stretch>
              <a:fillRect/>
            </a:stretch>
          </a:blipFill>
          <a:ln cap="sq">
            <a:noFill/>
            <a:prstDash val="solid"/>
            <a:miter/>
          </a:ln>
        </p:spPr>
        <p:txBody>
          <a:bodyPr/>
          <a:lstStyle/>
          <a:p>
            <a:endParaRPr lang="en-SG" sz="1088"/>
          </a:p>
        </p:txBody>
      </p:sp>
      <p:grpSp>
        <p:nvGrpSpPr>
          <p:cNvPr id="3" name="Group 3">
            <a:extLst>
              <a:ext uri="{FF2B5EF4-FFF2-40B4-BE49-F238E27FC236}">
                <a16:creationId xmlns:a16="http://schemas.microsoft.com/office/drawing/2014/main" id="{13098812-01A6-E36B-D943-6A54B4193EC9}"/>
              </a:ext>
            </a:extLst>
          </p:cNvPr>
          <p:cNvGrpSpPr/>
          <p:nvPr/>
        </p:nvGrpSpPr>
        <p:grpSpPr>
          <a:xfrm>
            <a:off x="-1" y="-50220"/>
            <a:ext cx="3698546" cy="602010"/>
            <a:chOff x="0" y="0"/>
            <a:chExt cx="1561326" cy="812800"/>
          </a:xfrm>
        </p:grpSpPr>
        <p:sp>
          <p:nvSpPr>
            <p:cNvPr id="4" name="Freeform 4">
              <a:extLst>
                <a:ext uri="{FF2B5EF4-FFF2-40B4-BE49-F238E27FC236}">
                  <a16:creationId xmlns:a16="http://schemas.microsoft.com/office/drawing/2014/main" id="{2E8AAF2B-E3CC-747F-9D16-827913E27BFE}"/>
                </a:ext>
              </a:extLst>
            </p:cNvPr>
            <p:cNvSpPr/>
            <p:nvPr/>
          </p:nvSpPr>
          <p:spPr>
            <a:xfrm>
              <a:off x="0" y="0"/>
              <a:ext cx="1561326" cy="812800"/>
            </a:xfrm>
            <a:custGeom>
              <a:avLst/>
              <a:gdLst/>
              <a:ahLst/>
              <a:cxnLst/>
              <a:rect l="l" t="t" r="r" b="b"/>
              <a:pathLst>
                <a:path w="1561326" h="812800">
                  <a:moveTo>
                    <a:pt x="0" y="0"/>
                  </a:moveTo>
                  <a:lnTo>
                    <a:pt x="1561326" y="0"/>
                  </a:lnTo>
                  <a:lnTo>
                    <a:pt x="1561326" y="812800"/>
                  </a:lnTo>
                  <a:lnTo>
                    <a:pt x="0" y="812800"/>
                  </a:lnTo>
                  <a:close/>
                </a:path>
              </a:pathLst>
            </a:custGeom>
            <a:solidFill>
              <a:srgbClr val="F34336"/>
            </a:solidFill>
          </p:spPr>
          <p:txBody>
            <a:bodyPr/>
            <a:lstStyle/>
            <a:p>
              <a:endParaRPr lang="en-SG" sz="1088"/>
            </a:p>
          </p:txBody>
        </p:sp>
        <p:sp>
          <p:nvSpPr>
            <p:cNvPr id="5" name="TextBox 5">
              <a:extLst>
                <a:ext uri="{FF2B5EF4-FFF2-40B4-BE49-F238E27FC236}">
                  <a16:creationId xmlns:a16="http://schemas.microsoft.com/office/drawing/2014/main" id="{D54618E9-0320-06B0-611C-62D422E1857F}"/>
                </a:ext>
              </a:extLst>
            </p:cNvPr>
            <p:cNvSpPr txBox="1"/>
            <p:nvPr/>
          </p:nvSpPr>
          <p:spPr>
            <a:xfrm>
              <a:off x="0" y="-28575"/>
              <a:ext cx="1561326" cy="841375"/>
            </a:xfrm>
            <a:prstGeom prst="rect">
              <a:avLst/>
            </a:prstGeom>
          </p:spPr>
          <p:txBody>
            <a:bodyPr lIns="40638" tIns="40638" rIns="40638" bIns="40638" rtlCol="0" anchor="ctr"/>
            <a:lstStyle/>
            <a:p>
              <a:pPr algn="ctr">
                <a:lnSpc>
                  <a:spcPts val="2016"/>
                </a:lnSpc>
              </a:pPr>
              <a:endParaRPr sz="1088"/>
            </a:p>
          </p:txBody>
        </p:sp>
      </p:grpSp>
      <p:graphicFrame>
        <p:nvGraphicFramePr>
          <p:cNvPr id="6" name="Table 6">
            <a:extLst>
              <a:ext uri="{FF2B5EF4-FFF2-40B4-BE49-F238E27FC236}">
                <a16:creationId xmlns:a16="http://schemas.microsoft.com/office/drawing/2014/main" id="{06385DCB-443D-F6A5-9213-B483B9C3B4B0}"/>
              </a:ext>
            </a:extLst>
          </p:cNvPr>
          <p:cNvGraphicFramePr>
            <a:graphicFrameLocks noGrp="1"/>
          </p:cNvGraphicFramePr>
          <p:nvPr/>
        </p:nvGraphicFramePr>
        <p:xfrm>
          <a:off x="-1" y="551791"/>
          <a:ext cx="3670175" cy="6699488"/>
        </p:xfrm>
        <a:graphic>
          <a:graphicData uri="http://schemas.openxmlformats.org/drawingml/2006/table">
            <a:tbl>
              <a:tblPr/>
              <a:tblGrid>
                <a:gridCol w="3670175">
                  <a:extLst>
                    <a:ext uri="{9D8B030D-6E8A-4147-A177-3AD203B41FA5}">
                      <a16:colId xmlns:a16="http://schemas.microsoft.com/office/drawing/2014/main" val="20000"/>
                    </a:ext>
                  </a:extLst>
                </a:gridCol>
              </a:tblGrid>
              <a:tr h="815366">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39540">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39540">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960982">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39563">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27582">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84124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735674">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Freeform 7">
            <a:hlinkClick r:id="rId3" action="ppaction://hlinksldjump"/>
            <a:extLst>
              <a:ext uri="{FF2B5EF4-FFF2-40B4-BE49-F238E27FC236}">
                <a16:creationId xmlns:a16="http://schemas.microsoft.com/office/drawing/2014/main" id="{C246D42A-CE73-0518-3531-0F42764452E4}"/>
              </a:ext>
            </a:extLst>
          </p:cNvPr>
          <p:cNvSpPr/>
          <p:nvPr/>
        </p:nvSpPr>
        <p:spPr>
          <a:xfrm>
            <a:off x="3252122" y="156549"/>
            <a:ext cx="261167" cy="280824"/>
          </a:xfrm>
          <a:custGeom>
            <a:avLst/>
            <a:gdLst/>
            <a:ahLst/>
            <a:cxnLst/>
            <a:rect l="l" t="t" r="r" b="b"/>
            <a:pathLst>
              <a:path w="326473" h="351046">
                <a:moveTo>
                  <a:pt x="0" y="0"/>
                </a:moveTo>
                <a:lnTo>
                  <a:pt x="326473" y="0"/>
                </a:lnTo>
                <a:lnTo>
                  <a:pt x="326473" y="351046"/>
                </a:lnTo>
                <a:lnTo>
                  <a:pt x="0" y="35104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8" name="Freeform 8">
            <a:extLst>
              <a:ext uri="{FF2B5EF4-FFF2-40B4-BE49-F238E27FC236}">
                <a16:creationId xmlns:a16="http://schemas.microsoft.com/office/drawing/2014/main" id="{90371BD9-1D0E-0F0F-D8BE-9101A3DE0D21}"/>
              </a:ext>
            </a:extLst>
          </p:cNvPr>
          <p:cNvSpPr/>
          <p:nvPr/>
        </p:nvSpPr>
        <p:spPr>
          <a:xfrm>
            <a:off x="2742836" y="156549"/>
            <a:ext cx="275756" cy="286499"/>
          </a:xfrm>
          <a:custGeom>
            <a:avLst/>
            <a:gdLst/>
            <a:ahLst/>
            <a:cxnLst/>
            <a:rect l="l" t="t" r="r" b="b"/>
            <a:pathLst>
              <a:path w="344710" h="358140">
                <a:moveTo>
                  <a:pt x="0" y="0"/>
                </a:moveTo>
                <a:lnTo>
                  <a:pt x="344710" y="0"/>
                </a:lnTo>
                <a:lnTo>
                  <a:pt x="344710" y="358141"/>
                </a:lnTo>
                <a:lnTo>
                  <a:pt x="0" y="35814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SG" sz="1088"/>
          </a:p>
        </p:txBody>
      </p:sp>
      <p:sp>
        <p:nvSpPr>
          <p:cNvPr id="9" name="Freeform 9">
            <a:hlinkClick r:id="rId8" action="ppaction://hlinksldjump"/>
            <a:extLst>
              <a:ext uri="{FF2B5EF4-FFF2-40B4-BE49-F238E27FC236}">
                <a16:creationId xmlns:a16="http://schemas.microsoft.com/office/drawing/2014/main" id="{6259A1CC-5586-FE65-C0D3-6DCE8A25BC52}"/>
              </a:ext>
            </a:extLst>
          </p:cNvPr>
          <p:cNvSpPr/>
          <p:nvPr/>
        </p:nvSpPr>
        <p:spPr>
          <a:xfrm>
            <a:off x="8979655" y="31798"/>
            <a:ext cx="255177" cy="255177"/>
          </a:xfrm>
          <a:custGeom>
            <a:avLst/>
            <a:gdLst/>
            <a:ahLst/>
            <a:cxnLst/>
            <a:rect l="l" t="t" r="r" b="b"/>
            <a:pathLst>
              <a:path w="318985" h="318985">
                <a:moveTo>
                  <a:pt x="0" y="0"/>
                </a:moveTo>
                <a:lnTo>
                  <a:pt x="318984" y="0"/>
                </a:lnTo>
                <a:lnTo>
                  <a:pt x="318984" y="318985"/>
                </a:lnTo>
                <a:lnTo>
                  <a:pt x="0" y="31898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SG" sz="1088"/>
          </a:p>
        </p:txBody>
      </p:sp>
      <p:grpSp>
        <p:nvGrpSpPr>
          <p:cNvPr id="10" name="Group 10">
            <a:extLst>
              <a:ext uri="{FF2B5EF4-FFF2-40B4-BE49-F238E27FC236}">
                <a16:creationId xmlns:a16="http://schemas.microsoft.com/office/drawing/2014/main" id="{2F97BC82-ABC9-343C-3656-E59E4295EECA}"/>
              </a:ext>
            </a:extLst>
          </p:cNvPr>
          <p:cNvGrpSpPr/>
          <p:nvPr/>
        </p:nvGrpSpPr>
        <p:grpSpPr>
          <a:xfrm rot="-5400000">
            <a:off x="3773834" y="985131"/>
            <a:ext cx="394881" cy="209744"/>
            <a:chOff x="0" y="0"/>
            <a:chExt cx="345211" cy="183361"/>
          </a:xfrm>
        </p:grpSpPr>
        <p:sp>
          <p:nvSpPr>
            <p:cNvPr id="11" name="Freeform 11">
              <a:extLst>
                <a:ext uri="{FF2B5EF4-FFF2-40B4-BE49-F238E27FC236}">
                  <a16:creationId xmlns:a16="http://schemas.microsoft.com/office/drawing/2014/main" id="{2CC0F35E-3BFF-ECB9-F428-C39CBCD8EAE1}"/>
                </a:ext>
              </a:extLst>
            </p:cNvPr>
            <p:cNvSpPr/>
            <p:nvPr/>
          </p:nvSpPr>
          <p:spPr>
            <a:xfrm>
              <a:off x="0" y="0"/>
              <a:ext cx="345211" cy="183361"/>
            </a:xfrm>
            <a:custGeom>
              <a:avLst/>
              <a:gdLst/>
              <a:ahLst/>
              <a:cxnLst/>
              <a:rect l="l" t="t" r="r" b="b"/>
              <a:pathLst>
                <a:path w="345211" h="183361">
                  <a:moveTo>
                    <a:pt x="91680" y="0"/>
                  </a:moveTo>
                  <a:lnTo>
                    <a:pt x="253531" y="0"/>
                  </a:lnTo>
                  <a:cubicBezTo>
                    <a:pt x="304164" y="0"/>
                    <a:pt x="345211" y="41047"/>
                    <a:pt x="345211" y="91680"/>
                  </a:cubicBezTo>
                  <a:lnTo>
                    <a:pt x="345211" y="91680"/>
                  </a:lnTo>
                  <a:cubicBezTo>
                    <a:pt x="345211" y="115996"/>
                    <a:pt x="335552" y="139315"/>
                    <a:pt x="318359" y="156508"/>
                  </a:cubicBezTo>
                  <a:cubicBezTo>
                    <a:pt x="301165" y="173702"/>
                    <a:pt x="277846" y="183361"/>
                    <a:pt x="253531" y="183361"/>
                  </a:cubicBezTo>
                  <a:lnTo>
                    <a:pt x="91680" y="183361"/>
                  </a:lnTo>
                  <a:cubicBezTo>
                    <a:pt x="67365" y="183361"/>
                    <a:pt x="44046" y="173702"/>
                    <a:pt x="26853" y="156508"/>
                  </a:cubicBezTo>
                  <a:cubicBezTo>
                    <a:pt x="9659" y="139315"/>
                    <a:pt x="0" y="115996"/>
                    <a:pt x="0" y="91680"/>
                  </a:cubicBezTo>
                  <a:lnTo>
                    <a:pt x="0" y="91680"/>
                  </a:lnTo>
                  <a:cubicBezTo>
                    <a:pt x="0" y="67365"/>
                    <a:pt x="9659" y="44046"/>
                    <a:pt x="26853" y="26853"/>
                  </a:cubicBezTo>
                  <a:cubicBezTo>
                    <a:pt x="44046" y="9659"/>
                    <a:pt x="67365" y="0"/>
                    <a:pt x="91680" y="0"/>
                  </a:cubicBezTo>
                  <a:close/>
                </a:path>
              </a:pathLst>
            </a:custGeom>
            <a:solidFill>
              <a:srgbClr val="FFCEB6">
                <a:alpha val="38824"/>
              </a:srgbClr>
            </a:solidFill>
          </p:spPr>
          <p:txBody>
            <a:bodyPr/>
            <a:lstStyle/>
            <a:p>
              <a:endParaRPr lang="en-SG" sz="1088"/>
            </a:p>
          </p:txBody>
        </p:sp>
        <p:sp>
          <p:nvSpPr>
            <p:cNvPr id="12" name="TextBox 12">
              <a:extLst>
                <a:ext uri="{FF2B5EF4-FFF2-40B4-BE49-F238E27FC236}">
                  <a16:creationId xmlns:a16="http://schemas.microsoft.com/office/drawing/2014/main" id="{AFC9132F-1579-E10A-D3CD-782353D33C66}"/>
                </a:ext>
              </a:extLst>
            </p:cNvPr>
            <p:cNvSpPr txBox="1"/>
            <p:nvPr/>
          </p:nvSpPr>
          <p:spPr>
            <a:xfrm>
              <a:off x="0" y="-28575"/>
              <a:ext cx="345211" cy="211936"/>
            </a:xfrm>
            <a:prstGeom prst="rect">
              <a:avLst/>
            </a:prstGeom>
          </p:spPr>
          <p:txBody>
            <a:bodyPr lIns="40638" tIns="40638" rIns="40638" bIns="40638" rtlCol="0" anchor="ctr"/>
            <a:lstStyle/>
            <a:p>
              <a:pPr algn="ctr">
                <a:lnSpc>
                  <a:spcPts val="2016"/>
                </a:lnSpc>
              </a:pPr>
              <a:endParaRPr sz="1088"/>
            </a:p>
          </p:txBody>
        </p:sp>
      </p:grpSp>
      <p:sp>
        <p:nvSpPr>
          <p:cNvPr id="13" name="Freeform 13">
            <a:extLst>
              <a:ext uri="{FF2B5EF4-FFF2-40B4-BE49-F238E27FC236}">
                <a16:creationId xmlns:a16="http://schemas.microsoft.com/office/drawing/2014/main" id="{7C91D571-6E5C-2357-B669-C397A25188DC}"/>
              </a:ext>
            </a:extLst>
          </p:cNvPr>
          <p:cNvSpPr/>
          <p:nvPr/>
        </p:nvSpPr>
        <p:spPr>
          <a:xfrm>
            <a:off x="3915850" y="950308"/>
            <a:ext cx="127586" cy="104793"/>
          </a:xfrm>
          <a:custGeom>
            <a:avLst/>
            <a:gdLst/>
            <a:ahLst/>
            <a:cxnLst/>
            <a:rect l="l" t="t" r="r" b="b"/>
            <a:pathLst>
              <a:path w="159489" h="130997">
                <a:moveTo>
                  <a:pt x="0" y="0"/>
                </a:moveTo>
                <a:lnTo>
                  <a:pt x="159488" y="0"/>
                </a:lnTo>
                <a:lnTo>
                  <a:pt x="159488" y="130997"/>
                </a:lnTo>
                <a:lnTo>
                  <a:pt x="0" y="130997"/>
                </a:lnTo>
                <a:lnTo>
                  <a:pt x="0" y="0"/>
                </a:lnTo>
                <a:close/>
              </a:path>
            </a:pathLst>
          </a:custGeom>
          <a:blipFill>
            <a:blip r:embed="rId11"/>
            <a:stretch>
              <a:fillRect t="-10875" b="-10875"/>
            </a:stretch>
          </a:blipFill>
        </p:spPr>
        <p:txBody>
          <a:bodyPr/>
          <a:lstStyle/>
          <a:p>
            <a:endParaRPr lang="en-SG" sz="1088"/>
          </a:p>
        </p:txBody>
      </p:sp>
      <p:sp>
        <p:nvSpPr>
          <p:cNvPr id="14" name="Freeform 14">
            <a:extLst>
              <a:ext uri="{FF2B5EF4-FFF2-40B4-BE49-F238E27FC236}">
                <a16:creationId xmlns:a16="http://schemas.microsoft.com/office/drawing/2014/main" id="{2B2046C8-29C5-F0E1-9111-708B78A1AD93}"/>
              </a:ext>
            </a:extLst>
          </p:cNvPr>
          <p:cNvSpPr/>
          <p:nvPr/>
        </p:nvSpPr>
        <p:spPr>
          <a:xfrm>
            <a:off x="3915850" y="1179429"/>
            <a:ext cx="127586" cy="26793"/>
          </a:xfrm>
          <a:custGeom>
            <a:avLst/>
            <a:gdLst/>
            <a:ahLst/>
            <a:cxnLst/>
            <a:rect l="l" t="t" r="r" b="b"/>
            <a:pathLst>
              <a:path w="159489" h="33493">
                <a:moveTo>
                  <a:pt x="0" y="0"/>
                </a:moveTo>
                <a:lnTo>
                  <a:pt x="159488" y="0"/>
                </a:lnTo>
                <a:lnTo>
                  <a:pt x="159488" y="33493"/>
                </a:lnTo>
                <a:lnTo>
                  <a:pt x="0" y="3349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SG" sz="1088"/>
          </a:p>
        </p:txBody>
      </p:sp>
      <p:sp>
        <p:nvSpPr>
          <p:cNvPr id="15" name="Freeform 15">
            <a:extLst>
              <a:ext uri="{FF2B5EF4-FFF2-40B4-BE49-F238E27FC236}">
                <a16:creationId xmlns:a16="http://schemas.microsoft.com/office/drawing/2014/main" id="{695B88D3-0203-EE9B-A5DD-9DD8CE5BD98E}"/>
              </a:ext>
            </a:extLst>
          </p:cNvPr>
          <p:cNvSpPr/>
          <p:nvPr/>
        </p:nvSpPr>
        <p:spPr>
          <a:xfrm>
            <a:off x="-80320" y="3528130"/>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grpSp>
        <p:nvGrpSpPr>
          <p:cNvPr id="16" name="Group 16">
            <a:extLst>
              <a:ext uri="{FF2B5EF4-FFF2-40B4-BE49-F238E27FC236}">
                <a16:creationId xmlns:a16="http://schemas.microsoft.com/office/drawing/2014/main" id="{D062670B-5011-875F-C9A0-B4F4903914EE}"/>
              </a:ext>
            </a:extLst>
          </p:cNvPr>
          <p:cNvGrpSpPr/>
          <p:nvPr/>
        </p:nvGrpSpPr>
        <p:grpSpPr>
          <a:xfrm>
            <a:off x="2738816" y="1123123"/>
            <a:ext cx="803691" cy="199694"/>
            <a:chOff x="0" y="0"/>
            <a:chExt cx="1339544" cy="332839"/>
          </a:xfrm>
        </p:grpSpPr>
        <p:sp>
          <p:nvSpPr>
            <p:cNvPr id="17" name="Freeform 17">
              <a:extLst>
                <a:ext uri="{FF2B5EF4-FFF2-40B4-BE49-F238E27FC236}">
                  <a16:creationId xmlns:a16="http://schemas.microsoft.com/office/drawing/2014/main" id="{8CCB48A3-EF45-424E-DD13-3D26BC187D88}"/>
                </a:ext>
              </a:extLst>
            </p:cNvPr>
            <p:cNvSpPr/>
            <p:nvPr/>
          </p:nvSpPr>
          <p:spPr>
            <a:xfrm>
              <a:off x="541419" y="0"/>
              <a:ext cx="332839" cy="332839"/>
            </a:xfrm>
            <a:custGeom>
              <a:avLst/>
              <a:gdLst/>
              <a:ahLst/>
              <a:cxnLst/>
              <a:rect l="l" t="t" r="r" b="b"/>
              <a:pathLst>
                <a:path w="332839" h="332839">
                  <a:moveTo>
                    <a:pt x="0" y="0"/>
                  </a:moveTo>
                  <a:lnTo>
                    <a:pt x="332838" y="0"/>
                  </a:lnTo>
                  <a:lnTo>
                    <a:pt x="332838"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18" name="Freeform 18">
              <a:extLst>
                <a:ext uri="{FF2B5EF4-FFF2-40B4-BE49-F238E27FC236}">
                  <a16:creationId xmlns:a16="http://schemas.microsoft.com/office/drawing/2014/main" id="{E2CD051C-9625-2A68-2D4D-9A42BFC90721}"/>
                </a:ext>
              </a:extLst>
            </p:cNvPr>
            <p:cNvSpPr/>
            <p:nvPr/>
          </p:nvSpPr>
          <p:spPr>
            <a:xfrm>
              <a:off x="0" y="0"/>
              <a:ext cx="398609" cy="332839"/>
            </a:xfrm>
            <a:custGeom>
              <a:avLst/>
              <a:gdLst/>
              <a:ahLst/>
              <a:cxnLst/>
              <a:rect l="l" t="t" r="r" b="b"/>
              <a:pathLst>
                <a:path w="398609" h="332839">
                  <a:moveTo>
                    <a:pt x="0" y="0"/>
                  </a:moveTo>
                  <a:lnTo>
                    <a:pt x="398609" y="0"/>
                  </a:lnTo>
                  <a:lnTo>
                    <a:pt x="398609" y="332839"/>
                  </a:lnTo>
                  <a:lnTo>
                    <a:pt x="0" y="33283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19" name="Freeform 19">
              <a:extLst>
                <a:ext uri="{FF2B5EF4-FFF2-40B4-BE49-F238E27FC236}">
                  <a16:creationId xmlns:a16="http://schemas.microsoft.com/office/drawing/2014/main" id="{EF738CCA-E15B-0C32-2F7B-AB1E9A11183B}"/>
                </a:ext>
              </a:extLst>
            </p:cNvPr>
            <p:cNvSpPr/>
            <p:nvPr/>
          </p:nvSpPr>
          <p:spPr>
            <a:xfrm>
              <a:off x="1013957"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20" name="Group 20">
            <a:extLst>
              <a:ext uri="{FF2B5EF4-FFF2-40B4-BE49-F238E27FC236}">
                <a16:creationId xmlns:a16="http://schemas.microsoft.com/office/drawing/2014/main" id="{FF91997B-8CA6-6617-F0F2-D970DD7B1507}"/>
              </a:ext>
            </a:extLst>
          </p:cNvPr>
          <p:cNvGrpSpPr/>
          <p:nvPr/>
        </p:nvGrpSpPr>
        <p:grpSpPr>
          <a:xfrm>
            <a:off x="2738816" y="2848334"/>
            <a:ext cx="803691" cy="199694"/>
            <a:chOff x="0" y="0"/>
            <a:chExt cx="1339544" cy="332839"/>
          </a:xfrm>
        </p:grpSpPr>
        <p:sp>
          <p:nvSpPr>
            <p:cNvPr id="21" name="Freeform 21">
              <a:extLst>
                <a:ext uri="{FF2B5EF4-FFF2-40B4-BE49-F238E27FC236}">
                  <a16:creationId xmlns:a16="http://schemas.microsoft.com/office/drawing/2014/main" id="{986FA2D9-D7D4-F73E-325B-5EA95D5E5791}"/>
                </a:ext>
              </a:extLst>
            </p:cNvPr>
            <p:cNvSpPr/>
            <p:nvPr/>
          </p:nvSpPr>
          <p:spPr>
            <a:xfrm>
              <a:off x="541419" y="0"/>
              <a:ext cx="332839" cy="332839"/>
            </a:xfrm>
            <a:custGeom>
              <a:avLst/>
              <a:gdLst/>
              <a:ahLst/>
              <a:cxnLst/>
              <a:rect l="l" t="t" r="r" b="b"/>
              <a:pathLst>
                <a:path w="332839" h="332839">
                  <a:moveTo>
                    <a:pt x="0" y="0"/>
                  </a:moveTo>
                  <a:lnTo>
                    <a:pt x="332838" y="0"/>
                  </a:lnTo>
                  <a:lnTo>
                    <a:pt x="332838"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22" name="Freeform 22">
              <a:extLst>
                <a:ext uri="{FF2B5EF4-FFF2-40B4-BE49-F238E27FC236}">
                  <a16:creationId xmlns:a16="http://schemas.microsoft.com/office/drawing/2014/main" id="{219DEB8F-01B2-19D9-F141-CFE91167B936}"/>
                </a:ext>
              </a:extLst>
            </p:cNvPr>
            <p:cNvSpPr/>
            <p:nvPr/>
          </p:nvSpPr>
          <p:spPr>
            <a:xfrm>
              <a:off x="0" y="0"/>
              <a:ext cx="398609" cy="332839"/>
            </a:xfrm>
            <a:custGeom>
              <a:avLst/>
              <a:gdLst/>
              <a:ahLst/>
              <a:cxnLst/>
              <a:rect l="l" t="t" r="r" b="b"/>
              <a:pathLst>
                <a:path w="398609" h="332839">
                  <a:moveTo>
                    <a:pt x="0" y="0"/>
                  </a:moveTo>
                  <a:lnTo>
                    <a:pt x="398609" y="0"/>
                  </a:lnTo>
                  <a:lnTo>
                    <a:pt x="398609" y="332839"/>
                  </a:lnTo>
                  <a:lnTo>
                    <a:pt x="0" y="33283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23" name="Freeform 23">
              <a:extLst>
                <a:ext uri="{FF2B5EF4-FFF2-40B4-BE49-F238E27FC236}">
                  <a16:creationId xmlns:a16="http://schemas.microsoft.com/office/drawing/2014/main" id="{9F178811-D4F6-F32C-17F2-C124270FBD5F}"/>
                </a:ext>
              </a:extLst>
            </p:cNvPr>
            <p:cNvSpPr/>
            <p:nvPr/>
          </p:nvSpPr>
          <p:spPr>
            <a:xfrm>
              <a:off x="1013957"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24" name="Group 24">
            <a:extLst>
              <a:ext uri="{FF2B5EF4-FFF2-40B4-BE49-F238E27FC236}">
                <a16:creationId xmlns:a16="http://schemas.microsoft.com/office/drawing/2014/main" id="{72DDA7A9-5747-35F2-A4E7-D946651F7D4A}"/>
              </a:ext>
            </a:extLst>
          </p:cNvPr>
          <p:cNvGrpSpPr/>
          <p:nvPr/>
        </p:nvGrpSpPr>
        <p:grpSpPr>
          <a:xfrm>
            <a:off x="2738818" y="6324678"/>
            <a:ext cx="783398" cy="199694"/>
            <a:chOff x="0" y="0"/>
            <a:chExt cx="1305721" cy="332839"/>
          </a:xfrm>
        </p:grpSpPr>
        <p:sp>
          <p:nvSpPr>
            <p:cNvPr id="25" name="Freeform 25">
              <a:extLst>
                <a:ext uri="{FF2B5EF4-FFF2-40B4-BE49-F238E27FC236}">
                  <a16:creationId xmlns:a16="http://schemas.microsoft.com/office/drawing/2014/main" id="{3FC2EF5C-0DE2-3DFE-E738-53DD97141E82}"/>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26" name="Freeform 26">
              <a:extLst>
                <a:ext uri="{FF2B5EF4-FFF2-40B4-BE49-F238E27FC236}">
                  <a16:creationId xmlns:a16="http://schemas.microsoft.com/office/drawing/2014/main" id="{AB91C199-E53C-9735-118B-241018E720F7}"/>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27" name="Freeform 27">
              <a:extLst>
                <a:ext uri="{FF2B5EF4-FFF2-40B4-BE49-F238E27FC236}">
                  <a16:creationId xmlns:a16="http://schemas.microsoft.com/office/drawing/2014/main" id="{E9C6CF4A-09B6-A712-F060-EE25C28F0C9C}"/>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28" name="Group 28">
            <a:extLst>
              <a:ext uri="{FF2B5EF4-FFF2-40B4-BE49-F238E27FC236}">
                <a16:creationId xmlns:a16="http://schemas.microsoft.com/office/drawing/2014/main" id="{84EAF5B3-20D7-5744-C2AA-B35B6B636D5E}"/>
              </a:ext>
            </a:extLst>
          </p:cNvPr>
          <p:cNvGrpSpPr/>
          <p:nvPr/>
        </p:nvGrpSpPr>
        <p:grpSpPr>
          <a:xfrm>
            <a:off x="2759112" y="5527586"/>
            <a:ext cx="783398" cy="199694"/>
            <a:chOff x="0" y="0"/>
            <a:chExt cx="1305721" cy="332839"/>
          </a:xfrm>
        </p:grpSpPr>
        <p:sp>
          <p:nvSpPr>
            <p:cNvPr id="29" name="Freeform 29">
              <a:extLst>
                <a:ext uri="{FF2B5EF4-FFF2-40B4-BE49-F238E27FC236}">
                  <a16:creationId xmlns:a16="http://schemas.microsoft.com/office/drawing/2014/main" id="{023BF26B-E821-68E3-6ECF-BA984E955442}"/>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0" name="Freeform 30">
              <a:extLst>
                <a:ext uri="{FF2B5EF4-FFF2-40B4-BE49-F238E27FC236}">
                  <a16:creationId xmlns:a16="http://schemas.microsoft.com/office/drawing/2014/main" id="{401FA66F-703F-9EC3-2B1E-7B28F1A34A1F}"/>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dirty="0"/>
            </a:p>
          </p:txBody>
        </p:sp>
        <p:sp>
          <p:nvSpPr>
            <p:cNvPr id="31" name="Freeform 31">
              <a:extLst>
                <a:ext uri="{FF2B5EF4-FFF2-40B4-BE49-F238E27FC236}">
                  <a16:creationId xmlns:a16="http://schemas.microsoft.com/office/drawing/2014/main" id="{2DE74757-704A-618D-6C78-B8E9D1CF05C4}"/>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32" name="Group 32">
            <a:extLst>
              <a:ext uri="{FF2B5EF4-FFF2-40B4-BE49-F238E27FC236}">
                <a16:creationId xmlns:a16="http://schemas.microsoft.com/office/drawing/2014/main" id="{B35026BC-44C2-23C7-2A4F-03C4E9C550CD}"/>
              </a:ext>
            </a:extLst>
          </p:cNvPr>
          <p:cNvGrpSpPr/>
          <p:nvPr/>
        </p:nvGrpSpPr>
        <p:grpSpPr>
          <a:xfrm>
            <a:off x="2737793" y="6972925"/>
            <a:ext cx="783398" cy="199694"/>
            <a:chOff x="0" y="0"/>
            <a:chExt cx="1305721" cy="332839"/>
          </a:xfrm>
        </p:grpSpPr>
        <p:sp>
          <p:nvSpPr>
            <p:cNvPr id="33" name="Freeform 33">
              <a:extLst>
                <a:ext uri="{FF2B5EF4-FFF2-40B4-BE49-F238E27FC236}">
                  <a16:creationId xmlns:a16="http://schemas.microsoft.com/office/drawing/2014/main" id="{6C61DB51-E45F-0A24-9357-6697AC82C709}"/>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4" name="Freeform 34">
              <a:extLst>
                <a:ext uri="{FF2B5EF4-FFF2-40B4-BE49-F238E27FC236}">
                  <a16:creationId xmlns:a16="http://schemas.microsoft.com/office/drawing/2014/main" id="{BEC7EF39-1D91-94A6-C12D-C7E3F9AC418E}"/>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35" name="Freeform 35">
              <a:extLst>
                <a:ext uri="{FF2B5EF4-FFF2-40B4-BE49-F238E27FC236}">
                  <a16:creationId xmlns:a16="http://schemas.microsoft.com/office/drawing/2014/main" id="{20A96CD3-F43B-7725-333D-66F210257B05}"/>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36" name="Group 36">
            <a:extLst>
              <a:ext uri="{FF2B5EF4-FFF2-40B4-BE49-F238E27FC236}">
                <a16:creationId xmlns:a16="http://schemas.microsoft.com/office/drawing/2014/main" id="{7E624FD9-832B-328D-DB8D-7616661E74D2}"/>
              </a:ext>
            </a:extLst>
          </p:cNvPr>
          <p:cNvGrpSpPr/>
          <p:nvPr/>
        </p:nvGrpSpPr>
        <p:grpSpPr>
          <a:xfrm>
            <a:off x="2759112" y="1894293"/>
            <a:ext cx="783398" cy="199694"/>
            <a:chOff x="0" y="0"/>
            <a:chExt cx="1305721" cy="332839"/>
          </a:xfrm>
        </p:grpSpPr>
        <p:sp>
          <p:nvSpPr>
            <p:cNvPr id="37" name="Freeform 37">
              <a:extLst>
                <a:ext uri="{FF2B5EF4-FFF2-40B4-BE49-F238E27FC236}">
                  <a16:creationId xmlns:a16="http://schemas.microsoft.com/office/drawing/2014/main" id="{00C37631-AD84-DA27-9F30-0E0894F74687}"/>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8" name="Freeform 38">
              <a:extLst>
                <a:ext uri="{FF2B5EF4-FFF2-40B4-BE49-F238E27FC236}">
                  <a16:creationId xmlns:a16="http://schemas.microsoft.com/office/drawing/2014/main" id="{A7D88C0A-F89A-7DD8-3A9A-19800EF73CC8}"/>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39" name="Freeform 39">
              <a:extLst>
                <a:ext uri="{FF2B5EF4-FFF2-40B4-BE49-F238E27FC236}">
                  <a16:creationId xmlns:a16="http://schemas.microsoft.com/office/drawing/2014/main" id="{EF71A40A-4FC0-5E14-55F1-52835B2B1724}"/>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40" name="Group 40">
            <a:extLst>
              <a:ext uri="{FF2B5EF4-FFF2-40B4-BE49-F238E27FC236}">
                <a16:creationId xmlns:a16="http://schemas.microsoft.com/office/drawing/2014/main" id="{95CE1EAD-424F-C5EE-316A-934E61FF9876}"/>
              </a:ext>
            </a:extLst>
          </p:cNvPr>
          <p:cNvGrpSpPr/>
          <p:nvPr/>
        </p:nvGrpSpPr>
        <p:grpSpPr>
          <a:xfrm>
            <a:off x="2759112" y="4664981"/>
            <a:ext cx="783398" cy="199694"/>
            <a:chOff x="0" y="0"/>
            <a:chExt cx="1305721" cy="332839"/>
          </a:xfrm>
        </p:grpSpPr>
        <p:sp>
          <p:nvSpPr>
            <p:cNvPr id="41" name="Freeform 41">
              <a:extLst>
                <a:ext uri="{FF2B5EF4-FFF2-40B4-BE49-F238E27FC236}">
                  <a16:creationId xmlns:a16="http://schemas.microsoft.com/office/drawing/2014/main" id="{1A009826-7292-3AA2-34BF-FE6FFC00189D}"/>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42" name="Freeform 42">
              <a:extLst>
                <a:ext uri="{FF2B5EF4-FFF2-40B4-BE49-F238E27FC236}">
                  <a16:creationId xmlns:a16="http://schemas.microsoft.com/office/drawing/2014/main" id="{A88E53ED-8FCC-E2E9-45BB-ED406346A30C}"/>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43" name="Freeform 43">
              <a:extLst>
                <a:ext uri="{FF2B5EF4-FFF2-40B4-BE49-F238E27FC236}">
                  <a16:creationId xmlns:a16="http://schemas.microsoft.com/office/drawing/2014/main" id="{EC771607-DF52-4C03-4DF8-4FF791CC588D}"/>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44" name="Group 44">
            <a:extLst>
              <a:ext uri="{FF2B5EF4-FFF2-40B4-BE49-F238E27FC236}">
                <a16:creationId xmlns:a16="http://schemas.microsoft.com/office/drawing/2014/main" id="{4E3ECF73-AF2F-1A3E-787D-A93B69772E88}"/>
              </a:ext>
            </a:extLst>
          </p:cNvPr>
          <p:cNvGrpSpPr/>
          <p:nvPr/>
        </p:nvGrpSpPr>
        <p:grpSpPr>
          <a:xfrm>
            <a:off x="2748965" y="3756658"/>
            <a:ext cx="783398" cy="199694"/>
            <a:chOff x="0" y="0"/>
            <a:chExt cx="1305721" cy="332839"/>
          </a:xfrm>
        </p:grpSpPr>
        <p:sp>
          <p:nvSpPr>
            <p:cNvPr id="45" name="Freeform 45">
              <a:extLst>
                <a:ext uri="{FF2B5EF4-FFF2-40B4-BE49-F238E27FC236}">
                  <a16:creationId xmlns:a16="http://schemas.microsoft.com/office/drawing/2014/main" id="{C5D00A9B-8644-9B56-DBC8-AED0ECDA2096}"/>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46" name="Freeform 46">
              <a:extLst>
                <a:ext uri="{FF2B5EF4-FFF2-40B4-BE49-F238E27FC236}">
                  <a16:creationId xmlns:a16="http://schemas.microsoft.com/office/drawing/2014/main" id="{EF58B348-D8FD-5AF1-0570-AA81E08C605C}"/>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47" name="Freeform 47">
              <a:extLst>
                <a:ext uri="{FF2B5EF4-FFF2-40B4-BE49-F238E27FC236}">
                  <a16:creationId xmlns:a16="http://schemas.microsoft.com/office/drawing/2014/main" id="{70BA236B-F19F-B779-8D8F-9E5520A611BA}"/>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sp>
        <p:nvSpPr>
          <p:cNvPr id="48" name="Freeform 48">
            <a:extLst>
              <a:ext uri="{FF2B5EF4-FFF2-40B4-BE49-F238E27FC236}">
                <a16:creationId xmlns:a16="http://schemas.microsoft.com/office/drawing/2014/main" id="{8BC67E4C-2B36-0215-6C8D-E5904A123678}"/>
              </a:ext>
            </a:extLst>
          </p:cNvPr>
          <p:cNvSpPr/>
          <p:nvPr/>
        </p:nvSpPr>
        <p:spPr>
          <a:xfrm>
            <a:off x="-35398" y="907805"/>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49" name="Freeform 49">
            <a:extLst>
              <a:ext uri="{FF2B5EF4-FFF2-40B4-BE49-F238E27FC236}">
                <a16:creationId xmlns:a16="http://schemas.microsoft.com/office/drawing/2014/main" id="{94E583D4-659C-9E65-80DD-56254FC22E2F}"/>
              </a:ext>
            </a:extLst>
          </p:cNvPr>
          <p:cNvSpPr/>
          <p:nvPr/>
        </p:nvSpPr>
        <p:spPr>
          <a:xfrm>
            <a:off x="-113080" y="4489543"/>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50" name="Freeform 50">
            <a:extLst>
              <a:ext uri="{FF2B5EF4-FFF2-40B4-BE49-F238E27FC236}">
                <a16:creationId xmlns:a16="http://schemas.microsoft.com/office/drawing/2014/main" id="{16F1A0B7-91C5-AFC2-0075-AD3AD2875F9B}"/>
              </a:ext>
            </a:extLst>
          </p:cNvPr>
          <p:cNvSpPr/>
          <p:nvPr/>
        </p:nvSpPr>
        <p:spPr>
          <a:xfrm>
            <a:off x="-93978" y="5292202"/>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51" name="Freeform 51">
            <a:extLst>
              <a:ext uri="{FF2B5EF4-FFF2-40B4-BE49-F238E27FC236}">
                <a16:creationId xmlns:a16="http://schemas.microsoft.com/office/drawing/2014/main" id="{295754F3-4194-A537-4167-FEA8E57C87B1}"/>
              </a:ext>
            </a:extLst>
          </p:cNvPr>
          <p:cNvSpPr/>
          <p:nvPr/>
        </p:nvSpPr>
        <p:spPr>
          <a:xfrm>
            <a:off x="-108354" y="6139396"/>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52" name="Freeform 52">
            <a:extLst>
              <a:ext uri="{FF2B5EF4-FFF2-40B4-BE49-F238E27FC236}">
                <a16:creationId xmlns:a16="http://schemas.microsoft.com/office/drawing/2014/main" id="{C9136A91-FA38-4970-E6F3-FFE2E8CA8114}"/>
              </a:ext>
            </a:extLst>
          </p:cNvPr>
          <p:cNvSpPr/>
          <p:nvPr/>
        </p:nvSpPr>
        <p:spPr>
          <a:xfrm>
            <a:off x="-68308" y="6815636"/>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53" name="Freeform 53">
            <a:extLst>
              <a:ext uri="{FF2B5EF4-FFF2-40B4-BE49-F238E27FC236}">
                <a16:creationId xmlns:a16="http://schemas.microsoft.com/office/drawing/2014/main" id="{1B134B35-010E-43D4-D617-76BF97AAF9E6}"/>
              </a:ext>
            </a:extLst>
          </p:cNvPr>
          <p:cNvSpPr/>
          <p:nvPr/>
        </p:nvSpPr>
        <p:spPr>
          <a:xfrm>
            <a:off x="-80320" y="2593098"/>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54" name="Freeform 54">
            <a:extLst>
              <a:ext uri="{FF2B5EF4-FFF2-40B4-BE49-F238E27FC236}">
                <a16:creationId xmlns:a16="http://schemas.microsoft.com/office/drawing/2014/main" id="{3096BADD-053A-FB38-B593-4DF3D7E3482F}"/>
              </a:ext>
            </a:extLst>
          </p:cNvPr>
          <p:cNvSpPr/>
          <p:nvPr/>
        </p:nvSpPr>
        <p:spPr>
          <a:xfrm>
            <a:off x="-80320" y="1734423"/>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grpSp>
        <p:nvGrpSpPr>
          <p:cNvPr id="55" name="Group 55">
            <a:extLst>
              <a:ext uri="{FF2B5EF4-FFF2-40B4-BE49-F238E27FC236}">
                <a16:creationId xmlns:a16="http://schemas.microsoft.com/office/drawing/2014/main" id="{90AE7782-313F-DA1B-9C10-EDAE32206F05}"/>
              </a:ext>
            </a:extLst>
          </p:cNvPr>
          <p:cNvGrpSpPr/>
          <p:nvPr/>
        </p:nvGrpSpPr>
        <p:grpSpPr>
          <a:xfrm>
            <a:off x="-352816" y="583595"/>
            <a:ext cx="3966568" cy="797093"/>
            <a:chOff x="0" y="0"/>
            <a:chExt cx="1410398" cy="283423"/>
          </a:xfrm>
        </p:grpSpPr>
        <p:sp>
          <p:nvSpPr>
            <p:cNvPr id="56" name="Freeform 56">
              <a:extLst>
                <a:ext uri="{FF2B5EF4-FFF2-40B4-BE49-F238E27FC236}">
                  <a16:creationId xmlns:a16="http://schemas.microsoft.com/office/drawing/2014/main" id="{056A0201-3682-4BD0-5B16-7A68DD911AAE}"/>
                </a:ext>
              </a:extLst>
            </p:cNvPr>
            <p:cNvSpPr/>
            <p:nvPr/>
          </p:nvSpPr>
          <p:spPr>
            <a:xfrm>
              <a:off x="0" y="0"/>
              <a:ext cx="1410398" cy="283423"/>
            </a:xfrm>
            <a:custGeom>
              <a:avLst/>
              <a:gdLst/>
              <a:ahLst/>
              <a:cxnLst/>
              <a:rect l="l" t="t" r="r" b="b"/>
              <a:pathLst>
                <a:path w="1410398" h="283423">
                  <a:moveTo>
                    <a:pt x="0" y="0"/>
                  </a:moveTo>
                  <a:lnTo>
                    <a:pt x="1410398" y="0"/>
                  </a:lnTo>
                  <a:lnTo>
                    <a:pt x="1410398" y="283423"/>
                  </a:lnTo>
                  <a:lnTo>
                    <a:pt x="0" y="283423"/>
                  </a:lnTo>
                  <a:close/>
                </a:path>
              </a:pathLst>
            </a:custGeom>
            <a:solidFill>
              <a:srgbClr val="FFCEB6">
                <a:alpha val="38824"/>
              </a:srgbClr>
            </a:solidFill>
          </p:spPr>
          <p:txBody>
            <a:bodyPr/>
            <a:lstStyle/>
            <a:p>
              <a:endParaRPr lang="en-SG" sz="1088"/>
            </a:p>
          </p:txBody>
        </p:sp>
        <p:sp>
          <p:nvSpPr>
            <p:cNvPr id="57" name="TextBox 57">
              <a:extLst>
                <a:ext uri="{FF2B5EF4-FFF2-40B4-BE49-F238E27FC236}">
                  <a16:creationId xmlns:a16="http://schemas.microsoft.com/office/drawing/2014/main" id="{6989DF3D-3609-E69B-A1E7-839893273E96}"/>
                </a:ext>
              </a:extLst>
            </p:cNvPr>
            <p:cNvSpPr txBox="1"/>
            <p:nvPr/>
          </p:nvSpPr>
          <p:spPr>
            <a:xfrm>
              <a:off x="0" y="-28575"/>
              <a:ext cx="1410398" cy="311998"/>
            </a:xfrm>
            <a:prstGeom prst="rect">
              <a:avLst/>
            </a:prstGeom>
          </p:spPr>
          <p:txBody>
            <a:bodyPr lIns="40638" tIns="40638" rIns="40638" bIns="40638" rtlCol="0" anchor="ctr"/>
            <a:lstStyle/>
            <a:p>
              <a:pPr algn="ctr">
                <a:lnSpc>
                  <a:spcPts val="2016"/>
                </a:lnSpc>
              </a:pPr>
              <a:endParaRPr sz="1088"/>
            </a:p>
          </p:txBody>
        </p:sp>
      </p:grpSp>
      <p:grpSp>
        <p:nvGrpSpPr>
          <p:cNvPr id="58" name="Group 58">
            <a:extLst>
              <a:ext uri="{FF2B5EF4-FFF2-40B4-BE49-F238E27FC236}">
                <a16:creationId xmlns:a16="http://schemas.microsoft.com/office/drawing/2014/main" id="{ABA7ABDC-4577-50BD-7AC1-AD552124DD2A}"/>
              </a:ext>
            </a:extLst>
          </p:cNvPr>
          <p:cNvGrpSpPr/>
          <p:nvPr/>
        </p:nvGrpSpPr>
        <p:grpSpPr>
          <a:xfrm>
            <a:off x="-190496" y="2205472"/>
            <a:ext cx="4070156" cy="906484"/>
            <a:chOff x="-36833" y="-28575"/>
            <a:chExt cx="1447231" cy="322320"/>
          </a:xfrm>
        </p:grpSpPr>
        <p:sp>
          <p:nvSpPr>
            <p:cNvPr id="59" name="Freeform 59">
              <a:extLst>
                <a:ext uri="{FF2B5EF4-FFF2-40B4-BE49-F238E27FC236}">
                  <a16:creationId xmlns:a16="http://schemas.microsoft.com/office/drawing/2014/main" id="{AAC87351-650D-419E-5070-4DD543CB72DB}"/>
                </a:ext>
              </a:extLst>
            </p:cNvPr>
            <p:cNvSpPr/>
            <p:nvPr/>
          </p:nvSpPr>
          <p:spPr>
            <a:xfrm>
              <a:off x="-36833" y="4903"/>
              <a:ext cx="1356847" cy="288842"/>
            </a:xfrm>
            <a:custGeom>
              <a:avLst/>
              <a:gdLst/>
              <a:ahLst/>
              <a:cxnLst/>
              <a:rect l="l" t="t" r="r" b="b"/>
              <a:pathLst>
                <a:path w="1410398" h="288842">
                  <a:moveTo>
                    <a:pt x="0" y="0"/>
                  </a:moveTo>
                  <a:lnTo>
                    <a:pt x="1410398" y="0"/>
                  </a:lnTo>
                  <a:lnTo>
                    <a:pt x="1410398" y="288842"/>
                  </a:lnTo>
                  <a:lnTo>
                    <a:pt x="0" y="288842"/>
                  </a:lnTo>
                  <a:close/>
                </a:path>
              </a:pathLst>
            </a:custGeom>
            <a:solidFill>
              <a:srgbClr val="FFCEB6">
                <a:alpha val="38824"/>
              </a:srgbClr>
            </a:solidFill>
          </p:spPr>
          <p:txBody>
            <a:bodyPr/>
            <a:lstStyle/>
            <a:p>
              <a:endParaRPr lang="en-SG" sz="1088"/>
            </a:p>
          </p:txBody>
        </p:sp>
        <p:sp>
          <p:nvSpPr>
            <p:cNvPr id="60" name="TextBox 60">
              <a:extLst>
                <a:ext uri="{FF2B5EF4-FFF2-40B4-BE49-F238E27FC236}">
                  <a16:creationId xmlns:a16="http://schemas.microsoft.com/office/drawing/2014/main" id="{E2312597-ED57-9FDA-3A11-5B95C963FD5B}"/>
                </a:ext>
              </a:extLst>
            </p:cNvPr>
            <p:cNvSpPr txBox="1"/>
            <p:nvPr/>
          </p:nvSpPr>
          <p:spPr>
            <a:xfrm>
              <a:off x="0" y="-28575"/>
              <a:ext cx="1410398" cy="317417"/>
            </a:xfrm>
            <a:prstGeom prst="rect">
              <a:avLst/>
            </a:prstGeom>
          </p:spPr>
          <p:txBody>
            <a:bodyPr lIns="40638" tIns="40638" rIns="40638" bIns="40638" rtlCol="0" anchor="ctr"/>
            <a:lstStyle/>
            <a:p>
              <a:pPr algn="ctr">
                <a:lnSpc>
                  <a:spcPts val="2016"/>
                </a:lnSpc>
              </a:pPr>
              <a:endParaRPr sz="1088"/>
            </a:p>
          </p:txBody>
        </p:sp>
      </p:grpSp>
      <p:sp>
        <p:nvSpPr>
          <p:cNvPr id="61" name="Freeform 61">
            <a:hlinkClick r:id="rId24" action="ppaction://hlinksldjump"/>
            <a:extLst>
              <a:ext uri="{FF2B5EF4-FFF2-40B4-BE49-F238E27FC236}">
                <a16:creationId xmlns:a16="http://schemas.microsoft.com/office/drawing/2014/main" id="{2515BFD1-0581-B100-C8AB-380DFB542B29}"/>
              </a:ext>
            </a:extLst>
          </p:cNvPr>
          <p:cNvSpPr/>
          <p:nvPr/>
        </p:nvSpPr>
        <p:spPr>
          <a:xfrm>
            <a:off x="9612112" y="-89747"/>
            <a:ext cx="492592" cy="492592"/>
          </a:xfrm>
          <a:custGeom>
            <a:avLst/>
            <a:gdLst/>
            <a:ahLst/>
            <a:cxnLst/>
            <a:rect l="l" t="t" r="r" b="b"/>
            <a:pathLst>
              <a:path w="615767" h="615767">
                <a:moveTo>
                  <a:pt x="0" y="0"/>
                </a:moveTo>
                <a:lnTo>
                  <a:pt x="615767" y="0"/>
                </a:lnTo>
                <a:lnTo>
                  <a:pt x="615767" y="615767"/>
                </a:lnTo>
                <a:lnTo>
                  <a:pt x="0" y="615767"/>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txBody>
          <a:bodyPr/>
          <a:lstStyle/>
          <a:p>
            <a:endParaRPr lang="en-SG" sz="1088"/>
          </a:p>
        </p:txBody>
      </p:sp>
      <p:grpSp>
        <p:nvGrpSpPr>
          <p:cNvPr id="62" name="Group 62">
            <a:extLst>
              <a:ext uri="{FF2B5EF4-FFF2-40B4-BE49-F238E27FC236}">
                <a16:creationId xmlns:a16="http://schemas.microsoft.com/office/drawing/2014/main" id="{BBAA8406-0F85-7F33-763B-7845F61C8391}"/>
              </a:ext>
            </a:extLst>
          </p:cNvPr>
          <p:cNvGrpSpPr/>
          <p:nvPr/>
        </p:nvGrpSpPr>
        <p:grpSpPr>
          <a:xfrm>
            <a:off x="3915850" y="6191029"/>
            <a:ext cx="1846297" cy="743793"/>
            <a:chOff x="0" y="0"/>
            <a:chExt cx="710235" cy="283423"/>
          </a:xfrm>
        </p:grpSpPr>
        <p:sp>
          <p:nvSpPr>
            <p:cNvPr id="63" name="Freeform 63">
              <a:extLst>
                <a:ext uri="{FF2B5EF4-FFF2-40B4-BE49-F238E27FC236}">
                  <a16:creationId xmlns:a16="http://schemas.microsoft.com/office/drawing/2014/main" id="{F138783B-28F2-D864-5973-B404141E3A3A}"/>
                </a:ext>
              </a:extLst>
            </p:cNvPr>
            <p:cNvSpPr/>
            <p:nvPr/>
          </p:nvSpPr>
          <p:spPr>
            <a:xfrm>
              <a:off x="0" y="0"/>
              <a:ext cx="710235" cy="283423"/>
            </a:xfrm>
            <a:custGeom>
              <a:avLst/>
              <a:gdLst/>
              <a:ahLst/>
              <a:cxnLst/>
              <a:rect l="l" t="t" r="r" b="b"/>
              <a:pathLst>
                <a:path w="710235" h="283423">
                  <a:moveTo>
                    <a:pt x="99219" y="0"/>
                  </a:moveTo>
                  <a:lnTo>
                    <a:pt x="611016" y="0"/>
                  </a:lnTo>
                  <a:cubicBezTo>
                    <a:pt x="637330" y="0"/>
                    <a:pt x="662567" y="10453"/>
                    <a:pt x="681174" y="29061"/>
                  </a:cubicBezTo>
                  <a:cubicBezTo>
                    <a:pt x="699781" y="47668"/>
                    <a:pt x="710235" y="72904"/>
                    <a:pt x="710235" y="99219"/>
                  </a:cubicBezTo>
                  <a:lnTo>
                    <a:pt x="710235" y="184204"/>
                  </a:lnTo>
                  <a:cubicBezTo>
                    <a:pt x="710235" y="210519"/>
                    <a:pt x="699781" y="235756"/>
                    <a:pt x="681174" y="254363"/>
                  </a:cubicBezTo>
                  <a:cubicBezTo>
                    <a:pt x="662567" y="272970"/>
                    <a:pt x="637330" y="283423"/>
                    <a:pt x="611016" y="283423"/>
                  </a:cubicBezTo>
                  <a:lnTo>
                    <a:pt x="99219" y="283423"/>
                  </a:lnTo>
                  <a:cubicBezTo>
                    <a:pt x="72904" y="283423"/>
                    <a:pt x="47668" y="272970"/>
                    <a:pt x="29061" y="254363"/>
                  </a:cubicBezTo>
                  <a:cubicBezTo>
                    <a:pt x="10453" y="235756"/>
                    <a:pt x="0" y="210519"/>
                    <a:pt x="0" y="184204"/>
                  </a:cubicBezTo>
                  <a:lnTo>
                    <a:pt x="0" y="99219"/>
                  </a:lnTo>
                  <a:cubicBezTo>
                    <a:pt x="0" y="72904"/>
                    <a:pt x="10453" y="47668"/>
                    <a:pt x="29061" y="29061"/>
                  </a:cubicBezTo>
                  <a:cubicBezTo>
                    <a:pt x="47668" y="10453"/>
                    <a:pt x="72904" y="0"/>
                    <a:pt x="99219" y="0"/>
                  </a:cubicBezTo>
                  <a:close/>
                </a:path>
              </a:pathLst>
            </a:custGeom>
            <a:solidFill>
              <a:srgbClr val="F34336"/>
            </a:solidFill>
          </p:spPr>
          <p:txBody>
            <a:bodyPr/>
            <a:lstStyle/>
            <a:p>
              <a:endParaRPr lang="en-SG" sz="1088"/>
            </a:p>
          </p:txBody>
        </p:sp>
        <p:sp>
          <p:nvSpPr>
            <p:cNvPr id="64" name="TextBox 64">
              <a:extLst>
                <a:ext uri="{FF2B5EF4-FFF2-40B4-BE49-F238E27FC236}">
                  <a16:creationId xmlns:a16="http://schemas.microsoft.com/office/drawing/2014/main" id="{72C80C67-033D-F6AE-8219-6549A2842DC8}"/>
                </a:ext>
              </a:extLst>
            </p:cNvPr>
            <p:cNvSpPr txBox="1"/>
            <p:nvPr/>
          </p:nvSpPr>
          <p:spPr>
            <a:xfrm>
              <a:off x="0" y="-28575"/>
              <a:ext cx="710235" cy="311998"/>
            </a:xfrm>
            <a:prstGeom prst="rect">
              <a:avLst/>
            </a:prstGeom>
          </p:spPr>
          <p:txBody>
            <a:bodyPr lIns="40638" tIns="40638" rIns="40638" bIns="40638" rtlCol="0" anchor="ctr"/>
            <a:lstStyle/>
            <a:p>
              <a:pPr algn="ctr">
                <a:lnSpc>
                  <a:spcPts val="2016"/>
                </a:lnSpc>
              </a:pPr>
              <a:endParaRPr sz="1088"/>
            </a:p>
          </p:txBody>
        </p:sp>
      </p:grpSp>
      <p:grpSp>
        <p:nvGrpSpPr>
          <p:cNvPr id="65" name="Group 65">
            <a:extLst>
              <a:ext uri="{FF2B5EF4-FFF2-40B4-BE49-F238E27FC236}">
                <a16:creationId xmlns:a16="http://schemas.microsoft.com/office/drawing/2014/main" id="{7368EA59-2C09-F455-B3A9-79356F503903}"/>
              </a:ext>
            </a:extLst>
          </p:cNvPr>
          <p:cNvGrpSpPr/>
          <p:nvPr/>
        </p:nvGrpSpPr>
        <p:grpSpPr>
          <a:xfrm>
            <a:off x="6107050" y="6209542"/>
            <a:ext cx="1918511" cy="726519"/>
            <a:chOff x="0" y="0"/>
            <a:chExt cx="738014" cy="276841"/>
          </a:xfrm>
        </p:grpSpPr>
        <p:sp>
          <p:nvSpPr>
            <p:cNvPr id="66" name="Freeform 66">
              <a:extLst>
                <a:ext uri="{FF2B5EF4-FFF2-40B4-BE49-F238E27FC236}">
                  <a16:creationId xmlns:a16="http://schemas.microsoft.com/office/drawing/2014/main" id="{A5182C1D-FEC9-AC79-2B7A-2D559CFB1D42}"/>
                </a:ext>
              </a:extLst>
            </p:cNvPr>
            <p:cNvSpPr/>
            <p:nvPr/>
          </p:nvSpPr>
          <p:spPr>
            <a:xfrm>
              <a:off x="0" y="0"/>
              <a:ext cx="738014" cy="276841"/>
            </a:xfrm>
            <a:custGeom>
              <a:avLst/>
              <a:gdLst/>
              <a:ahLst/>
              <a:cxnLst/>
              <a:rect l="l" t="t" r="r" b="b"/>
              <a:pathLst>
                <a:path w="738014" h="276841">
                  <a:moveTo>
                    <a:pt x="95484" y="0"/>
                  </a:moveTo>
                  <a:lnTo>
                    <a:pt x="642529" y="0"/>
                  </a:lnTo>
                  <a:cubicBezTo>
                    <a:pt x="667853" y="0"/>
                    <a:pt x="692140" y="10060"/>
                    <a:pt x="710047" y="27967"/>
                  </a:cubicBezTo>
                  <a:cubicBezTo>
                    <a:pt x="727954" y="45873"/>
                    <a:pt x="738014" y="70160"/>
                    <a:pt x="738014" y="95484"/>
                  </a:cubicBezTo>
                  <a:lnTo>
                    <a:pt x="738014" y="181357"/>
                  </a:lnTo>
                  <a:cubicBezTo>
                    <a:pt x="738014" y="206681"/>
                    <a:pt x="727954" y="230968"/>
                    <a:pt x="710047" y="248874"/>
                  </a:cubicBezTo>
                  <a:cubicBezTo>
                    <a:pt x="692140" y="266781"/>
                    <a:pt x="667853" y="276841"/>
                    <a:pt x="642529" y="276841"/>
                  </a:cubicBezTo>
                  <a:lnTo>
                    <a:pt x="95484" y="276841"/>
                  </a:lnTo>
                  <a:cubicBezTo>
                    <a:pt x="42750" y="276841"/>
                    <a:pt x="0" y="234091"/>
                    <a:pt x="0" y="181357"/>
                  </a:cubicBezTo>
                  <a:lnTo>
                    <a:pt x="0" y="95484"/>
                  </a:lnTo>
                  <a:cubicBezTo>
                    <a:pt x="0" y="70160"/>
                    <a:pt x="10060" y="45873"/>
                    <a:pt x="27967" y="27967"/>
                  </a:cubicBezTo>
                  <a:cubicBezTo>
                    <a:pt x="45873" y="10060"/>
                    <a:pt x="70160" y="0"/>
                    <a:pt x="95484" y="0"/>
                  </a:cubicBezTo>
                  <a:close/>
                </a:path>
              </a:pathLst>
            </a:custGeom>
            <a:solidFill>
              <a:srgbClr val="F34336"/>
            </a:solidFill>
          </p:spPr>
          <p:txBody>
            <a:bodyPr/>
            <a:lstStyle/>
            <a:p>
              <a:endParaRPr lang="en-SG" sz="1088"/>
            </a:p>
          </p:txBody>
        </p:sp>
        <p:sp>
          <p:nvSpPr>
            <p:cNvPr id="67" name="TextBox 67">
              <a:extLst>
                <a:ext uri="{FF2B5EF4-FFF2-40B4-BE49-F238E27FC236}">
                  <a16:creationId xmlns:a16="http://schemas.microsoft.com/office/drawing/2014/main" id="{6F4ACFBA-B4AD-540C-2989-DE43EF4AF860}"/>
                </a:ext>
              </a:extLst>
            </p:cNvPr>
            <p:cNvSpPr txBox="1"/>
            <p:nvPr/>
          </p:nvSpPr>
          <p:spPr>
            <a:xfrm>
              <a:off x="0" y="-28575"/>
              <a:ext cx="738014" cy="305416"/>
            </a:xfrm>
            <a:prstGeom prst="rect">
              <a:avLst/>
            </a:prstGeom>
          </p:spPr>
          <p:txBody>
            <a:bodyPr lIns="40638" tIns="40638" rIns="40638" bIns="40638" rtlCol="0" anchor="ctr"/>
            <a:lstStyle/>
            <a:p>
              <a:pPr algn="ctr">
                <a:lnSpc>
                  <a:spcPts val="2016"/>
                </a:lnSpc>
              </a:pPr>
              <a:endParaRPr sz="1088"/>
            </a:p>
          </p:txBody>
        </p:sp>
      </p:grpSp>
      <p:grpSp>
        <p:nvGrpSpPr>
          <p:cNvPr id="68" name="Group 68">
            <a:extLst>
              <a:ext uri="{FF2B5EF4-FFF2-40B4-BE49-F238E27FC236}">
                <a16:creationId xmlns:a16="http://schemas.microsoft.com/office/drawing/2014/main" id="{F30E63B1-82DA-AE66-DE85-91DA0A614F5F}"/>
              </a:ext>
            </a:extLst>
          </p:cNvPr>
          <p:cNvGrpSpPr/>
          <p:nvPr/>
        </p:nvGrpSpPr>
        <p:grpSpPr>
          <a:xfrm>
            <a:off x="8376374" y="6209542"/>
            <a:ext cx="1728330" cy="726519"/>
            <a:chOff x="0" y="0"/>
            <a:chExt cx="664855" cy="276841"/>
          </a:xfrm>
        </p:grpSpPr>
        <p:sp>
          <p:nvSpPr>
            <p:cNvPr id="69" name="Freeform 69">
              <a:extLst>
                <a:ext uri="{FF2B5EF4-FFF2-40B4-BE49-F238E27FC236}">
                  <a16:creationId xmlns:a16="http://schemas.microsoft.com/office/drawing/2014/main" id="{4A2E20CC-4508-7C25-D98A-8D193489EC49}"/>
                </a:ext>
              </a:extLst>
            </p:cNvPr>
            <p:cNvSpPr/>
            <p:nvPr/>
          </p:nvSpPr>
          <p:spPr>
            <a:xfrm>
              <a:off x="0" y="0"/>
              <a:ext cx="664855" cy="276841"/>
            </a:xfrm>
            <a:custGeom>
              <a:avLst/>
              <a:gdLst/>
              <a:ahLst/>
              <a:cxnLst/>
              <a:rect l="l" t="t" r="r" b="b"/>
              <a:pathLst>
                <a:path w="664855" h="276841">
                  <a:moveTo>
                    <a:pt x="105991" y="0"/>
                  </a:moveTo>
                  <a:lnTo>
                    <a:pt x="558864" y="0"/>
                  </a:lnTo>
                  <a:cubicBezTo>
                    <a:pt x="617401" y="0"/>
                    <a:pt x="664855" y="47454"/>
                    <a:pt x="664855" y="105991"/>
                  </a:cubicBezTo>
                  <a:lnTo>
                    <a:pt x="664855" y="170850"/>
                  </a:lnTo>
                  <a:cubicBezTo>
                    <a:pt x="664855" y="229387"/>
                    <a:pt x="617401" y="276841"/>
                    <a:pt x="558864" y="276841"/>
                  </a:cubicBezTo>
                  <a:lnTo>
                    <a:pt x="105991" y="276841"/>
                  </a:lnTo>
                  <a:cubicBezTo>
                    <a:pt x="47454" y="276841"/>
                    <a:pt x="0" y="229387"/>
                    <a:pt x="0" y="170850"/>
                  </a:cubicBezTo>
                  <a:lnTo>
                    <a:pt x="0" y="105991"/>
                  </a:lnTo>
                  <a:cubicBezTo>
                    <a:pt x="0" y="47454"/>
                    <a:pt x="47454" y="0"/>
                    <a:pt x="105991" y="0"/>
                  </a:cubicBezTo>
                  <a:close/>
                </a:path>
              </a:pathLst>
            </a:custGeom>
            <a:solidFill>
              <a:srgbClr val="F34336"/>
            </a:solidFill>
          </p:spPr>
          <p:txBody>
            <a:bodyPr/>
            <a:lstStyle/>
            <a:p>
              <a:endParaRPr lang="en-SG" sz="1088"/>
            </a:p>
          </p:txBody>
        </p:sp>
        <p:sp>
          <p:nvSpPr>
            <p:cNvPr id="70" name="TextBox 70">
              <a:extLst>
                <a:ext uri="{FF2B5EF4-FFF2-40B4-BE49-F238E27FC236}">
                  <a16:creationId xmlns:a16="http://schemas.microsoft.com/office/drawing/2014/main" id="{D149DF9E-CA8D-B81C-AA07-69A93445BF4F}"/>
                </a:ext>
              </a:extLst>
            </p:cNvPr>
            <p:cNvSpPr txBox="1"/>
            <p:nvPr/>
          </p:nvSpPr>
          <p:spPr>
            <a:xfrm>
              <a:off x="0" y="-28575"/>
              <a:ext cx="664855" cy="305416"/>
            </a:xfrm>
            <a:prstGeom prst="rect">
              <a:avLst/>
            </a:prstGeom>
          </p:spPr>
          <p:txBody>
            <a:bodyPr lIns="40638" tIns="40638" rIns="40638" bIns="40638" rtlCol="0" anchor="ctr"/>
            <a:lstStyle/>
            <a:p>
              <a:pPr algn="ctr">
                <a:lnSpc>
                  <a:spcPts val="2016"/>
                </a:lnSpc>
              </a:pPr>
              <a:endParaRPr sz="1088"/>
            </a:p>
          </p:txBody>
        </p:sp>
      </p:grpSp>
      <p:sp>
        <p:nvSpPr>
          <p:cNvPr id="77" name="Freeform 77">
            <a:extLst>
              <a:ext uri="{FF2B5EF4-FFF2-40B4-BE49-F238E27FC236}">
                <a16:creationId xmlns:a16="http://schemas.microsoft.com/office/drawing/2014/main" id="{6FF6AB66-BB06-5C15-DFDA-B36A3DECBF40}"/>
              </a:ext>
            </a:extLst>
          </p:cNvPr>
          <p:cNvSpPr/>
          <p:nvPr/>
        </p:nvSpPr>
        <p:spPr>
          <a:xfrm>
            <a:off x="9105442" y="6241161"/>
            <a:ext cx="330606" cy="333754"/>
          </a:xfrm>
          <a:custGeom>
            <a:avLst/>
            <a:gdLst/>
            <a:ahLst/>
            <a:cxnLst/>
            <a:rect l="l" t="t" r="r" b="b"/>
            <a:pathLst>
              <a:path w="447108" h="447108">
                <a:moveTo>
                  <a:pt x="0" y="0"/>
                </a:moveTo>
                <a:lnTo>
                  <a:pt x="447107" y="0"/>
                </a:lnTo>
                <a:lnTo>
                  <a:pt x="447107" y="447108"/>
                </a:lnTo>
                <a:lnTo>
                  <a:pt x="0" y="447108"/>
                </a:lnTo>
                <a:lnTo>
                  <a:pt x="0" y="0"/>
                </a:lnTo>
                <a:close/>
              </a:path>
            </a:pathLst>
          </a:custGeom>
          <a:blipFill>
            <a:blip r:embed="rId27">
              <a:extLst>
                <a:ext uri="{96DAC541-7B7A-43D3-8B79-37D633B846F1}">
                  <asvg:svgBlip xmlns:asvg="http://schemas.microsoft.com/office/drawing/2016/SVG/main" r:embed="rId28"/>
                </a:ext>
              </a:extLst>
            </a:blip>
            <a:stretch>
              <a:fillRect/>
            </a:stretch>
          </a:blipFill>
        </p:spPr>
        <p:txBody>
          <a:bodyPr/>
          <a:lstStyle/>
          <a:p>
            <a:endParaRPr lang="en-SG" sz="1088"/>
          </a:p>
        </p:txBody>
      </p:sp>
      <p:sp>
        <p:nvSpPr>
          <p:cNvPr id="78" name="Freeform 78">
            <a:extLst>
              <a:ext uri="{FF2B5EF4-FFF2-40B4-BE49-F238E27FC236}">
                <a16:creationId xmlns:a16="http://schemas.microsoft.com/office/drawing/2014/main" id="{B75D1185-3226-DEA7-47F2-D400BB7A9AE9}"/>
              </a:ext>
            </a:extLst>
          </p:cNvPr>
          <p:cNvSpPr/>
          <p:nvPr/>
        </p:nvSpPr>
        <p:spPr>
          <a:xfrm>
            <a:off x="7075292" y="6344424"/>
            <a:ext cx="235158" cy="237397"/>
          </a:xfrm>
          <a:custGeom>
            <a:avLst/>
            <a:gdLst/>
            <a:ahLst/>
            <a:cxnLst/>
            <a:rect l="l" t="t" r="r" b="b"/>
            <a:pathLst>
              <a:path w="318025" h="318025">
                <a:moveTo>
                  <a:pt x="0" y="0"/>
                </a:moveTo>
                <a:lnTo>
                  <a:pt x="318025" y="0"/>
                </a:lnTo>
                <a:lnTo>
                  <a:pt x="318025" y="318025"/>
                </a:lnTo>
                <a:lnTo>
                  <a:pt x="0" y="318025"/>
                </a:lnTo>
                <a:lnTo>
                  <a:pt x="0" y="0"/>
                </a:lnTo>
                <a:close/>
              </a:path>
            </a:pathLst>
          </a:custGeom>
          <a:blipFill>
            <a:blip r:embed="rId29">
              <a:extLst>
                <a:ext uri="{96DAC541-7B7A-43D3-8B79-37D633B846F1}">
                  <asvg:svgBlip xmlns:asvg="http://schemas.microsoft.com/office/drawing/2016/SVG/main" r:embed="rId30"/>
                </a:ext>
              </a:extLst>
            </a:blip>
            <a:stretch>
              <a:fillRect/>
            </a:stretch>
          </a:blipFill>
        </p:spPr>
        <p:txBody>
          <a:bodyPr/>
          <a:lstStyle/>
          <a:p>
            <a:endParaRPr lang="en-SG" sz="1088"/>
          </a:p>
        </p:txBody>
      </p:sp>
      <p:sp>
        <p:nvSpPr>
          <p:cNvPr id="79" name="Freeform 79">
            <a:extLst>
              <a:ext uri="{FF2B5EF4-FFF2-40B4-BE49-F238E27FC236}">
                <a16:creationId xmlns:a16="http://schemas.microsoft.com/office/drawing/2014/main" id="{064DF822-A65A-2477-F1B6-164D450EDE89}"/>
              </a:ext>
            </a:extLst>
          </p:cNvPr>
          <p:cNvSpPr/>
          <p:nvPr/>
        </p:nvSpPr>
        <p:spPr>
          <a:xfrm>
            <a:off x="4669251" y="6335168"/>
            <a:ext cx="388689" cy="237397"/>
          </a:xfrm>
          <a:custGeom>
            <a:avLst/>
            <a:gdLst/>
            <a:ahLst/>
            <a:cxnLst/>
            <a:rect l="l" t="t" r="r" b="b"/>
            <a:pathLst>
              <a:path w="525661" h="318025">
                <a:moveTo>
                  <a:pt x="0" y="0"/>
                </a:moveTo>
                <a:lnTo>
                  <a:pt x="525661" y="0"/>
                </a:lnTo>
                <a:lnTo>
                  <a:pt x="525661" y="318025"/>
                </a:lnTo>
                <a:lnTo>
                  <a:pt x="0" y="318025"/>
                </a:lnTo>
                <a:lnTo>
                  <a:pt x="0" y="0"/>
                </a:lnTo>
                <a:close/>
              </a:path>
            </a:pathLst>
          </a:custGeom>
          <a:blipFill>
            <a:blip r:embed="rId31">
              <a:extLst>
                <a:ext uri="{96DAC541-7B7A-43D3-8B79-37D633B846F1}">
                  <asvg:svgBlip xmlns:asvg="http://schemas.microsoft.com/office/drawing/2016/SVG/main" r:embed="rId32"/>
                </a:ext>
              </a:extLst>
            </a:blip>
            <a:stretch>
              <a:fillRect/>
            </a:stretch>
          </a:blipFill>
        </p:spPr>
        <p:txBody>
          <a:bodyPr/>
          <a:lstStyle/>
          <a:p>
            <a:endParaRPr lang="en-SG" sz="1088"/>
          </a:p>
        </p:txBody>
      </p:sp>
      <p:grpSp>
        <p:nvGrpSpPr>
          <p:cNvPr id="80" name="Group 80">
            <a:extLst>
              <a:ext uri="{FF2B5EF4-FFF2-40B4-BE49-F238E27FC236}">
                <a16:creationId xmlns:a16="http://schemas.microsoft.com/office/drawing/2014/main" id="{8054CF06-985C-5E16-F92A-BF9B5D7E0B96}"/>
              </a:ext>
            </a:extLst>
          </p:cNvPr>
          <p:cNvGrpSpPr/>
          <p:nvPr/>
        </p:nvGrpSpPr>
        <p:grpSpPr>
          <a:xfrm>
            <a:off x="3571120" y="570508"/>
            <a:ext cx="105455" cy="7887829"/>
            <a:chOff x="0" y="0"/>
            <a:chExt cx="37497" cy="2804685"/>
          </a:xfrm>
        </p:grpSpPr>
        <p:sp>
          <p:nvSpPr>
            <p:cNvPr id="81" name="Freeform 81">
              <a:extLst>
                <a:ext uri="{FF2B5EF4-FFF2-40B4-BE49-F238E27FC236}">
                  <a16:creationId xmlns:a16="http://schemas.microsoft.com/office/drawing/2014/main" id="{EDFC6FD1-AC88-0078-DD2D-976A12E85E96}"/>
                </a:ext>
              </a:extLst>
            </p:cNvPr>
            <p:cNvSpPr/>
            <p:nvPr/>
          </p:nvSpPr>
          <p:spPr>
            <a:xfrm>
              <a:off x="0" y="0"/>
              <a:ext cx="37497" cy="2804685"/>
            </a:xfrm>
            <a:custGeom>
              <a:avLst/>
              <a:gdLst/>
              <a:ahLst/>
              <a:cxnLst/>
              <a:rect l="l" t="t" r="r" b="b"/>
              <a:pathLst>
                <a:path w="37497" h="2804685">
                  <a:moveTo>
                    <a:pt x="0" y="0"/>
                  </a:moveTo>
                  <a:lnTo>
                    <a:pt x="37497" y="0"/>
                  </a:lnTo>
                  <a:lnTo>
                    <a:pt x="37497" y="2804685"/>
                  </a:lnTo>
                  <a:lnTo>
                    <a:pt x="0" y="2804685"/>
                  </a:lnTo>
                  <a:close/>
                </a:path>
              </a:pathLst>
            </a:custGeom>
            <a:solidFill>
              <a:srgbClr val="FDFDFD"/>
            </a:solidFill>
            <a:ln w="9525" cap="sq">
              <a:solidFill>
                <a:srgbClr val="000000"/>
              </a:solidFill>
              <a:prstDash val="solid"/>
              <a:miter/>
            </a:ln>
          </p:spPr>
          <p:txBody>
            <a:bodyPr/>
            <a:lstStyle/>
            <a:p>
              <a:endParaRPr lang="en-SG" sz="1088"/>
            </a:p>
          </p:txBody>
        </p:sp>
        <p:sp>
          <p:nvSpPr>
            <p:cNvPr id="82" name="TextBox 82">
              <a:extLst>
                <a:ext uri="{FF2B5EF4-FFF2-40B4-BE49-F238E27FC236}">
                  <a16:creationId xmlns:a16="http://schemas.microsoft.com/office/drawing/2014/main" id="{1155DDE6-5240-11E8-F1A9-E47708BF91B3}"/>
                </a:ext>
              </a:extLst>
            </p:cNvPr>
            <p:cNvSpPr txBox="1"/>
            <p:nvPr/>
          </p:nvSpPr>
          <p:spPr>
            <a:xfrm>
              <a:off x="0" y="-28575"/>
              <a:ext cx="37497" cy="2833260"/>
            </a:xfrm>
            <a:prstGeom prst="rect">
              <a:avLst/>
            </a:prstGeom>
          </p:spPr>
          <p:txBody>
            <a:bodyPr lIns="40638" tIns="40638" rIns="40638" bIns="40638" rtlCol="0" anchor="ctr"/>
            <a:lstStyle/>
            <a:p>
              <a:pPr algn="ctr">
                <a:lnSpc>
                  <a:spcPts val="2016"/>
                </a:lnSpc>
              </a:pPr>
              <a:endParaRPr sz="1088"/>
            </a:p>
          </p:txBody>
        </p:sp>
      </p:grpSp>
      <p:grpSp>
        <p:nvGrpSpPr>
          <p:cNvPr id="83" name="Group 83">
            <a:extLst>
              <a:ext uri="{FF2B5EF4-FFF2-40B4-BE49-F238E27FC236}">
                <a16:creationId xmlns:a16="http://schemas.microsoft.com/office/drawing/2014/main" id="{EBE2CA76-1F9F-4005-CD27-891FFB544984}"/>
              </a:ext>
            </a:extLst>
          </p:cNvPr>
          <p:cNvGrpSpPr/>
          <p:nvPr/>
        </p:nvGrpSpPr>
        <p:grpSpPr>
          <a:xfrm>
            <a:off x="3571122" y="2206140"/>
            <a:ext cx="99056" cy="1284383"/>
            <a:chOff x="0" y="0"/>
            <a:chExt cx="35221" cy="456690"/>
          </a:xfrm>
        </p:grpSpPr>
        <p:sp>
          <p:nvSpPr>
            <p:cNvPr id="84" name="Freeform 84">
              <a:extLst>
                <a:ext uri="{FF2B5EF4-FFF2-40B4-BE49-F238E27FC236}">
                  <a16:creationId xmlns:a16="http://schemas.microsoft.com/office/drawing/2014/main" id="{48AC3EE8-4DD8-BD76-DA42-87993D51D6C9}"/>
                </a:ext>
              </a:extLst>
            </p:cNvPr>
            <p:cNvSpPr/>
            <p:nvPr/>
          </p:nvSpPr>
          <p:spPr>
            <a:xfrm>
              <a:off x="0" y="0"/>
              <a:ext cx="35221" cy="456690"/>
            </a:xfrm>
            <a:custGeom>
              <a:avLst/>
              <a:gdLst/>
              <a:ahLst/>
              <a:cxnLst/>
              <a:rect l="l" t="t" r="r" b="b"/>
              <a:pathLst>
                <a:path w="35221" h="456690">
                  <a:moveTo>
                    <a:pt x="0" y="0"/>
                  </a:moveTo>
                  <a:lnTo>
                    <a:pt x="35221" y="0"/>
                  </a:lnTo>
                  <a:lnTo>
                    <a:pt x="35221" y="456690"/>
                  </a:lnTo>
                  <a:lnTo>
                    <a:pt x="0" y="456690"/>
                  </a:lnTo>
                  <a:close/>
                </a:path>
              </a:pathLst>
            </a:custGeom>
            <a:solidFill>
              <a:srgbClr val="F34336"/>
            </a:solidFill>
            <a:ln cap="sq">
              <a:noFill/>
              <a:prstDash val="solid"/>
              <a:miter/>
            </a:ln>
          </p:spPr>
          <p:txBody>
            <a:bodyPr/>
            <a:lstStyle/>
            <a:p>
              <a:endParaRPr lang="en-SG" sz="1088"/>
            </a:p>
          </p:txBody>
        </p:sp>
        <p:sp>
          <p:nvSpPr>
            <p:cNvPr id="85" name="TextBox 85">
              <a:extLst>
                <a:ext uri="{FF2B5EF4-FFF2-40B4-BE49-F238E27FC236}">
                  <a16:creationId xmlns:a16="http://schemas.microsoft.com/office/drawing/2014/main" id="{CF983EFF-6E2C-A5D9-DE89-3AA0A13B0C8A}"/>
                </a:ext>
              </a:extLst>
            </p:cNvPr>
            <p:cNvSpPr txBox="1"/>
            <p:nvPr/>
          </p:nvSpPr>
          <p:spPr>
            <a:xfrm>
              <a:off x="0" y="-28575"/>
              <a:ext cx="35221" cy="485265"/>
            </a:xfrm>
            <a:prstGeom prst="rect">
              <a:avLst/>
            </a:prstGeom>
          </p:spPr>
          <p:txBody>
            <a:bodyPr lIns="40638" tIns="40638" rIns="40638" bIns="40638" rtlCol="0" anchor="ctr"/>
            <a:lstStyle/>
            <a:p>
              <a:pPr algn="ctr">
                <a:lnSpc>
                  <a:spcPts val="2016"/>
                </a:lnSpc>
              </a:pPr>
              <a:endParaRPr sz="1088"/>
            </a:p>
          </p:txBody>
        </p:sp>
      </p:grpSp>
      <p:grpSp>
        <p:nvGrpSpPr>
          <p:cNvPr id="86" name="Group 86">
            <a:extLst>
              <a:ext uri="{FF2B5EF4-FFF2-40B4-BE49-F238E27FC236}">
                <a16:creationId xmlns:a16="http://schemas.microsoft.com/office/drawing/2014/main" id="{8A61605B-03C7-D980-6F76-55B1ECA8AB33}"/>
              </a:ext>
            </a:extLst>
          </p:cNvPr>
          <p:cNvGrpSpPr/>
          <p:nvPr/>
        </p:nvGrpSpPr>
        <p:grpSpPr>
          <a:xfrm>
            <a:off x="3571120" y="572833"/>
            <a:ext cx="105455" cy="304554"/>
            <a:chOff x="0" y="0"/>
            <a:chExt cx="37497" cy="108291"/>
          </a:xfrm>
        </p:grpSpPr>
        <p:sp>
          <p:nvSpPr>
            <p:cNvPr id="87" name="Freeform 87">
              <a:extLst>
                <a:ext uri="{FF2B5EF4-FFF2-40B4-BE49-F238E27FC236}">
                  <a16:creationId xmlns:a16="http://schemas.microsoft.com/office/drawing/2014/main" id="{FE219433-680F-2C8A-B04B-EED0F7264255}"/>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88" name="TextBox 88">
              <a:extLst>
                <a:ext uri="{FF2B5EF4-FFF2-40B4-BE49-F238E27FC236}">
                  <a16:creationId xmlns:a16="http://schemas.microsoft.com/office/drawing/2014/main" id="{6BF97076-40E1-D680-B0DD-2B27BD744A4A}"/>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89" name="Group 89">
            <a:extLst>
              <a:ext uri="{FF2B5EF4-FFF2-40B4-BE49-F238E27FC236}">
                <a16:creationId xmlns:a16="http://schemas.microsoft.com/office/drawing/2014/main" id="{2D676C6D-2DE1-FBBA-A548-286FB9C553CB}"/>
              </a:ext>
            </a:extLst>
          </p:cNvPr>
          <p:cNvGrpSpPr/>
          <p:nvPr/>
        </p:nvGrpSpPr>
        <p:grpSpPr>
          <a:xfrm>
            <a:off x="3571120" y="7100511"/>
            <a:ext cx="105455" cy="304554"/>
            <a:chOff x="0" y="0"/>
            <a:chExt cx="37497" cy="108291"/>
          </a:xfrm>
        </p:grpSpPr>
        <p:sp>
          <p:nvSpPr>
            <p:cNvPr id="90" name="Freeform 90">
              <a:extLst>
                <a:ext uri="{FF2B5EF4-FFF2-40B4-BE49-F238E27FC236}">
                  <a16:creationId xmlns:a16="http://schemas.microsoft.com/office/drawing/2014/main" id="{2D9C4B88-E890-93AE-1C87-C959C5D5F36B}"/>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91" name="TextBox 91">
              <a:extLst>
                <a:ext uri="{FF2B5EF4-FFF2-40B4-BE49-F238E27FC236}">
                  <a16:creationId xmlns:a16="http://schemas.microsoft.com/office/drawing/2014/main" id="{9EE6D14D-98B2-CEE7-E4FC-DB014B91EC5D}"/>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92" name="Group 92">
            <a:extLst>
              <a:ext uri="{FF2B5EF4-FFF2-40B4-BE49-F238E27FC236}">
                <a16:creationId xmlns:a16="http://schemas.microsoft.com/office/drawing/2014/main" id="{8C5CA201-B0A2-659E-5CB6-ADDC67243D99}"/>
              </a:ext>
            </a:extLst>
          </p:cNvPr>
          <p:cNvGrpSpPr/>
          <p:nvPr/>
        </p:nvGrpSpPr>
        <p:grpSpPr>
          <a:xfrm>
            <a:off x="3592699" y="675840"/>
            <a:ext cx="83877" cy="73393"/>
            <a:chOff x="0" y="0"/>
            <a:chExt cx="812800" cy="711200"/>
          </a:xfrm>
        </p:grpSpPr>
        <p:sp>
          <p:nvSpPr>
            <p:cNvPr id="93" name="Freeform 93">
              <a:extLst>
                <a:ext uri="{FF2B5EF4-FFF2-40B4-BE49-F238E27FC236}">
                  <a16:creationId xmlns:a16="http://schemas.microsoft.com/office/drawing/2014/main" id="{29745965-D3DF-D8E5-1C8E-044093AE1B39}"/>
                </a:ext>
              </a:extLst>
            </p:cNvPr>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34336"/>
            </a:solidFill>
          </p:spPr>
          <p:txBody>
            <a:bodyPr/>
            <a:lstStyle/>
            <a:p>
              <a:endParaRPr lang="en-SG" sz="1088"/>
            </a:p>
          </p:txBody>
        </p:sp>
        <p:sp>
          <p:nvSpPr>
            <p:cNvPr id="94" name="TextBox 94">
              <a:extLst>
                <a:ext uri="{FF2B5EF4-FFF2-40B4-BE49-F238E27FC236}">
                  <a16:creationId xmlns:a16="http://schemas.microsoft.com/office/drawing/2014/main" id="{796868AE-EFCA-ABB8-C878-A44FA4996FD5}"/>
                </a:ext>
              </a:extLst>
            </p:cNvPr>
            <p:cNvSpPr txBox="1"/>
            <p:nvPr/>
          </p:nvSpPr>
          <p:spPr>
            <a:xfrm>
              <a:off x="127000" y="301625"/>
              <a:ext cx="558800" cy="358775"/>
            </a:xfrm>
            <a:prstGeom prst="rect">
              <a:avLst/>
            </a:prstGeom>
          </p:spPr>
          <p:txBody>
            <a:bodyPr lIns="40638" tIns="40638" rIns="40638" bIns="40638" rtlCol="0" anchor="ctr"/>
            <a:lstStyle/>
            <a:p>
              <a:pPr algn="ctr">
                <a:lnSpc>
                  <a:spcPts val="2016"/>
                </a:lnSpc>
              </a:pPr>
              <a:endParaRPr sz="1088"/>
            </a:p>
          </p:txBody>
        </p:sp>
      </p:grpSp>
      <p:grpSp>
        <p:nvGrpSpPr>
          <p:cNvPr id="95" name="Group 95">
            <a:extLst>
              <a:ext uri="{FF2B5EF4-FFF2-40B4-BE49-F238E27FC236}">
                <a16:creationId xmlns:a16="http://schemas.microsoft.com/office/drawing/2014/main" id="{58B7D987-69DA-24CF-2CCB-7094ED6D9056}"/>
              </a:ext>
            </a:extLst>
          </p:cNvPr>
          <p:cNvGrpSpPr/>
          <p:nvPr/>
        </p:nvGrpSpPr>
        <p:grpSpPr>
          <a:xfrm>
            <a:off x="3565641" y="7221617"/>
            <a:ext cx="104535" cy="91468"/>
            <a:chOff x="0" y="0"/>
            <a:chExt cx="812800" cy="711200"/>
          </a:xfrm>
        </p:grpSpPr>
        <p:sp>
          <p:nvSpPr>
            <p:cNvPr id="96" name="Freeform 96">
              <a:extLst>
                <a:ext uri="{FF2B5EF4-FFF2-40B4-BE49-F238E27FC236}">
                  <a16:creationId xmlns:a16="http://schemas.microsoft.com/office/drawing/2014/main" id="{465DE12A-B083-12E4-00C5-61C27C83F407}"/>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97" name="TextBox 97">
              <a:extLst>
                <a:ext uri="{FF2B5EF4-FFF2-40B4-BE49-F238E27FC236}">
                  <a16:creationId xmlns:a16="http://schemas.microsoft.com/office/drawing/2014/main" id="{02FAD5CF-F3D2-48C8-614A-CA76B5BC4A73}"/>
                </a:ext>
              </a:extLst>
            </p:cNvPr>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a:p>
          </p:txBody>
        </p:sp>
      </p:grpSp>
      <p:grpSp>
        <p:nvGrpSpPr>
          <p:cNvPr id="98" name="Group 98">
            <a:extLst>
              <a:ext uri="{FF2B5EF4-FFF2-40B4-BE49-F238E27FC236}">
                <a16:creationId xmlns:a16="http://schemas.microsoft.com/office/drawing/2014/main" id="{86009F65-948E-EFDA-1F83-6F751BD9AF11}"/>
              </a:ext>
            </a:extLst>
          </p:cNvPr>
          <p:cNvGrpSpPr/>
          <p:nvPr/>
        </p:nvGrpSpPr>
        <p:grpSpPr>
          <a:xfrm>
            <a:off x="9197536" y="4053339"/>
            <a:ext cx="829153" cy="779169"/>
            <a:chOff x="0" y="0"/>
            <a:chExt cx="1381982" cy="1298672"/>
          </a:xfrm>
        </p:grpSpPr>
        <p:grpSp>
          <p:nvGrpSpPr>
            <p:cNvPr id="99" name="Group 99">
              <a:extLst>
                <a:ext uri="{FF2B5EF4-FFF2-40B4-BE49-F238E27FC236}">
                  <a16:creationId xmlns:a16="http://schemas.microsoft.com/office/drawing/2014/main" id="{AA45A6F6-0272-7E56-A627-65351BCE694F}"/>
                </a:ext>
              </a:extLst>
            </p:cNvPr>
            <p:cNvGrpSpPr/>
            <p:nvPr/>
          </p:nvGrpSpPr>
          <p:grpSpPr>
            <a:xfrm>
              <a:off x="0" y="0"/>
              <a:ext cx="1195761" cy="1298672"/>
              <a:chOff x="0" y="0"/>
              <a:chExt cx="650486" cy="706469"/>
            </a:xfrm>
          </p:grpSpPr>
          <p:sp>
            <p:nvSpPr>
              <p:cNvPr id="100" name="Freeform 100">
                <a:extLst>
                  <a:ext uri="{FF2B5EF4-FFF2-40B4-BE49-F238E27FC236}">
                    <a16:creationId xmlns:a16="http://schemas.microsoft.com/office/drawing/2014/main" id="{7B522483-18E3-A2CB-49AC-B03C72D3B40A}"/>
                  </a:ext>
                </a:extLst>
              </p:cNvPr>
              <p:cNvSpPr/>
              <p:nvPr/>
            </p:nvSpPr>
            <p:spPr>
              <a:xfrm>
                <a:off x="0" y="0"/>
                <a:ext cx="650486" cy="706469"/>
              </a:xfrm>
              <a:custGeom>
                <a:avLst/>
                <a:gdLst/>
                <a:ahLst/>
                <a:cxnLst/>
                <a:rect l="l" t="t" r="r" b="b"/>
                <a:pathLst>
                  <a:path w="650486" h="706469">
                    <a:moveTo>
                      <a:pt x="0" y="0"/>
                    </a:moveTo>
                    <a:lnTo>
                      <a:pt x="650486" y="0"/>
                    </a:lnTo>
                    <a:lnTo>
                      <a:pt x="650486" y="706469"/>
                    </a:lnTo>
                    <a:lnTo>
                      <a:pt x="0" y="706469"/>
                    </a:lnTo>
                    <a:close/>
                  </a:path>
                </a:pathLst>
              </a:custGeom>
              <a:solidFill>
                <a:srgbClr val="FFCEB6">
                  <a:alpha val="38824"/>
                </a:srgbClr>
              </a:solidFill>
            </p:spPr>
            <p:txBody>
              <a:bodyPr/>
              <a:lstStyle/>
              <a:p>
                <a:endParaRPr lang="en-SG" sz="1088"/>
              </a:p>
            </p:txBody>
          </p:sp>
          <p:sp>
            <p:nvSpPr>
              <p:cNvPr id="101" name="TextBox 101">
                <a:extLst>
                  <a:ext uri="{FF2B5EF4-FFF2-40B4-BE49-F238E27FC236}">
                    <a16:creationId xmlns:a16="http://schemas.microsoft.com/office/drawing/2014/main" id="{5407689D-DFB1-0038-83FC-0D9C8913A8A6}"/>
                  </a:ext>
                </a:extLst>
              </p:cNvPr>
              <p:cNvSpPr txBox="1"/>
              <p:nvPr/>
            </p:nvSpPr>
            <p:spPr>
              <a:xfrm>
                <a:off x="0" y="-28575"/>
                <a:ext cx="650486" cy="735044"/>
              </a:xfrm>
              <a:prstGeom prst="rect">
                <a:avLst/>
              </a:prstGeom>
            </p:spPr>
            <p:txBody>
              <a:bodyPr lIns="15937" tIns="15937" rIns="15937" bIns="15937" rtlCol="0" anchor="ctr"/>
              <a:lstStyle/>
              <a:p>
                <a:pPr algn="ctr">
                  <a:lnSpc>
                    <a:spcPts val="2016"/>
                  </a:lnSpc>
                </a:pPr>
                <a:endParaRPr sz="1088"/>
              </a:p>
            </p:txBody>
          </p:sp>
        </p:grpSp>
        <p:sp>
          <p:nvSpPr>
            <p:cNvPr id="102" name="Freeform 102">
              <a:extLst>
                <a:ext uri="{FF2B5EF4-FFF2-40B4-BE49-F238E27FC236}">
                  <a16:creationId xmlns:a16="http://schemas.microsoft.com/office/drawing/2014/main" id="{EE9339A5-BABF-8F14-A3EE-6C1D5F3C55B9}"/>
                </a:ext>
              </a:extLst>
            </p:cNvPr>
            <p:cNvSpPr/>
            <p:nvPr/>
          </p:nvSpPr>
          <p:spPr>
            <a:xfrm>
              <a:off x="90494" y="89424"/>
              <a:ext cx="163477" cy="199666"/>
            </a:xfrm>
            <a:custGeom>
              <a:avLst/>
              <a:gdLst/>
              <a:ahLst/>
              <a:cxnLst/>
              <a:rect l="l" t="t" r="r" b="b"/>
              <a:pathLst>
                <a:path w="163477" h="199666">
                  <a:moveTo>
                    <a:pt x="0" y="0"/>
                  </a:moveTo>
                  <a:lnTo>
                    <a:pt x="163476" y="0"/>
                  </a:lnTo>
                  <a:lnTo>
                    <a:pt x="163476" y="199666"/>
                  </a:lnTo>
                  <a:lnTo>
                    <a:pt x="0" y="199666"/>
                  </a:lnTo>
                  <a:lnTo>
                    <a:pt x="0" y="0"/>
                  </a:lnTo>
                  <a:close/>
                </a:path>
              </a:pathLst>
            </a:custGeom>
            <a:blipFill>
              <a:blip r:embed="rId33">
                <a:extLst>
                  <a:ext uri="{96DAC541-7B7A-43D3-8B79-37D633B846F1}">
                    <asvg:svgBlip xmlns:asvg="http://schemas.microsoft.com/office/drawing/2016/SVG/main" r:embed="rId34"/>
                  </a:ext>
                </a:extLst>
              </a:blip>
              <a:stretch>
                <a:fillRect/>
              </a:stretch>
            </a:blipFill>
          </p:spPr>
          <p:txBody>
            <a:bodyPr/>
            <a:lstStyle/>
            <a:p>
              <a:endParaRPr lang="en-SG" sz="1088"/>
            </a:p>
          </p:txBody>
        </p:sp>
        <p:sp>
          <p:nvSpPr>
            <p:cNvPr id="103" name="Freeform 103">
              <a:extLst>
                <a:ext uri="{FF2B5EF4-FFF2-40B4-BE49-F238E27FC236}">
                  <a16:creationId xmlns:a16="http://schemas.microsoft.com/office/drawing/2014/main" id="{C6D22DCA-901C-23E8-35D6-BB84D91257B4}"/>
                </a:ext>
              </a:extLst>
            </p:cNvPr>
            <p:cNvSpPr/>
            <p:nvPr/>
          </p:nvSpPr>
          <p:spPr>
            <a:xfrm>
              <a:off x="8359" y="289090"/>
              <a:ext cx="327746" cy="327746"/>
            </a:xfrm>
            <a:custGeom>
              <a:avLst/>
              <a:gdLst/>
              <a:ahLst/>
              <a:cxnLst/>
              <a:rect l="l" t="t" r="r" b="b"/>
              <a:pathLst>
                <a:path w="327746" h="327746">
                  <a:moveTo>
                    <a:pt x="0" y="0"/>
                  </a:moveTo>
                  <a:lnTo>
                    <a:pt x="327746" y="0"/>
                  </a:lnTo>
                  <a:lnTo>
                    <a:pt x="327746" y="327746"/>
                  </a:lnTo>
                  <a:lnTo>
                    <a:pt x="0" y="327746"/>
                  </a:lnTo>
                  <a:lnTo>
                    <a:pt x="0" y="0"/>
                  </a:lnTo>
                  <a:close/>
                </a:path>
              </a:pathLst>
            </a:custGeom>
            <a:blipFill>
              <a:blip r:embed="rId35">
                <a:extLst>
                  <a:ext uri="{96DAC541-7B7A-43D3-8B79-37D633B846F1}">
                    <asvg:svgBlip xmlns:asvg="http://schemas.microsoft.com/office/drawing/2016/SVG/main" r:embed="rId36"/>
                  </a:ext>
                </a:extLst>
              </a:blip>
              <a:stretch>
                <a:fillRect/>
              </a:stretch>
            </a:blipFill>
          </p:spPr>
          <p:txBody>
            <a:bodyPr/>
            <a:lstStyle/>
            <a:p>
              <a:endParaRPr lang="en-SG" sz="1088"/>
            </a:p>
          </p:txBody>
        </p:sp>
        <p:sp>
          <p:nvSpPr>
            <p:cNvPr id="104" name="Freeform 104">
              <a:extLst>
                <a:ext uri="{FF2B5EF4-FFF2-40B4-BE49-F238E27FC236}">
                  <a16:creationId xmlns:a16="http://schemas.microsoft.com/office/drawing/2014/main" id="{B2685DF1-BC0B-90F6-4996-075DE4835F8F}"/>
                </a:ext>
              </a:extLst>
            </p:cNvPr>
            <p:cNvSpPr/>
            <p:nvPr/>
          </p:nvSpPr>
          <p:spPr>
            <a:xfrm>
              <a:off x="30009" y="681860"/>
              <a:ext cx="284447" cy="227913"/>
            </a:xfrm>
            <a:custGeom>
              <a:avLst/>
              <a:gdLst/>
              <a:ahLst/>
              <a:cxnLst/>
              <a:rect l="l" t="t" r="r" b="b"/>
              <a:pathLst>
                <a:path w="284447" h="227913">
                  <a:moveTo>
                    <a:pt x="0" y="0"/>
                  </a:moveTo>
                  <a:lnTo>
                    <a:pt x="284446" y="0"/>
                  </a:lnTo>
                  <a:lnTo>
                    <a:pt x="284446" y="227913"/>
                  </a:lnTo>
                  <a:lnTo>
                    <a:pt x="0" y="227913"/>
                  </a:lnTo>
                  <a:lnTo>
                    <a:pt x="0" y="0"/>
                  </a:lnTo>
                  <a:close/>
                </a:path>
              </a:pathLst>
            </a:custGeom>
            <a:blipFill>
              <a:blip r:embed="rId37">
                <a:extLst>
                  <a:ext uri="{96DAC541-7B7A-43D3-8B79-37D633B846F1}">
                    <asvg:svgBlip xmlns:asvg="http://schemas.microsoft.com/office/drawing/2016/SVG/main" r:embed="rId38"/>
                  </a:ext>
                </a:extLst>
              </a:blip>
              <a:stretch>
                <a:fillRect/>
              </a:stretch>
            </a:blipFill>
          </p:spPr>
          <p:txBody>
            <a:bodyPr/>
            <a:lstStyle/>
            <a:p>
              <a:endParaRPr lang="en-SG" sz="1088"/>
            </a:p>
          </p:txBody>
        </p:sp>
        <p:sp>
          <p:nvSpPr>
            <p:cNvPr id="105" name="Freeform 105">
              <a:extLst>
                <a:ext uri="{FF2B5EF4-FFF2-40B4-BE49-F238E27FC236}">
                  <a16:creationId xmlns:a16="http://schemas.microsoft.com/office/drawing/2014/main" id="{AB2EB9F1-EE1E-3CA1-3BA9-D1925B2F7470}"/>
                </a:ext>
              </a:extLst>
            </p:cNvPr>
            <p:cNvSpPr/>
            <p:nvPr/>
          </p:nvSpPr>
          <p:spPr>
            <a:xfrm>
              <a:off x="72049" y="974796"/>
              <a:ext cx="181921" cy="240160"/>
            </a:xfrm>
            <a:custGeom>
              <a:avLst/>
              <a:gdLst/>
              <a:ahLst/>
              <a:cxnLst/>
              <a:rect l="l" t="t" r="r" b="b"/>
              <a:pathLst>
                <a:path w="181921" h="240160">
                  <a:moveTo>
                    <a:pt x="0" y="0"/>
                  </a:moveTo>
                  <a:lnTo>
                    <a:pt x="181921" y="0"/>
                  </a:lnTo>
                  <a:lnTo>
                    <a:pt x="181921" y="240161"/>
                  </a:lnTo>
                  <a:lnTo>
                    <a:pt x="0" y="240161"/>
                  </a:lnTo>
                  <a:lnTo>
                    <a:pt x="0" y="0"/>
                  </a:lnTo>
                  <a:close/>
                </a:path>
              </a:pathLst>
            </a:custGeom>
            <a:blipFill>
              <a:blip r:embed="rId39">
                <a:extLst>
                  <a:ext uri="{96DAC541-7B7A-43D3-8B79-37D633B846F1}">
                    <asvg:svgBlip xmlns:asvg="http://schemas.microsoft.com/office/drawing/2016/SVG/main" r:embed="rId40"/>
                  </a:ext>
                </a:extLst>
              </a:blip>
              <a:stretch>
                <a:fillRect/>
              </a:stretch>
            </a:blipFill>
          </p:spPr>
          <p:txBody>
            <a:bodyPr/>
            <a:lstStyle/>
            <a:p>
              <a:endParaRPr lang="en-SG" sz="1088"/>
            </a:p>
          </p:txBody>
        </p:sp>
        <p:sp>
          <p:nvSpPr>
            <p:cNvPr id="106" name="TextBox 106">
              <a:extLst>
                <a:ext uri="{FF2B5EF4-FFF2-40B4-BE49-F238E27FC236}">
                  <a16:creationId xmlns:a16="http://schemas.microsoft.com/office/drawing/2014/main" id="{77E659D1-22C6-316E-86BF-BB087F7D49A3}"/>
                </a:ext>
              </a:extLst>
            </p:cNvPr>
            <p:cNvSpPr txBox="1"/>
            <p:nvPr/>
          </p:nvSpPr>
          <p:spPr>
            <a:xfrm>
              <a:off x="460225" y="955747"/>
              <a:ext cx="596473"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Others</a:t>
              </a:r>
            </a:p>
          </p:txBody>
        </p:sp>
        <p:sp>
          <p:nvSpPr>
            <p:cNvPr id="107" name="TextBox 107">
              <a:extLst>
                <a:ext uri="{FF2B5EF4-FFF2-40B4-BE49-F238E27FC236}">
                  <a16:creationId xmlns:a16="http://schemas.microsoft.com/office/drawing/2014/main" id="{3F1274FE-F588-DDDA-6C73-5F05D334F209}"/>
                </a:ext>
              </a:extLst>
            </p:cNvPr>
            <p:cNvSpPr txBox="1"/>
            <p:nvPr/>
          </p:nvSpPr>
          <p:spPr>
            <a:xfrm>
              <a:off x="460225" y="48570"/>
              <a:ext cx="921757"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Dining</a:t>
              </a:r>
            </a:p>
          </p:txBody>
        </p:sp>
        <p:sp>
          <p:nvSpPr>
            <p:cNvPr id="108" name="TextBox 108">
              <a:extLst>
                <a:ext uri="{FF2B5EF4-FFF2-40B4-BE49-F238E27FC236}">
                  <a16:creationId xmlns:a16="http://schemas.microsoft.com/office/drawing/2014/main" id="{522AD469-D11E-F6A9-7AD3-22A9137C6B1A}"/>
                </a:ext>
              </a:extLst>
            </p:cNvPr>
            <p:cNvSpPr txBox="1"/>
            <p:nvPr/>
          </p:nvSpPr>
          <p:spPr>
            <a:xfrm>
              <a:off x="460972" y="362219"/>
              <a:ext cx="460132"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Rides</a:t>
              </a:r>
            </a:p>
          </p:txBody>
        </p:sp>
        <p:grpSp>
          <p:nvGrpSpPr>
            <p:cNvPr id="109" name="Group 109">
              <a:extLst>
                <a:ext uri="{FF2B5EF4-FFF2-40B4-BE49-F238E27FC236}">
                  <a16:creationId xmlns:a16="http://schemas.microsoft.com/office/drawing/2014/main" id="{52AA95F0-8931-EBC4-8FA0-A238AA0739D6}"/>
                </a:ext>
              </a:extLst>
            </p:cNvPr>
            <p:cNvGrpSpPr/>
            <p:nvPr/>
          </p:nvGrpSpPr>
          <p:grpSpPr>
            <a:xfrm>
              <a:off x="7598" y="10649"/>
              <a:ext cx="1188163" cy="307120"/>
              <a:chOff x="0" y="0"/>
              <a:chExt cx="253475" cy="65519"/>
            </a:xfrm>
          </p:grpSpPr>
          <p:sp>
            <p:nvSpPr>
              <p:cNvPr id="110" name="Freeform 110">
                <a:extLst>
                  <a:ext uri="{FF2B5EF4-FFF2-40B4-BE49-F238E27FC236}">
                    <a16:creationId xmlns:a16="http://schemas.microsoft.com/office/drawing/2014/main" id="{65D3B0E5-C5F9-62A7-5212-34DB0EEFD236}"/>
                  </a:ext>
                </a:extLst>
              </p:cNvPr>
              <p:cNvSpPr/>
              <p:nvPr/>
            </p:nvSpPr>
            <p:spPr>
              <a:xfrm>
                <a:off x="0" y="0"/>
                <a:ext cx="253475" cy="65519"/>
              </a:xfrm>
              <a:custGeom>
                <a:avLst/>
                <a:gdLst/>
                <a:ahLst/>
                <a:cxnLst/>
                <a:rect l="l" t="t" r="r" b="b"/>
                <a:pathLst>
                  <a:path w="253475" h="65519">
                    <a:moveTo>
                      <a:pt x="0" y="0"/>
                    </a:moveTo>
                    <a:lnTo>
                      <a:pt x="253475" y="0"/>
                    </a:lnTo>
                    <a:lnTo>
                      <a:pt x="253475" y="65519"/>
                    </a:lnTo>
                    <a:lnTo>
                      <a:pt x="0" y="65519"/>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11" name="TextBox 111">
                <a:extLst>
                  <a:ext uri="{FF2B5EF4-FFF2-40B4-BE49-F238E27FC236}">
                    <a16:creationId xmlns:a16="http://schemas.microsoft.com/office/drawing/2014/main" id="{06CE5B2E-7DD0-73FD-36E1-0DC515757BF3}"/>
                  </a:ext>
                </a:extLst>
              </p:cNvPr>
              <p:cNvSpPr txBox="1"/>
              <p:nvPr/>
            </p:nvSpPr>
            <p:spPr>
              <a:xfrm>
                <a:off x="0" y="-28575"/>
                <a:ext cx="253475" cy="94094"/>
              </a:xfrm>
              <a:prstGeom prst="rect">
                <a:avLst/>
              </a:prstGeom>
            </p:spPr>
            <p:txBody>
              <a:bodyPr lIns="40638" tIns="40638" rIns="40638" bIns="40638" rtlCol="0" anchor="ctr"/>
              <a:lstStyle/>
              <a:p>
                <a:pPr algn="ctr">
                  <a:lnSpc>
                    <a:spcPts val="2016"/>
                  </a:lnSpc>
                </a:pPr>
                <a:endParaRPr sz="1088"/>
              </a:p>
            </p:txBody>
          </p:sp>
        </p:grpSp>
        <p:sp>
          <p:nvSpPr>
            <p:cNvPr id="112" name="TextBox 112">
              <a:extLst>
                <a:ext uri="{FF2B5EF4-FFF2-40B4-BE49-F238E27FC236}">
                  <a16:creationId xmlns:a16="http://schemas.microsoft.com/office/drawing/2014/main" id="{4191D2B4-E948-04C5-9F4E-39268C9B26FF}"/>
                </a:ext>
              </a:extLst>
            </p:cNvPr>
            <p:cNvSpPr txBox="1"/>
            <p:nvPr/>
          </p:nvSpPr>
          <p:spPr>
            <a:xfrm>
              <a:off x="460225" y="662811"/>
              <a:ext cx="525250"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Shows</a:t>
              </a:r>
            </a:p>
          </p:txBody>
        </p:sp>
        <p:grpSp>
          <p:nvGrpSpPr>
            <p:cNvPr id="113" name="Group 113">
              <a:extLst>
                <a:ext uri="{FF2B5EF4-FFF2-40B4-BE49-F238E27FC236}">
                  <a16:creationId xmlns:a16="http://schemas.microsoft.com/office/drawing/2014/main" id="{6462D9F3-3ADA-6E53-81B0-FC81A65B929F}"/>
                </a:ext>
              </a:extLst>
            </p:cNvPr>
            <p:cNvGrpSpPr/>
            <p:nvPr/>
          </p:nvGrpSpPr>
          <p:grpSpPr>
            <a:xfrm>
              <a:off x="8359" y="299404"/>
              <a:ext cx="1188163" cy="307120"/>
              <a:chOff x="0" y="0"/>
              <a:chExt cx="253475" cy="65519"/>
            </a:xfrm>
          </p:grpSpPr>
          <p:sp>
            <p:nvSpPr>
              <p:cNvPr id="114" name="Freeform 114">
                <a:extLst>
                  <a:ext uri="{FF2B5EF4-FFF2-40B4-BE49-F238E27FC236}">
                    <a16:creationId xmlns:a16="http://schemas.microsoft.com/office/drawing/2014/main" id="{FD4CAFFD-B5A1-5B7D-FF6E-C75381BAEA59}"/>
                  </a:ext>
                </a:extLst>
              </p:cNvPr>
              <p:cNvSpPr/>
              <p:nvPr/>
            </p:nvSpPr>
            <p:spPr>
              <a:xfrm>
                <a:off x="0" y="0"/>
                <a:ext cx="253475" cy="65519"/>
              </a:xfrm>
              <a:custGeom>
                <a:avLst/>
                <a:gdLst/>
                <a:ahLst/>
                <a:cxnLst/>
                <a:rect l="l" t="t" r="r" b="b"/>
                <a:pathLst>
                  <a:path w="253475" h="65519">
                    <a:moveTo>
                      <a:pt x="0" y="0"/>
                    </a:moveTo>
                    <a:lnTo>
                      <a:pt x="253475" y="0"/>
                    </a:lnTo>
                    <a:lnTo>
                      <a:pt x="253475" y="65519"/>
                    </a:lnTo>
                    <a:lnTo>
                      <a:pt x="0" y="65519"/>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15" name="TextBox 115">
                <a:extLst>
                  <a:ext uri="{FF2B5EF4-FFF2-40B4-BE49-F238E27FC236}">
                    <a16:creationId xmlns:a16="http://schemas.microsoft.com/office/drawing/2014/main" id="{635DFDAE-6C41-A373-8ED4-B0E5BF25C815}"/>
                  </a:ext>
                </a:extLst>
              </p:cNvPr>
              <p:cNvSpPr txBox="1"/>
              <p:nvPr/>
            </p:nvSpPr>
            <p:spPr>
              <a:xfrm>
                <a:off x="0" y="-28575"/>
                <a:ext cx="253475" cy="94094"/>
              </a:xfrm>
              <a:prstGeom prst="rect">
                <a:avLst/>
              </a:prstGeom>
            </p:spPr>
            <p:txBody>
              <a:bodyPr lIns="40638" tIns="40638" rIns="40638" bIns="40638" rtlCol="0" anchor="ctr"/>
              <a:lstStyle/>
              <a:p>
                <a:pPr algn="ctr">
                  <a:lnSpc>
                    <a:spcPts val="2016"/>
                  </a:lnSpc>
                </a:pPr>
                <a:endParaRPr sz="1088"/>
              </a:p>
            </p:txBody>
          </p:sp>
        </p:grpSp>
        <p:grpSp>
          <p:nvGrpSpPr>
            <p:cNvPr id="116" name="Group 116">
              <a:extLst>
                <a:ext uri="{FF2B5EF4-FFF2-40B4-BE49-F238E27FC236}">
                  <a16:creationId xmlns:a16="http://schemas.microsoft.com/office/drawing/2014/main" id="{884854B0-4F50-9256-ED21-5ED4E97E6BDE}"/>
                </a:ext>
              </a:extLst>
            </p:cNvPr>
            <p:cNvGrpSpPr/>
            <p:nvPr/>
          </p:nvGrpSpPr>
          <p:grpSpPr>
            <a:xfrm>
              <a:off x="8359" y="589938"/>
              <a:ext cx="1188163" cy="332535"/>
              <a:chOff x="0" y="0"/>
              <a:chExt cx="253475" cy="70941"/>
            </a:xfrm>
          </p:grpSpPr>
          <p:sp>
            <p:nvSpPr>
              <p:cNvPr id="117" name="Freeform 117">
                <a:extLst>
                  <a:ext uri="{FF2B5EF4-FFF2-40B4-BE49-F238E27FC236}">
                    <a16:creationId xmlns:a16="http://schemas.microsoft.com/office/drawing/2014/main" id="{47E5D3F5-6A27-A232-0A8B-6B2E233AB2B2}"/>
                  </a:ext>
                </a:extLst>
              </p:cNvPr>
              <p:cNvSpPr/>
              <p:nvPr/>
            </p:nvSpPr>
            <p:spPr>
              <a:xfrm>
                <a:off x="0" y="0"/>
                <a:ext cx="253475" cy="70941"/>
              </a:xfrm>
              <a:custGeom>
                <a:avLst/>
                <a:gdLst/>
                <a:ahLst/>
                <a:cxnLst/>
                <a:rect l="l" t="t" r="r" b="b"/>
                <a:pathLst>
                  <a:path w="253475" h="70941">
                    <a:moveTo>
                      <a:pt x="0" y="0"/>
                    </a:moveTo>
                    <a:lnTo>
                      <a:pt x="253475" y="0"/>
                    </a:lnTo>
                    <a:lnTo>
                      <a:pt x="253475" y="70941"/>
                    </a:lnTo>
                    <a:lnTo>
                      <a:pt x="0" y="70941"/>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18" name="TextBox 118">
                <a:extLst>
                  <a:ext uri="{FF2B5EF4-FFF2-40B4-BE49-F238E27FC236}">
                    <a16:creationId xmlns:a16="http://schemas.microsoft.com/office/drawing/2014/main" id="{0AD8C667-9C16-D576-E4AD-00D5245B65B5}"/>
                  </a:ext>
                </a:extLst>
              </p:cNvPr>
              <p:cNvSpPr txBox="1"/>
              <p:nvPr/>
            </p:nvSpPr>
            <p:spPr>
              <a:xfrm>
                <a:off x="0" y="-28575"/>
                <a:ext cx="253475" cy="99516"/>
              </a:xfrm>
              <a:prstGeom prst="rect">
                <a:avLst/>
              </a:prstGeom>
            </p:spPr>
            <p:txBody>
              <a:bodyPr lIns="40638" tIns="40638" rIns="40638" bIns="40638" rtlCol="0" anchor="ctr"/>
              <a:lstStyle/>
              <a:p>
                <a:pPr algn="ctr">
                  <a:lnSpc>
                    <a:spcPts val="2016"/>
                  </a:lnSpc>
                </a:pPr>
                <a:endParaRPr sz="1088"/>
              </a:p>
            </p:txBody>
          </p:sp>
        </p:grpSp>
        <p:grpSp>
          <p:nvGrpSpPr>
            <p:cNvPr id="119" name="Group 119">
              <a:extLst>
                <a:ext uri="{FF2B5EF4-FFF2-40B4-BE49-F238E27FC236}">
                  <a16:creationId xmlns:a16="http://schemas.microsoft.com/office/drawing/2014/main" id="{3D3F694A-2B5D-6D0A-038C-859BEFCF4A17}"/>
                </a:ext>
              </a:extLst>
            </p:cNvPr>
            <p:cNvGrpSpPr/>
            <p:nvPr/>
          </p:nvGrpSpPr>
          <p:grpSpPr>
            <a:xfrm>
              <a:off x="8359" y="907837"/>
              <a:ext cx="1188163" cy="390835"/>
              <a:chOff x="0" y="0"/>
              <a:chExt cx="253475" cy="83378"/>
            </a:xfrm>
          </p:grpSpPr>
          <p:sp>
            <p:nvSpPr>
              <p:cNvPr id="120" name="Freeform 120">
                <a:extLst>
                  <a:ext uri="{FF2B5EF4-FFF2-40B4-BE49-F238E27FC236}">
                    <a16:creationId xmlns:a16="http://schemas.microsoft.com/office/drawing/2014/main" id="{74561322-6484-603A-A4D5-9BDD2519E060}"/>
                  </a:ext>
                </a:extLst>
              </p:cNvPr>
              <p:cNvSpPr/>
              <p:nvPr/>
            </p:nvSpPr>
            <p:spPr>
              <a:xfrm>
                <a:off x="0" y="0"/>
                <a:ext cx="253475" cy="83378"/>
              </a:xfrm>
              <a:custGeom>
                <a:avLst/>
                <a:gdLst/>
                <a:ahLst/>
                <a:cxnLst/>
                <a:rect l="l" t="t" r="r" b="b"/>
                <a:pathLst>
                  <a:path w="253475" h="83378">
                    <a:moveTo>
                      <a:pt x="0" y="0"/>
                    </a:moveTo>
                    <a:lnTo>
                      <a:pt x="253475" y="0"/>
                    </a:lnTo>
                    <a:lnTo>
                      <a:pt x="253475" y="83378"/>
                    </a:lnTo>
                    <a:lnTo>
                      <a:pt x="0" y="83378"/>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21" name="TextBox 121">
                <a:extLst>
                  <a:ext uri="{FF2B5EF4-FFF2-40B4-BE49-F238E27FC236}">
                    <a16:creationId xmlns:a16="http://schemas.microsoft.com/office/drawing/2014/main" id="{744C4D86-10DA-E2B2-3475-E4EF9DF391D0}"/>
                  </a:ext>
                </a:extLst>
              </p:cNvPr>
              <p:cNvSpPr txBox="1"/>
              <p:nvPr/>
            </p:nvSpPr>
            <p:spPr>
              <a:xfrm>
                <a:off x="0" y="-28575"/>
                <a:ext cx="253475" cy="111953"/>
              </a:xfrm>
              <a:prstGeom prst="rect">
                <a:avLst/>
              </a:prstGeom>
            </p:spPr>
            <p:txBody>
              <a:bodyPr lIns="40638" tIns="40638" rIns="40638" bIns="40638" rtlCol="0" anchor="ctr"/>
              <a:lstStyle/>
              <a:p>
                <a:pPr algn="ctr">
                  <a:lnSpc>
                    <a:spcPts val="2016"/>
                  </a:lnSpc>
                </a:pPr>
                <a:endParaRPr sz="1088"/>
              </a:p>
            </p:txBody>
          </p:sp>
        </p:grpSp>
      </p:grpSp>
      <p:grpSp>
        <p:nvGrpSpPr>
          <p:cNvPr id="122" name="Group 122">
            <a:extLst>
              <a:ext uri="{FF2B5EF4-FFF2-40B4-BE49-F238E27FC236}">
                <a16:creationId xmlns:a16="http://schemas.microsoft.com/office/drawing/2014/main" id="{5AD334AF-62BD-2258-FC93-F8E4EF3C7EF7}"/>
              </a:ext>
            </a:extLst>
          </p:cNvPr>
          <p:cNvGrpSpPr/>
          <p:nvPr/>
        </p:nvGrpSpPr>
        <p:grpSpPr>
          <a:xfrm>
            <a:off x="5492559" y="5707549"/>
            <a:ext cx="1533283" cy="422129"/>
            <a:chOff x="0" y="0"/>
            <a:chExt cx="545191" cy="150097"/>
          </a:xfrm>
        </p:grpSpPr>
        <p:sp>
          <p:nvSpPr>
            <p:cNvPr id="123" name="Freeform 123">
              <a:extLst>
                <a:ext uri="{FF2B5EF4-FFF2-40B4-BE49-F238E27FC236}">
                  <a16:creationId xmlns:a16="http://schemas.microsoft.com/office/drawing/2014/main" id="{18CB4DDF-E1FA-9420-2987-2B17B196923A}"/>
                </a:ext>
              </a:extLst>
            </p:cNvPr>
            <p:cNvSpPr/>
            <p:nvPr/>
          </p:nvSpPr>
          <p:spPr>
            <a:xfrm>
              <a:off x="0" y="0"/>
              <a:ext cx="545191" cy="150097"/>
            </a:xfrm>
            <a:custGeom>
              <a:avLst/>
              <a:gdLst/>
              <a:ahLst/>
              <a:cxnLst/>
              <a:rect l="l" t="t" r="r" b="b"/>
              <a:pathLst>
                <a:path w="545191" h="150097">
                  <a:moveTo>
                    <a:pt x="75049" y="0"/>
                  </a:moveTo>
                  <a:lnTo>
                    <a:pt x="470143" y="0"/>
                  </a:lnTo>
                  <a:cubicBezTo>
                    <a:pt x="511591" y="0"/>
                    <a:pt x="545191" y="33600"/>
                    <a:pt x="545191" y="75049"/>
                  </a:cubicBezTo>
                  <a:lnTo>
                    <a:pt x="545191" y="75049"/>
                  </a:lnTo>
                  <a:cubicBezTo>
                    <a:pt x="545191" y="94953"/>
                    <a:pt x="537284" y="114042"/>
                    <a:pt x="523210" y="128116"/>
                  </a:cubicBezTo>
                  <a:cubicBezTo>
                    <a:pt x="509136" y="142190"/>
                    <a:pt x="490047" y="150097"/>
                    <a:pt x="470143" y="150097"/>
                  </a:cubicBezTo>
                  <a:lnTo>
                    <a:pt x="75049" y="150097"/>
                  </a:lnTo>
                  <a:cubicBezTo>
                    <a:pt x="33600" y="150097"/>
                    <a:pt x="0" y="116497"/>
                    <a:pt x="0" y="75049"/>
                  </a:cubicBezTo>
                  <a:lnTo>
                    <a:pt x="0" y="75049"/>
                  </a:lnTo>
                  <a:cubicBezTo>
                    <a:pt x="0" y="33600"/>
                    <a:pt x="33600" y="0"/>
                    <a:pt x="75049" y="0"/>
                  </a:cubicBezTo>
                  <a:close/>
                </a:path>
              </a:pathLst>
            </a:custGeom>
            <a:solidFill>
              <a:srgbClr val="FFBB54">
                <a:alpha val="0"/>
              </a:srgbClr>
            </a:solidFill>
            <a:ln w="9525" cap="sq">
              <a:solidFill>
                <a:srgbClr val="EF5E3B">
                  <a:alpha val="0"/>
                </a:srgbClr>
              </a:solidFill>
              <a:prstDash val="solid"/>
              <a:miter/>
            </a:ln>
          </p:spPr>
          <p:txBody>
            <a:bodyPr/>
            <a:lstStyle/>
            <a:p>
              <a:endParaRPr lang="en-SG" sz="1088"/>
            </a:p>
          </p:txBody>
        </p:sp>
        <p:sp>
          <p:nvSpPr>
            <p:cNvPr id="124" name="TextBox 124">
              <a:extLst>
                <a:ext uri="{FF2B5EF4-FFF2-40B4-BE49-F238E27FC236}">
                  <a16:creationId xmlns:a16="http://schemas.microsoft.com/office/drawing/2014/main" id="{7DD2B60C-27D8-FBAD-E93A-8447C4521132}"/>
                </a:ext>
              </a:extLst>
            </p:cNvPr>
            <p:cNvSpPr txBox="1"/>
            <p:nvPr/>
          </p:nvSpPr>
          <p:spPr>
            <a:xfrm>
              <a:off x="0" y="-28575"/>
              <a:ext cx="545191" cy="178672"/>
            </a:xfrm>
            <a:prstGeom prst="rect">
              <a:avLst/>
            </a:prstGeom>
          </p:spPr>
          <p:txBody>
            <a:bodyPr lIns="40638" tIns="40638" rIns="40638" bIns="40638" rtlCol="0" anchor="ctr"/>
            <a:lstStyle/>
            <a:p>
              <a:pPr algn="ctr">
                <a:lnSpc>
                  <a:spcPts val="2016"/>
                </a:lnSpc>
              </a:pPr>
              <a:endParaRPr sz="1088"/>
            </a:p>
          </p:txBody>
        </p:sp>
      </p:grpSp>
      <p:sp>
        <p:nvSpPr>
          <p:cNvPr id="125" name="TextBox 125">
            <a:extLst>
              <a:ext uri="{FF2B5EF4-FFF2-40B4-BE49-F238E27FC236}">
                <a16:creationId xmlns:a16="http://schemas.microsoft.com/office/drawing/2014/main" id="{CB7BC36F-9513-A018-8942-2F26F913C895}"/>
              </a:ext>
            </a:extLst>
          </p:cNvPr>
          <p:cNvSpPr txBox="1"/>
          <p:nvPr/>
        </p:nvSpPr>
        <p:spPr>
          <a:xfrm>
            <a:off x="4117486" y="131129"/>
            <a:ext cx="4367472" cy="444737"/>
          </a:xfrm>
          <a:prstGeom prst="rect">
            <a:avLst/>
          </a:prstGeom>
        </p:spPr>
        <p:txBody>
          <a:bodyPr wrap="square" lIns="0" tIns="0" rIns="0" bIns="0" rtlCol="0" anchor="t">
            <a:spAutoFit/>
          </a:bodyPr>
          <a:lstStyle/>
          <a:p>
            <a:pPr algn="ctr">
              <a:lnSpc>
                <a:spcPts val="3583"/>
              </a:lnSpc>
              <a:spcBef>
                <a:spcPct val="0"/>
              </a:spcBef>
            </a:pPr>
            <a:r>
              <a:rPr lang="en-US" sz="2559" dirty="0">
                <a:solidFill>
                  <a:srgbClr val="000000"/>
                </a:solidFill>
                <a:latin typeface="League Spartan"/>
                <a:ea typeface="League Spartan"/>
                <a:cs typeface="League Spartan"/>
                <a:sym typeface="League Spartan"/>
              </a:rPr>
              <a:t>Multiversal Studios Map</a:t>
            </a:r>
          </a:p>
        </p:txBody>
      </p:sp>
      <p:sp>
        <p:nvSpPr>
          <p:cNvPr id="128" name="TextBox 128">
            <a:extLst>
              <a:ext uri="{FF2B5EF4-FFF2-40B4-BE49-F238E27FC236}">
                <a16:creationId xmlns:a16="http://schemas.microsoft.com/office/drawing/2014/main" id="{07D7E660-8FD6-0966-AB7F-4CEDB04FE01E}"/>
              </a:ext>
            </a:extLst>
          </p:cNvPr>
          <p:cNvSpPr txBox="1"/>
          <p:nvPr/>
        </p:nvSpPr>
        <p:spPr>
          <a:xfrm>
            <a:off x="436763" y="696845"/>
            <a:ext cx="1475928"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Burger Queen</a:t>
            </a:r>
          </a:p>
        </p:txBody>
      </p:sp>
      <p:sp>
        <p:nvSpPr>
          <p:cNvPr id="129" name="TextBox 129">
            <a:extLst>
              <a:ext uri="{FF2B5EF4-FFF2-40B4-BE49-F238E27FC236}">
                <a16:creationId xmlns:a16="http://schemas.microsoft.com/office/drawing/2014/main" id="{61EAA740-AF02-9EBD-B075-F00D80EDAD75}"/>
              </a:ext>
            </a:extLst>
          </p:cNvPr>
          <p:cNvSpPr txBox="1"/>
          <p:nvPr/>
        </p:nvSpPr>
        <p:spPr>
          <a:xfrm>
            <a:off x="87977" y="117046"/>
            <a:ext cx="2478963" cy="419346"/>
          </a:xfrm>
          <a:prstGeom prst="rect">
            <a:avLst/>
          </a:prstGeom>
        </p:spPr>
        <p:txBody>
          <a:bodyPr wrap="square" lIns="0" tIns="0" rIns="0" bIns="0" rtlCol="0" anchor="t">
            <a:spAutoFit/>
          </a:bodyPr>
          <a:lstStyle/>
          <a:p>
            <a:pPr>
              <a:lnSpc>
                <a:spcPts val="3359"/>
              </a:lnSpc>
              <a:spcBef>
                <a:spcPct val="0"/>
              </a:spcBef>
            </a:pPr>
            <a:r>
              <a:rPr lang="en-US" sz="2399" dirty="0">
                <a:solidFill>
                  <a:srgbClr val="FFFFFF"/>
                </a:solidFill>
                <a:latin typeface="League Spartan"/>
                <a:ea typeface="League Spartan"/>
                <a:cs typeface="League Spartan"/>
                <a:sym typeface="League Spartan"/>
              </a:rPr>
              <a:t>List of all places</a:t>
            </a:r>
          </a:p>
        </p:txBody>
      </p:sp>
      <p:sp>
        <p:nvSpPr>
          <p:cNvPr id="130" name="TextBox 130">
            <a:extLst>
              <a:ext uri="{FF2B5EF4-FFF2-40B4-BE49-F238E27FC236}">
                <a16:creationId xmlns:a16="http://schemas.microsoft.com/office/drawing/2014/main" id="{2FC8850F-FB1A-9237-8291-A6AB1EB61B5D}"/>
              </a:ext>
            </a:extLst>
          </p:cNvPr>
          <p:cNvSpPr txBox="1"/>
          <p:nvPr/>
        </p:nvSpPr>
        <p:spPr>
          <a:xfrm>
            <a:off x="459907" y="1062340"/>
            <a:ext cx="2161323"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19 mins</a:t>
            </a:r>
          </a:p>
        </p:txBody>
      </p:sp>
      <p:sp>
        <p:nvSpPr>
          <p:cNvPr id="131" name="TextBox 131">
            <a:extLst>
              <a:ext uri="{FF2B5EF4-FFF2-40B4-BE49-F238E27FC236}">
                <a16:creationId xmlns:a16="http://schemas.microsoft.com/office/drawing/2014/main" id="{F30BC401-CF38-A804-F595-082AD1ACA753}"/>
              </a:ext>
            </a:extLst>
          </p:cNvPr>
          <p:cNvSpPr txBox="1"/>
          <p:nvPr/>
        </p:nvSpPr>
        <p:spPr>
          <a:xfrm>
            <a:off x="484610" y="4255862"/>
            <a:ext cx="1355302"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Music show</a:t>
            </a:r>
          </a:p>
        </p:txBody>
      </p:sp>
      <p:sp>
        <p:nvSpPr>
          <p:cNvPr id="132" name="TextBox 132">
            <a:extLst>
              <a:ext uri="{FF2B5EF4-FFF2-40B4-BE49-F238E27FC236}">
                <a16:creationId xmlns:a16="http://schemas.microsoft.com/office/drawing/2014/main" id="{5990AC42-9411-55E4-E14A-EC17F79ABEE7}"/>
              </a:ext>
            </a:extLst>
          </p:cNvPr>
          <p:cNvSpPr txBox="1"/>
          <p:nvPr/>
        </p:nvSpPr>
        <p:spPr>
          <a:xfrm>
            <a:off x="459909" y="2402105"/>
            <a:ext cx="1193430" cy="252249"/>
          </a:xfrm>
          <a:prstGeom prst="rect">
            <a:avLst/>
          </a:prstGeom>
        </p:spPr>
        <p:txBody>
          <a:bodyPr wrap="square" lIns="0" tIns="0" rIns="0" bIns="0" rtlCol="0" anchor="t">
            <a:spAutoFit/>
          </a:bodyPr>
          <a:lstStyle/>
          <a:p>
            <a:pPr>
              <a:lnSpc>
                <a:spcPts val="2127"/>
              </a:lnSpc>
              <a:spcBef>
                <a:spcPct val="0"/>
              </a:spcBef>
            </a:pPr>
            <a:r>
              <a:rPr lang="en-US" sz="1519" b="1">
                <a:solidFill>
                  <a:srgbClr val="000000"/>
                </a:solidFill>
                <a:latin typeface="Canva Sans Bold"/>
                <a:ea typeface="Canva Sans Bold"/>
                <a:cs typeface="Canva Sans Bold"/>
                <a:sym typeface="Canva Sans Bold"/>
              </a:rPr>
              <a:t>Bumper cars</a:t>
            </a:r>
          </a:p>
        </p:txBody>
      </p:sp>
      <p:sp>
        <p:nvSpPr>
          <p:cNvPr id="133" name="TextBox 133">
            <a:extLst>
              <a:ext uri="{FF2B5EF4-FFF2-40B4-BE49-F238E27FC236}">
                <a16:creationId xmlns:a16="http://schemas.microsoft.com/office/drawing/2014/main" id="{55ED3BFA-9A23-313F-A804-2F23E886C801}"/>
              </a:ext>
            </a:extLst>
          </p:cNvPr>
          <p:cNvSpPr txBox="1"/>
          <p:nvPr/>
        </p:nvSpPr>
        <p:spPr>
          <a:xfrm>
            <a:off x="459907" y="2736862"/>
            <a:ext cx="2116328"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15 mins</a:t>
            </a:r>
          </a:p>
        </p:txBody>
      </p:sp>
      <p:sp>
        <p:nvSpPr>
          <p:cNvPr id="134" name="TextBox 134">
            <a:extLst>
              <a:ext uri="{FF2B5EF4-FFF2-40B4-BE49-F238E27FC236}">
                <a16:creationId xmlns:a16="http://schemas.microsoft.com/office/drawing/2014/main" id="{27DE0761-3240-25AA-C512-DDE4428F276D}"/>
              </a:ext>
            </a:extLst>
          </p:cNvPr>
          <p:cNvSpPr txBox="1"/>
          <p:nvPr/>
        </p:nvSpPr>
        <p:spPr>
          <a:xfrm>
            <a:off x="454246" y="6995665"/>
            <a:ext cx="2248150"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23 mins</a:t>
            </a:r>
          </a:p>
        </p:txBody>
      </p:sp>
      <p:sp>
        <p:nvSpPr>
          <p:cNvPr id="135" name="TextBox 135">
            <a:extLst>
              <a:ext uri="{FF2B5EF4-FFF2-40B4-BE49-F238E27FC236}">
                <a16:creationId xmlns:a16="http://schemas.microsoft.com/office/drawing/2014/main" id="{2EFC5DB7-3564-EA3D-6433-AC4A22726502}"/>
              </a:ext>
            </a:extLst>
          </p:cNvPr>
          <p:cNvSpPr txBox="1"/>
          <p:nvPr/>
        </p:nvSpPr>
        <p:spPr>
          <a:xfrm>
            <a:off x="468516" y="6683812"/>
            <a:ext cx="1475926"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Ferris wheels</a:t>
            </a:r>
          </a:p>
        </p:txBody>
      </p:sp>
      <p:sp>
        <p:nvSpPr>
          <p:cNvPr id="136" name="TextBox 136">
            <a:extLst>
              <a:ext uri="{FF2B5EF4-FFF2-40B4-BE49-F238E27FC236}">
                <a16:creationId xmlns:a16="http://schemas.microsoft.com/office/drawing/2014/main" id="{873BD3C4-D317-6862-D83A-5BE287E9C04B}"/>
              </a:ext>
            </a:extLst>
          </p:cNvPr>
          <p:cNvSpPr txBox="1"/>
          <p:nvPr/>
        </p:nvSpPr>
        <p:spPr>
          <a:xfrm>
            <a:off x="484610" y="4621098"/>
            <a:ext cx="2136620"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14 mins</a:t>
            </a:r>
          </a:p>
        </p:txBody>
      </p:sp>
      <p:sp>
        <p:nvSpPr>
          <p:cNvPr id="137" name="TextBox 137">
            <a:extLst>
              <a:ext uri="{FF2B5EF4-FFF2-40B4-BE49-F238E27FC236}">
                <a16:creationId xmlns:a16="http://schemas.microsoft.com/office/drawing/2014/main" id="{A0A50133-E7AB-AA77-D359-A8D615EA0D88}"/>
              </a:ext>
            </a:extLst>
          </p:cNvPr>
          <p:cNvSpPr txBox="1"/>
          <p:nvPr/>
        </p:nvSpPr>
        <p:spPr>
          <a:xfrm>
            <a:off x="459908" y="5121964"/>
            <a:ext cx="999004"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Fireworks</a:t>
            </a:r>
          </a:p>
        </p:txBody>
      </p:sp>
      <p:sp>
        <p:nvSpPr>
          <p:cNvPr id="138" name="TextBox 138">
            <a:extLst>
              <a:ext uri="{FF2B5EF4-FFF2-40B4-BE49-F238E27FC236}">
                <a16:creationId xmlns:a16="http://schemas.microsoft.com/office/drawing/2014/main" id="{7BAFAAEA-EB10-3DF2-AAF5-E0739FC57782}"/>
              </a:ext>
            </a:extLst>
          </p:cNvPr>
          <p:cNvSpPr txBox="1"/>
          <p:nvPr/>
        </p:nvSpPr>
        <p:spPr>
          <a:xfrm>
            <a:off x="500450" y="5410070"/>
            <a:ext cx="218446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50 mins</a:t>
            </a:r>
          </a:p>
        </p:txBody>
      </p:sp>
      <p:sp>
        <p:nvSpPr>
          <p:cNvPr id="139" name="TextBox 139">
            <a:extLst>
              <a:ext uri="{FF2B5EF4-FFF2-40B4-BE49-F238E27FC236}">
                <a16:creationId xmlns:a16="http://schemas.microsoft.com/office/drawing/2014/main" id="{2FD0CE73-EA49-5BDB-5E8A-9AC9F8986829}"/>
              </a:ext>
            </a:extLst>
          </p:cNvPr>
          <p:cNvSpPr txBox="1"/>
          <p:nvPr/>
        </p:nvSpPr>
        <p:spPr>
          <a:xfrm>
            <a:off x="468516" y="5977937"/>
            <a:ext cx="1797733"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Ice Cream Corner</a:t>
            </a:r>
          </a:p>
        </p:txBody>
      </p:sp>
      <p:sp>
        <p:nvSpPr>
          <p:cNvPr id="140" name="TextBox 140">
            <a:extLst>
              <a:ext uri="{FF2B5EF4-FFF2-40B4-BE49-F238E27FC236}">
                <a16:creationId xmlns:a16="http://schemas.microsoft.com/office/drawing/2014/main" id="{AF332F3B-FA5F-50B4-6924-6EC449932DDE}"/>
              </a:ext>
            </a:extLst>
          </p:cNvPr>
          <p:cNvSpPr txBox="1"/>
          <p:nvPr/>
        </p:nvSpPr>
        <p:spPr>
          <a:xfrm>
            <a:off x="459909" y="6301818"/>
            <a:ext cx="211632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5 mins</a:t>
            </a:r>
          </a:p>
        </p:txBody>
      </p:sp>
      <p:sp>
        <p:nvSpPr>
          <p:cNvPr id="141" name="TextBox 141">
            <a:extLst>
              <a:ext uri="{FF2B5EF4-FFF2-40B4-BE49-F238E27FC236}">
                <a16:creationId xmlns:a16="http://schemas.microsoft.com/office/drawing/2014/main" id="{2EF900D0-BF08-9628-C7BC-E37E8BE6F25A}"/>
              </a:ext>
            </a:extLst>
          </p:cNvPr>
          <p:cNvSpPr txBox="1"/>
          <p:nvPr/>
        </p:nvSpPr>
        <p:spPr>
          <a:xfrm>
            <a:off x="468516" y="3295323"/>
            <a:ext cx="1124377" cy="252249"/>
          </a:xfrm>
          <a:prstGeom prst="rect">
            <a:avLst/>
          </a:prstGeom>
        </p:spPr>
        <p:txBody>
          <a:bodyPr wrap="square" lIns="0" tIns="0" rIns="0" bIns="0" rtlCol="0" anchor="t">
            <a:spAutoFit/>
          </a:bodyPr>
          <a:lstStyle/>
          <a:p>
            <a:pPr>
              <a:lnSpc>
                <a:spcPts val="2127"/>
              </a:lnSpc>
              <a:spcBef>
                <a:spcPct val="0"/>
              </a:spcBef>
            </a:pPr>
            <a:r>
              <a:rPr lang="en-US" sz="1519" b="1">
                <a:solidFill>
                  <a:srgbClr val="000000"/>
                </a:solidFill>
                <a:latin typeface="Canva Sans Bold"/>
                <a:ea typeface="Canva Sans Bold"/>
                <a:cs typeface="Canva Sans Bold"/>
                <a:sym typeface="Canva Sans Bold"/>
              </a:rPr>
              <a:t>Pizza House</a:t>
            </a:r>
          </a:p>
        </p:txBody>
      </p:sp>
      <p:sp>
        <p:nvSpPr>
          <p:cNvPr id="142" name="TextBox 142">
            <a:extLst>
              <a:ext uri="{FF2B5EF4-FFF2-40B4-BE49-F238E27FC236}">
                <a16:creationId xmlns:a16="http://schemas.microsoft.com/office/drawing/2014/main" id="{1890248B-2D16-D530-4475-E6AFC86A1354}"/>
              </a:ext>
            </a:extLst>
          </p:cNvPr>
          <p:cNvSpPr txBox="1"/>
          <p:nvPr/>
        </p:nvSpPr>
        <p:spPr>
          <a:xfrm>
            <a:off x="436765" y="3685419"/>
            <a:ext cx="218446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17 mins</a:t>
            </a:r>
          </a:p>
        </p:txBody>
      </p:sp>
      <p:sp>
        <p:nvSpPr>
          <p:cNvPr id="143" name="TextBox 143">
            <a:extLst>
              <a:ext uri="{FF2B5EF4-FFF2-40B4-BE49-F238E27FC236}">
                <a16:creationId xmlns:a16="http://schemas.microsoft.com/office/drawing/2014/main" id="{17FBDC7D-C66F-DE5A-51CE-8B70AA64C804}"/>
              </a:ext>
            </a:extLst>
          </p:cNvPr>
          <p:cNvSpPr txBox="1"/>
          <p:nvPr/>
        </p:nvSpPr>
        <p:spPr>
          <a:xfrm>
            <a:off x="422519" y="1561519"/>
            <a:ext cx="1475929" cy="252249"/>
          </a:xfrm>
          <a:prstGeom prst="rect">
            <a:avLst/>
          </a:prstGeom>
        </p:spPr>
        <p:txBody>
          <a:bodyPr wrap="square" lIns="0" tIns="0" rIns="0" bIns="0" rtlCol="0" anchor="t">
            <a:spAutoFit/>
          </a:bodyPr>
          <a:lstStyle/>
          <a:p>
            <a:pPr>
              <a:lnSpc>
                <a:spcPts val="2127"/>
              </a:lnSpc>
              <a:spcBef>
                <a:spcPct val="0"/>
              </a:spcBef>
            </a:pPr>
            <a:r>
              <a:rPr lang="en-US" sz="1519" b="1">
                <a:solidFill>
                  <a:srgbClr val="000000"/>
                </a:solidFill>
                <a:latin typeface="Canva Sans Bold"/>
                <a:ea typeface="Canva Sans Bold"/>
                <a:cs typeface="Canva Sans Bold"/>
                <a:sym typeface="Canva Sans Bold"/>
              </a:rPr>
              <a:t>Castle Playtime</a:t>
            </a:r>
          </a:p>
        </p:txBody>
      </p:sp>
      <p:sp>
        <p:nvSpPr>
          <p:cNvPr id="144" name="TextBox 144">
            <a:extLst>
              <a:ext uri="{FF2B5EF4-FFF2-40B4-BE49-F238E27FC236}">
                <a16:creationId xmlns:a16="http://schemas.microsoft.com/office/drawing/2014/main" id="{85325207-F94B-243C-0EB8-0B4578C7AB6A}"/>
              </a:ext>
            </a:extLst>
          </p:cNvPr>
          <p:cNvSpPr txBox="1"/>
          <p:nvPr/>
        </p:nvSpPr>
        <p:spPr>
          <a:xfrm>
            <a:off x="459909" y="1936406"/>
            <a:ext cx="2116328"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20 mins</a:t>
            </a:r>
          </a:p>
        </p:txBody>
      </p:sp>
      <p:sp>
        <p:nvSpPr>
          <p:cNvPr id="145" name="TextBox 145">
            <a:hlinkClick r:id="rId41" action="ppaction://hlinksldjump"/>
            <a:extLst>
              <a:ext uri="{FF2B5EF4-FFF2-40B4-BE49-F238E27FC236}">
                <a16:creationId xmlns:a16="http://schemas.microsoft.com/office/drawing/2014/main" id="{3E4CFDD2-FC62-648E-1AC7-C31CD3DD5D08}"/>
              </a:ext>
            </a:extLst>
          </p:cNvPr>
          <p:cNvSpPr txBox="1"/>
          <p:nvPr/>
        </p:nvSpPr>
        <p:spPr>
          <a:xfrm>
            <a:off x="4287137" y="6630392"/>
            <a:ext cx="1259887" cy="228524"/>
          </a:xfrm>
          <a:prstGeom prst="rect">
            <a:avLst/>
          </a:prstGeom>
        </p:spPr>
        <p:txBody>
          <a:bodyPr wrap="square" lIns="0" tIns="0" rIns="0" bIns="0" rtlCol="0" anchor="t">
            <a:spAutoFit/>
          </a:bodyPr>
          <a:lstStyle/>
          <a:p>
            <a:pPr>
              <a:lnSpc>
                <a:spcPts val="1936"/>
              </a:lnSpc>
              <a:spcBef>
                <a:spcPct val="0"/>
              </a:spcBef>
            </a:pPr>
            <a:r>
              <a:rPr lang="en-US" sz="1383" b="1" dirty="0">
                <a:solidFill>
                  <a:srgbClr val="FDFDFD"/>
                </a:solidFill>
                <a:latin typeface="Canva Sans Bold"/>
                <a:ea typeface="Canva Sans Bold"/>
                <a:cs typeface="Canva Sans Bold"/>
                <a:sym typeface="Canva Sans Bold"/>
              </a:rPr>
              <a:t>Browse Videos</a:t>
            </a:r>
          </a:p>
        </p:txBody>
      </p:sp>
      <p:sp>
        <p:nvSpPr>
          <p:cNvPr id="146" name="TextBox 146">
            <a:hlinkClick r:id="rId42" action="ppaction://hlinksldjump"/>
            <a:extLst>
              <a:ext uri="{FF2B5EF4-FFF2-40B4-BE49-F238E27FC236}">
                <a16:creationId xmlns:a16="http://schemas.microsoft.com/office/drawing/2014/main" id="{EAD5341D-3F5E-B7C7-5926-43BBAE943C28}"/>
              </a:ext>
            </a:extLst>
          </p:cNvPr>
          <p:cNvSpPr txBox="1"/>
          <p:nvPr/>
        </p:nvSpPr>
        <p:spPr>
          <a:xfrm>
            <a:off x="6537147" y="6627614"/>
            <a:ext cx="1409057" cy="228524"/>
          </a:xfrm>
          <a:prstGeom prst="rect">
            <a:avLst/>
          </a:prstGeom>
        </p:spPr>
        <p:txBody>
          <a:bodyPr wrap="square" lIns="0" tIns="0" rIns="0" bIns="0" rtlCol="0" anchor="t">
            <a:spAutoFit/>
          </a:bodyPr>
          <a:lstStyle/>
          <a:p>
            <a:pPr>
              <a:lnSpc>
                <a:spcPts val="1936"/>
              </a:lnSpc>
              <a:spcBef>
                <a:spcPct val="0"/>
              </a:spcBef>
            </a:pPr>
            <a:r>
              <a:rPr lang="en-US" sz="1383" b="1" dirty="0">
                <a:solidFill>
                  <a:srgbClr val="FDFDFD"/>
                </a:solidFill>
                <a:latin typeface="Canva Sans Bold"/>
                <a:ea typeface="Canva Sans Bold"/>
                <a:cs typeface="Canva Sans Bold"/>
                <a:sym typeface="Canva Sans Bold"/>
              </a:rPr>
              <a:t>Browse Photos</a:t>
            </a:r>
          </a:p>
        </p:txBody>
      </p:sp>
      <p:sp>
        <p:nvSpPr>
          <p:cNvPr id="147" name="TextBox 147">
            <a:hlinkClick r:id="rId43" action="ppaction://hlinksldjump"/>
            <a:extLst>
              <a:ext uri="{FF2B5EF4-FFF2-40B4-BE49-F238E27FC236}">
                <a16:creationId xmlns:a16="http://schemas.microsoft.com/office/drawing/2014/main" id="{034D622B-5B9D-B289-D9A0-C632EB32629F}"/>
              </a:ext>
            </a:extLst>
          </p:cNvPr>
          <p:cNvSpPr txBox="1"/>
          <p:nvPr/>
        </p:nvSpPr>
        <p:spPr>
          <a:xfrm>
            <a:off x="8933899" y="6614072"/>
            <a:ext cx="1036024" cy="228524"/>
          </a:xfrm>
          <a:prstGeom prst="rect">
            <a:avLst/>
          </a:prstGeom>
        </p:spPr>
        <p:txBody>
          <a:bodyPr wrap="square" lIns="0" tIns="0" rIns="0" bIns="0" rtlCol="0" anchor="t">
            <a:spAutoFit/>
          </a:bodyPr>
          <a:lstStyle/>
          <a:p>
            <a:pPr>
              <a:lnSpc>
                <a:spcPts val="1936"/>
              </a:lnSpc>
              <a:spcBef>
                <a:spcPct val="0"/>
              </a:spcBef>
            </a:pPr>
            <a:r>
              <a:rPr lang="en-US" sz="1383" b="1" dirty="0">
                <a:solidFill>
                  <a:srgbClr val="FDFDFD"/>
                </a:solidFill>
                <a:latin typeface="Canva Sans Bold"/>
                <a:ea typeface="Canva Sans Bold"/>
                <a:cs typeface="Canva Sans Bold"/>
                <a:sym typeface="Canva Sans Bold"/>
              </a:rPr>
              <a:t>Plan Trip</a:t>
            </a:r>
          </a:p>
        </p:txBody>
      </p:sp>
    </p:spTree>
    <p:extLst>
      <p:ext uri="{BB962C8B-B14F-4D97-AF65-F5344CB8AC3E}">
        <p14:creationId xmlns:p14="http://schemas.microsoft.com/office/powerpoint/2010/main" val="19921987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Freeform 2"/>
          <p:cNvSpPr/>
          <p:nvPr/>
        </p:nvSpPr>
        <p:spPr>
          <a:xfrm>
            <a:off x="885923" y="1104028"/>
            <a:ext cx="8308782" cy="5543496"/>
          </a:xfrm>
          <a:custGeom>
            <a:avLst/>
            <a:gdLst/>
            <a:ahLst/>
            <a:cxnLst/>
            <a:rect l="l" t="t" r="r" b="b"/>
            <a:pathLst>
              <a:path w="10386435" h="6929675">
                <a:moveTo>
                  <a:pt x="0" y="0"/>
                </a:moveTo>
                <a:lnTo>
                  <a:pt x="10386436" y="0"/>
                </a:lnTo>
                <a:lnTo>
                  <a:pt x="10386436" y="6929675"/>
                </a:lnTo>
                <a:lnTo>
                  <a:pt x="0" y="6929675"/>
                </a:lnTo>
                <a:lnTo>
                  <a:pt x="0" y="0"/>
                </a:lnTo>
                <a:close/>
              </a:path>
            </a:pathLst>
          </a:custGeom>
          <a:blipFill>
            <a:blip r:embed="rId2"/>
            <a:stretch>
              <a:fillRect/>
            </a:stretch>
          </a:blipFill>
          <a:ln cap="sq">
            <a:noFill/>
            <a:prstDash val="solid"/>
            <a:miter/>
          </a:ln>
        </p:spPr>
        <p:txBody>
          <a:bodyPr/>
          <a:lstStyle/>
          <a:p>
            <a:endParaRPr lang="en-SG" sz="1088"/>
          </a:p>
        </p:txBody>
      </p:sp>
      <p:sp>
        <p:nvSpPr>
          <p:cNvPr id="3" name="Freeform 3">
            <a:hlinkClick r:id="rId3" action="ppaction://hlinksldjump"/>
          </p:cNvPr>
          <p:cNvSpPr/>
          <p:nvPr/>
        </p:nvSpPr>
        <p:spPr>
          <a:xfrm>
            <a:off x="8469312" y="140110"/>
            <a:ext cx="411679" cy="411679"/>
          </a:xfrm>
          <a:custGeom>
            <a:avLst/>
            <a:gdLst/>
            <a:ahLst/>
            <a:cxnLst/>
            <a:rect l="l" t="t" r="r" b="b"/>
            <a:pathLst>
              <a:path w="514621" h="514621">
                <a:moveTo>
                  <a:pt x="0" y="0"/>
                </a:moveTo>
                <a:lnTo>
                  <a:pt x="514621" y="0"/>
                </a:lnTo>
                <a:lnTo>
                  <a:pt x="514621" y="514620"/>
                </a:lnTo>
                <a:lnTo>
                  <a:pt x="0" y="51462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4" name="Freeform 4">
            <a:hlinkClick r:id="rId3" action="ppaction://hlinksldjump"/>
          </p:cNvPr>
          <p:cNvSpPr/>
          <p:nvPr/>
        </p:nvSpPr>
        <p:spPr>
          <a:xfrm>
            <a:off x="9459912" y="94969"/>
            <a:ext cx="501959" cy="501959"/>
          </a:xfrm>
          <a:custGeom>
            <a:avLst/>
            <a:gdLst/>
            <a:ahLst/>
            <a:cxnLst/>
            <a:rect l="l" t="t" r="r" b="b"/>
            <a:pathLst>
              <a:path w="627476" h="627476">
                <a:moveTo>
                  <a:pt x="0" y="0"/>
                </a:moveTo>
                <a:lnTo>
                  <a:pt x="627476" y="0"/>
                </a:lnTo>
                <a:lnTo>
                  <a:pt x="627476" y="627476"/>
                </a:lnTo>
                <a:lnTo>
                  <a:pt x="0" y="62747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SG" sz="1088"/>
          </a:p>
        </p:txBody>
      </p:sp>
      <p:sp>
        <p:nvSpPr>
          <p:cNvPr id="5" name="Freeform 5"/>
          <p:cNvSpPr/>
          <p:nvPr/>
        </p:nvSpPr>
        <p:spPr>
          <a:xfrm>
            <a:off x="223136" y="797542"/>
            <a:ext cx="195306" cy="160415"/>
          </a:xfrm>
          <a:custGeom>
            <a:avLst/>
            <a:gdLst/>
            <a:ahLst/>
            <a:cxnLst/>
            <a:rect l="l" t="t" r="r" b="b"/>
            <a:pathLst>
              <a:path w="244143" h="200528">
                <a:moveTo>
                  <a:pt x="0" y="0"/>
                </a:moveTo>
                <a:lnTo>
                  <a:pt x="244143" y="0"/>
                </a:lnTo>
                <a:lnTo>
                  <a:pt x="244143" y="200528"/>
                </a:lnTo>
                <a:lnTo>
                  <a:pt x="0" y="200528"/>
                </a:lnTo>
                <a:lnTo>
                  <a:pt x="0" y="0"/>
                </a:lnTo>
                <a:close/>
              </a:path>
            </a:pathLst>
          </a:custGeom>
          <a:blipFill>
            <a:blip r:embed="rId8"/>
            <a:stretch>
              <a:fillRect t="-10875" b="-10875"/>
            </a:stretch>
          </a:blipFill>
        </p:spPr>
        <p:txBody>
          <a:bodyPr/>
          <a:lstStyle/>
          <a:p>
            <a:endParaRPr lang="en-SG" sz="1088"/>
          </a:p>
        </p:txBody>
      </p:sp>
      <p:sp>
        <p:nvSpPr>
          <p:cNvPr id="6" name="Freeform 6"/>
          <p:cNvSpPr/>
          <p:nvPr/>
        </p:nvSpPr>
        <p:spPr>
          <a:xfrm>
            <a:off x="223136" y="1148276"/>
            <a:ext cx="195306" cy="41014"/>
          </a:xfrm>
          <a:custGeom>
            <a:avLst/>
            <a:gdLst/>
            <a:ahLst/>
            <a:cxnLst/>
            <a:rect l="l" t="t" r="r" b="b"/>
            <a:pathLst>
              <a:path w="244143" h="51270">
                <a:moveTo>
                  <a:pt x="0" y="0"/>
                </a:moveTo>
                <a:lnTo>
                  <a:pt x="244143" y="0"/>
                </a:lnTo>
                <a:lnTo>
                  <a:pt x="244143" y="51270"/>
                </a:lnTo>
                <a:lnTo>
                  <a:pt x="0" y="5127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SG" sz="1088"/>
          </a:p>
        </p:txBody>
      </p:sp>
      <p:grpSp>
        <p:nvGrpSpPr>
          <p:cNvPr id="7" name="Group 7"/>
          <p:cNvGrpSpPr/>
          <p:nvPr/>
        </p:nvGrpSpPr>
        <p:grpSpPr>
          <a:xfrm rot="-5400000">
            <a:off x="5738" y="850849"/>
            <a:ext cx="604479" cy="321072"/>
            <a:chOff x="0" y="0"/>
            <a:chExt cx="345211" cy="183361"/>
          </a:xfrm>
        </p:grpSpPr>
        <p:sp>
          <p:nvSpPr>
            <p:cNvPr id="8" name="Freeform 8"/>
            <p:cNvSpPr/>
            <p:nvPr/>
          </p:nvSpPr>
          <p:spPr>
            <a:xfrm>
              <a:off x="0" y="0"/>
              <a:ext cx="345211" cy="183361"/>
            </a:xfrm>
            <a:custGeom>
              <a:avLst/>
              <a:gdLst/>
              <a:ahLst/>
              <a:cxnLst/>
              <a:rect l="l" t="t" r="r" b="b"/>
              <a:pathLst>
                <a:path w="345211" h="183361">
                  <a:moveTo>
                    <a:pt x="91680" y="0"/>
                  </a:moveTo>
                  <a:lnTo>
                    <a:pt x="253531" y="0"/>
                  </a:lnTo>
                  <a:cubicBezTo>
                    <a:pt x="304164" y="0"/>
                    <a:pt x="345211" y="41047"/>
                    <a:pt x="345211" y="91680"/>
                  </a:cubicBezTo>
                  <a:lnTo>
                    <a:pt x="345211" y="91680"/>
                  </a:lnTo>
                  <a:cubicBezTo>
                    <a:pt x="345211" y="115996"/>
                    <a:pt x="335552" y="139315"/>
                    <a:pt x="318359" y="156508"/>
                  </a:cubicBezTo>
                  <a:cubicBezTo>
                    <a:pt x="301165" y="173702"/>
                    <a:pt x="277846" y="183361"/>
                    <a:pt x="253531" y="183361"/>
                  </a:cubicBezTo>
                  <a:lnTo>
                    <a:pt x="91680" y="183361"/>
                  </a:lnTo>
                  <a:cubicBezTo>
                    <a:pt x="67365" y="183361"/>
                    <a:pt x="44046" y="173702"/>
                    <a:pt x="26853" y="156508"/>
                  </a:cubicBezTo>
                  <a:cubicBezTo>
                    <a:pt x="9659" y="139315"/>
                    <a:pt x="0" y="115996"/>
                    <a:pt x="0" y="91680"/>
                  </a:cubicBezTo>
                  <a:lnTo>
                    <a:pt x="0" y="91680"/>
                  </a:lnTo>
                  <a:cubicBezTo>
                    <a:pt x="0" y="67365"/>
                    <a:pt x="9659" y="44046"/>
                    <a:pt x="26853" y="26853"/>
                  </a:cubicBezTo>
                  <a:cubicBezTo>
                    <a:pt x="44046" y="9659"/>
                    <a:pt x="67365" y="0"/>
                    <a:pt x="91680" y="0"/>
                  </a:cubicBezTo>
                  <a:close/>
                </a:path>
              </a:pathLst>
            </a:custGeom>
            <a:solidFill>
              <a:srgbClr val="FFCEB6">
                <a:alpha val="38824"/>
              </a:srgbClr>
            </a:solidFill>
          </p:spPr>
          <p:txBody>
            <a:bodyPr/>
            <a:lstStyle/>
            <a:p>
              <a:endParaRPr lang="en-SG" sz="1088"/>
            </a:p>
          </p:txBody>
        </p:sp>
        <p:sp>
          <p:nvSpPr>
            <p:cNvPr id="9" name="TextBox 9"/>
            <p:cNvSpPr txBox="1"/>
            <p:nvPr/>
          </p:nvSpPr>
          <p:spPr>
            <a:xfrm>
              <a:off x="0" y="-28575"/>
              <a:ext cx="345211" cy="211936"/>
            </a:xfrm>
            <a:prstGeom prst="rect">
              <a:avLst/>
            </a:prstGeom>
          </p:spPr>
          <p:txBody>
            <a:bodyPr lIns="40638" tIns="40638" rIns="40638" bIns="40638" rtlCol="0" anchor="ctr"/>
            <a:lstStyle/>
            <a:p>
              <a:pPr algn="ctr">
                <a:lnSpc>
                  <a:spcPts val="2016"/>
                </a:lnSpc>
              </a:pPr>
              <a:endParaRPr sz="1088"/>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a:extLst>
            <a:ext uri="{FF2B5EF4-FFF2-40B4-BE49-F238E27FC236}">
              <a16:creationId xmlns:a16="http://schemas.microsoft.com/office/drawing/2014/main" id="{47F583FA-EA00-134B-C8F5-65696F5280B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97863C3-D323-B841-67CC-75EDEBCF4F40}"/>
              </a:ext>
            </a:extLst>
          </p:cNvPr>
          <p:cNvSpPr/>
          <p:nvPr/>
        </p:nvSpPr>
        <p:spPr>
          <a:xfrm>
            <a:off x="4319976" y="926069"/>
            <a:ext cx="5481469" cy="3657155"/>
          </a:xfrm>
          <a:custGeom>
            <a:avLst/>
            <a:gdLst/>
            <a:ahLst/>
            <a:cxnLst/>
            <a:rect l="l" t="t" r="r" b="b"/>
            <a:pathLst>
              <a:path w="6852139" h="4571645">
                <a:moveTo>
                  <a:pt x="0" y="0"/>
                </a:moveTo>
                <a:lnTo>
                  <a:pt x="6852139" y="0"/>
                </a:lnTo>
                <a:lnTo>
                  <a:pt x="6852139" y="4571645"/>
                </a:lnTo>
                <a:lnTo>
                  <a:pt x="0" y="4571645"/>
                </a:lnTo>
                <a:lnTo>
                  <a:pt x="0" y="0"/>
                </a:lnTo>
                <a:close/>
              </a:path>
            </a:pathLst>
          </a:custGeom>
          <a:blipFill>
            <a:blip r:embed="rId3"/>
            <a:stretch>
              <a:fillRect/>
            </a:stretch>
          </a:blipFill>
          <a:ln cap="sq">
            <a:noFill/>
            <a:prstDash val="solid"/>
            <a:miter/>
          </a:ln>
        </p:spPr>
        <p:txBody>
          <a:bodyPr/>
          <a:lstStyle/>
          <a:p>
            <a:endParaRPr lang="en-SG" sz="1088"/>
          </a:p>
        </p:txBody>
      </p:sp>
      <p:grpSp>
        <p:nvGrpSpPr>
          <p:cNvPr id="3" name="Group 3">
            <a:extLst>
              <a:ext uri="{FF2B5EF4-FFF2-40B4-BE49-F238E27FC236}">
                <a16:creationId xmlns:a16="http://schemas.microsoft.com/office/drawing/2014/main" id="{2B1D8C8C-FCA8-BA4E-7237-5C61908AD960}"/>
              </a:ext>
            </a:extLst>
          </p:cNvPr>
          <p:cNvGrpSpPr/>
          <p:nvPr/>
        </p:nvGrpSpPr>
        <p:grpSpPr>
          <a:xfrm>
            <a:off x="-1" y="-50220"/>
            <a:ext cx="3698546" cy="602010"/>
            <a:chOff x="0" y="0"/>
            <a:chExt cx="1561326" cy="812800"/>
          </a:xfrm>
        </p:grpSpPr>
        <p:sp>
          <p:nvSpPr>
            <p:cNvPr id="4" name="Freeform 4">
              <a:extLst>
                <a:ext uri="{FF2B5EF4-FFF2-40B4-BE49-F238E27FC236}">
                  <a16:creationId xmlns:a16="http://schemas.microsoft.com/office/drawing/2014/main" id="{EE759532-7F6C-4F89-19E6-8D772F1CA3C7}"/>
                </a:ext>
              </a:extLst>
            </p:cNvPr>
            <p:cNvSpPr/>
            <p:nvPr/>
          </p:nvSpPr>
          <p:spPr>
            <a:xfrm>
              <a:off x="0" y="0"/>
              <a:ext cx="1561326" cy="812800"/>
            </a:xfrm>
            <a:custGeom>
              <a:avLst/>
              <a:gdLst/>
              <a:ahLst/>
              <a:cxnLst/>
              <a:rect l="l" t="t" r="r" b="b"/>
              <a:pathLst>
                <a:path w="1561326" h="812800">
                  <a:moveTo>
                    <a:pt x="0" y="0"/>
                  </a:moveTo>
                  <a:lnTo>
                    <a:pt x="1561326" y="0"/>
                  </a:lnTo>
                  <a:lnTo>
                    <a:pt x="1561326" y="812800"/>
                  </a:lnTo>
                  <a:lnTo>
                    <a:pt x="0" y="812800"/>
                  </a:lnTo>
                  <a:close/>
                </a:path>
              </a:pathLst>
            </a:custGeom>
            <a:solidFill>
              <a:srgbClr val="F34336"/>
            </a:solidFill>
          </p:spPr>
          <p:txBody>
            <a:bodyPr/>
            <a:lstStyle/>
            <a:p>
              <a:endParaRPr lang="en-SG" sz="1088"/>
            </a:p>
          </p:txBody>
        </p:sp>
        <p:sp>
          <p:nvSpPr>
            <p:cNvPr id="5" name="TextBox 5">
              <a:extLst>
                <a:ext uri="{FF2B5EF4-FFF2-40B4-BE49-F238E27FC236}">
                  <a16:creationId xmlns:a16="http://schemas.microsoft.com/office/drawing/2014/main" id="{D9274512-D038-A457-A3B6-C2A6E0EA3372}"/>
                </a:ext>
              </a:extLst>
            </p:cNvPr>
            <p:cNvSpPr txBox="1"/>
            <p:nvPr/>
          </p:nvSpPr>
          <p:spPr>
            <a:xfrm>
              <a:off x="0" y="-28575"/>
              <a:ext cx="1561326" cy="841375"/>
            </a:xfrm>
            <a:prstGeom prst="rect">
              <a:avLst/>
            </a:prstGeom>
          </p:spPr>
          <p:txBody>
            <a:bodyPr lIns="40638" tIns="40638" rIns="40638" bIns="40638" rtlCol="0" anchor="ctr"/>
            <a:lstStyle/>
            <a:p>
              <a:pPr algn="ctr">
                <a:lnSpc>
                  <a:spcPts val="2016"/>
                </a:lnSpc>
              </a:pPr>
              <a:endParaRPr sz="1088"/>
            </a:p>
          </p:txBody>
        </p:sp>
      </p:grpSp>
      <p:graphicFrame>
        <p:nvGraphicFramePr>
          <p:cNvPr id="6" name="Table 6">
            <a:extLst>
              <a:ext uri="{FF2B5EF4-FFF2-40B4-BE49-F238E27FC236}">
                <a16:creationId xmlns:a16="http://schemas.microsoft.com/office/drawing/2014/main" id="{3F282FDB-0346-8BD4-471D-5552C02A1327}"/>
              </a:ext>
            </a:extLst>
          </p:cNvPr>
          <p:cNvGraphicFramePr>
            <a:graphicFrameLocks noGrp="1"/>
          </p:cNvGraphicFramePr>
          <p:nvPr/>
        </p:nvGraphicFramePr>
        <p:xfrm>
          <a:off x="-1" y="551791"/>
          <a:ext cx="3670175" cy="6699488"/>
        </p:xfrm>
        <a:graphic>
          <a:graphicData uri="http://schemas.openxmlformats.org/drawingml/2006/table">
            <a:tbl>
              <a:tblPr/>
              <a:tblGrid>
                <a:gridCol w="3670175">
                  <a:extLst>
                    <a:ext uri="{9D8B030D-6E8A-4147-A177-3AD203B41FA5}">
                      <a16:colId xmlns:a16="http://schemas.microsoft.com/office/drawing/2014/main" val="20000"/>
                    </a:ext>
                  </a:extLst>
                </a:gridCol>
              </a:tblGrid>
              <a:tr h="815366">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39540">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39540">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960982">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39563">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27582">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84124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735674">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Freeform 7">
            <a:extLst>
              <a:ext uri="{FF2B5EF4-FFF2-40B4-BE49-F238E27FC236}">
                <a16:creationId xmlns:a16="http://schemas.microsoft.com/office/drawing/2014/main" id="{6C9BABBD-2097-81DF-0A6D-3ABBCD3B57AD}"/>
              </a:ext>
            </a:extLst>
          </p:cNvPr>
          <p:cNvSpPr/>
          <p:nvPr/>
        </p:nvSpPr>
        <p:spPr>
          <a:xfrm>
            <a:off x="3252122" y="156549"/>
            <a:ext cx="261167" cy="280824"/>
          </a:xfrm>
          <a:custGeom>
            <a:avLst/>
            <a:gdLst/>
            <a:ahLst/>
            <a:cxnLst/>
            <a:rect l="l" t="t" r="r" b="b"/>
            <a:pathLst>
              <a:path w="326473" h="351046">
                <a:moveTo>
                  <a:pt x="0" y="0"/>
                </a:moveTo>
                <a:lnTo>
                  <a:pt x="326473" y="0"/>
                </a:lnTo>
                <a:lnTo>
                  <a:pt x="326473" y="351046"/>
                </a:lnTo>
                <a:lnTo>
                  <a:pt x="0" y="35104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8" name="Freeform 8">
            <a:extLst>
              <a:ext uri="{FF2B5EF4-FFF2-40B4-BE49-F238E27FC236}">
                <a16:creationId xmlns:a16="http://schemas.microsoft.com/office/drawing/2014/main" id="{18AA3935-B477-13A3-6152-659AF51613F8}"/>
              </a:ext>
            </a:extLst>
          </p:cNvPr>
          <p:cNvSpPr/>
          <p:nvPr/>
        </p:nvSpPr>
        <p:spPr>
          <a:xfrm>
            <a:off x="2742836" y="156549"/>
            <a:ext cx="275756" cy="286499"/>
          </a:xfrm>
          <a:custGeom>
            <a:avLst/>
            <a:gdLst/>
            <a:ahLst/>
            <a:cxnLst/>
            <a:rect l="l" t="t" r="r" b="b"/>
            <a:pathLst>
              <a:path w="344710" h="358140">
                <a:moveTo>
                  <a:pt x="0" y="0"/>
                </a:moveTo>
                <a:lnTo>
                  <a:pt x="344710" y="0"/>
                </a:lnTo>
                <a:lnTo>
                  <a:pt x="344710" y="358141"/>
                </a:lnTo>
                <a:lnTo>
                  <a:pt x="0" y="35814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SG" sz="1088"/>
          </a:p>
        </p:txBody>
      </p:sp>
      <p:sp>
        <p:nvSpPr>
          <p:cNvPr id="9" name="Freeform 9">
            <a:hlinkClick r:id="rId8" action="ppaction://hlinksldjump"/>
            <a:extLst>
              <a:ext uri="{FF2B5EF4-FFF2-40B4-BE49-F238E27FC236}">
                <a16:creationId xmlns:a16="http://schemas.microsoft.com/office/drawing/2014/main" id="{B5A890CD-1E2C-2B80-B038-0230742636A4}"/>
              </a:ext>
            </a:extLst>
          </p:cNvPr>
          <p:cNvSpPr/>
          <p:nvPr/>
        </p:nvSpPr>
        <p:spPr>
          <a:xfrm>
            <a:off x="8979655" y="31798"/>
            <a:ext cx="255177" cy="255177"/>
          </a:xfrm>
          <a:custGeom>
            <a:avLst/>
            <a:gdLst/>
            <a:ahLst/>
            <a:cxnLst/>
            <a:rect l="l" t="t" r="r" b="b"/>
            <a:pathLst>
              <a:path w="318985" h="318985">
                <a:moveTo>
                  <a:pt x="0" y="0"/>
                </a:moveTo>
                <a:lnTo>
                  <a:pt x="318984" y="0"/>
                </a:lnTo>
                <a:lnTo>
                  <a:pt x="318984" y="318985"/>
                </a:lnTo>
                <a:lnTo>
                  <a:pt x="0" y="31898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SG" sz="1088"/>
          </a:p>
        </p:txBody>
      </p:sp>
      <p:grpSp>
        <p:nvGrpSpPr>
          <p:cNvPr id="10" name="Group 10">
            <a:extLst>
              <a:ext uri="{FF2B5EF4-FFF2-40B4-BE49-F238E27FC236}">
                <a16:creationId xmlns:a16="http://schemas.microsoft.com/office/drawing/2014/main" id="{E484B955-124C-0160-9C5F-3AF15D2EA3D7}"/>
              </a:ext>
            </a:extLst>
          </p:cNvPr>
          <p:cNvGrpSpPr/>
          <p:nvPr/>
        </p:nvGrpSpPr>
        <p:grpSpPr>
          <a:xfrm rot="-5400000">
            <a:off x="3773834" y="985131"/>
            <a:ext cx="394881" cy="209744"/>
            <a:chOff x="0" y="0"/>
            <a:chExt cx="345211" cy="183361"/>
          </a:xfrm>
        </p:grpSpPr>
        <p:sp>
          <p:nvSpPr>
            <p:cNvPr id="11" name="Freeform 11">
              <a:extLst>
                <a:ext uri="{FF2B5EF4-FFF2-40B4-BE49-F238E27FC236}">
                  <a16:creationId xmlns:a16="http://schemas.microsoft.com/office/drawing/2014/main" id="{7D14DAA0-B677-D81A-1E5C-42F7C85204E7}"/>
                </a:ext>
              </a:extLst>
            </p:cNvPr>
            <p:cNvSpPr/>
            <p:nvPr/>
          </p:nvSpPr>
          <p:spPr>
            <a:xfrm>
              <a:off x="0" y="0"/>
              <a:ext cx="345211" cy="183361"/>
            </a:xfrm>
            <a:custGeom>
              <a:avLst/>
              <a:gdLst/>
              <a:ahLst/>
              <a:cxnLst/>
              <a:rect l="l" t="t" r="r" b="b"/>
              <a:pathLst>
                <a:path w="345211" h="183361">
                  <a:moveTo>
                    <a:pt x="91680" y="0"/>
                  </a:moveTo>
                  <a:lnTo>
                    <a:pt x="253531" y="0"/>
                  </a:lnTo>
                  <a:cubicBezTo>
                    <a:pt x="304164" y="0"/>
                    <a:pt x="345211" y="41047"/>
                    <a:pt x="345211" y="91680"/>
                  </a:cubicBezTo>
                  <a:lnTo>
                    <a:pt x="345211" y="91680"/>
                  </a:lnTo>
                  <a:cubicBezTo>
                    <a:pt x="345211" y="115996"/>
                    <a:pt x="335552" y="139315"/>
                    <a:pt x="318359" y="156508"/>
                  </a:cubicBezTo>
                  <a:cubicBezTo>
                    <a:pt x="301165" y="173702"/>
                    <a:pt x="277846" y="183361"/>
                    <a:pt x="253531" y="183361"/>
                  </a:cubicBezTo>
                  <a:lnTo>
                    <a:pt x="91680" y="183361"/>
                  </a:lnTo>
                  <a:cubicBezTo>
                    <a:pt x="67365" y="183361"/>
                    <a:pt x="44046" y="173702"/>
                    <a:pt x="26853" y="156508"/>
                  </a:cubicBezTo>
                  <a:cubicBezTo>
                    <a:pt x="9659" y="139315"/>
                    <a:pt x="0" y="115996"/>
                    <a:pt x="0" y="91680"/>
                  </a:cubicBezTo>
                  <a:lnTo>
                    <a:pt x="0" y="91680"/>
                  </a:lnTo>
                  <a:cubicBezTo>
                    <a:pt x="0" y="67365"/>
                    <a:pt x="9659" y="44046"/>
                    <a:pt x="26853" y="26853"/>
                  </a:cubicBezTo>
                  <a:cubicBezTo>
                    <a:pt x="44046" y="9659"/>
                    <a:pt x="67365" y="0"/>
                    <a:pt x="91680" y="0"/>
                  </a:cubicBezTo>
                  <a:close/>
                </a:path>
              </a:pathLst>
            </a:custGeom>
            <a:solidFill>
              <a:srgbClr val="FFCEB6">
                <a:alpha val="38824"/>
              </a:srgbClr>
            </a:solidFill>
          </p:spPr>
          <p:txBody>
            <a:bodyPr/>
            <a:lstStyle/>
            <a:p>
              <a:endParaRPr lang="en-SG" sz="1088"/>
            </a:p>
          </p:txBody>
        </p:sp>
        <p:sp>
          <p:nvSpPr>
            <p:cNvPr id="12" name="TextBox 12">
              <a:extLst>
                <a:ext uri="{FF2B5EF4-FFF2-40B4-BE49-F238E27FC236}">
                  <a16:creationId xmlns:a16="http://schemas.microsoft.com/office/drawing/2014/main" id="{B5FE9648-64F2-425E-FBA1-ABC0317930D7}"/>
                </a:ext>
              </a:extLst>
            </p:cNvPr>
            <p:cNvSpPr txBox="1"/>
            <p:nvPr/>
          </p:nvSpPr>
          <p:spPr>
            <a:xfrm>
              <a:off x="0" y="-28575"/>
              <a:ext cx="345211" cy="211936"/>
            </a:xfrm>
            <a:prstGeom prst="rect">
              <a:avLst/>
            </a:prstGeom>
          </p:spPr>
          <p:txBody>
            <a:bodyPr lIns="40638" tIns="40638" rIns="40638" bIns="40638" rtlCol="0" anchor="ctr"/>
            <a:lstStyle/>
            <a:p>
              <a:pPr algn="ctr">
                <a:lnSpc>
                  <a:spcPts val="2016"/>
                </a:lnSpc>
              </a:pPr>
              <a:endParaRPr sz="1088"/>
            </a:p>
          </p:txBody>
        </p:sp>
      </p:grpSp>
      <p:sp>
        <p:nvSpPr>
          <p:cNvPr id="13" name="Freeform 13">
            <a:extLst>
              <a:ext uri="{FF2B5EF4-FFF2-40B4-BE49-F238E27FC236}">
                <a16:creationId xmlns:a16="http://schemas.microsoft.com/office/drawing/2014/main" id="{370D5AEB-29F6-779A-B7F8-40B333515CC5}"/>
              </a:ext>
            </a:extLst>
          </p:cNvPr>
          <p:cNvSpPr/>
          <p:nvPr/>
        </p:nvSpPr>
        <p:spPr>
          <a:xfrm>
            <a:off x="3915850" y="950308"/>
            <a:ext cx="127586" cy="104793"/>
          </a:xfrm>
          <a:custGeom>
            <a:avLst/>
            <a:gdLst/>
            <a:ahLst/>
            <a:cxnLst/>
            <a:rect l="l" t="t" r="r" b="b"/>
            <a:pathLst>
              <a:path w="159489" h="130997">
                <a:moveTo>
                  <a:pt x="0" y="0"/>
                </a:moveTo>
                <a:lnTo>
                  <a:pt x="159488" y="0"/>
                </a:lnTo>
                <a:lnTo>
                  <a:pt x="159488" y="130997"/>
                </a:lnTo>
                <a:lnTo>
                  <a:pt x="0" y="130997"/>
                </a:lnTo>
                <a:lnTo>
                  <a:pt x="0" y="0"/>
                </a:lnTo>
                <a:close/>
              </a:path>
            </a:pathLst>
          </a:custGeom>
          <a:blipFill>
            <a:blip r:embed="rId11"/>
            <a:stretch>
              <a:fillRect t="-10875" b="-10875"/>
            </a:stretch>
          </a:blipFill>
        </p:spPr>
        <p:txBody>
          <a:bodyPr/>
          <a:lstStyle/>
          <a:p>
            <a:endParaRPr lang="en-SG" sz="1088"/>
          </a:p>
        </p:txBody>
      </p:sp>
      <p:sp>
        <p:nvSpPr>
          <p:cNvPr id="14" name="Freeform 14">
            <a:extLst>
              <a:ext uri="{FF2B5EF4-FFF2-40B4-BE49-F238E27FC236}">
                <a16:creationId xmlns:a16="http://schemas.microsoft.com/office/drawing/2014/main" id="{D579FD27-C9A0-5AA1-90C7-EC378E782FC2}"/>
              </a:ext>
            </a:extLst>
          </p:cNvPr>
          <p:cNvSpPr/>
          <p:nvPr/>
        </p:nvSpPr>
        <p:spPr>
          <a:xfrm>
            <a:off x="3915850" y="1179429"/>
            <a:ext cx="127586" cy="26793"/>
          </a:xfrm>
          <a:custGeom>
            <a:avLst/>
            <a:gdLst/>
            <a:ahLst/>
            <a:cxnLst/>
            <a:rect l="l" t="t" r="r" b="b"/>
            <a:pathLst>
              <a:path w="159489" h="33493">
                <a:moveTo>
                  <a:pt x="0" y="0"/>
                </a:moveTo>
                <a:lnTo>
                  <a:pt x="159488" y="0"/>
                </a:lnTo>
                <a:lnTo>
                  <a:pt x="159488" y="33493"/>
                </a:lnTo>
                <a:lnTo>
                  <a:pt x="0" y="3349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SG" sz="1088"/>
          </a:p>
        </p:txBody>
      </p:sp>
      <p:sp>
        <p:nvSpPr>
          <p:cNvPr id="15" name="Freeform 15">
            <a:extLst>
              <a:ext uri="{FF2B5EF4-FFF2-40B4-BE49-F238E27FC236}">
                <a16:creationId xmlns:a16="http://schemas.microsoft.com/office/drawing/2014/main" id="{9D8AB70D-675C-6529-F7D5-1FC1D1FA0BD2}"/>
              </a:ext>
            </a:extLst>
          </p:cNvPr>
          <p:cNvSpPr/>
          <p:nvPr/>
        </p:nvSpPr>
        <p:spPr>
          <a:xfrm>
            <a:off x="-80320" y="3528130"/>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grpSp>
        <p:nvGrpSpPr>
          <p:cNvPr id="16" name="Group 16">
            <a:extLst>
              <a:ext uri="{FF2B5EF4-FFF2-40B4-BE49-F238E27FC236}">
                <a16:creationId xmlns:a16="http://schemas.microsoft.com/office/drawing/2014/main" id="{69C5C375-1457-24E7-4900-4FCFE48C58A5}"/>
              </a:ext>
            </a:extLst>
          </p:cNvPr>
          <p:cNvGrpSpPr/>
          <p:nvPr/>
        </p:nvGrpSpPr>
        <p:grpSpPr>
          <a:xfrm>
            <a:off x="2738816" y="1123123"/>
            <a:ext cx="803691" cy="199694"/>
            <a:chOff x="0" y="0"/>
            <a:chExt cx="1339544" cy="332839"/>
          </a:xfrm>
        </p:grpSpPr>
        <p:sp>
          <p:nvSpPr>
            <p:cNvPr id="17" name="Freeform 17">
              <a:extLst>
                <a:ext uri="{FF2B5EF4-FFF2-40B4-BE49-F238E27FC236}">
                  <a16:creationId xmlns:a16="http://schemas.microsoft.com/office/drawing/2014/main" id="{E92F4407-6439-BFAF-650B-52A53C4141C6}"/>
                </a:ext>
              </a:extLst>
            </p:cNvPr>
            <p:cNvSpPr/>
            <p:nvPr/>
          </p:nvSpPr>
          <p:spPr>
            <a:xfrm>
              <a:off x="541419" y="0"/>
              <a:ext cx="332839" cy="332839"/>
            </a:xfrm>
            <a:custGeom>
              <a:avLst/>
              <a:gdLst/>
              <a:ahLst/>
              <a:cxnLst/>
              <a:rect l="l" t="t" r="r" b="b"/>
              <a:pathLst>
                <a:path w="332839" h="332839">
                  <a:moveTo>
                    <a:pt x="0" y="0"/>
                  </a:moveTo>
                  <a:lnTo>
                    <a:pt x="332838" y="0"/>
                  </a:lnTo>
                  <a:lnTo>
                    <a:pt x="332838"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18" name="Freeform 18">
              <a:extLst>
                <a:ext uri="{FF2B5EF4-FFF2-40B4-BE49-F238E27FC236}">
                  <a16:creationId xmlns:a16="http://schemas.microsoft.com/office/drawing/2014/main" id="{13BF0936-8BB4-220F-6315-D835CA14E27B}"/>
                </a:ext>
              </a:extLst>
            </p:cNvPr>
            <p:cNvSpPr/>
            <p:nvPr/>
          </p:nvSpPr>
          <p:spPr>
            <a:xfrm>
              <a:off x="0" y="0"/>
              <a:ext cx="398609" cy="332839"/>
            </a:xfrm>
            <a:custGeom>
              <a:avLst/>
              <a:gdLst/>
              <a:ahLst/>
              <a:cxnLst/>
              <a:rect l="l" t="t" r="r" b="b"/>
              <a:pathLst>
                <a:path w="398609" h="332839">
                  <a:moveTo>
                    <a:pt x="0" y="0"/>
                  </a:moveTo>
                  <a:lnTo>
                    <a:pt x="398609" y="0"/>
                  </a:lnTo>
                  <a:lnTo>
                    <a:pt x="398609" y="332839"/>
                  </a:lnTo>
                  <a:lnTo>
                    <a:pt x="0" y="33283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19" name="Freeform 19">
              <a:extLst>
                <a:ext uri="{FF2B5EF4-FFF2-40B4-BE49-F238E27FC236}">
                  <a16:creationId xmlns:a16="http://schemas.microsoft.com/office/drawing/2014/main" id="{CBD9332F-8CBA-54C9-D0CB-7FEA48815FD5}"/>
                </a:ext>
              </a:extLst>
            </p:cNvPr>
            <p:cNvSpPr/>
            <p:nvPr/>
          </p:nvSpPr>
          <p:spPr>
            <a:xfrm>
              <a:off x="1013957"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20" name="Group 20">
            <a:extLst>
              <a:ext uri="{FF2B5EF4-FFF2-40B4-BE49-F238E27FC236}">
                <a16:creationId xmlns:a16="http://schemas.microsoft.com/office/drawing/2014/main" id="{89694AF5-3F16-3629-3112-79CF13F6D9A8}"/>
              </a:ext>
            </a:extLst>
          </p:cNvPr>
          <p:cNvGrpSpPr/>
          <p:nvPr/>
        </p:nvGrpSpPr>
        <p:grpSpPr>
          <a:xfrm>
            <a:off x="2738816" y="2848334"/>
            <a:ext cx="803691" cy="199694"/>
            <a:chOff x="0" y="0"/>
            <a:chExt cx="1339544" cy="332839"/>
          </a:xfrm>
        </p:grpSpPr>
        <p:sp>
          <p:nvSpPr>
            <p:cNvPr id="21" name="Freeform 21">
              <a:extLst>
                <a:ext uri="{FF2B5EF4-FFF2-40B4-BE49-F238E27FC236}">
                  <a16:creationId xmlns:a16="http://schemas.microsoft.com/office/drawing/2014/main" id="{A7F9A2A4-77F3-5F54-31A3-25AB25B55050}"/>
                </a:ext>
              </a:extLst>
            </p:cNvPr>
            <p:cNvSpPr/>
            <p:nvPr/>
          </p:nvSpPr>
          <p:spPr>
            <a:xfrm>
              <a:off x="541419" y="0"/>
              <a:ext cx="332839" cy="332839"/>
            </a:xfrm>
            <a:custGeom>
              <a:avLst/>
              <a:gdLst/>
              <a:ahLst/>
              <a:cxnLst/>
              <a:rect l="l" t="t" r="r" b="b"/>
              <a:pathLst>
                <a:path w="332839" h="332839">
                  <a:moveTo>
                    <a:pt x="0" y="0"/>
                  </a:moveTo>
                  <a:lnTo>
                    <a:pt x="332838" y="0"/>
                  </a:lnTo>
                  <a:lnTo>
                    <a:pt x="332838"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22" name="Freeform 22">
              <a:extLst>
                <a:ext uri="{FF2B5EF4-FFF2-40B4-BE49-F238E27FC236}">
                  <a16:creationId xmlns:a16="http://schemas.microsoft.com/office/drawing/2014/main" id="{C5FE43E6-4A3C-B07F-C92D-71E324EABDB6}"/>
                </a:ext>
              </a:extLst>
            </p:cNvPr>
            <p:cNvSpPr/>
            <p:nvPr/>
          </p:nvSpPr>
          <p:spPr>
            <a:xfrm>
              <a:off x="0" y="0"/>
              <a:ext cx="398609" cy="332839"/>
            </a:xfrm>
            <a:custGeom>
              <a:avLst/>
              <a:gdLst/>
              <a:ahLst/>
              <a:cxnLst/>
              <a:rect l="l" t="t" r="r" b="b"/>
              <a:pathLst>
                <a:path w="398609" h="332839">
                  <a:moveTo>
                    <a:pt x="0" y="0"/>
                  </a:moveTo>
                  <a:lnTo>
                    <a:pt x="398609" y="0"/>
                  </a:lnTo>
                  <a:lnTo>
                    <a:pt x="398609" y="332839"/>
                  </a:lnTo>
                  <a:lnTo>
                    <a:pt x="0" y="33283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23" name="Freeform 23">
              <a:extLst>
                <a:ext uri="{FF2B5EF4-FFF2-40B4-BE49-F238E27FC236}">
                  <a16:creationId xmlns:a16="http://schemas.microsoft.com/office/drawing/2014/main" id="{4ADF46A9-8DD5-E2AC-EED7-C3FB90DC4EA2}"/>
                </a:ext>
              </a:extLst>
            </p:cNvPr>
            <p:cNvSpPr/>
            <p:nvPr/>
          </p:nvSpPr>
          <p:spPr>
            <a:xfrm>
              <a:off x="1013957"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24" name="Group 24">
            <a:extLst>
              <a:ext uri="{FF2B5EF4-FFF2-40B4-BE49-F238E27FC236}">
                <a16:creationId xmlns:a16="http://schemas.microsoft.com/office/drawing/2014/main" id="{5E3AB375-F276-3600-44DC-0EAC26EEFAFF}"/>
              </a:ext>
            </a:extLst>
          </p:cNvPr>
          <p:cNvGrpSpPr/>
          <p:nvPr/>
        </p:nvGrpSpPr>
        <p:grpSpPr>
          <a:xfrm>
            <a:off x="2738818" y="6324678"/>
            <a:ext cx="783398" cy="199694"/>
            <a:chOff x="0" y="0"/>
            <a:chExt cx="1305721" cy="332839"/>
          </a:xfrm>
        </p:grpSpPr>
        <p:sp>
          <p:nvSpPr>
            <p:cNvPr id="25" name="Freeform 25">
              <a:extLst>
                <a:ext uri="{FF2B5EF4-FFF2-40B4-BE49-F238E27FC236}">
                  <a16:creationId xmlns:a16="http://schemas.microsoft.com/office/drawing/2014/main" id="{BA6FB8DC-DD5F-EC83-FDAD-EFD3399CF746}"/>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26" name="Freeform 26">
              <a:extLst>
                <a:ext uri="{FF2B5EF4-FFF2-40B4-BE49-F238E27FC236}">
                  <a16:creationId xmlns:a16="http://schemas.microsoft.com/office/drawing/2014/main" id="{5BC6A52D-5C75-EF78-4710-F14E98CA68B0}"/>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27" name="Freeform 27">
              <a:extLst>
                <a:ext uri="{FF2B5EF4-FFF2-40B4-BE49-F238E27FC236}">
                  <a16:creationId xmlns:a16="http://schemas.microsoft.com/office/drawing/2014/main" id="{94209A48-71B9-E255-8220-35B72E645088}"/>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28" name="Group 28">
            <a:extLst>
              <a:ext uri="{FF2B5EF4-FFF2-40B4-BE49-F238E27FC236}">
                <a16:creationId xmlns:a16="http://schemas.microsoft.com/office/drawing/2014/main" id="{32B9EF12-86A0-E01D-5DD7-9477E11E3C86}"/>
              </a:ext>
            </a:extLst>
          </p:cNvPr>
          <p:cNvGrpSpPr/>
          <p:nvPr/>
        </p:nvGrpSpPr>
        <p:grpSpPr>
          <a:xfrm>
            <a:off x="2759112" y="5527586"/>
            <a:ext cx="783398" cy="199694"/>
            <a:chOff x="0" y="0"/>
            <a:chExt cx="1305721" cy="332839"/>
          </a:xfrm>
        </p:grpSpPr>
        <p:sp>
          <p:nvSpPr>
            <p:cNvPr id="29" name="Freeform 29">
              <a:extLst>
                <a:ext uri="{FF2B5EF4-FFF2-40B4-BE49-F238E27FC236}">
                  <a16:creationId xmlns:a16="http://schemas.microsoft.com/office/drawing/2014/main" id="{9CA66946-8D47-41E7-BA03-F38A61E3DBBC}"/>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0" name="Freeform 30">
              <a:extLst>
                <a:ext uri="{FF2B5EF4-FFF2-40B4-BE49-F238E27FC236}">
                  <a16:creationId xmlns:a16="http://schemas.microsoft.com/office/drawing/2014/main" id="{4C9E9F08-D10A-5256-37CD-14AE63E0ACB1}"/>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dirty="0"/>
            </a:p>
          </p:txBody>
        </p:sp>
        <p:sp>
          <p:nvSpPr>
            <p:cNvPr id="31" name="Freeform 31">
              <a:extLst>
                <a:ext uri="{FF2B5EF4-FFF2-40B4-BE49-F238E27FC236}">
                  <a16:creationId xmlns:a16="http://schemas.microsoft.com/office/drawing/2014/main" id="{04642E1B-E6B1-994A-5EDD-D7DF499A6FCA}"/>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32" name="Group 32">
            <a:extLst>
              <a:ext uri="{FF2B5EF4-FFF2-40B4-BE49-F238E27FC236}">
                <a16:creationId xmlns:a16="http://schemas.microsoft.com/office/drawing/2014/main" id="{E99DC651-D154-7673-12E5-CDE4FB25E201}"/>
              </a:ext>
            </a:extLst>
          </p:cNvPr>
          <p:cNvGrpSpPr/>
          <p:nvPr/>
        </p:nvGrpSpPr>
        <p:grpSpPr>
          <a:xfrm>
            <a:off x="2737793" y="6972925"/>
            <a:ext cx="783398" cy="199694"/>
            <a:chOff x="0" y="0"/>
            <a:chExt cx="1305721" cy="332839"/>
          </a:xfrm>
        </p:grpSpPr>
        <p:sp>
          <p:nvSpPr>
            <p:cNvPr id="33" name="Freeform 33">
              <a:extLst>
                <a:ext uri="{FF2B5EF4-FFF2-40B4-BE49-F238E27FC236}">
                  <a16:creationId xmlns:a16="http://schemas.microsoft.com/office/drawing/2014/main" id="{5AE13A6B-88C8-2798-2433-2057232AED28}"/>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4" name="Freeform 34">
              <a:extLst>
                <a:ext uri="{FF2B5EF4-FFF2-40B4-BE49-F238E27FC236}">
                  <a16:creationId xmlns:a16="http://schemas.microsoft.com/office/drawing/2014/main" id="{90599DC6-E824-01F6-192E-A09D69510CC4}"/>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35" name="Freeform 35">
              <a:extLst>
                <a:ext uri="{FF2B5EF4-FFF2-40B4-BE49-F238E27FC236}">
                  <a16:creationId xmlns:a16="http://schemas.microsoft.com/office/drawing/2014/main" id="{935274C7-87EA-F095-9384-4202A48AAE16}"/>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36" name="Group 36">
            <a:extLst>
              <a:ext uri="{FF2B5EF4-FFF2-40B4-BE49-F238E27FC236}">
                <a16:creationId xmlns:a16="http://schemas.microsoft.com/office/drawing/2014/main" id="{E8B790F4-40C7-0DA8-B303-CC37A7CF3799}"/>
              </a:ext>
            </a:extLst>
          </p:cNvPr>
          <p:cNvGrpSpPr/>
          <p:nvPr/>
        </p:nvGrpSpPr>
        <p:grpSpPr>
          <a:xfrm>
            <a:off x="2759112" y="1894293"/>
            <a:ext cx="783398" cy="199694"/>
            <a:chOff x="0" y="0"/>
            <a:chExt cx="1305721" cy="332839"/>
          </a:xfrm>
        </p:grpSpPr>
        <p:sp>
          <p:nvSpPr>
            <p:cNvPr id="37" name="Freeform 37">
              <a:extLst>
                <a:ext uri="{FF2B5EF4-FFF2-40B4-BE49-F238E27FC236}">
                  <a16:creationId xmlns:a16="http://schemas.microsoft.com/office/drawing/2014/main" id="{52D0F76F-B9A6-3B00-D32B-42914917E800}"/>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8" name="Freeform 38">
              <a:extLst>
                <a:ext uri="{FF2B5EF4-FFF2-40B4-BE49-F238E27FC236}">
                  <a16:creationId xmlns:a16="http://schemas.microsoft.com/office/drawing/2014/main" id="{36C87A40-C924-BAB1-2C58-12D65A7926F1}"/>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39" name="Freeform 39">
              <a:extLst>
                <a:ext uri="{FF2B5EF4-FFF2-40B4-BE49-F238E27FC236}">
                  <a16:creationId xmlns:a16="http://schemas.microsoft.com/office/drawing/2014/main" id="{52CB852E-DDB5-E3C1-7ACE-0E14CE5ADD57}"/>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40" name="Group 40">
            <a:extLst>
              <a:ext uri="{FF2B5EF4-FFF2-40B4-BE49-F238E27FC236}">
                <a16:creationId xmlns:a16="http://schemas.microsoft.com/office/drawing/2014/main" id="{98DA2E22-FA1F-E3AE-C541-E2D8ADFD9C8F}"/>
              </a:ext>
            </a:extLst>
          </p:cNvPr>
          <p:cNvGrpSpPr/>
          <p:nvPr/>
        </p:nvGrpSpPr>
        <p:grpSpPr>
          <a:xfrm>
            <a:off x="2759112" y="4664981"/>
            <a:ext cx="783398" cy="199694"/>
            <a:chOff x="0" y="0"/>
            <a:chExt cx="1305721" cy="332839"/>
          </a:xfrm>
        </p:grpSpPr>
        <p:sp>
          <p:nvSpPr>
            <p:cNvPr id="41" name="Freeform 41">
              <a:extLst>
                <a:ext uri="{FF2B5EF4-FFF2-40B4-BE49-F238E27FC236}">
                  <a16:creationId xmlns:a16="http://schemas.microsoft.com/office/drawing/2014/main" id="{FEDB44A1-E26E-FC2F-B265-F843589F2FAA}"/>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42" name="Freeform 42">
              <a:extLst>
                <a:ext uri="{FF2B5EF4-FFF2-40B4-BE49-F238E27FC236}">
                  <a16:creationId xmlns:a16="http://schemas.microsoft.com/office/drawing/2014/main" id="{D1656119-1D88-953F-0DBA-9032847A4FD8}"/>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43" name="Freeform 43">
              <a:extLst>
                <a:ext uri="{FF2B5EF4-FFF2-40B4-BE49-F238E27FC236}">
                  <a16:creationId xmlns:a16="http://schemas.microsoft.com/office/drawing/2014/main" id="{E9329024-7D6B-DC59-6EBC-9FAFB91CC51A}"/>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44" name="Group 44">
            <a:extLst>
              <a:ext uri="{FF2B5EF4-FFF2-40B4-BE49-F238E27FC236}">
                <a16:creationId xmlns:a16="http://schemas.microsoft.com/office/drawing/2014/main" id="{E2261122-1054-4752-CA33-E78D97F6875E}"/>
              </a:ext>
            </a:extLst>
          </p:cNvPr>
          <p:cNvGrpSpPr/>
          <p:nvPr/>
        </p:nvGrpSpPr>
        <p:grpSpPr>
          <a:xfrm>
            <a:off x="2748965" y="3756658"/>
            <a:ext cx="783398" cy="199694"/>
            <a:chOff x="0" y="0"/>
            <a:chExt cx="1305721" cy="332839"/>
          </a:xfrm>
        </p:grpSpPr>
        <p:sp>
          <p:nvSpPr>
            <p:cNvPr id="45" name="Freeform 45">
              <a:extLst>
                <a:ext uri="{FF2B5EF4-FFF2-40B4-BE49-F238E27FC236}">
                  <a16:creationId xmlns:a16="http://schemas.microsoft.com/office/drawing/2014/main" id="{FBC6CC5B-FF86-DF2A-F35C-88936F5AA608}"/>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46" name="Freeform 46">
              <a:extLst>
                <a:ext uri="{FF2B5EF4-FFF2-40B4-BE49-F238E27FC236}">
                  <a16:creationId xmlns:a16="http://schemas.microsoft.com/office/drawing/2014/main" id="{37D341C7-DBAE-7D03-DD7E-041FE852AFF5}"/>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47" name="Freeform 47">
              <a:extLst>
                <a:ext uri="{FF2B5EF4-FFF2-40B4-BE49-F238E27FC236}">
                  <a16:creationId xmlns:a16="http://schemas.microsoft.com/office/drawing/2014/main" id="{35811E01-5E6E-715B-D395-E892BCB02A6D}"/>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sp>
        <p:nvSpPr>
          <p:cNvPr id="48" name="Freeform 48">
            <a:extLst>
              <a:ext uri="{FF2B5EF4-FFF2-40B4-BE49-F238E27FC236}">
                <a16:creationId xmlns:a16="http://schemas.microsoft.com/office/drawing/2014/main" id="{2FAB7905-1649-B808-35DB-20B39206BFC3}"/>
              </a:ext>
            </a:extLst>
          </p:cNvPr>
          <p:cNvSpPr/>
          <p:nvPr/>
        </p:nvSpPr>
        <p:spPr>
          <a:xfrm>
            <a:off x="-35398" y="907805"/>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49" name="Freeform 49">
            <a:extLst>
              <a:ext uri="{FF2B5EF4-FFF2-40B4-BE49-F238E27FC236}">
                <a16:creationId xmlns:a16="http://schemas.microsoft.com/office/drawing/2014/main" id="{9D60C9CE-C525-46DE-F292-8CB6A3BF40A9}"/>
              </a:ext>
            </a:extLst>
          </p:cNvPr>
          <p:cNvSpPr/>
          <p:nvPr/>
        </p:nvSpPr>
        <p:spPr>
          <a:xfrm>
            <a:off x="-113080" y="4489543"/>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50" name="Freeform 50">
            <a:extLst>
              <a:ext uri="{FF2B5EF4-FFF2-40B4-BE49-F238E27FC236}">
                <a16:creationId xmlns:a16="http://schemas.microsoft.com/office/drawing/2014/main" id="{EE1A3F15-AEE5-261A-D54F-E906B3436D04}"/>
              </a:ext>
            </a:extLst>
          </p:cNvPr>
          <p:cNvSpPr/>
          <p:nvPr/>
        </p:nvSpPr>
        <p:spPr>
          <a:xfrm>
            <a:off x="-93978" y="5292202"/>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51" name="Freeform 51">
            <a:extLst>
              <a:ext uri="{FF2B5EF4-FFF2-40B4-BE49-F238E27FC236}">
                <a16:creationId xmlns:a16="http://schemas.microsoft.com/office/drawing/2014/main" id="{A6F6EADD-7AA6-00D9-EC5E-A0347D0249E5}"/>
              </a:ext>
            </a:extLst>
          </p:cNvPr>
          <p:cNvSpPr/>
          <p:nvPr/>
        </p:nvSpPr>
        <p:spPr>
          <a:xfrm>
            <a:off x="-108354" y="6139396"/>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52" name="Freeform 52">
            <a:extLst>
              <a:ext uri="{FF2B5EF4-FFF2-40B4-BE49-F238E27FC236}">
                <a16:creationId xmlns:a16="http://schemas.microsoft.com/office/drawing/2014/main" id="{F2DA907A-1552-88EB-B016-9A1E518A9287}"/>
              </a:ext>
            </a:extLst>
          </p:cNvPr>
          <p:cNvSpPr/>
          <p:nvPr/>
        </p:nvSpPr>
        <p:spPr>
          <a:xfrm>
            <a:off x="-68308" y="6815636"/>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53" name="Freeform 53">
            <a:extLst>
              <a:ext uri="{FF2B5EF4-FFF2-40B4-BE49-F238E27FC236}">
                <a16:creationId xmlns:a16="http://schemas.microsoft.com/office/drawing/2014/main" id="{7B4ABF3B-84E0-BC7E-9AFA-2768B1AEC497}"/>
              </a:ext>
            </a:extLst>
          </p:cNvPr>
          <p:cNvSpPr/>
          <p:nvPr/>
        </p:nvSpPr>
        <p:spPr>
          <a:xfrm>
            <a:off x="-80320" y="2593098"/>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54" name="Freeform 54">
            <a:extLst>
              <a:ext uri="{FF2B5EF4-FFF2-40B4-BE49-F238E27FC236}">
                <a16:creationId xmlns:a16="http://schemas.microsoft.com/office/drawing/2014/main" id="{EFF41338-A81A-9DDD-F06F-0BA8F70E39EF}"/>
              </a:ext>
            </a:extLst>
          </p:cNvPr>
          <p:cNvSpPr/>
          <p:nvPr/>
        </p:nvSpPr>
        <p:spPr>
          <a:xfrm>
            <a:off x="-80320" y="1734423"/>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grpSp>
        <p:nvGrpSpPr>
          <p:cNvPr id="55" name="Group 55">
            <a:extLst>
              <a:ext uri="{FF2B5EF4-FFF2-40B4-BE49-F238E27FC236}">
                <a16:creationId xmlns:a16="http://schemas.microsoft.com/office/drawing/2014/main" id="{3FF0FF96-BEBB-CA41-B0C0-25C70A8FC255}"/>
              </a:ext>
            </a:extLst>
          </p:cNvPr>
          <p:cNvGrpSpPr/>
          <p:nvPr/>
        </p:nvGrpSpPr>
        <p:grpSpPr>
          <a:xfrm>
            <a:off x="-352816" y="583595"/>
            <a:ext cx="3966568" cy="797093"/>
            <a:chOff x="0" y="0"/>
            <a:chExt cx="1410398" cy="283423"/>
          </a:xfrm>
        </p:grpSpPr>
        <p:sp>
          <p:nvSpPr>
            <p:cNvPr id="56" name="Freeform 56">
              <a:extLst>
                <a:ext uri="{FF2B5EF4-FFF2-40B4-BE49-F238E27FC236}">
                  <a16:creationId xmlns:a16="http://schemas.microsoft.com/office/drawing/2014/main" id="{D9EEEDB6-3A03-C3BF-A807-72FCE1340722}"/>
                </a:ext>
              </a:extLst>
            </p:cNvPr>
            <p:cNvSpPr/>
            <p:nvPr/>
          </p:nvSpPr>
          <p:spPr>
            <a:xfrm>
              <a:off x="0" y="0"/>
              <a:ext cx="1410398" cy="283423"/>
            </a:xfrm>
            <a:custGeom>
              <a:avLst/>
              <a:gdLst/>
              <a:ahLst/>
              <a:cxnLst/>
              <a:rect l="l" t="t" r="r" b="b"/>
              <a:pathLst>
                <a:path w="1410398" h="283423">
                  <a:moveTo>
                    <a:pt x="0" y="0"/>
                  </a:moveTo>
                  <a:lnTo>
                    <a:pt x="1410398" y="0"/>
                  </a:lnTo>
                  <a:lnTo>
                    <a:pt x="1410398" y="283423"/>
                  </a:lnTo>
                  <a:lnTo>
                    <a:pt x="0" y="283423"/>
                  </a:lnTo>
                  <a:close/>
                </a:path>
              </a:pathLst>
            </a:custGeom>
            <a:solidFill>
              <a:srgbClr val="FFCEB6">
                <a:alpha val="38824"/>
              </a:srgbClr>
            </a:solidFill>
          </p:spPr>
          <p:txBody>
            <a:bodyPr/>
            <a:lstStyle/>
            <a:p>
              <a:endParaRPr lang="en-SG" sz="1088"/>
            </a:p>
          </p:txBody>
        </p:sp>
        <p:sp>
          <p:nvSpPr>
            <p:cNvPr id="57" name="TextBox 57">
              <a:extLst>
                <a:ext uri="{FF2B5EF4-FFF2-40B4-BE49-F238E27FC236}">
                  <a16:creationId xmlns:a16="http://schemas.microsoft.com/office/drawing/2014/main" id="{9F76D5D7-6526-3300-7B72-42B372911DB6}"/>
                </a:ext>
              </a:extLst>
            </p:cNvPr>
            <p:cNvSpPr txBox="1"/>
            <p:nvPr/>
          </p:nvSpPr>
          <p:spPr>
            <a:xfrm>
              <a:off x="0" y="-28575"/>
              <a:ext cx="1410398" cy="311998"/>
            </a:xfrm>
            <a:prstGeom prst="rect">
              <a:avLst/>
            </a:prstGeom>
          </p:spPr>
          <p:txBody>
            <a:bodyPr lIns="40638" tIns="40638" rIns="40638" bIns="40638" rtlCol="0" anchor="ctr"/>
            <a:lstStyle/>
            <a:p>
              <a:pPr algn="ctr">
                <a:lnSpc>
                  <a:spcPts val="2016"/>
                </a:lnSpc>
              </a:pPr>
              <a:endParaRPr sz="1088"/>
            </a:p>
          </p:txBody>
        </p:sp>
      </p:grpSp>
      <p:grpSp>
        <p:nvGrpSpPr>
          <p:cNvPr id="58" name="Group 58">
            <a:extLst>
              <a:ext uri="{FF2B5EF4-FFF2-40B4-BE49-F238E27FC236}">
                <a16:creationId xmlns:a16="http://schemas.microsoft.com/office/drawing/2014/main" id="{9A25100B-2A48-E668-39A6-AAF4B0C5ADF3}"/>
              </a:ext>
            </a:extLst>
          </p:cNvPr>
          <p:cNvGrpSpPr/>
          <p:nvPr/>
        </p:nvGrpSpPr>
        <p:grpSpPr>
          <a:xfrm>
            <a:off x="-190496" y="2205472"/>
            <a:ext cx="4070156" cy="906484"/>
            <a:chOff x="-36833" y="-28575"/>
            <a:chExt cx="1447231" cy="322320"/>
          </a:xfrm>
        </p:grpSpPr>
        <p:sp>
          <p:nvSpPr>
            <p:cNvPr id="59" name="Freeform 59">
              <a:extLst>
                <a:ext uri="{FF2B5EF4-FFF2-40B4-BE49-F238E27FC236}">
                  <a16:creationId xmlns:a16="http://schemas.microsoft.com/office/drawing/2014/main" id="{AA6B869B-558C-A2A2-280D-1F10FAA256B5}"/>
                </a:ext>
              </a:extLst>
            </p:cNvPr>
            <p:cNvSpPr/>
            <p:nvPr/>
          </p:nvSpPr>
          <p:spPr>
            <a:xfrm>
              <a:off x="-36833" y="4903"/>
              <a:ext cx="1356847" cy="288842"/>
            </a:xfrm>
            <a:custGeom>
              <a:avLst/>
              <a:gdLst/>
              <a:ahLst/>
              <a:cxnLst/>
              <a:rect l="l" t="t" r="r" b="b"/>
              <a:pathLst>
                <a:path w="1410398" h="288842">
                  <a:moveTo>
                    <a:pt x="0" y="0"/>
                  </a:moveTo>
                  <a:lnTo>
                    <a:pt x="1410398" y="0"/>
                  </a:lnTo>
                  <a:lnTo>
                    <a:pt x="1410398" y="288842"/>
                  </a:lnTo>
                  <a:lnTo>
                    <a:pt x="0" y="288842"/>
                  </a:lnTo>
                  <a:close/>
                </a:path>
              </a:pathLst>
            </a:custGeom>
            <a:solidFill>
              <a:srgbClr val="FFCEB6">
                <a:alpha val="38824"/>
              </a:srgbClr>
            </a:solidFill>
          </p:spPr>
          <p:txBody>
            <a:bodyPr/>
            <a:lstStyle/>
            <a:p>
              <a:endParaRPr lang="en-SG" sz="1088"/>
            </a:p>
          </p:txBody>
        </p:sp>
        <p:sp>
          <p:nvSpPr>
            <p:cNvPr id="60" name="TextBox 60">
              <a:extLst>
                <a:ext uri="{FF2B5EF4-FFF2-40B4-BE49-F238E27FC236}">
                  <a16:creationId xmlns:a16="http://schemas.microsoft.com/office/drawing/2014/main" id="{6C2AF43C-358C-02DD-583C-715611879CB9}"/>
                </a:ext>
              </a:extLst>
            </p:cNvPr>
            <p:cNvSpPr txBox="1"/>
            <p:nvPr/>
          </p:nvSpPr>
          <p:spPr>
            <a:xfrm>
              <a:off x="0" y="-28575"/>
              <a:ext cx="1410398" cy="317417"/>
            </a:xfrm>
            <a:prstGeom prst="rect">
              <a:avLst/>
            </a:prstGeom>
          </p:spPr>
          <p:txBody>
            <a:bodyPr lIns="40638" tIns="40638" rIns="40638" bIns="40638" rtlCol="0" anchor="ctr"/>
            <a:lstStyle/>
            <a:p>
              <a:pPr algn="ctr">
                <a:lnSpc>
                  <a:spcPts val="2016"/>
                </a:lnSpc>
              </a:pPr>
              <a:endParaRPr sz="1088"/>
            </a:p>
          </p:txBody>
        </p:sp>
      </p:grpSp>
      <p:sp>
        <p:nvSpPr>
          <p:cNvPr id="61" name="Freeform 61">
            <a:hlinkClick r:id="rId24" action="ppaction://hlinksldjump"/>
            <a:extLst>
              <a:ext uri="{FF2B5EF4-FFF2-40B4-BE49-F238E27FC236}">
                <a16:creationId xmlns:a16="http://schemas.microsoft.com/office/drawing/2014/main" id="{05F8378C-15BB-53AB-8000-2CD1FE1827AF}"/>
              </a:ext>
            </a:extLst>
          </p:cNvPr>
          <p:cNvSpPr/>
          <p:nvPr/>
        </p:nvSpPr>
        <p:spPr>
          <a:xfrm>
            <a:off x="9612112" y="-89747"/>
            <a:ext cx="492592" cy="492592"/>
          </a:xfrm>
          <a:custGeom>
            <a:avLst/>
            <a:gdLst/>
            <a:ahLst/>
            <a:cxnLst/>
            <a:rect l="l" t="t" r="r" b="b"/>
            <a:pathLst>
              <a:path w="615767" h="615767">
                <a:moveTo>
                  <a:pt x="0" y="0"/>
                </a:moveTo>
                <a:lnTo>
                  <a:pt x="615767" y="0"/>
                </a:lnTo>
                <a:lnTo>
                  <a:pt x="615767" y="615767"/>
                </a:lnTo>
                <a:lnTo>
                  <a:pt x="0" y="615767"/>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txBody>
          <a:bodyPr/>
          <a:lstStyle/>
          <a:p>
            <a:endParaRPr lang="en-SG" sz="1088"/>
          </a:p>
        </p:txBody>
      </p:sp>
      <p:grpSp>
        <p:nvGrpSpPr>
          <p:cNvPr id="62" name="Group 62">
            <a:extLst>
              <a:ext uri="{FF2B5EF4-FFF2-40B4-BE49-F238E27FC236}">
                <a16:creationId xmlns:a16="http://schemas.microsoft.com/office/drawing/2014/main" id="{1FE29A80-F6C9-2247-59FE-C5806E712E57}"/>
              </a:ext>
            </a:extLst>
          </p:cNvPr>
          <p:cNvGrpSpPr/>
          <p:nvPr/>
        </p:nvGrpSpPr>
        <p:grpSpPr>
          <a:xfrm>
            <a:off x="3738481" y="6297246"/>
            <a:ext cx="1997447" cy="797093"/>
            <a:chOff x="0" y="0"/>
            <a:chExt cx="710235" cy="283423"/>
          </a:xfrm>
        </p:grpSpPr>
        <p:sp>
          <p:nvSpPr>
            <p:cNvPr id="63" name="Freeform 63">
              <a:extLst>
                <a:ext uri="{FF2B5EF4-FFF2-40B4-BE49-F238E27FC236}">
                  <a16:creationId xmlns:a16="http://schemas.microsoft.com/office/drawing/2014/main" id="{EF0E7A39-3DEE-0357-59A1-C34D0B53846A}"/>
                </a:ext>
              </a:extLst>
            </p:cNvPr>
            <p:cNvSpPr/>
            <p:nvPr/>
          </p:nvSpPr>
          <p:spPr>
            <a:xfrm>
              <a:off x="0" y="0"/>
              <a:ext cx="710235" cy="283423"/>
            </a:xfrm>
            <a:custGeom>
              <a:avLst/>
              <a:gdLst/>
              <a:ahLst/>
              <a:cxnLst/>
              <a:rect l="l" t="t" r="r" b="b"/>
              <a:pathLst>
                <a:path w="710235" h="283423">
                  <a:moveTo>
                    <a:pt x="99219" y="0"/>
                  </a:moveTo>
                  <a:lnTo>
                    <a:pt x="611016" y="0"/>
                  </a:lnTo>
                  <a:cubicBezTo>
                    <a:pt x="637330" y="0"/>
                    <a:pt x="662567" y="10453"/>
                    <a:pt x="681174" y="29061"/>
                  </a:cubicBezTo>
                  <a:cubicBezTo>
                    <a:pt x="699781" y="47668"/>
                    <a:pt x="710235" y="72904"/>
                    <a:pt x="710235" y="99219"/>
                  </a:cubicBezTo>
                  <a:lnTo>
                    <a:pt x="710235" y="184204"/>
                  </a:lnTo>
                  <a:cubicBezTo>
                    <a:pt x="710235" y="210519"/>
                    <a:pt x="699781" y="235756"/>
                    <a:pt x="681174" y="254363"/>
                  </a:cubicBezTo>
                  <a:cubicBezTo>
                    <a:pt x="662567" y="272970"/>
                    <a:pt x="637330" y="283423"/>
                    <a:pt x="611016" y="283423"/>
                  </a:cubicBezTo>
                  <a:lnTo>
                    <a:pt x="99219" y="283423"/>
                  </a:lnTo>
                  <a:cubicBezTo>
                    <a:pt x="72904" y="283423"/>
                    <a:pt x="47668" y="272970"/>
                    <a:pt x="29061" y="254363"/>
                  </a:cubicBezTo>
                  <a:cubicBezTo>
                    <a:pt x="10453" y="235756"/>
                    <a:pt x="0" y="210519"/>
                    <a:pt x="0" y="184204"/>
                  </a:cubicBezTo>
                  <a:lnTo>
                    <a:pt x="0" y="99219"/>
                  </a:lnTo>
                  <a:cubicBezTo>
                    <a:pt x="0" y="72904"/>
                    <a:pt x="10453" y="47668"/>
                    <a:pt x="29061" y="29061"/>
                  </a:cubicBezTo>
                  <a:cubicBezTo>
                    <a:pt x="47668" y="10453"/>
                    <a:pt x="72904" y="0"/>
                    <a:pt x="99219" y="0"/>
                  </a:cubicBezTo>
                  <a:close/>
                </a:path>
              </a:pathLst>
            </a:custGeom>
            <a:solidFill>
              <a:srgbClr val="F34336"/>
            </a:solidFill>
          </p:spPr>
          <p:txBody>
            <a:bodyPr/>
            <a:lstStyle/>
            <a:p>
              <a:endParaRPr lang="en-SG" sz="1088"/>
            </a:p>
          </p:txBody>
        </p:sp>
        <p:sp>
          <p:nvSpPr>
            <p:cNvPr id="64" name="TextBox 64">
              <a:extLst>
                <a:ext uri="{FF2B5EF4-FFF2-40B4-BE49-F238E27FC236}">
                  <a16:creationId xmlns:a16="http://schemas.microsoft.com/office/drawing/2014/main" id="{EE5597C6-9381-FBB7-DD74-F9E2B5026859}"/>
                </a:ext>
              </a:extLst>
            </p:cNvPr>
            <p:cNvSpPr txBox="1"/>
            <p:nvPr/>
          </p:nvSpPr>
          <p:spPr>
            <a:xfrm>
              <a:off x="0" y="-28575"/>
              <a:ext cx="710235" cy="311998"/>
            </a:xfrm>
            <a:prstGeom prst="rect">
              <a:avLst/>
            </a:prstGeom>
          </p:spPr>
          <p:txBody>
            <a:bodyPr lIns="40638" tIns="40638" rIns="40638" bIns="40638" rtlCol="0" anchor="ctr"/>
            <a:lstStyle/>
            <a:p>
              <a:pPr algn="ctr">
                <a:lnSpc>
                  <a:spcPts val="2016"/>
                </a:lnSpc>
              </a:pPr>
              <a:endParaRPr sz="1088"/>
            </a:p>
          </p:txBody>
        </p:sp>
      </p:grpSp>
      <p:grpSp>
        <p:nvGrpSpPr>
          <p:cNvPr id="65" name="Group 65">
            <a:extLst>
              <a:ext uri="{FF2B5EF4-FFF2-40B4-BE49-F238E27FC236}">
                <a16:creationId xmlns:a16="http://schemas.microsoft.com/office/drawing/2014/main" id="{6EFB3725-6AC8-419E-EF86-BA59DCB70299}"/>
              </a:ext>
            </a:extLst>
          </p:cNvPr>
          <p:cNvGrpSpPr/>
          <p:nvPr/>
        </p:nvGrpSpPr>
        <p:grpSpPr>
          <a:xfrm>
            <a:off x="5929681" y="6315759"/>
            <a:ext cx="2075572" cy="778581"/>
            <a:chOff x="0" y="0"/>
            <a:chExt cx="738014" cy="276841"/>
          </a:xfrm>
        </p:grpSpPr>
        <p:sp>
          <p:nvSpPr>
            <p:cNvPr id="66" name="Freeform 66">
              <a:extLst>
                <a:ext uri="{FF2B5EF4-FFF2-40B4-BE49-F238E27FC236}">
                  <a16:creationId xmlns:a16="http://schemas.microsoft.com/office/drawing/2014/main" id="{E6CF29A9-1F7F-8644-884E-790F528BAA01}"/>
                </a:ext>
              </a:extLst>
            </p:cNvPr>
            <p:cNvSpPr/>
            <p:nvPr/>
          </p:nvSpPr>
          <p:spPr>
            <a:xfrm>
              <a:off x="0" y="0"/>
              <a:ext cx="738014" cy="276841"/>
            </a:xfrm>
            <a:custGeom>
              <a:avLst/>
              <a:gdLst/>
              <a:ahLst/>
              <a:cxnLst/>
              <a:rect l="l" t="t" r="r" b="b"/>
              <a:pathLst>
                <a:path w="738014" h="276841">
                  <a:moveTo>
                    <a:pt x="95484" y="0"/>
                  </a:moveTo>
                  <a:lnTo>
                    <a:pt x="642529" y="0"/>
                  </a:lnTo>
                  <a:cubicBezTo>
                    <a:pt x="667853" y="0"/>
                    <a:pt x="692140" y="10060"/>
                    <a:pt x="710047" y="27967"/>
                  </a:cubicBezTo>
                  <a:cubicBezTo>
                    <a:pt x="727954" y="45873"/>
                    <a:pt x="738014" y="70160"/>
                    <a:pt x="738014" y="95484"/>
                  </a:cubicBezTo>
                  <a:lnTo>
                    <a:pt x="738014" y="181357"/>
                  </a:lnTo>
                  <a:cubicBezTo>
                    <a:pt x="738014" y="206681"/>
                    <a:pt x="727954" y="230968"/>
                    <a:pt x="710047" y="248874"/>
                  </a:cubicBezTo>
                  <a:cubicBezTo>
                    <a:pt x="692140" y="266781"/>
                    <a:pt x="667853" y="276841"/>
                    <a:pt x="642529" y="276841"/>
                  </a:cubicBezTo>
                  <a:lnTo>
                    <a:pt x="95484" y="276841"/>
                  </a:lnTo>
                  <a:cubicBezTo>
                    <a:pt x="42750" y="276841"/>
                    <a:pt x="0" y="234091"/>
                    <a:pt x="0" y="181357"/>
                  </a:cubicBezTo>
                  <a:lnTo>
                    <a:pt x="0" y="95484"/>
                  </a:lnTo>
                  <a:cubicBezTo>
                    <a:pt x="0" y="70160"/>
                    <a:pt x="10060" y="45873"/>
                    <a:pt x="27967" y="27967"/>
                  </a:cubicBezTo>
                  <a:cubicBezTo>
                    <a:pt x="45873" y="10060"/>
                    <a:pt x="70160" y="0"/>
                    <a:pt x="95484" y="0"/>
                  </a:cubicBezTo>
                  <a:close/>
                </a:path>
              </a:pathLst>
            </a:custGeom>
            <a:solidFill>
              <a:srgbClr val="F34336"/>
            </a:solidFill>
          </p:spPr>
          <p:txBody>
            <a:bodyPr/>
            <a:lstStyle/>
            <a:p>
              <a:endParaRPr lang="en-SG" sz="1088"/>
            </a:p>
          </p:txBody>
        </p:sp>
        <p:sp>
          <p:nvSpPr>
            <p:cNvPr id="67" name="TextBox 67">
              <a:extLst>
                <a:ext uri="{FF2B5EF4-FFF2-40B4-BE49-F238E27FC236}">
                  <a16:creationId xmlns:a16="http://schemas.microsoft.com/office/drawing/2014/main" id="{F25D6D79-6AA1-2BE5-7571-5B182F965C9E}"/>
                </a:ext>
              </a:extLst>
            </p:cNvPr>
            <p:cNvSpPr txBox="1"/>
            <p:nvPr/>
          </p:nvSpPr>
          <p:spPr>
            <a:xfrm>
              <a:off x="0" y="-28575"/>
              <a:ext cx="738014" cy="305416"/>
            </a:xfrm>
            <a:prstGeom prst="rect">
              <a:avLst/>
            </a:prstGeom>
          </p:spPr>
          <p:txBody>
            <a:bodyPr lIns="40638" tIns="40638" rIns="40638" bIns="40638" rtlCol="0" anchor="ctr"/>
            <a:lstStyle/>
            <a:p>
              <a:pPr algn="ctr">
                <a:lnSpc>
                  <a:spcPts val="2016"/>
                </a:lnSpc>
              </a:pPr>
              <a:endParaRPr sz="1088"/>
            </a:p>
          </p:txBody>
        </p:sp>
      </p:grpSp>
      <p:grpSp>
        <p:nvGrpSpPr>
          <p:cNvPr id="68" name="Group 68">
            <a:extLst>
              <a:ext uri="{FF2B5EF4-FFF2-40B4-BE49-F238E27FC236}">
                <a16:creationId xmlns:a16="http://schemas.microsoft.com/office/drawing/2014/main" id="{725164E7-1644-A1E5-4005-4AA0041AC0DC}"/>
              </a:ext>
            </a:extLst>
          </p:cNvPr>
          <p:cNvGrpSpPr/>
          <p:nvPr/>
        </p:nvGrpSpPr>
        <p:grpSpPr>
          <a:xfrm>
            <a:off x="8199005" y="6315759"/>
            <a:ext cx="1869822" cy="778581"/>
            <a:chOff x="0" y="0"/>
            <a:chExt cx="664855" cy="276841"/>
          </a:xfrm>
        </p:grpSpPr>
        <p:sp>
          <p:nvSpPr>
            <p:cNvPr id="69" name="Freeform 69">
              <a:extLst>
                <a:ext uri="{FF2B5EF4-FFF2-40B4-BE49-F238E27FC236}">
                  <a16:creationId xmlns:a16="http://schemas.microsoft.com/office/drawing/2014/main" id="{D3854147-76B3-17F3-6FE9-CEC166262A93}"/>
                </a:ext>
              </a:extLst>
            </p:cNvPr>
            <p:cNvSpPr/>
            <p:nvPr/>
          </p:nvSpPr>
          <p:spPr>
            <a:xfrm>
              <a:off x="0" y="0"/>
              <a:ext cx="664855" cy="276841"/>
            </a:xfrm>
            <a:custGeom>
              <a:avLst/>
              <a:gdLst/>
              <a:ahLst/>
              <a:cxnLst/>
              <a:rect l="l" t="t" r="r" b="b"/>
              <a:pathLst>
                <a:path w="664855" h="276841">
                  <a:moveTo>
                    <a:pt x="105991" y="0"/>
                  </a:moveTo>
                  <a:lnTo>
                    <a:pt x="558864" y="0"/>
                  </a:lnTo>
                  <a:cubicBezTo>
                    <a:pt x="617401" y="0"/>
                    <a:pt x="664855" y="47454"/>
                    <a:pt x="664855" y="105991"/>
                  </a:cubicBezTo>
                  <a:lnTo>
                    <a:pt x="664855" y="170850"/>
                  </a:lnTo>
                  <a:cubicBezTo>
                    <a:pt x="664855" y="229387"/>
                    <a:pt x="617401" y="276841"/>
                    <a:pt x="558864" y="276841"/>
                  </a:cubicBezTo>
                  <a:lnTo>
                    <a:pt x="105991" y="276841"/>
                  </a:lnTo>
                  <a:cubicBezTo>
                    <a:pt x="47454" y="276841"/>
                    <a:pt x="0" y="229387"/>
                    <a:pt x="0" y="170850"/>
                  </a:cubicBezTo>
                  <a:lnTo>
                    <a:pt x="0" y="105991"/>
                  </a:lnTo>
                  <a:cubicBezTo>
                    <a:pt x="0" y="47454"/>
                    <a:pt x="47454" y="0"/>
                    <a:pt x="105991" y="0"/>
                  </a:cubicBezTo>
                  <a:close/>
                </a:path>
              </a:pathLst>
            </a:custGeom>
            <a:solidFill>
              <a:srgbClr val="F34336"/>
            </a:solidFill>
          </p:spPr>
          <p:txBody>
            <a:bodyPr/>
            <a:lstStyle/>
            <a:p>
              <a:endParaRPr lang="en-SG" sz="1088"/>
            </a:p>
          </p:txBody>
        </p:sp>
        <p:sp>
          <p:nvSpPr>
            <p:cNvPr id="70" name="TextBox 70">
              <a:extLst>
                <a:ext uri="{FF2B5EF4-FFF2-40B4-BE49-F238E27FC236}">
                  <a16:creationId xmlns:a16="http://schemas.microsoft.com/office/drawing/2014/main" id="{558DF657-B01B-A8A9-4292-3A6D0C5D317F}"/>
                </a:ext>
              </a:extLst>
            </p:cNvPr>
            <p:cNvSpPr txBox="1"/>
            <p:nvPr/>
          </p:nvSpPr>
          <p:spPr>
            <a:xfrm>
              <a:off x="0" y="-28575"/>
              <a:ext cx="664855" cy="305416"/>
            </a:xfrm>
            <a:prstGeom prst="rect">
              <a:avLst/>
            </a:prstGeom>
          </p:spPr>
          <p:txBody>
            <a:bodyPr lIns="40638" tIns="40638" rIns="40638" bIns="40638" rtlCol="0" anchor="ctr"/>
            <a:lstStyle/>
            <a:p>
              <a:pPr algn="ctr">
                <a:lnSpc>
                  <a:spcPts val="2016"/>
                </a:lnSpc>
              </a:pPr>
              <a:endParaRPr sz="1088"/>
            </a:p>
          </p:txBody>
        </p:sp>
      </p:grpSp>
      <p:grpSp>
        <p:nvGrpSpPr>
          <p:cNvPr id="71" name="Group 71">
            <a:extLst>
              <a:ext uri="{FF2B5EF4-FFF2-40B4-BE49-F238E27FC236}">
                <a16:creationId xmlns:a16="http://schemas.microsoft.com/office/drawing/2014/main" id="{140AA4A3-684D-57C9-19CE-35F117093245}"/>
              </a:ext>
            </a:extLst>
          </p:cNvPr>
          <p:cNvGrpSpPr/>
          <p:nvPr/>
        </p:nvGrpSpPr>
        <p:grpSpPr>
          <a:xfrm>
            <a:off x="3860669" y="5025164"/>
            <a:ext cx="6330349" cy="1130108"/>
            <a:chOff x="0" y="0"/>
            <a:chExt cx="2250890" cy="401834"/>
          </a:xfrm>
        </p:grpSpPr>
        <p:sp>
          <p:nvSpPr>
            <p:cNvPr id="72" name="Freeform 72">
              <a:extLst>
                <a:ext uri="{FF2B5EF4-FFF2-40B4-BE49-F238E27FC236}">
                  <a16:creationId xmlns:a16="http://schemas.microsoft.com/office/drawing/2014/main" id="{B7F52354-A117-AD79-F0F8-B405BA1AA446}"/>
                </a:ext>
              </a:extLst>
            </p:cNvPr>
            <p:cNvSpPr/>
            <p:nvPr/>
          </p:nvSpPr>
          <p:spPr>
            <a:xfrm>
              <a:off x="0" y="0"/>
              <a:ext cx="2250890" cy="401834"/>
            </a:xfrm>
            <a:custGeom>
              <a:avLst/>
              <a:gdLst/>
              <a:ahLst/>
              <a:cxnLst/>
              <a:rect l="l" t="t" r="r" b="b"/>
              <a:pathLst>
                <a:path w="2250890" h="401834">
                  <a:moveTo>
                    <a:pt x="41090" y="0"/>
                  </a:moveTo>
                  <a:lnTo>
                    <a:pt x="2209799" y="0"/>
                  </a:lnTo>
                  <a:cubicBezTo>
                    <a:pt x="2220697" y="0"/>
                    <a:pt x="2231149" y="4329"/>
                    <a:pt x="2238855" y="12035"/>
                  </a:cubicBezTo>
                  <a:cubicBezTo>
                    <a:pt x="2246561" y="19741"/>
                    <a:pt x="2250890" y="30193"/>
                    <a:pt x="2250890" y="41090"/>
                  </a:cubicBezTo>
                  <a:lnTo>
                    <a:pt x="2250890" y="360743"/>
                  </a:lnTo>
                  <a:cubicBezTo>
                    <a:pt x="2250890" y="371641"/>
                    <a:pt x="2246561" y="382093"/>
                    <a:pt x="2238855" y="389799"/>
                  </a:cubicBezTo>
                  <a:cubicBezTo>
                    <a:pt x="2231149" y="397505"/>
                    <a:pt x="2220697" y="401834"/>
                    <a:pt x="2209799" y="401834"/>
                  </a:cubicBezTo>
                  <a:lnTo>
                    <a:pt x="41090" y="401834"/>
                  </a:lnTo>
                  <a:cubicBezTo>
                    <a:pt x="30193" y="401834"/>
                    <a:pt x="19741" y="397505"/>
                    <a:pt x="12035" y="389799"/>
                  </a:cubicBezTo>
                  <a:cubicBezTo>
                    <a:pt x="4329" y="382093"/>
                    <a:pt x="0" y="371641"/>
                    <a:pt x="0" y="360743"/>
                  </a:cubicBezTo>
                  <a:lnTo>
                    <a:pt x="0" y="41090"/>
                  </a:lnTo>
                  <a:cubicBezTo>
                    <a:pt x="0" y="30193"/>
                    <a:pt x="4329" y="19741"/>
                    <a:pt x="12035" y="12035"/>
                  </a:cubicBezTo>
                  <a:cubicBezTo>
                    <a:pt x="19741" y="4329"/>
                    <a:pt x="30193" y="0"/>
                    <a:pt x="41090" y="0"/>
                  </a:cubicBezTo>
                  <a:close/>
                </a:path>
              </a:pathLst>
            </a:custGeom>
            <a:solidFill>
              <a:srgbClr val="FFC431">
                <a:alpha val="66667"/>
              </a:srgbClr>
            </a:solidFill>
            <a:ln cap="rnd">
              <a:noFill/>
              <a:prstDash val="solid"/>
              <a:round/>
            </a:ln>
          </p:spPr>
          <p:txBody>
            <a:bodyPr/>
            <a:lstStyle/>
            <a:p>
              <a:endParaRPr lang="en-SG" sz="1088"/>
            </a:p>
          </p:txBody>
        </p:sp>
        <p:sp>
          <p:nvSpPr>
            <p:cNvPr id="73" name="TextBox 73">
              <a:extLst>
                <a:ext uri="{FF2B5EF4-FFF2-40B4-BE49-F238E27FC236}">
                  <a16:creationId xmlns:a16="http://schemas.microsoft.com/office/drawing/2014/main" id="{B1005B1C-F176-69BF-E51F-7551CE11DE6B}"/>
                </a:ext>
              </a:extLst>
            </p:cNvPr>
            <p:cNvSpPr txBox="1"/>
            <p:nvPr/>
          </p:nvSpPr>
          <p:spPr>
            <a:xfrm>
              <a:off x="0" y="-28575"/>
              <a:ext cx="2250890" cy="430409"/>
            </a:xfrm>
            <a:prstGeom prst="rect">
              <a:avLst/>
            </a:prstGeom>
          </p:spPr>
          <p:txBody>
            <a:bodyPr lIns="40638" tIns="40638" rIns="40638" bIns="40638" rtlCol="0" anchor="ctr"/>
            <a:lstStyle/>
            <a:p>
              <a:pPr algn="ctr">
                <a:lnSpc>
                  <a:spcPts val="2016"/>
                </a:lnSpc>
                <a:spcBef>
                  <a:spcPct val="0"/>
                </a:spcBef>
              </a:pPr>
              <a:endParaRPr sz="1088"/>
            </a:p>
          </p:txBody>
        </p:sp>
      </p:grpSp>
      <p:sp>
        <p:nvSpPr>
          <p:cNvPr id="74" name="TextBox 74">
            <a:extLst>
              <a:ext uri="{FF2B5EF4-FFF2-40B4-BE49-F238E27FC236}">
                <a16:creationId xmlns:a16="http://schemas.microsoft.com/office/drawing/2014/main" id="{38090E0F-268B-3E6E-06DB-F48A3FEC94F1}"/>
              </a:ext>
            </a:extLst>
          </p:cNvPr>
          <p:cNvSpPr txBox="1"/>
          <p:nvPr/>
        </p:nvSpPr>
        <p:spPr>
          <a:xfrm>
            <a:off x="3798492" y="5068941"/>
            <a:ext cx="6206799" cy="615553"/>
          </a:xfrm>
          <a:prstGeom prst="rect">
            <a:avLst/>
          </a:prstGeom>
        </p:spPr>
        <p:txBody>
          <a:bodyPr wrap="square" lIns="0" tIns="0" rIns="0" bIns="0" rtlCol="0" anchor="t">
            <a:spAutoFit/>
          </a:bodyPr>
          <a:lstStyle/>
          <a:p>
            <a:pPr algn="ctr">
              <a:lnSpc>
                <a:spcPts val="1584"/>
              </a:lnSpc>
            </a:pPr>
            <a:r>
              <a:rPr lang="en-US" sz="1440" dirty="0">
                <a:solidFill>
                  <a:srgbClr val="000000"/>
                </a:solidFill>
                <a:latin typeface="Roboto Mono"/>
                <a:ea typeface="Roboto Mono"/>
                <a:cs typeface="Roboto Mono"/>
                <a:sym typeface="Roboto Mono"/>
              </a:rPr>
              <a:t>Quick Tip: </a:t>
            </a:r>
          </a:p>
          <a:p>
            <a:pPr algn="ctr">
              <a:lnSpc>
                <a:spcPts val="1584"/>
              </a:lnSpc>
            </a:pPr>
            <a:r>
              <a:rPr lang="en-US" sz="1440" dirty="0">
                <a:solidFill>
                  <a:srgbClr val="000000"/>
                </a:solidFill>
                <a:latin typeface="Roboto Mono"/>
                <a:ea typeface="Roboto Mono"/>
                <a:cs typeface="Roboto Mono"/>
                <a:sym typeface="Roboto Mono"/>
              </a:rPr>
              <a:t>You may add places you like to ‘</a:t>
            </a:r>
            <a:r>
              <a:rPr lang="en-US" sz="1440" dirty="0" err="1">
                <a:solidFill>
                  <a:srgbClr val="000000"/>
                </a:solidFill>
                <a:latin typeface="Roboto Mono"/>
                <a:ea typeface="Roboto Mono"/>
                <a:cs typeface="Roboto Mono"/>
                <a:sym typeface="Roboto Mono"/>
              </a:rPr>
              <a:t>Favourites</a:t>
            </a:r>
            <a:r>
              <a:rPr lang="en-US" sz="1440" dirty="0">
                <a:solidFill>
                  <a:srgbClr val="000000"/>
                </a:solidFill>
                <a:latin typeface="Roboto Mono"/>
                <a:ea typeface="Roboto Mono"/>
                <a:cs typeface="Roboto Mono"/>
                <a:sym typeface="Roboto Mono"/>
              </a:rPr>
              <a:t>  ’ to plan your trip quickly. </a:t>
            </a:r>
          </a:p>
        </p:txBody>
      </p:sp>
      <p:sp>
        <p:nvSpPr>
          <p:cNvPr id="75" name="Freeform 75">
            <a:extLst>
              <a:ext uri="{FF2B5EF4-FFF2-40B4-BE49-F238E27FC236}">
                <a16:creationId xmlns:a16="http://schemas.microsoft.com/office/drawing/2014/main" id="{2C8CCFC5-CC2F-3239-AEB8-6A01B556BF6B}"/>
              </a:ext>
            </a:extLst>
          </p:cNvPr>
          <p:cNvSpPr/>
          <p:nvPr/>
        </p:nvSpPr>
        <p:spPr>
          <a:xfrm>
            <a:off x="8623577" y="5303603"/>
            <a:ext cx="184244" cy="153844"/>
          </a:xfrm>
          <a:custGeom>
            <a:avLst/>
            <a:gdLst/>
            <a:ahLst/>
            <a:cxnLst/>
            <a:rect l="l" t="t" r="r" b="b"/>
            <a:pathLst>
              <a:path w="230315" h="192313">
                <a:moveTo>
                  <a:pt x="0" y="0"/>
                </a:moveTo>
                <a:lnTo>
                  <a:pt x="230315" y="0"/>
                </a:lnTo>
                <a:lnTo>
                  <a:pt x="230315" y="192313"/>
                </a:lnTo>
                <a:lnTo>
                  <a:pt x="0" y="192313"/>
                </a:lnTo>
                <a:lnTo>
                  <a:pt x="0" y="0"/>
                </a:lnTo>
                <a:close/>
              </a:path>
            </a:pathLst>
          </a:custGeom>
          <a:blipFill>
            <a:blip r:embed="rId18">
              <a:extLst>
                <a:ext uri="{96DAC541-7B7A-43D3-8B79-37D633B846F1}">
                  <asvg:svgBlip xmlns:asvg="http://schemas.microsoft.com/office/drawing/2016/SVG/main" r:embed="rId19"/>
                </a:ext>
              </a:extLst>
            </a:blip>
            <a:stretch>
              <a:fillRect/>
            </a:stretch>
          </a:blipFill>
          <a:ln cap="sq">
            <a:noFill/>
            <a:prstDash val="solid"/>
            <a:miter/>
          </a:ln>
        </p:spPr>
        <p:txBody>
          <a:bodyPr/>
          <a:lstStyle/>
          <a:p>
            <a:endParaRPr lang="en-SG" sz="1088"/>
          </a:p>
        </p:txBody>
      </p:sp>
      <p:sp>
        <p:nvSpPr>
          <p:cNvPr id="76" name="Freeform 76">
            <a:extLst>
              <a:ext uri="{FF2B5EF4-FFF2-40B4-BE49-F238E27FC236}">
                <a16:creationId xmlns:a16="http://schemas.microsoft.com/office/drawing/2014/main" id="{AB729CB1-425D-ECE8-F0C8-DD1ADC106DB9}"/>
              </a:ext>
            </a:extLst>
          </p:cNvPr>
          <p:cNvSpPr/>
          <p:nvPr/>
        </p:nvSpPr>
        <p:spPr>
          <a:xfrm>
            <a:off x="3860669" y="4345147"/>
            <a:ext cx="960642" cy="839361"/>
          </a:xfrm>
          <a:custGeom>
            <a:avLst/>
            <a:gdLst/>
            <a:ahLst/>
            <a:cxnLst/>
            <a:rect l="l" t="t" r="r" b="b"/>
            <a:pathLst>
              <a:path w="1200855" h="1049247">
                <a:moveTo>
                  <a:pt x="0" y="0"/>
                </a:moveTo>
                <a:lnTo>
                  <a:pt x="1200855" y="0"/>
                </a:lnTo>
                <a:lnTo>
                  <a:pt x="1200855" y="1049246"/>
                </a:lnTo>
                <a:lnTo>
                  <a:pt x="0" y="1049246"/>
                </a:lnTo>
                <a:lnTo>
                  <a:pt x="0" y="0"/>
                </a:lnTo>
                <a:close/>
              </a:path>
            </a:pathLst>
          </a:custGeom>
          <a:blipFill>
            <a:blip r:embed="rId27"/>
            <a:stretch>
              <a:fillRect/>
            </a:stretch>
          </a:blipFill>
          <a:ln cap="sq">
            <a:noFill/>
            <a:prstDash val="solid"/>
            <a:miter/>
          </a:ln>
        </p:spPr>
        <p:txBody>
          <a:bodyPr/>
          <a:lstStyle/>
          <a:p>
            <a:endParaRPr lang="en-SG" sz="1088"/>
          </a:p>
        </p:txBody>
      </p:sp>
      <p:sp>
        <p:nvSpPr>
          <p:cNvPr id="77" name="Freeform 77">
            <a:extLst>
              <a:ext uri="{FF2B5EF4-FFF2-40B4-BE49-F238E27FC236}">
                <a16:creationId xmlns:a16="http://schemas.microsoft.com/office/drawing/2014/main" id="{E453C494-8D00-9DC0-7BBA-E4E54009F952}"/>
              </a:ext>
            </a:extLst>
          </p:cNvPr>
          <p:cNvSpPr/>
          <p:nvPr/>
        </p:nvSpPr>
        <p:spPr>
          <a:xfrm>
            <a:off x="8928072" y="6347377"/>
            <a:ext cx="357671" cy="357671"/>
          </a:xfrm>
          <a:custGeom>
            <a:avLst/>
            <a:gdLst/>
            <a:ahLst/>
            <a:cxnLst/>
            <a:rect l="l" t="t" r="r" b="b"/>
            <a:pathLst>
              <a:path w="447108" h="447108">
                <a:moveTo>
                  <a:pt x="0" y="0"/>
                </a:moveTo>
                <a:lnTo>
                  <a:pt x="447107" y="0"/>
                </a:lnTo>
                <a:lnTo>
                  <a:pt x="447107" y="447108"/>
                </a:lnTo>
                <a:lnTo>
                  <a:pt x="0" y="447108"/>
                </a:lnTo>
                <a:lnTo>
                  <a:pt x="0" y="0"/>
                </a:lnTo>
                <a:close/>
              </a:path>
            </a:pathLst>
          </a:custGeom>
          <a:blipFill>
            <a:blip r:embed="rId28">
              <a:extLst>
                <a:ext uri="{96DAC541-7B7A-43D3-8B79-37D633B846F1}">
                  <asvg:svgBlip xmlns:asvg="http://schemas.microsoft.com/office/drawing/2016/SVG/main" r:embed="rId29"/>
                </a:ext>
              </a:extLst>
            </a:blip>
            <a:stretch>
              <a:fillRect/>
            </a:stretch>
          </a:blipFill>
        </p:spPr>
        <p:txBody>
          <a:bodyPr/>
          <a:lstStyle/>
          <a:p>
            <a:endParaRPr lang="en-SG" sz="1088"/>
          </a:p>
        </p:txBody>
      </p:sp>
      <p:sp>
        <p:nvSpPr>
          <p:cNvPr id="78" name="Freeform 78">
            <a:extLst>
              <a:ext uri="{FF2B5EF4-FFF2-40B4-BE49-F238E27FC236}">
                <a16:creationId xmlns:a16="http://schemas.microsoft.com/office/drawing/2014/main" id="{31D67E00-28D2-8449-0213-CE4C698A3953}"/>
              </a:ext>
            </a:extLst>
          </p:cNvPr>
          <p:cNvSpPr/>
          <p:nvPr/>
        </p:nvSpPr>
        <p:spPr>
          <a:xfrm>
            <a:off x="6897922" y="6450641"/>
            <a:ext cx="254409" cy="254409"/>
          </a:xfrm>
          <a:custGeom>
            <a:avLst/>
            <a:gdLst/>
            <a:ahLst/>
            <a:cxnLst/>
            <a:rect l="l" t="t" r="r" b="b"/>
            <a:pathLst>
              <a:path w="318025" h="318025">
                <a:moveTo>
                  <a:pt x="0" y="0"/>
                </a:moveTo>
                <a:lnTo>
                  <a:pt x="318025" y="0"/>
                </a:lnTo>
                <a:lnTo>
                  <a:pt x="318025" y="318025"/>
                </a:lnTo>
                <a:lnTo>
                  <a:pt x="0" y="318025"/>
                </a:lnTo>
                <a:lnTo>
                  <a:pt x="0" y="0"/>
                </a:lnTo>
                <a:close/>
              </a:path>
            </a:pathLst>
          </a:custGeom>
          <a:blipFill>
            <a:blip r:embed="rId30">
              <a:extLst>
                <a:ext uri="{96DAC541-7B7A-43D3-8B79-37D633B846F1}">
                  <asvg:svgBlip xmlns:asvg="http://schemas.microsoft.com/office/drawing/2016/SVG/main" r:embed="rId31"/>
                </a:ext>
              </a:extLst>
            </a:blip>
            <a:stretch>
              <a:fillRect/>
            </a:stretch>
          </a:blipFill>
        </p:spPr>
        <p:txBody>
          <a:bodyPr/>
          <a:lstStyle/>
          <a:p>
            <a:endParaRPr lang="en-SG" sz="1088"/>
          </a:p>
        </p:txBody>
      </p:sp>
      <p:sp>
        <p:nvSpPr>
          <p:cNvPr id="79" name="Freeform 79">
            <a:extLst>
              <a:ext uri="{FF2B5EF4-FFF2-40B4-BE49-F238E27FC236}">
                <a16:creationId xmlns:a16="http://schemas.microsoft.com/office/drawing/2014/main" id="{0493763F-1F2D-214D-BAD6-E20045507F4A}"/>
              </a:ext>
            </a:extLst>
          </p:cNvPr>
          <p:cNvSpPr/>
          <p:nvPr/>
        </p:nvSpPr>
        <p:spPr>
          <a:xfrm>
            <a:off x="4491882" y="6441385"/>
            <a:ext cx="420510" cy="254409"/>
          </a:xfrm>
          <a:custGeom>
            <a:avLst/>
            <a:gdLst/>
            <a:ahLst/>
            <a:cxnLst/>
            <a:rect l="l" t="t" r="r" b="b"/>
            <a:pathLst>
              <a:path w="525661" h="318025">
                <a:moveTo>
                  <a:pt x="0" y="0"/>
                </a:moveTo>
                <a:lnTo>
                  <a:pt x="525661" y="0"/>
                </a:lnTo>
                <a:lnTo>
                  <a:pt x="525661" y="318025"/>
                </a:lnTo>
                <a:lnTo>
                  <a:pt x="0" y="318025"/>
                </a:lnTo>
                <a:lnTo>
                  <a:pt x="0" y="0"/>
                </a:lnTo>
                <a:close/>
              </a:path>
            </a:pathLst>
          </a:custGeom>
          <a:blipFill>
            <a:blip r:embed="rId32">
              <a:extLst>
                <a:ext uri="{96DAC541-7B7A-43D3-8B79-37D633B846F1}">
                  <asvg:svgBlip xmlns:asvg="http://schemas.microsoft.com/office/drawing/2016/SVG/main" r:embed="rId33"/>
                </a:ext>
              </a:extLst>
            </a:blip>
            <a:stretch>
              <a:fillRect/>
            </a:stretch>
          </a:blipFill>
        </p:spPr>
        <p:txBody>
          <a:bodyPr/>
          <a:lstStyle/>
          <a:p>
            <a:endParaRPr lang="en-SG" sz="1088"/>
          </a:p>
        </p:txBody>
      </p:sp>
      <p:grpSp>
        <p:nvGrpSpPr>
          <p:cNvPr id="80" name="Group 80">
            <a:extLst>
              <a:ext uri="{FF2B5EF4-FFF2-40B4-BE49-F238E27FC236}">
                <a16:creationId xmlns:a16="http://schemas.microsoft.com/office/drawing/2014/main" id="{55377355-14E8-8984-504A-107F7390DF6A}"/>
              </a:ext>
            </a:extLst>
          </p:cNvPr>
          <p:cNvGrpSpPr/>
          <p:nvPr/>
        </p:nvGrpSpPr>
        <p:grpSpPr>
          <a:xfrm>
            <a:off x="3571120" y="570508"/>
            <a:ext cx="105455" cy="7887829"/>
            <a:chOff x="0" y="0"/>
            <a:chExt cx="37497" cy="2804685"/>
          </a:xfrm>
        </p:grpSpPr>
        <p:sp>
          <p:nvSpPr>
            <p:cNvPr id="81" name="Freeform 81">
              <a:extLst>
                <a:ext uri="{FF2B5EF4-FFF2-40B4-BE49-F238E27FC236}">
                  <a16:creationId xmlns:a16="http://schemas.microsoft.com/office/drawing/2014/main" id="{B53C0A75-4E09-0F8B-BCD3-CBA01243CC5C}"/>
                </a:ext>
              </a:extLst>
            </p:cNvPr>
            <p:cNvSpPr/>
            <p:nvPr/>
          </p:nvSpPr>
          <p:spPr>
            <a:xfrm>
              <a:off x="0" y="0"/>
              <a:ext cx="37497" cy="2804685"/>
            </a:xfrm>
            <a:custGeom>
              <a:avLst/>
              <a:gdLst/>
              <a:ahLst/>
              <a:cxnLst/>
              <a:rect l="l" t="t" r="r" b="b"/>
              <a:pathLst>
                <a:path w="37497" h="2804685">
                  <a:moveTo>
                    <a:pt x="0" y="0"/>
                  </a:moveTo>
                  <a:lnTo>
                    <a:pt x="37497" y="0"/>
                  </a:lnTo>
                  <a:lnTo>
                    <a:pt x="37497" y="2804685"/>
                  </a:lnTo>
                  <a:lnTo>
                    <a:pt x="0" y="2804685"/>
                  </a:lnTo>
                  <a:close/>
                </a:path>
              </a:pathLst>
            </a:custGeom>
            <a:solidFill>
              <a:srgbClr val="FDFDFD"/>
            </a:solidFill>
            <a:ln w="9525" cap="sq">
              <a:solidFill>
                <a:srgbClr val="000000"/>
              </a:solidFill>
              <a:prstDash val="solid"/>
              <a:miter/>
            </a:ln>
          </p:spPr>
          <p:txBody>
            <a:bodyPr/>
            <a:lstStyle/>
            <a:p>
              <a:endParaRPr lang="en-SG" sz="1088"/>
            </a:p>
          </p:txBody>
        </p:sp>
        <p:sp>
          <p:nvSpPr>
            <p:cNvPr id="82" name="TextBox 82">
              <a:extLst>
                <a:ext uri="{FF2B5EF4-FFF2-40B4-BE49-F238E27FC236}">
                  <a16:creationId xmlns:a16="http://schemas.microsoft.com/office/drawing/2014/main" id="{3337747F-30F1-2F02-04C3-50B332F4C96C}"/>
                </a:ext>
              </a:extLst>
            </p:cNvPr>
            <p:cNvSpPr txBox="1"/>
            <p:nvPr/>
          </p:nvSpPr>
          <p:spPr>
            <a:xfrm>
              <a:off x="0" y="-28575"/>
              <a:ext cx="37497" cy="2833260"/>
            </a:xfrm>
            <a:prstGeom prst="rect">
              <a:avLst/>
            </a:prstGeom>
          </p:spPr>
          <p:txBody>
            <a:bodyPr lIns="40638" tIns="40638" rIns="40638" bIns="40638" rtlCol="0" anchor="ctr"/>
            <a:lstStyle/>
            <a:p>
              <a:pPr algn="ctr">
                <a:lnSpc>
                  <a:spcPts val="2016"/>
                </a:lnSpc>
              </a:pPr>
              <a:endParaRPr sz="1088"/>
            </a:p>
          </p:txBody>
        </p:sp>
      </p:grpSp>
      <p:grpSp>
        <p:nvGrpSpPr>
          <p:cNvPr id="83" name="Group 83">
            <a:extLst>
              <a:ext uri="{FF2B5EF4-FFF2-40B4-BE49-F238E27FC236}">
                <a16:creationId xmlns:a16="http://schemas.microsoft.com/office/drawing/2014/main" id="{4EC4B3DC-8EF7-78A7-ACED-AC99B3F85248}"/>
              </a:ext>
            </a:extLst>
          </p:cNvPr>
          <p:cNvGrpSpPr/>
          <p:nvPr/>
        </p:nvGrpSpPr>
        <p:grpSpPr>
          <a:xfrm>
            <a:off x="3571122" y="2206140"/>
            <a:ext cx="99056" cy="1284383"/>
            <a:chOff x="0" y="0"/>
            <a:chExt cx="35221" cy="456690"/>
          </a:xfrm>
        </p:grpSpPr>
        <p:sp>
          <p:nvSpPr>
            <p:cNvPr id="84" name="Freeform 84">
              <a:extLst>
                <a:ext uri="{FF2B5EF4-FFF2-40B4-BE49-F238E27FC236}">
                  <a16:creationId xmlns:a16="http://schemas.microsoft.com/office/drawing/2014/main" id="{2047D8AC-9A0E-FCB7-470E-0C490E15A557}"/>
                </a:ext>
              </a:extLst>
            </p:cNvPr>
            <p:cNvSpPr/>
            <p:nvPr/>
          </p:nvSpPr>
          <p:spPr>
            <a:xfrm>
              <a:off x="0" y="0"/>
              <a:ext cx="35221" cy="456690"/>
            </a:xfrm>
            <a:custGeom>
              <a:avLst/>
              <a:gdLst/>
              <a:ahLst/>
              <a:cxnLst/>
              <a:rect l="l" t="t" r="r" b="b"/>
              <a:pathLst>
                <a:path w="35221" h="456690">
                  <a:moveTo>
                    <a:pt x="0" y="0"/>
                  </a:moveTo>
                  <a:lnTo>
                    <a:pt x="35221" y="0"/>
                  </a:lnTo>
                  <a:lnTo>
                    <a:pt x="35221" y="456690"/>
                  </a:lnTo>
                  <a:lnTo>
                    <a:pt x="0" y="456690"/>
                  </a:lnTo>
                  <a:close/>
                </a:path>
              </a:pathLst>
            </a:custGeom>
            <a:solidFill>
              <a:srgbClr val="F34336"/>
            </a:solidFill>
            <a:ln cap="sq">
              <a:noFill/>
              <a:prstDash val="solid"/>
              <a:miter/>
            </a:ln>
          </p:spPr>
          <p:txBody>
            <a:bodyPr/>
            <a:lstStyle/>
            <a:p>
              <a:endParaRPr lang="en-SG" sz="1088"/>
            </a:p>
          </p:txBody>
        </p:sp>
        <p:sp>
          <p:nvSpPr>
            <p:cNvPr id="85" name="TextBox 85">
              <a:extLst>
                <a:ext uri="{FF2B5EF4-FFF2-40B4-BE49-F238E27FC236}">
                  <a16:creationId xmlns:a16="http://schemas.microsoft.com/office/drawing/2014/main" id="{1B5BE863-0853-8A9B-A09D-9974A77FB5D8}"/>
                </a:ext>
              </a:extLst>
            </p:cNvPr>
            <p:cNvSpPr txBox="1"/>
            <p:nvPr/>
          </p:nvSpPr>
          <p:spPr>
            <a:xfrm>
              <a:off x="0" y="-28575"/>
              <a:ext cx="35221" cy="485265"/>
            </a:xfrm>
            <a:prstGeom prst="rect">
              <a:avLst/>
            </a:prstGeom>
          </p:spPr>
          <p:txBody>
            <a:bodyPr lIns="40638" tIns="40638" rIns="40638" bIns="40638" rtlCol="0" anchor="ctr"/>
            <a:lstStyle/>
            <a:p>
              <a:pPr algn="ctr">
                <a:lnSpc>
                  <a:spcPts val="2016"/>
                </a:lnSpc>
              </a:pPr>
              <a:endParaRPr sz="1088"/>
            </a:p>
          </p:txBody>
        </p:sp>
      </p:grpSp>
      <p:grpSp>
        <p:nvGrpSpPr>
          <p:cNvPr id="86" name="Group 86">
            <a:extLst>
              <a:ext uri="{FF2B5EF4-FFF2-40B4-BE49-F238E27FC236}">
                <a16:creationId xmlns:a16="http://schemas.microsoft.com/office/drawing/2014/main" id="{16F6CA51-8ADA-D0E0-CAE2-BBEC69FFAF50}"/>
              </a:ext>
            </a:extLst>
          </p:cNvPr>
          <p:cNvGrpSpPr/>
          <p:nvPr/>
        </p:nvGrpSpPr>
        <p:grpSpPr>
          <a:xfrm>
            <a:off x="3571120" y="572833"/>
            <a:ext cx="105455" cy="304554"/>
            <a:chOff x="0" y="0"/>
            <a:chExt cx="37497" cy="108291"/>
          </a:xfrm>
        </p:grpSpPr>
        <p:sp>
          <p:nvSpPr>
            <p:cNvPr id="87" name="Freeform 87">
              <a:extLst>
                <a:ext uri="{FF2B5EF4-FFF2-40B4-BE49-F238E27FC236}">
                  <a16:creationId xmlns:a16="http://schemas.microsoft.com/office/drawing/2014/main" id="{E575F78A-D648-D6B7-3232-162F7E75E0DF}"/>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88" name="TextBox 88">
              <a:extLst>
                <a:ext uri="{FF2B5EF4-FFF2-40B4-BE49-F238E27FC236}">
                  <a16:creationId xmlns:a16="http://schemas.microsoft.com/office/drawing/2014/main" id="{B18183BF-0944-5EEB-ACDD-363C92DFBF31}"/>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89" name="Group 89">
            <a:extLst>
              <a:ext uri="{FF2B5EF4-FFF2-40B4-BE49-F238E27FC236}">
                <a16:creationId xmlns:a16="http://schemas.microsoft.com/office/drawing/2014/main" id="{AE4F50D5-C49D-8D60-7FB2-EE77EA02E610}"/>
              </a:ext>
            </a:extLst>
          </p:cNvPr>
          <p:cNvGrpSpPr/>
          <p:nvPr/>
        </p:nvGrpSpPr>
        <p:grpSpPr>
          <a:xfrm>
            <a:off x="3571120" y="7100511"/>
            <a:ext cx="105455" cy="304554"/>
            <a:chOff x="0" y="0"/>
            <a:chExt cx="37497" cy="108291"/>
          </a:xfrm>
        </p:grpSpPr>
        <p:sp>
          <p:nvSpPr>
            <p:cNvPr id="90" name="Freeform 90">
              <a:extLst>
                <a:ext uri="{FF2B5EF4-FFF2-40B4-BE49-F238E27FC236}">
                  <a16:creationId xmlns:a16="http://schemas.microsoft.com/office/drawing/2014/main" id="{A2692FE1-4D5E-C5BB-B007-4AC5FF8E1B7F}"/>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91" name="TextBox 91">
              <a:extLst>
                <a:ext uri="{FF2B5EF4-FFF2-40B4-BE49-F238E27FC236}">
                  <a16:creationId xmlns:a16="http://schemas.microsoft.com/office/drawing/2014/main" id="{03CE7763-E6BE-039B-F956-D478EECEC861}"/>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92" name="Group 92">
            <a:extLst>
              <a:ext uri="{FF2B5EF4-FFF2-40B4-BE49-F238E27FC236}">
                <a16:creationId xmlns:a16="http://schemas.microsoft.com/office/drawing/2014/main" id="{3659C79D-DE7E-B820-C9C1-A6DA4FF9335C}"/>
              </a:ext>
            </a:extLst>
          </p:cNvPr>
          <p:cNvGrpSpPr/>
          <p:nvPr/>
        </p:nvGrpSpPr>
        <p:grpSpPr>
          <a:xfrm>
            <a:off x="3592699" y="675840"/>
            <a:ext cx="83877" cy="73393"/>
            <a:chOff x="0" y="0"/>
            <a:chExt cx="812800" cy="711200"/>
          </a:xfrm>
        </p:grpSpPr>
        <p:sp>
          <p:nvSpPr>
            <p:cNvPr id="93" name="Freeform 93">
              <a:extLst>
                <a:ext uri="{FF2B5EF4-FFF2-40B4-BE49-F238E27FC236}">
                  <a16:creationId xmlns:a16="http://schemas.microsoft.com/office/drawing/2014/main" id="{A15AB3F5-AA92-5EF4-E3D0-51FFAC335B75}"/>
                </a:ext>
              </a:extLst>
            </p:cNvPr>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34336"/>
            </a:solidFill>
          </p:spPr>
          <p:txBody>
            <a:bodyPr/>
            <a:lstStyle/>
            <a:p>
              <a:endParaRPr lang="en-SG" sz="1088"/>
            </a:p>
          </p:txBody>
        </p:sp>
        <p:sp>
          <p:nvSpPr>
            <p:cNvPr id="94" name="TextBox 94">
              <a:extLst>
                <a:ext uri="{FF2B5EF4-FFF2-40B4-BE49-F238E27FC236}">
                  <a16:creationId xmlns:a16="http://schemas.microsoft.com/office/drawing/2014/main" id="{E9F845DB-DCE2-7997-41C9-59BFDEBA556A}"/>
                </a:ext>
              </a:extLst>
            </p:cNvPr>
            <p:cNvSpPr txBox="1"/>
            <p:nvPr/>
          </p:nvSpPr>
          <p:spPr>
            <a:xfrm>
              <a:off x="127000" y="301625"/>
              <a:ext cx="558800" cy="358775"/>
            </a:xfrm>
            <a:prstGeom prst="rect">
              <a:avLst/>
            </a:prstGeom>
          </p:spPr>
          <p:txBody>
            <a:bodyPr lIns="40638" tIns="40638" rIns="40638" bIns="40638" rtlCol="0" anchor="ctr"/>
            <a:lstStyle/>
            <a:p>
              <a:pPr algn="ctr">
                <a:lnSpc>
                  <a:spcPts val="2016"/>
                </a:lnSpc>
              </a:pPr>
              <a:endParaRPr sz="1088"/>
            </a:p>
          </p:txBody>
        </p:sp>
      </p:grpSp>
      <p:grpSp>
        <p:nvGrpSpPr>
          <p:cNvPr id="95" name="Group 95">
            <a:extLst>
              <a:ext uri="{FF2B5EF4-FFF2-40B4-BE49-F238E27FC236}">
                <a16:creationId xmlns:a16="http://schemas.microsoft.com/office/drawing/2014/main" id="{2B4D8F6F-A8B0-FCFE-F347-9EF46A5AABF9}"/>
              </a:ext>
            </a:extLst>
          </p:cNvPr>
          <p:cNvGrpSpPr/>
          <p:nvPr/>
        </p:nvGrpSpPr>
        <p:grpSpPr>
          <a:xfrm>
            <a:off x="3565641" y="7221617"/>
            <a:ext cx="104535" cy="91468"/>
            <a:chOff x="0" y="0"/>
            <a:chExt cx="812800" cy="711200"/>
          </a:xfrm>
        </p:grpSpPr>
        <p:sp>
          <p:nvSpPr>
            <p:cNvPr id="96" name="Freeform 96">
              <a:extLst>
                <a:ext uri="{FF2B5EF4-FFF2-40B4-BE49-F238E27FC236}">
                  <a16:creationId xmlns:a16="http://schemas.microsoft.com/office/drawing/2014/main" id="{7D4BC36B-C3E8-3BB3-AB77-E892A08700B5}"/>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97" name="TextBox 97">
              <a:extLst>
                <a:ext uri="{FF2B5EF4-FFF2-40B4-BE49-F238E27FC236}">
                  <a16:creationId xmlns:a16="http://schemas.microsoft.com/office/drawing/2014/main" id="{09ACB2D3-2A30-B7E5-188F-17493451287C}"/>
                </a:ext>
              </a:extLst>
            </p:cNvPr>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a:p>
          </p:txBody>
        </p:sp>
      </p:grpSp>
      <p:grpSp>
        <p:nvGrpSpPr>
          <p:cNvPr id="98" name="Group 98">
            <a:extLst>
              <a:ext uri="{FF2B5EF4-FFF2-40B4-BE49-F238E27FC236}">
                <a16:creationId xmlns:a16="http://schemas.microsoft.com/office/drawing/2014/main" id="{E8C23318-1E48-70A7-9917-42DC72C8BA0C}"/>
              </a:ext>
            </a:extLst>
          </p:cNvPr>
          <p:cNvGrpSpPr/>
          <p:nvPr/>
        </p:nvGrpSpPr>
        <p:grpSpPr>
          <a:xfrm>
            <a:off x="9197536" y="4053339"/>
            <a:ext cx="829153" cy="779169"/>
            <a:chOff x="0" y="0"/>
            <a:chExt cx="1381982" cy="1298672"/>
          </a:xfrm>
        </p:grpSpPr>
        <p:grpSp>
          <p:nvGrpSpPr>
            <p:cNvPr id="99" name="Group 99">
              <a:extLst>
                <a:ext uri="{FF2B5EF4-FFF2-40B4-BE49-F238E27FC236}">
                  <a16:creationId xmlns:a16="http://schemas.microsoft.com/office/drawing/2014/main" id="{A4BEDC10-F4FA-A17C-55F5-34F59F4D4A44}"/>
                </a:ext>
              </a:extLst>
            </p:cNvPr>
            <p:cNvGrpSpPr/>
            <p:nvPr/>
          </p:nvGrpSpPr>
          <p:grpSpPr>
            <a:xfrm>
              <a:off x="0" y="0"/>
              <a:ext cx="1195761" cy="1298672"/>
              <a:chOff x="0" y="0"/>
              <a:chExt cx="650486" cy="706469"/>
            </a:xfrm>
          </p:grpSpPr>
          <p:sp>
            <p:nvSpPr>
              <p:cNvPr id="100" name="Freeform 100">
                <a:extLst>
                  <a:ext uri="{FF2B5EF4-FFF2-40B4-BE49-F238E27FC236}">
                    <a16:creationId xmlns:a16="http://schemas.microsoft.com/office/drawing/2014/main" id="{C58DD353-32FF-A667-F979-EA6CD79E487A}"/>
                  </a:ext>
                </a:extLst>
              </p:cNvPr>
              <p:cNvSpPr/>
              <p:nvPr/>
            </p:nvSpPr>
            <p:spPr>
              <a:xfrm>
                <a:off x="0" y="0"/>
                <a:ext cx="650486" cy="706469"/>
              </a:xfrm>
              <a:custGeom>
                <a:avLst/>
                <a:gdLst/>
                <a:ahLst/>
                <a:cxnLst/>
                <a:rect l="l" t="t" r="r" b="b"/>
                <a:pathLst>
                  <a:path w="650486" h="706469">
                    <a:moveTo>
                      <a:pt x="0" y="0"/>
                    </a:moveTo>
                    <a:lnTo>
                      <a:pt x="650486" y="0"/>
                    </a:lnTo>
                    <a:lnTo>
                      <a:pt x="650486" y="706469"/>
                    </a:lnTo>
                    <a:lnTo>
                      <a:pt x="0" y="706469"/>
                    </a:lnTo>
                    <a:close/>
                  </a:path>
                </a:pathLst>
              </a:custGeom>
              <a:solidFill>
                <a:srgbClr val="FFCEB6">
                  <a:alpha val="38824"/>
                </a:srgbClr>
              </a:solidFill>
            </p:spPr>
            <p:txBody>
              <a:bodyPr/>
              <a:lstStyle/>
              <a:p>
                <a:endParaRPr lang="en-SG" sz="1088"/>
              </a:p>
            </p:txBody>
          </p:sp>
          <p:sp>
            <p:nvSpPr>
              <p:cNvPr id="101" name="TextBox 101">
                <a:extLst>
                  <a:ext uri="{FF2B5EF4-FFF2-40B4-BE49-F238E27FC236}">
                    <a16:creationId xmlns:a16="http://schemas.microsoft.com/office/drawing/2014/main" id="{3A7E1B65-1398-6420-2324-AB0DDFA354DD}"/>
                  </a:ext>
                </a:extLst>
              </p:cNvPr>
              <p:cNvSpPr txBox="1"/>
              <p:nvPr/>
            </p:nvSpPr>
            <p:spPr>
              <a:xfrm>
                <a:off x="0" y="-28575"/>
                <a:ext cx="650486" cy="735044"/>
              </a:xfrm>
              <a:prstGeom prst="rect">
                <a:avLst/>
              </a:prstGeom>
            </p:spPr>
            <p:txBody>
              <a:bodyPr lIns="15937" tIns="15937" rIns="15937" bIns="15937" rtlCol="0" anchor="ctr"/>
              <a:lstStyle/>
              <a:p>
                <a:pPr algn="ctr">
                  <a:lnSpc>
                    <a:spcPts val="2016"/>
                  </a:lnSpc>
                </a:pPr>
                <a:endParaRPr sz="1088"/>
              </a:p>
            </p:txBody>
          </p:sp>
        </p:grpSp>
        <p:sp>
          <p:nvSpPr>
            <p:cNvPr id="102" name="Freeform 102">
              <a:extLst>
                <a:ext uri="{FF2B5EF4-FFF2-40B4-BE49-F238E27FC236}">
                  <a16:creationId xmlns:a16="http://schemas.microsoft.com/office/drawing/2014/main" id="{D4540A03-7BD9-CC97-364D-AB3CF06D06F5}"/>
                </a:ext>
              </a:extLst>
            </p:cNvPr>
            <p:cNvSpPr/>
            <p:nvPr/>
          </p:nvSpPr>
          <p:spPr>
            <a:xfrm>
              <a:off x="90494" y="89424"/>
              <a:ext cx="163477" cy="199666"/>
            </a:xfrm>
            <a:custGeom>
              <a:avLst/>
              <a:gdLst/>
              <a:ahLst/>
              <a:cxnLst/>
              <a:rect l="l" t="t" r="r" b="b"/>
              <a:pathLst>
                <a:path w="163477" h="199666">
                  <a:moveTo>
                    <a:pt x="0" y="0"/>
                  </a:moveTo>
                  <a:lnTo>
                    <a:pt x="163476" y="0"/>
                  </a:lnTo>
                  <a:lnTo>
                    <a:pt x="163476" y="199666"/>
                  </a:lnTo>
                  <a:lnTo>
                    <a:pt x="0" y="199666"/>
                  </a:lnTo>
                  <a:lnTo>
                    <a:pt x="0" y="0"/>
                  </a:lnTo>
                  <a:close/>
                </a:path>
              </a:pathLst>
            </a:custGeom>
            <a:blipFill>
              <a:blip r:embed="rId34">
                <a:extLst>
                  <a:ext uri="{96DAC541-7B7A-43D3-8B79-37D633B846F1}">
                    <asvg:svgBlip xmlns:asvg="http://schemas.microsoft.com/office/drawing/2016/SVG/main" r:embed="rId35"/>
                  </a:ext>
                </a:extLst>
              </a:blip>
              <a:stretch>
                <a:fillRect/>
              </a:stretch>
            </a:blipFill>
          </p:spPr>
          <p:txBody>
            <a:bodyPr/>
            <a:lstStyle/>
            <a:p>
              <a:endParaRPr lang="en-SG" sz="1088"/>
            </a:p>
          </p:txBody>
        </p:sp>
        <p:sp>
          <p:nvSpPr>
            <p:cNvPr id="103" name="Freeform 103">
              <a:extLst>
                <a:ext uri="{FF2B5EF4-FFF2-40B4-BE49-F238E27FC236}">
                  <a16:creationId xmlns:a16="http://schemas.microsoft.com/office/drawing/2014/main" id="{2DF9C7E5-667D-0156-0A4A-2253170F5B91}"/>
                </a:ext>
              </a:extLst>
            </p:cNvPr>
            <p:cNvSpPr/>
            <p:nvPr/>
          </p:nvSpPr>
          <p:spPr>
            <a:xfrm>
              <a:off x="8359" y="289090"/>
              <a:ext cx="327746" cy="327746"/>
            </a:xfrm>
            <a:custGeom>
              <a:avLst/>
              <a:gdLst/>
              <a:ahLst/>
              <a:cxnLst/>
              <a:rect l="l" t="t" r="r" b="b"/>
              <a:pathLst>
                <a:path w="327746" h="327746">
                  <a:moveTo>
                    <a:pt x="0" y="0"/>
                  </a:moveTo>
                  <a:lnTo>
                    <a:pt x="327746" y="0"/>
                  </a:lnTo>
                  <a:lnTo>
                    <a:pt x="327746" y="327746"/>
                  </a:lnTo>
                  <a:lnTo>
                    <a:pt x="0" y="327746"/>
                  </a:lnTo>
                  <a:lnTo>
                    <a:pt x="0" y="0"/>
                  </a:lnTo>
                  <a:close/>
                </a:path>
              </a:pathLst>
            </a:custGeom>
            <a:blipFill>
              <a:blip r:embed="rId36">
                <a:extLst>
                  <a:ext uri="{96DAC541-7B7A-43D3-8B79-37D633B846F1}">
                    <asvg:svgBlip xmlns:asvg="http://schemas.microsoft.com/office/drawing/2016/SVG/main" r:embed="rId37"/>
                  </a:ext>
                </a:extLst>
              </a:blip>
              <a:stretch>
                <a:fillRect/>
              </a:stretch>
            </a:blipFill>
          </p:spPr>
          <p:txBody>
            <a:bodyPr/>
            <a:lstStyle/>
            <a:p>
              <a:endParaRPr lang="en-SG" sz="1088"/>
            </a:p>
          </p:txBody>
        </p:sp>
        <p:sp>
          <p:nvSpPr>
            <p:cNvPr id="104" name="Freeform 104">
              <a:extLst>
                <a:ext uri="{FF2B5EF4-FFF2-40B4-BE49-F238E27FC236}">
                  <a16:creationId xmlns:a16="http://schemas.microsoft.com/office/drawing/2014/main" id="{495C1794-0869-7BD2-BDA3-F7E6A7EDAFEA}"/>
                </a:ext>
              </a:extLst>
            </p:cNvPr>
            <p:cNvSpPr/>
            <p:nvPr/>
          </p:nvSpPr>
          <p:spPr>
            <a:xfrm>
              <a:off x="30009" y="681860"/>
              <a:ext cx="284447" cy="227913"/>
            </a:xfrm>
            <a:custGeom>
              <a:avLst/>
              <a:gdLst/>
              <a:ahLst/>
              <a:cxnLst/>
              <a:rect l="l" t="t" r="r" b="b"/>
              <a:pathLst>
                <a:path w="284447" h="227913">
                  <a:moveTo>
                    <a:pt x="0" y="0"/>
                  </a:moveTo>
                  <a:lnTo>
                    <a:pt x="284446" y="0"/>
                  </a:lnTo>
                  <a:lnTo>
                    <a:pt x="284446" y="227913"/>
                  </a:lnTo>
                  <a:lnTo>
                    <a:pt x="0" y="227913"/>
                  </a:lnTo>
                  <a:lnTo>
                    <a:pt x="0" y="0"/>
                  </a:lnTo>
                  <a:close/>
                </a:path>
              </a:pathLst>
            </a:custGeom>
            <a:blipFill>
              <a:blip r:embed="rId38">
                <a:extLst>
                  <a:ext uri="{96DAC541-7B7A-43D3-8B79-37D633B846F1}">
                    <asvg:svgBlip xmlns:asvg="http://schemas.microsoft.com/office/drawing/2016/SVG/main" r:embed="rId39"/>
                  </a:ext>
                </a:extLst>
              </a:blip>
              <a:stretch>
                <a:fillRect/>
              </a:stretch>
            </a:blipFill>
          </p:spPr>
          <p:txBody>
            <a:bodyPr/>
            <a:lstStyle/>
            <a:p>
              <a:endParaRPr lang="en-SG" sz="1088"/>
            </a:p>
          </p:txBody>
        </p:sp>
        <p:sp>
          <p:nvSpPr>
            <p:cNvPr id="105" name="Freeform 105">
              <a:extLst>
                <a:ext uri="{FF2B5EF4-FFF2-40B4-BE49-F238E27FC236}">
                  <a16:creationId xmlns:a16="http://schemas.microsoft.com/office/drawing/2014/main" id="{9E838EA5-7D29-D62B-F332-8FD9B50BA809}"/>
                </a:ext>
              </a:extLst>
            </p:cNvPr>
            <p:cNvSpPr/>
            <p:nvPr/>
          </p:nvSpPr>
          <p:spPr>
            <a:xfrm>
              <a:off x="72049" y="974796"/>
              <a:ext cx="181921" cy="240160"/>
            </a:xfrm>
            <a:custGeom>
              <a:avLst/>
              <a:gdLst/>
              <a:ahLst/>
              <a:cxnLst/>
              <a:rect l="l" t="t" r="r" b="b"/>
              <a:pathLst>
                <a:path w="181921" h="240160">
                  <a:moveTo>
                    <a:pt x="0" y="0"/>
                  </a:moveTo>
                  <a:lnTo>
                    <a:pt x="181921" y="0"/>
                  </a:lnTo>
                  <a:lnTo>
                    <a:pt x="181921" y="240161"/>
                  </a:lnTo>
                  <a:lnTo>
                    <a:pt x="0" y="240161"/>
                  </a:lnTo>
                  <a:lnTo>
                    <a:pt x="0" y="0"/>
                  </a:lnTo>
                  <a:close/>
                </a:path>
              </a:pathLst>
            </a:custGeom>
            <a:blipFill>
              <a:blip r:embed="rId40">
                <a:extLst>
                  <a:ext uri="{96DAC541-7B7A-43D3-8B79-37D633B846F1}">
                    <asvg:svgBlip xmlns:asvg="http://schemas.microsoft.com/office/drawing/2016/SVG/main" r:embed="rId41"/>
                  </a:ext>
                </a:extLst>
              </a:blip>
              <a:stretch>
                <a:fillRect/>
              </a:stretch>
            </a:blipFill>
          </p:spPr>
          <p:txBody>
            <a:bodyPr/>
            <a:lstStyle/>
            <a:p>
              <a:endParaRPr lang="en-SG" sz="1088"/>
            </a:p>
          </p:txBody>
        </p:sp>
        <p:sp>
          <p:nvSpPr>
            <p:cNvPr id="106" name="TextBox 106">
              <a:extLst>
                <a:ext uri="{FF2B5EF4-FFF2-40B4-BE49-F238E27FC236}">
                  <a16:creationId xmlns:a16="http://schemas.microsoft.com/office/drawing/2014/main" id="{31C2CB57-A407-47AE-290E-3AED6EA64696}"/>
                </a:ext>
              </a:extLst>
            </p:cNvPr>
            <p:cNvSpPr txBox="1"/>
            <p:nvPr/>
          </p:nvSpPr>
          <p:spPr>
            <a:xfrm>
              <a:off x="460225" y="955747"/>
              <a:ext cx="596473"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Others</a:t>
              </a:r>
            </a:p>
          </p:txBody>
        </p:sp>
        <p:sp>
          <p:nvSpPr>
            <p:cNvPr id="107" name="TextBox 107">
              <a:extLst>
                <a:ext uri="{FF2B5EF4-FFF2-40B4-BE49-F238E27FC236}">
                  <a16:creationId xmlns:a16="http://schemas.microsoft.com/office/drawing/2014/main" id="{C153E2B2-35C9-1EA1-C3FE-320EDB9A9576}"/>
                </a:ext>
              </a:extLst>
            </p:cNvPr>
            <p:cNvSpPr txBox="1"/>
            <p:nvPr/>
          </p:nvSpPr>
          <p:spPr>
            <a:xfrm>
              <a:off x="460225" y="48570"/>
              <a:ext cx="921757"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Dining</a:t>
              </a:r>
            </a:p>
          </p:txBody>
        </p:sp>
        <p:sp>
          <p:nvSpPr>
            <p:cNvPr id="108" name="TextBox 108">
              <a:extLst>
                <a:ext uri="{FF2B5EF4-FFF2-40B4-BE49-F238E27FC236}">
                  <a16:creationId xmlns:a16="http://schemas.microsoft.com/office/drawing/2014/main" id="{0C14C6F9-48A4-77B7-AC3B-6B17D40B0AFC}"/>
                </a:ext>
              </a:extLst>
            </p:cNvPr>
            <p:cNvSpPr txBox="1"/>
            <p:nvPr/>
          </p:nvSpPr>
          <p:spPr>
            <a:xfrm>
              <a:off x="460972" y="362219"/>
              <a:ext cx="460132"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Rides</a:t>
              </a:r>
            </a:p>
          </p:txBody>
        </p:sp>
        <p:grpSp>
          <p:nvGrpSpPr>
            <p:cNvPr id="109" name="Group 109">
              <a:extLst>
                <a:ext uri="{FF2B5EF4-FFF2-40B4-BE49-F238E27FC236}">
                  <a16:creationId xmlns:a16="http://schemas.microsoft.com/office/drawing/2014/main" id="{98D630D8-41FD-1053-5199-DF37DB1FFAF4}"/>
                </a:ext>
              </a:extLst>
            </p:cNvPr>
            <p:cNvGrpSpPr/>
            <p:nvPr/>
          </p:nvGrpSpPr>
          <p:grpSpPr>
            <a:xfrm>
              <a:off x="7598" y="10649"/>
              <a:ext cx="1188163" cy="307120"/>
              <a:chOff x="0" y="0"/>
              <a:chExt cx="253475" cy="65519"/>
            </a:xfrm>
          </p:grpSpPr>
          <p:sp>
            <p:nvSpPr>
              <p:cNvPr id="110" name="Freeform 110">
                <a:extLst>
                  <a:ext uri="{FF2B5EF4-FFF2-40B4-BE49-F238E27FC236}">
                    <a16:creationId xmlns:a16="http://schemas.microsoft.com/office/drawing/2014/main" id="{7E9D866C-AFB4-5F0A-2958-E87DC78DA628}"/>
                  </a:ext>
                </a:extLst>
              </p:cNvPr>
              <p:cNvSpPr/>
              <p:nvPr/>
            </p:nvSpPr>
            <p:spPr>
              <a:xfrm>
                <a:off x="0" y="0"/>
                <a:ext cx="253475" cy="65519"/>
              </a:xfrm>
              <a:custGeom>
                <a:avLst/>
                <a:gdLst/>
                <a:ahLst/>
                <a:cxnLst/>
                <a:rect l="l" t="t" r="r" b="b"/>
                <a:pathLst>
                  <a:path w="253475" h="65519">
                    <a:moveTo>
                      <a:pt x="0" y="0"/>
                    </a:moveTo>
                    <a:lnTo>
                      <a:pt x="253475" y="0"/>
                    </a:lnTo>
                    <a:lnTo>
                      <a:pt x="253475" y="65519"/>
                    </a:lnTo>
                    <a:lnTo>
                      <a:pt x="0" y="65519"/>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11" name="TextBox 111">
                <a:extLst>
                  <a:ext uri="{FF2B5EF4-FFF2-40B4-BE49-F238E27FC236}">
                    <a16:creationId xmlns:a16="http://schemas.microsoft.com/office/drawing/2014/main" id="{55924B87-8E84-0C16-609A-A43538CB0AB0}"/>
                  </a:ext>
                </a:extLst>
              </p:cNvPr>
              <p:cNvSpPr txBox="1"/>
              <p:nvPr/>
            </p:nvSpPr>
            <p:spPr>
              <a:xfrm>
                <a:off x="0" y="-28575"/>
                <a:ext cx="253475" cy="94094"/>
              </a:xfrm>
              <a:prstGeom prst="rect">
                <a:avLst/>
              </a:prstGeom>
            </p:spPr>
            <p:txBody>
              <a:bodyPr lIns="40638" tIns="40638" rIns="40638" bIns="40638" rtlCol="0" anchor="ctr"/>
              <a:lstStyle/>
              <a:p>
                <a:pPr algn="ctr">
                  <a:lnSpc>
                    <a:spcPts val="2016"/>
                  </a:lnSpc>
                </a:pPr>
                <a:endParaRPr sz="1088"/>
              </a:p>
            </p:txBody>
          </p:sp>
        </p:grpSp>
        <p:sp>
          <p:nvSpPr>
            <p:cNvPr id="112" name="TextBox 112">
              <a:extLst>
                <a:ext uri="{FF2B5EF4-FFF2-40B4-BE49-F238E27FC236}">
                  <a16:creationId xmlns:a16="http://schemas.microsoft.com/office/drawing/2014/main" id="{E22FE9C1-2EDE-7EBD-A2AE-8EE5DB7AA3C0}"/>
                </a:ext>
              </a:extLst>
            </p:cNvPr>
            <p:cNvSpPr txBox="1"/>
            <p:nvPr/>
          </p:nvSpPr>
          <p:spPr>
            <a:xfrm>
              <a:off x="460225" y="662811"/>
              <a:ext cx="525250"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Shows</a:t>
              </a:r>
            </a:p>
          </p:txBody>
        </p:sp>
        <p:grpSp>
          <p:nvGrpSpPr>
            <p:cNvPr id="113" name="Group 113">
              <a:extLst>
                <a:ext uri="{FF2B5EF4-FFF2-40B4-BE49-F238E27FC236}">
                  <a16:creationId xmlns:a16="http://schemas.microsoft.com/office/drawing/2014/main" id="{56BB7366-8EAE-E0BE-34D6-F1AA61476F44}"/>
                </a:ext>
              </a:extLst>
            </p:cNvPr>
            <p:cNvGrpSpPr/>
            <p:nvPr/>
          </p:nvGrpSpPr>
          <p:grpSpPr>
            <a:xfrm>
              <a:off x="8359" y="299404"/>
              <a:ext cx="1188163" cy="307120"/>
              <a:chOff x="0" y="0"/>
              <a:chExt cx="253475" cy="65519"/>
            </a:xfrm>
          </p:grpSpPr>
          <p:sp>
            <p:nvSpPr>
              <p:cNvPr id="114" name="Freeform 114">
                <a:extLst>
                  <a:ext uri="{FF2B5EF4-FFF2-40B4-BE49-F238E27FC236}">
                    <a16:creationId xmlns:a16="http://schemas.microsoft.com/office/drawing/2014/main" id="{8AEF4E60-948B-F048-FC9D-AF5AB413B896}"/>
                  </a:ext>
                </a:extLst>
              </p:cNvPr>
              <p:cNvSpPr/>
              <p:nvPr/>
            </p:nvSpPr>
            <p:spPr>
              <a:xfrm>
                <a:off x="0" y="0"/>
                <a:ext cx="253475" cy="65519"/>
              </a:xfrm>
              <a:custGeom>
                <a:avLst/>
                <a:gdLst/>
                <a:ahLst/>
                <a:cxnLst/>
                <a:rect l="l" t="t" r="r" b="b"/>
                <a:pathLst>
                  <a:path w="253475" h="65519">
                    <a:moveTo>
                      <a:pt x="0" y="0"/>
                    </a:moveTo>
                    <a:lnTo>
                      <a:pt x="253475" y="0"/>
                    </a:lnTo>
                    <a:lnTo>
                      <a:pt x="253475" y="65519"/>
                    </a:lnTo>
                    <a:lnTo>
                      <a:pt x="0" y="65519"/>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15" name="TextBox 115">
                <a:extLst>
                  <a:ext uri="{FF2B5EF4-FFF2-40B4-BE49-F238E27FC236}">
                    <a16:creationId xmlns:a16="http://schemas.microsoft.com/office/drawing/2014/main" id="{8258295E-7FDA-6060-5BB0-4EA8D886665E}"/>
                  </a:ext>
                </a:extLst>
              </p:cNvPr>
              <p:cNvSpPr txBox="1"/>
              <p:nvPr/>
            </p:nvSpPr>
            <p:spPr>
              <a:xfrm>
                <a:off x="0" y="-28575"/>
                <a:ext cx="253475" cy="94094"/>
              </a:xfrm>
              <a:prstGeom prst="rect">
                <a:avLst/>
              </a:prstGeom>
            </p:spPr>
            <p:txBody>
              <a:bodyPr lIns="40638" tIns="40638" rIns="40638" bIns="40638" rtlCol="0" anchor="ctr"/>
              <a:lstStyle/>
              <a:p>
                <a:pPr algn="ctr">
                  <a:lnSpc>
                    <a:spcPts val="2016"/>
                  </a:lnSpc>
                </a:pPr>
                <a:endParaRPr sz="1088"/>
              </a:p>
            </p:txBody>
          </p:sp>
        </p:grpSp>
        <p:grpSp>
          <p:nvGrpSpPr>
            <p:cNvPr id="116" name="Group 116">
              <a:extLst>
                <a:ext uri="{FF2B5EF4-FFF2-40B4-BE49-F238E27FC236}">
                  <a16:creationId xmlns:a16="http://schemas.microsoft.com/office/drawing/2014/main" id="{1B1F1FC1-7374-668A-244D-8895DCF42D4A}"/>
                </a:ext>
              </a:extLst>
            </p:cNvPr>
            <p:cNvGrpSpPr/>
            <p:nvPr/>
          </p:nvGrpSpPr>
          <p:grpSpPr>
            <a:xfrm>
              <a:off x="8359" y="589938"/>
              <a:ext cx="1188163" cy="332535"/>
              <a:chOff x="0" y="0"/>
              <a:chExt cx="253475" cy="70941"/>
            </a:xfrm>
          </p:grpSpPr>
          <p:sp>
            <p:nvSpPr>
              <p:cNvPr id="117" name="Freeform 117">
                <a:extLst>
                  <a:ext uri="{FF2B5EF4-FFF2-40B4-BE49-F238E27FC236}">
                    <a16:creationId xmlns:a16="http://schemas.microsoft.com/office/drawing/2014/main" id="{E296346E-822A-3613-A073-B25F27FD3F07}"/>
                  </a:ext>
                </a:extLst>
              </p:cNvPr>
              <p:cNvSpPr/>
              <p:nvPr/>
            </p:nvSpPr>
            <p:spPr>
              <a:xfrm>
                <a:off x="0" y="0"/>
                <a:ext cx="253475" cy="70941"/>
              </a:xfrm>
              <a:custGeom>
                <a:avLst/>
                <a:gdLst/>
                <a:ahLst/>
                <a:cxnLst/>
                <a:rect l="l" t="t" r="r" b="b"/>
                <a:pathLst>
                  <a:path w="253475" h="70941">
                    <a:moveTo>
                      <a:pt x="0" y="0"/>
                    </a:moveTo>
                    <a:lnTo>
                      <a:pt x="253475" y="0"/>
                    </a:lnTo>
                    <a:lnTo>
                      <a:pt x="253475" y="70941"/>
                    </a:lnTo>
                    <a:lnTo>
                      <a:pt x="0" y="70941"/>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18" name="TextBox 118">
                <a:extLst>
                  <a:ext uri="{FF2B5EF4-FFF2-40B4-BE49-F238E27FC236}">
                    <a16:creationId xmlns:a16="http://schemas.microsoft.com/office/drawing/2014/main" id="{7134824A-90B2-67DF-F902-D431C258B5D6}"/>
                  </a:ext>
                </a:extLst>
              </p:cNvPr>
              <p:cNvSpPr txBox="1"/>
              <p:nvPr/>
            </p:nvSpPr>
            <p:spPr>
              <a:xfrm>
                <a:off x="0" y="-28575"/>
                <a:ext cx="253475" cy="99516"/>
              </a:xfrm>
              <a:prstGeom prst="rect">
                <a:avLst/>
              </a:prstGeom>
            </p:spPr>
            <p:txBody>
              <a:bodyPr lIns="40638" tIns="40638" rIns="40638" bIns="40638" rtlCol="0" anchor="ctr"/>
              <a:lstStyle/>
              <a:p>
                <a:pPr algn="ctr">
                  <a:lnSpc>
                    <a:spcPts val="2016"/>
                  </a:lnSpc>
                </a:pPr>
                <a:endParaRPr sz="1088"/>
              </a:p>
            </p:txBody>
          </p:sp>
        </p:grpSp>
        <p:grpSp>
          <p:nvGrpSpPr>
            <p:cNvPr id="119" name="Group 119">
              <a:extLst>
                <a:ext uri="{FF2B5EF4-FFF2-40B4-BE49-F238E27FC236}">
                  <a16:creationId xmlns:a16="http://schemas.microsoft.com/office/drawing/2014/main" id="{FAEE7F9F-735A-463F-91F1-86C67FC7F821}"/>
                </a:ext>
              </a:extLst>
            </p:cNvPr>
            <p:cNvGrpSpPr/>
            <p:nvPr/>
          </p:nvGrpSpPr>
          <p:grpSpPr>
            <a:xfrm>
              <a:off x="8359" y="907837"/>
              <a:ext cx="1188163" cy="390835"/>
              <a:chOff x="0" y="0"/>
              <a:chExt cx="253475" cy="83378"/>
            </a:xfrm>
          </p:grpSpPr>
          <p:sp>
            <p:nvSpPr>
              <p:cNvPr id="120" name="Freeform 120">
                <a:extLst>
                  <a:ext uri="{FF2B5EF4-FFF2-40B4-BE49-F238E27FC236}">
                    <a16:creationId xmlns:a16="http://schemas.microsoft.com/office/drawing/2014/main" id="{EC58E084-B8E5-3C96-0795-E9ABE5FA0D12}"/>
                  </a:ext>
                </a:extLst>
              </p:cNvPr>
              <p:cNvSpPr/>
              <p:nvPr/>
            </p:nvSpPr>
            <p:spPr>
              <a:xfrm>
                <a:off x="0" y="0"/>
                <a:ext cx="253475" cy="83378"/>
              </a:xfrm>
              <a:custGeom>
                <a:avLst/>
                <a:gdLst/>
                <a:ahLst/>
                <a:cxnLst/>
                <a:rect l="l" t="t" r="r" b="b"/>
                <a:pathLst>
                  <a:path w="253475" h="83378">
                    <a:moveTo>
                      <a:pt x="0" y="0"/>
                    </a:moveTo>
                    <a:lnTo>
                      <a:pt x="253475" y="0"/>
                    </a:lnTo>
                    <a:lnTo>
                      <a:pt x="253475" y="83378"/>
                    </a:lnTo>
                    <a:lnTo>
                      <a:pt x="0" y="83378"/>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21" name="TextBox 121">
                <a:extLst>
                  <a:ext uri="{FF2B5EF4-FFF2-40B4-BE49-F238E27FC236}">
                    <a16:creationId xmlns:a16="http://schemas.microsoft.com/office/drawing/2014/main" id="{5F4DBB61-2D74-31DA-B3E0-4D870C9A11FD}"/>
                  </a:ext>
                </a:extLst>
              </p:cNvPr>
              <p:cNvSpPr txBox="1"/>
              <p:nvPr/>
            </p:nvSpPr>
            <p:spPr>
              <a:xfrm>
                <a:off x="0" y="-28575"/>
                <a:ext cx="253475" cy="111953"/>
              </a:xfrm>
              <a:prstGeom prst="rect">
                <a:avLst/>
              </a:prstGeom>
            </p:spPr>
            <p:txBody>
              <a:bodyPr lIns="40638" tIns="40638" rIns="40638" bIns="40638" rtlCol="0" anchor="ctr"/>
              <a:lstStyle/>
              <a:p>
                <a:pPr algn="ctr">
                  <a:lnSpc>
                    <a:spcPts val="2016"/>
                  </a:lnSpc>
                </a:pPr>
                <a:endParaRPr sz="1088"/>
              </a:p>
            </p:txBody>
          </p:sp>
        </p:grpSp>
      </p:grpSp>
      <p:grpSp>
        <p:nvGrpSpPr>
          <p:cNvPr id="122" name="Group 122">
            <a:extLst>
              <a:ext uri="{FF2B5EF4-FFF2-40B4-BE49-F238E27FC236}">
                <a16:creationId xmlns:a16="http://schemas.microsoft.com/office/drawing/2014/main" id="{E81C07E1-8CC5-52BE-6A8E-126130D8CA0E}"/>
              </a:ext>
            </a:extLst>
          </p:cNvPr>
          <p:cNvGrpSpPr/>
          <p:nvPr/>
        </p:nvGrpSpPr>
        <p:grpSpPr>
          <a:xfrm>
            <a:off x="5492559" y="5707549"/>
            <a:ext cx="1533283" cy="422129"/>
            <a:chOff x="0" y="0"/>
            <a:chExt cx="545191" cy="150097"/>
          </a:xfrm>
        </p:grpSpPr>
        <p:sp>
          <p:nvSpPr>
            <p:cNvPr id="123" name="Freeform 123">
              <a:extLst>
                <a:ext uri="{FF2B5EF4-FFF2-40B4-BE49-F238E27FC236}">
                  <a16:creationId xmlns:a16="http://schemas.microsoft.com/office/drawing/2014/main" id="{A56D5EBF-872E-8F40-FE4A-B75DCAE14E20}"/>
                </a:ext>
              </a:extLst>
            </p:cNvPr>
            <p:cNvSpPr/>
            <p:nvPr/>
          </p:nvSpPr>
          <p:spPr>
            <a:xfrm>
              <a:off x="0" y="0"/>
              <a:ext cx="545191" cy="150097"/>
            </a:xfrm>
            <a:custGeom>
              <a:avLst/>
              <a:gdLst/>
              <a:ahLst/>
              <a:cxnLst/>
              <a:rect l="l" t="t" r="r" b="b"/>
              <a:pathLst>
                <a:path w="545191" h="150097">
                  <a:moveTo>
                    <a:pt x="75049" y="0"/>
                  </a:moveTo>
                  <a:lnTo>
                    <a:pt x="470143" y="0"/>
                  </a:lnTo>
                  <a:cubicBezTo>
                    <a:pt x="511591" y="0"/>
                    <a:pt x="545191" y="33600"/>
                    <a:pt x="545191" y="75049"/>
                  </a:cubicBezTo>
                  <a:lnTo>
                    <a:pt x="545191" y="75049"/>
                  </a:lnTo>
                  <a:cubicBezTo>
                    <a:pt x="545191" y="94953"/>
                    <a:pt x="537284" y="114042"/>
                    <a:pt x="523210" y="128116"/>
                  </a:cubicBezTo>
                  <a:cubicBezTo>
                    <a:pt x="509136" y="142190"/>
                    <a:pt x="490047" y="150097"/>
                    <a:pt x="470143" y="150097"/>
                  </a:cubicBezTo>
                  <a:lnTo>
                    <a:pt x="75049" y="150097"/>
                  </a:lnTo>
                  <a:cubicBezTo>
                    <a:pt x="33600" y="150097"/>
                    <a:pt x="0" y="116497"/>
                    <a:pt x="0" y="75049"/>
                  </a:cubicBezTo>
                  <a:lnTo>
                    <a:pt x="0" y="75049"/>
                  </a:lnTo>
                  <a:cubicBezTo>
                    <a:pt x="0" y="33600"/>
                    <a:pt x="33600" y="0"/>
                    <a:pt x="75049" y="0"/>
                  </a:cubicBezTo>
                  <a:close/>
                </a:path>
              </a:pathLst>
            </a:custGeom>
            <a:solidFill>
              <a:srgbClr val="FFBB54">
                <a:alpha val="0"/>
              </a:srgbClr>
            </a:solidFill>
            <a:ln w="9525" cap="sq">
              <a:solidFill>
                <a:srgbClr val="EF5E3B">
                  <a:alpha val="0"/>
                </a:srgbClr>
              </a:solidFill>
              <a:prstDash val="solid"/>
              <a:miter/>
            </a:ln>
          </p:spPr>
          <p:txBody>
            <a:bodyPr/>
            <a:lstStyle/>
            <a:p>
              <a:endParaRPr lang="en-SG" sz="1088"/>
            </a:p>
          </p:txBody>
        </p:sp>
        <p:sp>
          <p:nvSpPr>
            <p:cNvPr id="124" name="TextBox 124">
              <a:extLst>
                <a:ext uri="{FF2B5EF4-FFF2-40B4-BE49-F238E27FC236}">
                  <a16:creationId xmlns:a16="http://schemas.microsoft.com/office/drawing/2014/main" id="{DAEE9F0C-9168-B82C-7ACB-B2F13C747C2B}"/>
                </a:ext>
              </a:extLst>
            </p:cNvPr>
            <p:cNvSpPr txBox="1"/>
            <p:nvPr/>
          </p:nvSpPr>
          <p:spPr>
            <a:xfrm>
              <a:off x="0" y="-28575"/>
              <a:ext cx="545191" cy="178672"/>
            </a:xfrm>
            <a:prstGeom prst="rect">
              <a:avLst/>
            </a:prstGeom>
          </p:spPr>
          <p:txBody>
            <a:bodyPr lIns="40638" tIns="40638" rIns="40638" bIns="40638" rtlCol="0" anchor="ctr"/>
            <a:lstStyle/>
            <a:p>
              <a:pPr algn="ctr">
                <a:lnSpc>
                  <a:spcPts val="2016"/>
                </a:lnSpc>
              </a:pPr>
              <a:endParaRPr sz="1088"/>
            </a:p>
          </p:txBody>
        </p:sp>
      </p:grpSp>
      <p:sp>
        <p:nvSpPr>
          <p:cNvPr id="125" name="TextBox 125">
            <a:extLst>
              <a:ext uri="{FF2B5EF4-FFF2-40B4-BE49-F238E27FC236}">
                <a16:creationId xmlns:a16="http://schemas.microsoft.com/office/drawing/2014/main" id="{2F61DCA1-8322-4E54-B69E-05FE50F99AA4}"/>
              </a:ext>
            </a:extLst>
          </p:cNvPr>
          <p:cNvSpPr txBox="1"/>
          <p:nvPr/>
        </p:nvSpPr>
        <p:spPr>
          <a:xfrm>
            <a:off x="4117486" y="131129"/>
            <a:ext cx="4367472" cy="444737"/>
          </a:xfrm>
          <a:prstGeom prst="rect">
            <a:avLst/>
          </a:prstGeom>
        </p:spPr>
        <p:txBody>
          <a:bodyPr wrap="square" lIns="0" tIns="0" rIns="0" bIns="0" rtlCol="0" anchor="t">
            <a:spAutoFit/>
          </a:bodyPr>
          <a:lstStyle/>
          <a:p>
            <a:pPr algn="ctr">
              <a:lnSpc>
                <a:spcPts val="3583"/>
              </a:lnSpc>
              <a:spcBef>
                <a:spcPct val="0"/>
              </a:spcBef>
            </a:pPr>
            <a:r>
              <a:rPr lang="en-US" sz="2559" dirty="0">
                <a:solidFill>
                  <a:srgbClr val="000000"/>
                </a:solidFill>
                <a:latin typeface="League Spartan"/>
                <a:ea typeface="League Spartan"/>
                <a:cs typeface="League Spartan"/>
                <a:sym typeface="League Spartan"/>
              </a:rPr>
              <a:t>Multiversal Studios Map</a:t>
            </a:r>
          </a:p>
        </p:txBody>
      </p:sp>
      <p:sp>
        <p:nvSpPr>
          <p:cNvPr id="126" name="TextBox 126">
            <a:extLst>
              <a:ext uri="{FF2B5EF4-FFF2-40B4-BE49-F238E27FC236}">
                <a16:creationId xmlns:a16="http://schemas.microsoft.com/office/drawing/2014/main" id="{8D2BE74B-9D47-3FBA-E578-114622D653D7}"/>
              </a:ext>
            </a:extLst>
          </p:cNvPr>
          <p:cNvSpPr txBox="1"/>
          <p:nvPr/>
        </p:nvSpPr>
        <p:spPr>
          <a:xfrm>
            <a:off x="7547328" y="5765378"/>
            <a:ext cx="987699" cy="314830"/>
          </a:xfrm>
          <a:prstGeom prst="rect">
            <a:avLst/>
          </a:prstGeom>
        </p:spPr>
        <p:txBody>
          <a:bodyPr wrap="square" lIns="0" tIns="0" rIns="0" bIns="0" rtlCol="0" anchor="t">
            <a:spAutoFit/>
          </a:bodyPr>
          <a:lstStyle/>
          <a:p>
            <a:pPr algn="ctr">
              <a:lnSpc>
                <a:spcPts val="1224"/>
              </a:lnSpc>
              <a:spcBef>
                <a:spcPct val="0"/>
              </a:spcBef>
            </a:pPr>
            <a:r>
              <a:rPr lang="en-US" sz="1440">
                <a:solidFill>
                  <a:srgbClr val="000000"/>
                </a:solidFill>
                <a:latin typeface="Roboto Mono"/>
                <a:ea typeface="Roboto Mono"/>
                <a:cs typeface="Roboto Mono"/>
                <a:sym typeface="Roboto Mono"/>
              </a:rPr>
              <a:t>Ok</a:t>
            </a:r>
          </a:p>
          <a:p>
            <a:pPr algn="ctr">
              <a:lnSpc>
                <a:spcPts val="1224"/>
              </a:lnSpc>
              <a:spcBef>
                <a:spcPct val="0"/>
              </a:spcBef>
            </a:pPr>
            <a:r>
              <a:rPr lang="en-US" sz="1440">
                <a:solidFill>
                  <a:srgbClr val="000000"/>
                </a:solidFill>
                <a:latin typeface="Roboto Mono"/>
                <a:ea typeface="Roboto Mono"/>
                <a:cs typeface="Roboto Mono"/>
                <a:sym typeface="Roboto Mono"/>
              </a:rPr>
              <a:t>More tips</a:t>
            </a:r>
          </a:p>
        </p:txBody>
      </p:sp>
      <p:sp>
        <p:nvSpPr>
          <p:cNvPr id="127" name="TextBox 127">
            <a:extLst>
              <a:ext uri="{FF2B5EF4-FFF2-40B4-BE49-F238E27FC236}">
                <a16:creationId xmlns:a16="http://schemas.microsoft.com/office/drawing/2014/main" id="{E82EBCE6-242B-980C-6497-3F1CC5DE8CCF}"/>
              </a:ext>
            </a:extLst>
          </p:cNvPr>
          <p:cNvSpPr txBox="1"/>
          <p:nvPr/>
        </p:nvSpPr>
        <p:spPr>
          <a:xfrm>
            <a:off x="5600720" y="5765378"/>
            <a:ext cx="1316964" cy="314830"/>
          </a:xfrm>
          <a:prstGeom prst="rect">
            <a:avLst/>
          </a:prstGeom>
        </p:spPr>
        <p:txBody>
          <a:bodyPr wrap="square" lIns="0" tIns="0" rIns="0" bIns="0" rtlCol="0" anchor="t">
            <a:spAutoFit/>
          </a:bodyPr>
          <a:lstStyle/>
          <a:p>
            <a:pPr algn="ctr">
              <a:lnSpc>
                <a:spcPts val="1224"/>
              </a:lnSpc>
            </a:pPr>
            <a:r>
              <a:rPr lang="en-US" sz="1440">
                <a:solidFill>
                  <a:srgbClr val="000000"/>
                </a:solidFill>
                <a:latin typeface="Roboto Mono"/>
                <a:ea typeface="Roboto Mono"/>
                <a:cs typeface="Roboto Mono"/>
                <a:sym typeface="Roboto Mono"/>
              </a:rPr>
              <a:t>Ok</a:t>
            </a:r>
          </a:p>
          <a:p>
            <a:pPr algn="ctr">
              <a:lnSpc>
                <a:spcPts val="1224"/>
              </a:lnSpc>
            </a:pPr>
            <a:r>
              <a:rPr lang="en-US" sz="1440">
                <a:solidFill>
                  <a:srgbClr val="000000"/>
                </a:solidFill>
                <a:latin typeface="Roboto Mono"/>
                <a:ea typeface="Roboto Mono"/>
                <a:cs typeface="Roboto Mono"/>
                <a:sym typeface="Roboto Mono"/>
              </a:rPr>
              <a:t>No More tips</a:t>
            </a:r>
          </a:p>
        </p:txBody>
      </p:sp>
      <p:sp>
        <p:nvSpPr>
          <p:cNvPr id="128" name="TextBox 128">
            <a:extLst>
              <a:ext uri="{FF2B5EF4-FFF2-40B4-BE49-F238E27FC236}">
                <a16:creationId xmlns:a16="http://schemas.microsoft.com/office/drawing/2014/main" id="{EFB9F0FF-CCB9-CAE5-3F9B-327BD56667F2}"/>
              </a:ext>
            </a:extLst>
          </p:cNvPr>
          <p:cNvSpPr txBox="1"/>
          <p:nvPr/>
        </p:nvSpPr>
        <p:spPr>
          <a:xfrm>
            <a:off x="436763" y="696845"/>
            <a:ext cx="1475928"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Burger Queen</a:t>
            </a:r>
          </a:p>
        </p:txBody>
      </p:sp>
      <p:sp>
        <p:nvSpPr>
          <p:cNvPr id="129" name="TextBox 129">
            <a:extLst>
              <a:ext uri="{FF2B5EF4-FFF2-40B4-BE49-F238E27FC236}">
                <a16:creationId xmlns:a16="http://schemas.microsoft.com/office/drawing/2014/main" id="{D69E2173-FD14-3A60-A36E-C1B002A21E69}"/>
              </a:ext>
            </a:extLst>
          </p:cNvPr>
          <p:cNvSpPr txBox="1"/>
          <p:nvPr/>
        </p:nvSpPr>
        <p:spPr>
          <a:xfrm>
            <a:off x="87977" y="117046"/>
            <a:ext cx="2478963" cy="419346"/>
          </a:xfrm>
          <a:prstGeom prst="rect">
            <a:avLst/>
          </a:prstGeom>
        </p:spPr>
        <p:txBody>
          <a:bodyPr wrap="square" lIns="0" tIns="0" rIns="0" bIns="0" rtlCol="0" anchor="t">
            <a:spAutoFit/>
          </a:bodyPr>
          <a:lstStyle/>
          <a:p>
            <a:pPr>
              <a:lnSpc>
                <a:spcPts val="3359"/>
              </a:lnSpc>
              <a:spcBef>
                <a:spcPct val="0"/>
              </a:spcBef>
            </a:pPr>
            <a:r>
              <a:rPr lang="en-US" sz="2399" dirty="0">
                <a:solidFill>
                  <a:srgbClr val="FFFFFF"/>
                </a:solidFill>
                <a:latin typeface="League Spartan"/>
                <a:ea typeface="League Spartan"/>
                <a:cs typeface="League Spartan"/>
                <a:sym typeface="League Spartan"/>
              </a:rPr>
              <a:t>List of all places</a:t>
            </a:r>
          </a:p>
        </p:txBody>
      </p:sp>
      <p:sp>
        <p:nvSpPr>
          <p:cNvPr id="130" name="TextBox 130">
            <a:extLst>
              <a:ext uri="{FF2B5EF4-FFF2-40B4-BE49-F238E27FC236}">
                <a16:creationId xmlns:a16="http://schemas.microsoft.com/office/drawing/2014/main" id="{6354F0DF-4D88-3AD6-E343-ED4E48810225}"/>
              </a:ext>
            </a:extLst>
          </p:cNvPr>
          <p:cNvSpPr txBox="1"/>
          <p:nvPr/>
        </p:nvSpPr>
        <p:spPr>
          <a:xfrm>
            <a:off x="459907" y="1062340"/>
            <a:ext cx="2161323"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19 mins</a:t>
            </a:r>
          </a:p>
        </p:txBody>
      </p:sp>
      <p:sp>
        <p:nvSpPr>
          <p:cNvPr id="131" name="TextBox 131">
            <a:extLst>
              <a:ext uri="{FF2B5EF4-FFF2-40B4-BE49-F238E27FC236}">
                <a16:creationId xmlns:a16="http://schemas.microsoft.com/office/drawing/2014/main" id="{B1C6FF57-0402-2A10-4E4A-518D920D3899}"/>
              </a:ext>
            </a:extLst>
          </p:cNvPr>
          <p:cNvSpPr txBox="1"/>
          <p:nvPr/>
        </p:nvSpPr>
        <p:spPr>
          <a:xfrm>
            <a:off x="484610" y="4255862"/>
            <a:ext cx="1355302"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Music show</a:t>
            </a:r>
          </a:p>
        </p:txBody>
      </p:sp>
      <p:sp>
        <p:nvSpPr>
          <p:cNvPr id="132" name="TextBox 132">
            <a:extLst>
              <a:ext uri="{FF2B5EF4-FFF2-40B4-BE49-F238E27FC236}">
                <a16:creationId xmlns:a16="http://schemas.microsoft.com/office/drawing/2014/main" id="{EE669607-7FCA-F86F-8CE0-7CF0E612E4D7}"/>
              </a:ext>
            </a:extLst>
          </p:cNvPr>
          <p:cNvSpPr txBox="1"/>
          <p:nvPr/>
        </p:nvSpPr>
        <p:spPr>
          <a:xfrm>
            <a:off x="459909" y="2402105"/>
            <a:ext cx="1193430" cy="252249"/>
          </a:xfrm>
          <a:prstGeom prst="rect">
            <a:avLst/>
          </a:prstGeom>
        </p:spPr>
        <p:txBody>
          <a:bodyPr wrap="square" lIns="0" tIns="0" rIns="0" bIns="0" rtlCol="0" anchor="t">
            <a:spAutoFit/>
          </a:bodyPr>
          <a:lstStyle/>
          <a:p>
            <a:pPr>
              <a:lnSpc>
                <a:spcPts val="2127"/>
              </a:lnSpc>
              <a:spcBef>
                <a:spcPct val="0"/>
              </a:spcBef>
            </a:pPr>
            <a:r>
              <a:rPr lang="en-US" sz="1519" b="1">
                <a:solidFill>
                  <a:srgbClr val="000000"/>
                </a:solidFill>
                <a:latin typeface="Canva Sans Bold"/>
                <a:ea typeface="Canva Sans Bold"/>
                <a:cs typeface="Canva Sans Bold"/>
                <a:sym typeface="Canva Sans Bold"/>
              </a:rPr>
              <a:t>Bumper cars</a:t>
            </a:r>
          </a:p>
        </p:txBody>
      </p:sp>
      <p:sp>
        <p:nvSpPr>
          <p:cNvPr id="133" name="TextBox 133">
            <a:extLst>
              <a:ext uri="{FF2B5EF4-FFF2-40B4-BE49-F238E27FC236}">
                <a16:creationId xmlns:a16="http://schemas.microsoft.com/office/drawing/2014/main" id="{812352AA-9365-8031-B8B9-ABDE9BE60A42}"/>
              </a:ext>
            </a:extLst>
          </p:cNvPr>
          <p:cNvSpPr txBox="1"/>
          <p:nvPr/>
        </p:nvSpPr>
        <p:spPr>
          <a:xfrm>
            <a:off x="459907" y="2736862"/>
            <a:ext cx="2116328"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15 mins</a:t>
            </a:r>
          </a:p>
        </p:txBody>
      </p:sp>
      <p:sp>
        <p:nvSpPr>
          <p:cNvPr id="134" name="TextBox 134">
            <a:extLst>
              <a:ext uri="{FF2B5EF4-FFF2-40B4-BE49-F238E27FC236}">
                <a16:creationId xmlns:a16="http://schemas.microsoft.com/office/drawing/2014/main" id="{EEECA2EE-0A35-F429-D276-1559EEDAE324}"/>
              </a:ext>
            </a:extLst>
          </p:cNvPr>
          <p:cNvSpPr txBox="1"/>
          <p:nvPr/>
        </p:nvSpPr>
        <p:spPr>
          <a:xfrm>
            <a:off x="454246" y="6995665"/>
            <a:ext cx="2248150"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23 mins</a:t>
            </a:r>
          </a:p>
        </p:txBody>
      </p:sp>
      <p:sp>
        <p:nvSpPr>
          <p:cNvPr id="135" name="TextBox 135">
            <a:extLst>
              <a:ext uri="{FF2B5EF4-FFF2-40B4-BE49-F238E27FC236}">
                <a16:creationId xmlns:a16="http://schemas.microsoft.com/office/drawing/2014/main" id="{F17C53A1-63B0-71E7-89F2-69A37A1D8A7F}"/>
              </a:ext>
            </a:extLst>
          </p:cNvPr>
          <p:cNvSpPr txBox="1"/>
          <p:nvPr/>
        </p:nvSpPr>
        <p:spPr>
          <a:xfrm>
            <a:off x="468516" y="6683812"/>
            <a:ext cx="1475926"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Ferris wheels</a:t>
            </a:r>
          </a:p>
        </p:txBody>
      </p:sp>
      <p:sp>
        <p:nvSpPr>
          <p:cNvPr id="136" name="TextBox 136">
            <a:extLst>
              <a:ext uri="{FF2B5EF4-FFF2-40B4-BE49-F238E27FC236}">
                <a16:creationId xmlns:a16="http://schemas.microsoft.com/office/drawing/2014/main" id="{477BD236-7F0D-3EBE-CA31-42E92909E789}"/>
              </a:ext>
            </a:extLst>
          </p:cNvPr>
          <p:cNvSpPr txBox="1"/>
          <p:nvPr/>
        </p:nvSpPr>
        <p:spPr>
          <a:xfrm>
            <a:off x="484610" y="4621098"/>
            <a:ext cx="2136620"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14 mins</a:t>
            </a:r>
          </a:p>
        </p:txBody>
      </p:sp>
      <p:sp>
        <p:nvSpPr>
          <p:cNvPr id="137" name="TextBox 137">
            <a:extLst>
              <a:ext uri="{FF2B5EF4-FFF2-40B4-BE49-F238E27FC236}">
                <a16:creationId xmlns:a16="http://schemas.microsoft.com/office/drawing/2014/main" id="{2A693273-6AC3-E8D0-C947-A419C36532A2}"/>
              </a:ext>
            </a:extLst>
          </p:cNvPr>
          <p:cNvSpPr txBox="1"/>
          <p:nvPr/>
        </p:nvSpPr>
        <p:spPr>
          <a:xfrm>
            <a:off x="459908" y="5121964"/>
            <a:ext cx="999004"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Fireworks</a:t>
            </a:r>
          </a:p>
        </p:txBody>
      </p:sp>
      <p:sp>
        <p:nvSpPr>
          <p:cNvPr id="138" name="TextBox 138">
            <a:extLst>
              <a:ext uri="{FF2B5EF4-FFF2-40B4-BE49-F238E27FC236}">
                <a16:creationId xmlns:a16="http://schemas.microsoft.com/office/drawing/2014/main" id="{F2CA86CA-3ABB-9CEF-CD67-379A59FCD627}"/>
              </a:ext>
            </a:extLst>
          </p:cNvPr>
          <p:cNvSpPr txBox="1"/>
          <p:nvPr/>
        </p:nvSpPr>
        <p:spPr>
          <a:xfrm>
            <a:off x="500450" y="5410070"/>
            <a:ext cx="218446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50 mins</a:t>
            </a:r>
          </a:p>
        </p:txBody>
      </p:sp>
      <p:sp>
        <p:nvSpPr>
          <p:cNvPr id="139" name="TextBox 139">
            <a:extLst>
              <a:ext uri="{FF2B5EF4-FFF2-40B4-BE49-F238E27FC236}">
                <a16:creationId xmlns:a16="http://schemas.microsoft.com/office/drawing/2014/main" id="{D938F1EA-303A-9F5C-48EE-90E2AC29B6F2}"/>
              </a:ext>
            </a:extLst>
          </p:cNvPr>
          <p:cNvSpPr txBox="1"/>
          <p:nvPr/>
        </p:nvSpPr>
        <p:spPr>
          <a:xfrm>
            <a:off x="468516" y="5977937"/>
            <a:ext cx="1797733"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Ice Cream Corner</a:t>
            </a:r>
          </a:p>
        </p:txBody>
      </p:sp>
      <p:sp>
        <p:nvSpPr>
          <p:cNvPr id="140" name="TextBox 140">
            <a:extLst>
              <a:ext uri="{FF2B5EF4-FFF2-40B4-BE49-F238E27FC236}">
                <a16:creationId xmlns:a16="http://schemas.microsoft.com/office/drawing/2014/main" id="{F0D464E5-CCA6-F5BD-86E9-B44E968142BA}"/>
              </a:ext>
            </a:extLst>
          </p:cNvPr>
          <p:cNvSpPr txBox="1"/>
          <p:nvPr/>
        </p:nvSpPr>
        <p:spPr>
          <a:xfrm>
            <a:off x="459909" y="6301818"/>
            <a:ext cx="211632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5 mins</a:t>
            </a:r>
          </a:p>
        </p:txBody>
      </p:sp>
      <p:sp>
        <p:nvSpPr>
          <p:cNvPr id="141" name="TextBox 141">
            <a:extLst>
              <a:ext uri="{FF2B5EF4-FFF2-40B4-BE49-F238E27FC236}">
                <a16:creationId xmlns:a16="http://schemas.microsoft.com/office/drawing/2014/main" id="{DDD11EF9-F792-4228-ED3F-68C2896D87F6}"/>
              </a:ext>
            </a:extLst>
          </p:cNvPr>
          <p:cNvSpPr txBox="1"/>
          <p:nvPr/>
        </p:nvSpPr>
        <p:spPr>
          <a:xfrm>
            <a:off x="468516" y="3295323"/>
            <a:ext cx="1124377" cy="252249"/>
          </a:xfrm>
          <a:prstGeom prst="rect">
            <a:avLst/>
          </a:prstGeom>
        </p:spPr>
        <p:txBody>
          <a:bodyPr wrap="square" lIns="0" tIns="0" rIns="0" bIns="0" rtlCol="0" anchor="t">
            <a:spAutoFit/>
          </a:bodyPr>
          <a:lstStyle/>
          <a:p>
            <a:pPr>
              <a:lnSpc>
                <a:spcPts val="2127"/>
              </a:lnSpc>
              <a:spcBef>
                <a:spcPct val="0"/>
              </a:spcBef>
            </a:pPr>
            <a:r>
              <a:rPr lang="en-US" sz="1519" b="1">
                <a:solidFill>
                  <a:srgbClr val="000000"/>
                </a:solidFill>
                <a:latin typeface="Canva Sans Bold"/>
                <a:ea typeface="Canva Sans Bold"/>
                <a:cs typeface="Canva Sans Bold"/>
                <a:sym typeface="Canva Sans Bold"/>
              </a:rPr>
              <a:t>Pizza House</a:t>
            </a:r>
          </a:p>
        </p:txBody>
      </p:sp>
      <p:sp>
        <p:nvSpPr>
          <p:cNvPr id="142" name="TextBox 142">
            <a:extLst>
              <a:ext uri="{FF2B5EF4-FFF2-40B4-BE49-F238E27FC236}">
                <a16:creationId xmlns:a16="http://schemas.microsoft.com/office/drawing/2014/main" id="{4FF97E52-C147-3A14-1AEA-96BF06446233}"/>
              </a:ext>
            </a:extLst>
          </p:cNvPr>
          <p:cNvSpPr txBox="1"/>
          <p:nvPr/>
        </p:nvSpPr>
        <p:spPr>
          <a:xfrm>
            <a:off x="436765" y="3685419"/>
            <a:ext cx="218446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17 mins</a:t>
            </a:r>
          </a:p>
        </p:txBody>
      </p:sp>
      <p:sp>
        <p:nvSpPr>
          <p:cNvPr id="143" name="TextBox 143">
            <a:extLst>
              <a:ext uri="{FF2B5EF4-FFF2-40B4-BE49-F238E27FC236}">
                <a16:creationId xmlns:a16="http://schemas.microsoft.com/office/drawing/2014/main" id="{75586AD0-4C67-DE44-6182-13E1D9B003A8}"/>
              </a:ext>
            </a:extLst>
          </p:cNvPr>
          <p:cNvSpPr txBox="1"/>
          <p:nvPr/>
        </p:nvSpPr>
        <p:spPr>
          <a:xfrm>
            <a:off x="422519" y="1561519"/>
            <a:ext cx="1475929" cy="252249"/>
          </a:xfrm>
          <a:prstGeom prst="rect">
            <a:avLst/>
          </a:prstGeom>
        </p:spPr>
        <p:txBody>
          <a:bodyPr wrap="square" lIns="0" tIns="0" rIns="0" bIns="0" rtlCol="0" anchor="t">
            <a:spAutoFit/>
          </a:bodyPr>
          <a:lstStyle/>
          <a:p>
            <a:pPr>
              <a:lnSpc>
                <a:spcPts val="2127"/>
              </a:lnSpc>
              <a:spcBef>
                <a:spcPct val="0"/>
              </a:spcBef>
            </a:pPr>
            <a:r>
              <a:rPr lang="en-US" sz="1519" b="1">
                <a:solidFill>
                  <a:srgbClr val="000000"/>
                </a:solidFill>
                <a:latin typeface="Canva Sans Bold"/>
                <a:ea typeface="Canva Sans Bold"/>
                <a:cs typeface="Canva Sans Bold"/>
                <a:sym typeface="Canva Sans Bold"/>
              </a:rPr>
              <a:t>Castle Playtime</a:t>
            </a:r>
          </a:p>
        </p:txBody>
      </p:sp>
      <p:sp>
        <p:nvSpPr>
          <p:cNvPr id="144" name="TextBox 144">
            <a:extLst>
              <a:ext uri="{FF2B5EF4-FFF2-40B4-BE49-F238E27FC236}">
                <a16:creationId xmlns:a16="http://schemas.microsoft.com/office/drawing/2014/main" id="{2722B963-1006-FC07-D004-ED2C37A360B1}"/>
              </a:ext>
            </a:extLst>
          </p:cNvPr>
          <p:cNvSpPr txBox="1"/>
          <p:nvPr/>
        </p:nvSpPr>
        <p:spPr>
          <a:xfrm>
            <a:off x="459909" y="1936406"/>
            <a:ext cx="2116328"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20 mins</a:t>
            </a:r>
          </a:p>
        </p:txBody>
      </p:sp>
      <p:sp>
        <p:nvSpPr>
          <p:cNvPr id="145" name="TextBox 145">
            <a:hlinkClick r:id="rId42" action="ppaction://hlinksldjump"/>
            <a:extLst>
              <a:ext uri="{FF2B5EF4-FFF2-40B4-BE49-F238E27FC236}">
                <a16:creationId xmlns:a16="http://schemas.microsoft.com/office/drawing/2014/main" id="{E4C78DB5-3D4B-23E8-96EA-99DC71562B67}"/>
              </a:ext>
            </a:extLst>
          </p:cNvPr>
          <p:cNvSpPr txBox="1"/>
          <p:nvPr/>
        </p:nvSpPr>
        <p:spPr>
          <a:xfrm>
            <a:off x="4109768" y="6736609"/>
            <a:ext cx="1363029" cy="228524"/>
          </a:xfrm>
          <a:prstGeom prst="rect">
            <a:avLst/>
          </a:prstGeom>
        </p:spPr>
        <p:txBody>
          <a:bodyPr wrap="square" lIns="0" tIns="0" rIns="0" bIns="0" rtlCol="0" anchor="t">
            <a:spAutoFit/>
          </a:bodyPr>
          <a:lstStyle/>
          <a:p>
            <a:pPr>
              <a:lnSpc>
                <a:spcPts val="1936"/>
              </a:lnSpc>
              <a:spcBef>
                <a:spcPct val="0"/>
              </a:spcBef>
            </a:pPr>
            <a:r>
              <a:rPr lang="en-US" sz="1383" b="1" dirty="0">
                <a:solidFill>
                  <a:srgbClr val="FDFDFD"/>
                </a:solidFill>
                <a:latin typeface="Canva Sans Bold"/>
                <a:ea typeface="Canva Sans Bold"/>
                <a:cs typeface="Canva Sans Bold"/>
                <a:sym typeface="Canva Sans Bold"/>
              </a:rPr>
              <a:t>Browse Videos</a:t>
            </a:r>
          </a:p>
        </p:txBody>
      </p:sp>
      <p:sp>
        <p:nvSpPr>
          <p:cNvPr id="146" name="TextBox 146">
            <a:hlinkClick r:id="rId8" action="ppaction://hlinksldjump"/>
            <a:extLst>
              <a:ext uri="{FF2B5EF4-FFF2-40B4-BE49-F238E27FC236}">
                <a16:creationId xmlns:a16="http://schemas.microsoft.com/office/drawing/2014/main" id="{23C5D9DA-DFE8-B7E7-439B-92A10DD05450}"/>
              </a:ext>
            </a:extLst>
          </p:cNvPr>
          <p:cNvSpPr txBox="1"/>
          <p:nvPr/>
        </p:nvSpPr>
        <p:spPr>
          <a:xfrm>
            <a:off x="6359778" y="6733831"/>
            <a:ext cx="1524411" cy="228524"/>
          </a:xfrm>
          <a:prstGeom prst="rect">
            <a:avLst/>
          </a:prstGeom>
        </p:spPr>
        <p:txBody>
          <a:bodyPr wrap="square" lIns="0" tIns="0" rIns="0" bIns="0" rtlCol="0" anchor="t">
            <a:spAutoFit/>
          </a:bodyPr>
          <a:lstStyle/>
          <a:p>
            <a:pPr>
              <a:lnSpc>
                <a:spcPts val="1936"/>
              </a:lnSpc>
              <a:spcBef>
                <a:spcPct val="0"/>
              </a:spcBef>
            </a:pPr>
            <a:r>
              <a:rPr lang="en-US" sz="1383" b="1" dirty="0">
                <a:solidFill>
                  <a:srgbClr val="FDFDFD"/>
                </a:solidFill>
                <a:latin typeface="Canva Sans Bold"/>
                <a:ea typeface="Canva Sans Bold"/>
                <a:cs typeface="Canva Sans Bold"/>
                <a:sym typeface="Canva Sans Bold"/>
              </a:rPr>
              <a:t>Browse Photos</a:t>
            </a:r>
          </a:p>
        </p:txBody>
      </p:sp>
      <p:sp>
        <p:nvSpPr>
          <p:cNvPr id="147" name="TextBox 147">
            <a:hlinkClick r:id="rId43" action="ppaction://hlinksldjump"/>
            <a:extLst>
              <a:ext uri="{FF2B5EF4-FFF2-40B4-BE49-F238E27FC236}">
                <a16:creationId xmlns:a16="http://schemas.microsoft.com/office/drawing/2014/main" id="{237DE00D-2668-637E-4962-C852A061B77D}"/>
              </a:ext>
            </a:extLst>
          </p:cNvPr>
          <p:cNvSpPr txBox="1"/>
          <p:nvPr/>
        </p:nvSpPr>
        <p:spPr>
          <a:xfrm>
            <a:off x="8756529" y="6720289"/>
            <a:ext cx="1120839" cy="228524"/>
          </a:xfrm>
          <a:prstGeom prst="rect">
            <a:avLst/>
          </a:prstGeom>
        </p:spPr>
        <p:txBody>
          <a:bodyPr wrap="square" lIns="0" tIns="0" rIns="0" bIns="0" rtlCol="0" anchor="t">
            <a:spAutoFit/>
          </a:bodyPr>
          <a:lstStyle/>
          <a:p>
            <a:pPr>
              <a:lnSpc>
                <a:spcPts val="1936"/>
              </a:lnSpc>
              <a:spcBef>
                <a:spcPct val="0"/>
              </a:spcBef>
            </a:pPr>
            <a:r>
              <a:rPr lang="en-US" sz="1383" b="1" dirty="0">
                <a:solidFill>
                  <a:srgbClr val="FDFDFD"/>
                </a:solidFill>
                <a:latin typeface="Canva Sans Bold"/>
                <a:ea typeface="Canva Sans Bold"/>
                <a:cs typeface="Canva Sans Bold"/>
                <a:sym typeface="Canva Sans Bold"/>
              </a:rPr>
              <a:t>Plan Trip</a:t>
            </a:r>
          </a:p>
        </p:txBody>
      </p:sp>
      <p:grpSp>
        <p:nvGrpSpPr>
          <p:cNvPr id="148" name="Group 148">
            <a:extLst>
              <a:ext uri="{FF2B5EF4-FFF2-40B4-BE49-F238E27FC236}">
                <a16:creationId xmlns:a16="http://schemas.microsoft.com/office/drawing/2014/main" id="{7A8A76E2-B735-E9D8-1C70-D8D925CC3552}"/>
              </a:ext>
            </a:extLst>
          </p:cNvPr>
          <p:cNvGrpSpPr/>
          <p:nvPr/>
        </p:nvGrpSpPr>
        <p:grpSpPr>
          <a:xfrm>
            <a:off x="5492559" y="5727280"/>
            <a:ext cx="1533283" cy="395177"/>
            <a:chOff x="0" y="0"/>
            <a:chExt cx="545191" cy="140514"/>
          </a:xfrm>
        </p:grpSpPr>
        <p:sp>
          <p:nvSpPr>
            <p:cNvPr id="149" name="Freeform 149">
              <a:hlinkClick r:id="rId43" action="ppaction://hlinksldjump"/>
              <a:extLst>
                <a:ext uri="{FF2B5EF4-FFF2-40B4-BE49-F238E27FC236}">
                  <a16:creationId xmlns:a16="http://schemas.microsoft.com/office/drawing/2014/main" id="{A77786A3-3FCF-5D3B-4298-B2D4146B28A4}"/>
                </a:ext>
              </a:extLst>
            </p:cNvPr>
            <p:cNvSpPr/>
            <p:nvPr/>
          </p:nvSpPr>
          <p:spPr>
            <a:xfrm>
              <a:off x="0" y="0"/>
              <a:ext cx="545191" cy="140514"/>
            </a:xfrm>
            <a:custGeom>
              <a:avLst/>
              <a:gdLst/>
              <a:ahLst/>
              <a:cxnLst/>
              <a:rect l="l" t="t" r="r" b="b"/>
              <a:pathLst>
                <a:path w="545191" h="140514">
                  <a:moveTo>
                    <a:pt x="70257" y="0"/>
                  </a:moveTo>
                  <a:lnTo>
                    <a:pt x="474934" y="0"/>
                  </a:lnTo>
                  <a:cubicBezTo>
                    <a:pt x="513736" y="0"/>
                    <a:pt x="545191" y="31455"/>
                    <a:pt x="545191" y="70257"/>
                  </a:cubicBezTo>
                  <a:lnTo>
                    <a:pt x="545191" y="70257"/>
                  </a:lnTo>
                  <a:cubicBezTo>
                    <a:pt x="545191" y="109059"/>
                    <a:pt x="513736" y="140514"/>
                    <a:pt x="474934" y="140514"/>
                  </a:cubicBezTo>
                  <a:lnTo>
                    <a:pt x="70257" y="140514"/>
                  </a:lnTo>
                  <a:cubicBezTo>
                    <a:pt x="31455" y="140514"/>
                    <a:pt x="0" y="109059"/>
                    <a:pt x="0" y="70257"/>
                  </a:cubicBezTo>
                  <a:lnTo>
                    <a:pt x="0" y="70257"/>
                  </a:lnTo>
                  <a:cubicBezTo>
                    <a:pt x="0" y="31455"/>
                    <a:pt x="31455" y="0"/>
                    <a:pt x="70257" y="0"/>
                  </a:cubicBezTo>
                  <a:close/>
                </a:path>
              </a:pathLst>
            </a:custGeom>
            <a:solidFill>
              <a:srgbClr val="000000">
                <a:alpha val="0"/>
              </a:srgbClr>
            </a:solidFill>
            <a:ln w="9525" cap="rnd">
              <a:solidFill>
                <a:srgbClr val="F34336"/>
              </a:solidFill>
              <a:prstDash val="solid"/>
              <a:round/>
            </a:ln>
          </p:spPr>
          <p:txBody>
            <a:bodyPr/>
            <a:lstStyle/>
            <a:p>
              <a:endParaRPr lang="en-SG" sz="1088"/>
            </a:p>
          </p:txBody>
        </p:sp>
        <p:sp>
          <p:nvSpPr>
            <p:cNvPr id="150" name="TextBox 150">
              <a:extLst>
                <a:ext uri="{FF2B5EF4-FFF2-40B4-BE49-F238E27FC236}">
                  <a16:creationId xmlns:a16="http://schemas.microsoft.com/office/drawing/2014/main" id="{80EDA6D9-B77D-6B76-115B-CB00E56B855D}"/>
                </a:ext>
              </a:extLst>
            </p:cNvPr>
            <p:cNvSpPr txBox="1"/>
            <p:nvPr/>
          </p:nvSpPr>
          <p:spPr>
            <a:xfrm>
              <a:off x="0" y="-28575"/>
              <a:ext cx="545191" cy="169089"/>
            </a:xfrm>
            <a:prstGeom prst="rect">
              <a:avLst/>
            </a:prstGeom>
          </p:spPr>
          <p:txBody>
            <a:bodyPr lIns="40638" tIns="40638" rIns="40638" bIns="40638" rtlCol="0" anchor="ctr"/>
            <a:lstStyle/>
            <a:p>
              <a:pPr algn="ctr">
                <a:lnSpc>
                  <a:spcPts val="2016"/>
                </a:lnSpc>
              </a:pPr>
              <a:endParaRPr sz="1088"/>
            </a:p>
          </p:txBody>
        </p:sp>
      </p:grpSp>
      <p:grpSp>
        <p:nvGrpSpPr>
          <p:cNvPr id="151" name="Group 151">
            <a:extLst>
              <a:ext uri="{FF2B5EF4-FFF2-40B4-BE49-F238E27FC236}">
                <a16:creationId xmlns:a16="http://schemas.microsoft.com/office/drawing/2014/main" id="{7A67CBC2-BCC7-40D9-7C51-DC82AA4B1355}"/>
              </a:ext>
            </a:extLst>
          </p:cNvPr>
          <p:cNvGrpSpPr/>
          <p:nvPr/>
        </p:nvGrpSpPr>
        <p:grpSpPr>
          <a:xfrm>
            <a:off x="7274536" y="5721025"/>
            <a:ext cx="1533283" cy="395177"/>
            <a:chOff x="0" y="0"/>
            <a:chExt cx="545191" cy="140514"/>
          </a:xfrm>
        </p:grpSpPr>
        <p:sp>
          <p:nvSpPr>
            <p:cNvPr id="152" name="Freeform 152">
              <a:hlinkClick r:id="rId44" action="ppaction://hlinksldjump"/>
              <a:extLst>
                <a:ext uri="{FF2B5EF4-FFF2-40B4-BE49-F238E27FC236}">
                  <a16:creationId xmlns:a16="http://schemas.microsoft.com/office/drawing/2014/main" id="{CB1F08AF-24A1-131B-AB7B-32E95D517628}"/>
                </a:ext>
              </a:extLst>
            </p:cNvPr>
            <p:cNvSpPr/>
            <p:nvPr/>
          </p:nvSpPr>
          <p:spPr>
            <a:xfrm>
              <a:off x="0" y="0"/>
              <a:ext cx="545191" cy="140514"/>
            </a:xfrm>
            <a:custGeom>
              <a:avLst/>
              <a:gdLst/>
              <a:ahLst/>
              <a:cxnLst/>
              <a:rect l="l" t="t" r="r" b="b"/>
              <a:pathLst>
                <a:path w="545191" h="140514">
                  <a:moveTo>
                    <a:pt x="70257" y="0"/>
                  </a:moveTo>
                  <a:lnTo>
                    <a:pt x="474934" y="0"/>
                  </a:lnTo>
                  <a:cubicBezTo>
                    <a:pt x="513736" y="0"/>
                    <a:pt x="545191" y="31455"/>
                    <a:pt x="545191" y="70257"/>
                  </a:cubicBezTo>
                  <a:lnTo>
                    <a:pt x="545191" y="70257"/>
                  </a:lnTo>
                  <a:cubicBezTo>
                    <a:pt x="545191" y="109059"/>
                    <a:pt x="513736" y="140514"/>
                    <a:pt x="474934" y="140514"/>
                  </a:cubicBezTo>
                  <a:lnTo>
                    <a:pt x="70257" y="140514"/>
                  </a:lnTo>
                  <a:cubicBezTo>
                    <a:pt x="31455" y="140514"/>
                    <a:pt x="0" y="109059"/>
                    <a:pt x="0" y="70257"/>
                  </a:cubicBezTo>
                  <a:lnTo>
                    <a:pt x="0" y="70257"/>
                  </a:lnTo>
                  <a:cubicBezTo>
                    <a:pt x="0" y="31455"/>
                    <a:pt x="31455" y="0"/>
                    <a:pt x="70257" y="0"/>
                  </a:cubicBezTo>
                  <a:close/>
                </a:path>
              </a:pathLst>
            </a:custGeom>
            <a:solidFill>
              <a:srgbClr val="000000">
                <a:alpha val="0"/>
              </a:srgbClr>
            </a:solidFill>
            <a:ln w="9525" cap="rnd">
              <a:solidFill>
                <a:srgbClr val="F34336"/>
              </a:solidFill>
              <a:prstDash val="solid"/>
              <a:round/>
            </a:ln>
          </p:spPr>
          <p:txBody>
            <a:bodyPr/>
            <a:lstStyle/>
            <a:p>
              <a:endParaRPr lang="en-SG" sz="1088"/>
            </a:p>
          </p:txBody>
        </p:sp>
        <p:sp>
          <p:nvSpPr>
            <p:cNvPr id="153" name="TextBox 153">
              <a:extLst>
                <a:ext uri="{FF2B5EF4-FFF2-40B4-BE49-F238E27FC236}">
                  <a16:creationId xmlns:a16="http://schemas.microsoft.com/office/drawing/2014/main" id="{7A25DA46-EBD6-B3D7-94B0-CA56838CD704}"/>
                </a:ext>
              </a:extLst>
            </p:cNvPr>
            <p:cNvSpPr txBox="1"/>
            <p:nvPr/>
          </p:nvSpPr>
          <p:spPr>
            <a:xfrm>
              <a:off x="0" y="-28575"/>
              <a:ext cx="545191" cy="169089"/>
            </a:xfrm>
            <a:prstGeom prst="rect">
              <a:avLst/>
            </a:prstGeom>
          </p:spPr>
          <p:txBody>
            <a:bodyPr lIns="40638" tIns="40638" rIns="40638" bIns="40638" rtlCol="0" anchor="ctr"/>
            <a:lstStyle/>
            <a:p>
              <a:pPr algn="ctr">
                <a:lnSpc>
                  <a:spcPts val="2016"/>
                </a:lnSpc>
              </a:pPr>
              <a:endParaRPr sz="1088"/>
            </a:p>
          </p:txBody>
        </p:sp>
      </p:grpSp>
      <p:grpSp>
        <p:nvGrpSpPr>
          <p:cNvPr id="154" name="Group 154"/>
          <p:cNvGrpSpPr/>
          <p:nvPr/>
        </p:nvGrpSpPr>
        <p:grpSpPr>
          <a:xfrm>
            <a:off x="-68308" y="-152108"/>
            <a:ext cx="10823620" cy="7675053"/>
            <a:chOff x="0" y="0"/>
            <a:chExt cx="3845841" cy="2729028"/>
          </a:xfrm>
        </p:grpSpPr>
        <p:sp>
          <p:nvSpPr>
            <p:cNvPr id="155" name="Freeform 155"/>
            <p:cNvSpPr/>
            <p:nvPr/>
          </p:nvSpPr>
          <p:spPr>
            <a:xfrm>
              <a:off x="0" y="0"/>
              <a:ext cx="3845841" cy="2729028"/>
            </a:xfrm>
            <a:custGeom>
              <a:avLst/>
              <a:gdLst/>
              <a:ahLst/>
              <a:cxnLst/>
              <a:rect l="l" t="t" r="r" b="b"/>
              <a:pathLst>
                <a:path w="3845841" h="2729028">
                  <a:moveTo>
                    <a:pt x="0" y="0"/>
                  </a:moveTo>
                  <a:lnTo>
                    <a:pt x="3845841" y="0"/>
                  </a:lnTo>
                  <a:lnTo>
                    <a:pt x="3845841" y="2729028"/>
                  </a:lnTo>
                  <a:lnTo>
                    <a:pt x="0" y="2729028"/>
                  </a:lnTo>
                  <a:close/>
                </a:path>
              </a:pathLst>
            </a:custGeom>
            <a:solidFill>
              <a:srgbClr val="FFFFFF">
                <a:alpha val="80000"/>
              </a:srgbClr>
            </a:solidFill>
          </p:spPr>
          <p:txBody>
            <a:bodyPr/>
            <a:lstStyle/>
            <a:p>
              <a:endParaRPr lang="en-SG" sz="1088"/>
            </a:p>
          </p:txBody>
        </p:sp>
        <p:sp>
          <p:nvSpPr>
            <p:cNvPr id="156" name="TextBox 156"/>
            <p:cNvSpPr txBox="1"/>
            <p:nvPr/>
          </p:nvSpPr>
          <p:spPr>
            <a:xfrm>
              <a:off x="0" y="-28575"/>
              <a:ext cx="3845841" cy="2757603"/>
            </a:xfrm>
            <a:prstGeom prst="rect">
              <a:avLst/>
            </a:prstGeom>
          </p:spPr>
          <p:txBody>
            <a:bodyPr lIns="40638" tIns="40638" rIns="40638" bIns="40638" rtlCol="0" anchor="ctr"/>
            <a:lstStyle/>
            <a:p>
              <a:pPr algn="ctr">
                <a:lnSpc>
                  <a:spcPts val="2016"/>
                </a:lnSpc>
              </a:pPr>
              <a:endParaRPr sz="1088"/>
            </a:p>
          </p:txBody>
        </p:sp>
      </p:grpSp>
      <p:grpSp>
        <p:nvGrpSpPr>
          <p:cNvPr id="184" name="Group 183">
            <a:extLst>
              <a:ext uri="{FF2B5EF4-FFF2-40B4-BE49-F238E27FC236}">
                <a16:creationId xmlns:a16="http://schemas.microsoft.com/office/drawing/2014/main" id="{5C6272F8-06BC-BED4-0C48-53CE5875EB7F}"/>
              </a:ext>
            </a:extLst>
          </p:cNvPr>
          <p:cNvGrpSpPr/>
          <p:nvPr/>
        </p:nvGrpSpPr>
        <p:grpSpPr>
          <a:xfrm>
            <a:off x="3860669" y="2394555"/>
            <a:ext cx="4317388" cy="2736119"/>
            <a:chOff x="4676877" y="2877913"/>
            <a:chExt cx="4317388" cy="2736119"/>
          </a:xfrm>
        </p:grpSpPr>
        <p:grpSp>
          <p:nvGrpSpPr>
            <p:cNvPr id="157" name="Group 157"/>
            <p:cNvGrpSpPr/>
            <p:nvPr/>
          </p:nvGrpSpPr>
          <p:grpSpPr>
            <a:xfrm>
              <a:off x="4676877" y="2877913"/>
              <a:ext cx="4317388" cy="2736119"/>
              <a:chOff x="-25633" y="-87856"/>
              <a:chExt cx="7195965" cy="4560399"/>
            </a:xfrm>
          </p:grpSpPr>
          <p:grpSp>
            <p:nvGrpSpPr>
              <p:cNvPr id="158" name="Group 158"/>
              <p:cNvGrpSpPr/>
              <p:nvPr/>
            </p:nvGrpSpPr>
            <p:grpSpPr>
              <a:xfrm>
                <a:off x="-25633" y="-87856"/>
                <a:ext cx="7195965" cy="4560399"/>
                <a:chOff x="-8337" y="-28575"/>
                <a:chExt cx="2340474" cy="1483261"/>
              </a:xfrm>
            </p:grpSpPr>
            <p:sp>
              <p:nvSpPr>
                <p:cNvPr id="159" name="Freeform 159"/>
                <p:cNvSpPr/>
                <p:nvPr/>
              </p:nvSpPr>
              <p:spPr>
                <a:xfrm>
                  <a:off x="-8337" y="48500"/>
                  <a:ext cx="2332137" cy="1406186"/>
                </a:xfrm>
                <a:custGeom>
                  <a:avLst/>
                  <a:gdLst/>
                  <a:ahLst/>
                  <a:cxnLst/>
                  <a:rect l="l" t="t" r="r" b="b"/>
                  <a:pathLst>
                    <a:path w="2332137" h="1406186">
                      <a:moveTo>
                        <a:pt x="38870" y="0"/>
                      </a:moveTo>
                      <a:lnTo>
                        <a:pt x="2293267" y="0"/>
                      </a:lnTo>
                      <a:cubicBezTo>
                        <a:pt x="2303576" y="0"/>
                        <a:pt x="2313463" y="4095"/>
                        <a:pt x="2320752" y="11385"/>
                      </a:cubicBezTo>
                      <a:cubicBezTo>
                        <a:pt x="2328042" y="18674"/>
                        <a:pt x="2332137" y="28561"/>
                        <a:pt x="2332137" y="38870"/>
                      </a:cubicBezTo>
                      <a:lnTo>
                        <a:pt x="2332137" y="1367317"/>
                      </a:lnTo>
                      <a:cubicBezTo>
                        <a:pt x="2332137" y="1377626"/>
                        <a:pt x="2328042" y="1387512"/>
                        <a:pt x="2320752" y="1394802"/>
                      </a:cubicBezTo>
                      <a:cubicBezTo>
                        <a:pt x="2313463" y="1402091"/>
                        <a:pt x="2303576" y="1406186"/>
                        <a:pt x="2293267" y="1406186"/>
                      </a:cubicBezTo>
                      <a:lnTo>
                        <a:pt x="38870" y="1406186"/>
                      </a:lnTo>
                      <a:cubicBezTo>
                        <a:pt x="17403" y="1406186"/>
                        <a:pt x="0" y="1388784"/>
                        <a:pt x="0" y="1367317"/>
                      </a:cubicBezTo>
                      <a:lnTo>
                        <a:pt x="0" y="38870"/>
                      </a:lnTo>
                      <a:cubicBezTo>
                        <a:pt x="0" y="28561"/>
                        <a:pt x="4095" y="18674"/>
                        <a:pt x="11385" y="11385"/>
                      </a:cubicBezTo>
                      <a:cubicBezTo>
                        <a:pt x="18674" y="4095"/>
                        <a:pt x="28561" y="0"/>
                        <a:pt x="38870" y="0"/>
                      </a:cubicBezTo>
                      <a:close/>
                    </a:path>
                  </a:pathLst>
                </a:custGeom>
                <a:solidFill>
                  <a:srgbClr val="FFFFFF"/>
                </a:solidFill>
                <a:ln w="9525" cap="rnd">
                  <a:solidFill>
                    <a:srgbClr val="A6A6A6"/>
                  </a:solidFill>
                  <a:prstDash val="solid"/>
                  <a:round/>
                </a:ln>
              </p:spPr>
              <p:txBody>
                <a:bodyPr/>
                <a:lstStyle/>
                <a:p>
                  <a:endParaRPr lang="en-SG" sz="1088"/>
                </a:p>
              </p:txBody>
            </p:sp>
            <p:sp>
              <p:nvSpPr>
                <p:cNvPr id="160" name="TextBox 160"/>
                <p:cNvSpPr txBox="1"/>
                <p:nvPr/>
              </p:nvSpPr>
              <p:spPr>
                <a:xfrm>
                  <a:off x="0" y="-28575"/>
                  <a:ext cx="2332137" cy="1434761"/>
                </a:xfrm>
                <a:prstGeom prst="rect">
                  <a:avLst/>
                </a:prstGeom>
              </p:spPr>
              <p:txBody>
                <a:bodyPr lIns="26655" tIns="26655" rIns="26655" bIns="26655" rtlCol="0" anchor="ctr"/>
                <a:lstStyle/>
                <a:p>
                  <a:pPr algn="ctr">
                    <a:lnSpc>
                      <a:spcPts val="2016"/>
                    </a:lnSpc>
                  </a:pPr>
                  <a:endParaRPr sz="1088"/>
                </a:p>
              </p:txBody>
            </p:sp>
          </p:grpSp>
          <p:grpSp>
            <p:nvGrpSpPr>
              <p:cNvPr id="161" name="Group 161"/>
              <p:cNvGrpSpPr/>
              <p:nvPr/>
            </p:nvGrpSpPr>
            <p:grpSpPr>
              <a:xfrm>
                <a:off x="0" y="0"/>
                <a:ext cx="7170332" cy="898657"/>
                <a:chOff x="0" y="0"/>
                <a:chExt cx="2332137" cy="292286"/>
              </a:xfrm>
            </p:grpSpPr>
            <p:sp>
              <p:nvSpPr>
                <p:cNvPr id="162" name="Freeform 162">
                  <a:hlinkClick r:id="rId45" action="ppaction://hlinksldjump"/>
                </p:cNvPr>
                <p:cNvSpPr/>
                <p:nvPr/>
              </p:nvSpPr>
              <p:spPr>
                <a:xfrm>
                  <a:off x="0" y="0"/>
                  <a:ext cx="2332137" cy="292286"/>
                </a:xfrm>
                <a:custGeom>
                  <a:avLst/>
                  <a:gdLst/>
                  <a:ahLst/>
                  <a:cxnLst/>
                  <a:rect l="l" t="t" r="r" b="b"/>
                  <a:pathLst>
                    <a:path w="2332137" h="292286">
                      <a:moveTo>
                        <a:pt x="50387" y="0"/>
                      </a:moveTo>
                      <a:lnTo>
                        <a:pt x="2281750" y="0"/>
                      </a:lnTo>
                      <a:cubicBezTo>
                        <a:pt x="2309578" y="0"/>
                        <a:pt x="2332137" y="22559"/>
                        <a:pt x="2332137" y="50387"/>
                      </a:cubicBezTo>
                      <a:lnTo>
                        <a:pt x="2332137" y="241900"/>
                      </a:lnTo>
                      <a:cubicBezTo>
                        <a:pt x="2332137" y="269728"/>
                        <a:pt x="2309578" y="292286"/>
                        <a:pt x="2281750" y="292286"/>
                      </a:cubicBezTo>
                      <a:lnTo>
                        <a:pt x="50387" y="292286"/>
                      </a:lnTo>
                      <a:cubicBezTo>
                        <a:pt x="37023" y="292286"/>
                        <a:pt x="24207" y="286978"/>
                        <a:pt x="14758" y="277529"/>
                      </a:cubicBezTo>
                      <a:cubicBezTo>
                        <a:pt x="5309" y="268079"/>
                        <a:pt x="0" y="255263"/>
                        <a:pt x="0" y="241900"/>
                      </a:cubicBezTo>
                      <a:lnTo>
                        <a:pt x="0" y="50387"/>
                      </a:lnTo>
                      <a:cubicBezTo>
                        <a:pt x="0" y="22559"/>
                        <a:pt x="22559" y="0"/>
                        <a:pt x="50387" y="0"/>
                      </a:cubicBezTo>
                      <a:close/>
                    </a:path>
                  </a:pathLst>
                </a:custGeom>
                <a:solidFill>
                  <a:srgbClr val="F34336"/>
                </a:solidFill>
                <a:ln w="9525" cap="rnd">
                  <a:solidFill>
                    <a:srgbClr val="A6A6A6"/>
                  </a:solidFill>
                  <a:prstDash val="solid"/>
                  <a:round/>
                </a:ln>
              </p:spPr>
              <p:txBody>
                <a:bodyPr/>
                <a:lstStyle/>
                <a:p>
                  <a:endParaRPr lang="en-SG" sz="1088"/>
                </a:p>
              </p:txBody>
            </p:sp>
            <p:sp>
              <p:nvSpPr>
                <p:cNvPr id="163" name="TextBox 163"/>
                <p:cNvSpPr txBox="1"/>
                <p:nvPr/>
              </p:nvSpPr>
              <p:spPr>
                <a:xfrm>
                  <a:off x="0" y="-28575"/>
                  <a:ext cx="2332137" cy="320861"/>
                </a:xfrm>
                <a:prstGeom prst="rect">
                  <a:avLst/>
                </a:prstGeom>
              </p:spPr>
              <p:txBody>
                <a:bodyPr lIns="26655" tIns="26655" rIns="26655" bIns="26655" rtlCol="0" anchor="ctr"/>
                <a:lstStyle/>
                <a:p>
                  <a:pPr algn="ctr">
                    <a:lnSpc>
                      <a:spcPts val="2016"/>
                    </a:lnSpc>
                  </a:pPr>
                  <a:endParaRPr sz="1088"/>
                </a:p>
              </p:txBody>
            </p:sp>
          </p:grpSp>
          <p:sp>
            <p:nvSpPr>
              <p:cNvPr id="164" name="Freeform 164"/>
              <p:cNvSpPr/>
              <p:nvPr/>
            </p:nvSpPr>
            <p:spPr>
              <a:xfrm>
                <a:off x="2159471" y="1237562"/>
                <a:ext cx="3032063" cy="2522906"/>
              </a:xfrm>
              <a:custGeom>
                <a:avLst/>
                <a:gdLst/>
                <a:ahLst/>
                <a:cxnLst/>
                <a:rect l="l" t="t" r="r" b="b"/>
                <a:pathLst>
                  <a:path w="3032063" h="2522906">
                    <a:moveTo>
                      <a:pt x="0" y="0"/>
                    </a:moveTo>
                    <a:lnTo>
                      <a:pt x="3032063" y="0"/>
                    </a:lnTo>
                    <a:lnTo>
                      <a:pt x="3032063" y="2522906"/>
                    </a:lnTo>
                    <a:lnTo>
                      <a:pt x="0" y="2522906"/>
                    </a:lnTo>
                    <a:lnTo>
                      <a:pt x="0" y="0"/>
                    </a:lnTo>
                    <a:close/>
                  </a:path>
                </a:pathLst>
              </a:custGeom>
              <a:blipFill>
                <a:blip r:embed="rId46"/>
                <a:stretch>
                  <a:fillRect l="-17624" r="-7971"/>
                </a:stretch>
              </a:blipFill>
            </p:spPr>
            <p:txBody>
              <a:bodyPr/>
              <a:lstStyle/>
              <a:p>
                <a:endParaRPr lang="en-SG" sz="1088"/>
              </a:p>
            </p:txBody>
          </p:sp>
          <p:sp>
            <p:nvSpPr>
              <p:cNvPr id="165" name="Freeform 165"/>
              <p:cNvSpPr/>
              <p:nvPr/>
            </p:nvSpPr>
            <p:spPr>
              <a:xfrm>
                <a:off x="5603694" y="1731545"/>
                <a:ext cx="1566637" cy="1491687"/>
              </a:xfrm>
              <a:custGeom>
                <a:avLst/>
                <a:gdLst/>
                <a:ahLst/>
                <a:cxnLst/>
                <a:rect l="l" t="t" r="r" b="b"/>
                <a:pathLst>
                  <a:path w="1566637" h="1491687">
                    <a:moveTo>
                      <a:pt x="0" y="0"/>
                    </a:moveTo>
                    <a:lnTo>
                      <a:pt x="1566638" y="0"/>
                    </a:lnTo>
                    <a:lnTo>
                      <a:pt x="1566638" y="1491687"/>
                    </a:lnTo>
                    <a:lnTo>
                      <a:pt x="0" y="1491687"/>
                    </a:lnTo>
                    <a:lnTo>
                      <a:pt x="0" y="0"/>
                    </a:lnTo>
                    <a:close/>
                  </a:path>
                </a:pathLst>
              </a:custGeom>
              <a:blipFill>
                <a:blip r:embed="rId47"/>
                <a:stretch>
                  <a:fillRect l="-9120" t="-62868" r="-22372" b="-44412"/>
                </a:stretch>
              </a:blipFill>
            </p:spPr>
            <p:txBody>
              <a:bodyPr/>
              <a:lstStyle/>
              <a:p>
                <a:endParaRPr lang="en-SG" sz="1088"/>
              </a:p>
            </p:txBody>
          </p:sp>
          <p:sp>
            <p:nvSpPr>
              <p:cNvPr id="166" name="Freeform 166"/>
              <p:cNvSpPr/>
              <p:nvPr/>
            </p:nvSpPr>
            <p:spPr>
              <a:xfrm>
                <a:off x="0" y="1731545"/>
                <a:ext cx="1747311" cy="1534940"/>
              </a:xfrm>
              <a:custGeom>
                <a:avLst/>
                <a:gdLst/>
                <a:ahLst/>
                <a:cxnLst/>
                <a:rect l="l" t="t" r="r" b="b"/>
                <a:pathLst>
                  <a:path w="1747311" h="1534940">
                    <a:moveTo>
                      <a:pt x="0" y="0"/>
                    </a:moveTo>
                    <a:lnTo>
                      <a:pt x="1747311" y="0"/>
                    </a:lnTo>
                    <a:lnTo>
                      <a:pt x="1747311" y="1534940"/>
                    </a:lnTo>
                    <a:lnTo>
                      <a:pt x="0" y="1534940"/>
                    </a:lnTo>
                    <a:lnTo>
                      <a:pt x="0" y="0"/>
                    </a:lnTo>
                    <a:close/>
                  </a:path>
                </a:pathLst>
              </a:custGeom>
              <a:blipFill>
                <a:blip r:embed="rId48"/>
                <a:stretch>
                  <a:fillRect l="-12564" t="-18666" b="-9472"/>
                </a:stretch>
              </a:blipFill>
            </p:spPr>
            <p:txBody>
              <a:bodyPr/>
              <a:lstStyle/>
              <a:p>
                <a:endParaRPr lang="en-SG" sz="1088" dirty="0"/>
              </a:p>
            </p:txBody>
          </p:sp>
          <p:grpSp>
            <p:nvGrpSpPr>
              <p:cNvPr id="167" name="Group 167"/>
              <p:cNvGrpSpPr/>
              <p:nvPr/>
            </p:nvGrpSpPr>
            <p:grpSpPr>
              <a:xfrm>
                <a:off x="0" y="449328"/>
                <a:ext cx="7170332" cy="485720"/>
                <a:chOff x="0" y="0"/>
                <a:chExt cx="2332137" cy="157979"/>
              </a:xfrm>
            </p:grpSpPr>
            <p:sp>
              <p:nvSpPr>
                <p:cNvPr id="168" name="Freeform 168"/>
                <p:cNvSpPr/>
                <p:nvPr/>
              </p:nvSpPr>
              <p:spPr>
                <a:xfrm>
                  <a:off x="0" y="0"/>
                  <a:ext cx="2332137" cy="157979"/>
                </a:xfrm>
                <a:custGeom>
                  <a:avLst/>
                  <a:gdLst/>
                  <a:ahLst/>
                  <a:cxnLst/>
                  <a:rect l="l" t="t" r="r" b="b"/>
                  <a:pathLst>
                    <a:path w="2332137" h="157979">
                      <a:moveTo>
                        <a:pt x="0" y="0"/>
                      </a:moveTo>
                      <a:lnTo>
                        <a:pt x="2332137" y="0"/>
                      </a:lnTo>
                      <a:lnTo>
                        <a:pt x="2332137" y="157979"/>
                      </a:lnTo>
                      <a:lnTo>
                        <a:pt x="0" y="157979"/>
                      </a:lnTo>
                      <a:close/>
                    </a:path>
                  </a:pathLst>
                </a:custGeom>
                <a:solidFill>
                  <a:srgbClr val="F34336"/>
                </a:solidFill>
                <a:ln cap="sq">
                  <a:noFill/>
                  <a:prstDash val="solid"/>
                  <a:miter/>
                </a:ln>
              </p:spPr>
              <p:txBody>
                <a:bodyPr/>
                <a:lstStyle/>
                <a:p>
                  <a:endParaRPr lang="en-SG" sz="1088"/>
                </a:p>
              </p:txBody>
            </p:sp>
            <p:sp>
              <p:nvSpPr>
                <p:cNvPr id="169" name="TextBox 169"/>
                <p:cNvSpPr txBox="1"/>
                <p:nvPr/>
              </p:nvSpPr>
              <p:spPr>
                <a:xfrm>
                  <a:off x="0" y="-28575"/>
                  <a:ext cx="2332137" cy="186554"/>
                </a:xfrm>
                <a:prstGeom prst="rect">
                  <a:avLst/>
                </a:prstGeom>
              </p:spPr>
              <p:txBody>
                <a:bodyPr lIns="26655" tIns="26655" rIns="26655" bIns="26655" rtlCol="0" anchor="ctr"/>
                <a:lstStyle/>
                <a:p>
                  <a:pPr algn="ctr">
                    <a:lnSpc>
                      <a:spcPts val="2016"/>
                    </a:lnSpc>
                  </a:pPr>
                  <a:endParaRPr sz="1088"/>
                </a:p>
              </p:txBody>
            </p:sp>
          </p:grpSp>
          <p:sp>
            <p:nvSpPr>
              <p:cNvPr id="170" name="TextBox 170"/>
              <p:cNvSpPr txBox="1"/>
              <p:nvPr/>
            </p:nvSpPr>
            <p:spPr>
              <a:xfrm>
                <a:off x="2919751" y="173483"/>
                <a:ext cx="2271784" cy="578602"/>
              </a:xfrm>
              <a:prstGeom prst="rect">
                <a:avLst/>
              </a:prstGeom>
            </p:spPr>
            <p:txBody>
              <a:bodyPr lIns="0" tIns="0" rIns="0" bIns="0" rtlCol="0" anchor="t">
                <a:spAutoFit/>
              </a:bodyPr>
              <a:lstStyle/>
              <a:p>
                <a:pPr>
                  <a:lnSpc>
                    <a:spcPts val="2831"/>
                  </a:lnSpc>
                  <a:spcBef>
                    <a:spcPct val="0"/>
                  </a:spcBef>
                </a:pPr>
                <a:r>
                  <a:rPr lang="en-US" sz="2022" dirty="0">
                    <a:solidFill>
                      <a:srgbClr val="FDFDFD"/>
                    </a:solidFill>
                    <a:latin typeface="League Spartan"/>
                    <a:ea typeface="League Spartan"/>
                    <a:cs typeface="League Spartan"/>
                    <a:sym typeface="League Spartan"/>
                  </a:rPr>
                  <a:t>Photos</a:t>
                </a:r>
              </a:p>
            </p:txBody>
          </p:sp>
          <p:sp>
            <p:nvSpPr>
              <p:cNvPr id="171" name="Freeform 171">
                <a:hlinkClick r:id="rId43" action="ppaction://hlinksldjump"/>
              </p:cNvPr>
              <p:cNvSpPr/>
              <p:nvPr/>
            </p:nvSpPr>
            <p:spPr>
              <a:xfrm>
                <a:off x="6254115" y="128144"/>
                <a:ext cx="642369" cy="642369"/>
              </a:xfrm>
              <a:custGeom>
                <a:avLst/>
                <a:gdLst/>
                <a:ahLst/>
                <a:cxnLst/>
                <a:rect l="l" t="t" r="r" b="b"/>
                <a:pathLst>
                  <a:path w="642369" h="642369">
                    <a:moveTo>
                      <a:pt x="0" y="0"/>
                    </a:moveTo>
                    <a:lnTo>
                      <a:pt x="642369" y="0"/>
                    </a:lnTo>
                    <a:lnTo>
                      <a:pt x="642369" y="642369"/>
                    </a:lnTo>
                    <a:lnTo>
                      <a:pt x="0" y="642369"/>
                    </a:lnTo>
                    <a:lnTo>
                      <a:pt x="0" y="0"/>
                    </a:lnTo>
                    <a:close/>
                  </a:path>
                </a:pathLst>
              </a:custGeom>
              <a:blipFill>
                <a:blip r:embed="rId49">
                  <a:extLst>
                    <a:ext uri="{96DAC541-7B7A-43D3-8B79-37D633B846F1}">
                      <asvg:svgBlip xmlns:asvg="http://schemas.microsoft.com/office/drawing/2016/SVG/main" r:embed="rId50"/>
                    </a:ext>
                  </a:extLst>
                </a:blip>
                <a:stretch>
                  <a:fillRect/>
                </a:stretch>
              </a:blipFill>
            </p:spPr>
            <p:txBody>
              <a:bodyPr/>
              <a:lstStyle/>
              <a:p>
                <a:endParaRPr lang="en-SG" sz="1088"/>
              </a:p>
            </p:txBody>
          </p:sp>
        </p:grpSp>
        <p:pic>
          <p:nvPicPr>
            <p:cNvPr id="178" name="Graphic 177" descr="Caret Right outline">
              <a:extLst>
                <a:ext uri="{FF2B5EF4-FFF2-40B4-BE49-F238E27FC236}">
                  <a16:creationId xmlns:a16="http://schemas.microsoft.com/office/drawing/2014/main" id="{635FA419-2755-6836-E2BC-CDDB0C743805}"/>
                </a:ext>
              </a:extLst>
            </p:cNvPr>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7683546" y="4056586"/>
              <a:ext cx="713721" cy="713721"/>
            </a:xfrm>
            <a:prstGeom prst="rect">
              <a:avLst/>
            </a:prstGeom>
          </p:spPr>
        </p:pic>
        <p:pic>
          <p:nvPicPr>
            <p:cNvPr id="179" name="Graphic 178" descr="Caret Right outline">
              <a:extLst>
                <a:ext uri="{FF2B5EF4-FFF2-40B4-BE49-F238E27FC236}">
                  <a16:creationId xmlns:a16="http://schemas.microsoft.com/office/drawing/2014/main" id="{4EE76B19-97F3-2A30-6C62-5ADA5D1E388B}"/>
                </a:ext>
              </a:extLst>
            </p:cNvPr>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rot="11045126">
              <a:off x="5565455" y="4128921"/>
              <a:ext cx="620085" cy="620085"/>
            </a:xfrm>
            <a:prstGeom prst="rect">
              <a:avLst/>
            </a:prstGeom>
          </p:spPr>
        </p:pic>
        <p:sp>
          <p:nvSpPr>
            <p:cNvPr id="180" name="Oval 179">
              <a:extLst>
                <a:ext uri="{FF2B5EF4-FFF2-40B4-BE49-F238E27FC236}">
                  <a16:creationId xmlns:a16="http://schemas.microsoft.com/office/drawing/2014/main" id="{D3F6681C-DF40-AE13-33F3-FCF9AF4E5D5C}"/>
                </a:ext>
              </a:extLst>
            </p:cNvPr>
            <p:cNvSpPr/>
            <p:nvPr/>
          </p:nvSpPr>
          <p:spPr>
            <a:xfrm>
              <a:off x="6419159" y="5310793"/>
              <a:ext cx="45719" cy="45719"/>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1" name="Oval 180">
              <a:extLst>
                <a:ext uri="{FF2B5EF4-FFF2-40B4-BE49-F238E27FC236}">
                  <a16:creationId xmlns:a16="http://schemas.microsoft.com/office/drawing/2014/main" id="{4D6F830A-FF3E-55F2-1A46-C38BCF545120}"/>
                </a:ext>
              </a:extLst>
            </p:cNvPr>
            <p:cNvSpPr/>
            <p:nvPr/>
          </p:nvSpPr>
          <p:spPr>
            <a:xfrm>
              <a:off x="6715942" y="5324938"/>
              <a:ext cx="45719" cy="45719"/>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3" name="Oval 182">
              <a:extLst>
                <a:ext uri="{FF2B5EF4-FFF2-40B4-BE49-F238E27FC236}">
                  <a16:creationId xmlns:a16="http://schemas.microsoft.com/office/drawing/2014/main" id="{41C7A18A-E50B-2ACE-758D-A1667F31D823}"/>
                </a:ext>
              </a:extLst>
            </p:cNvPr>
            <p:cNvSpPr/>
            <p:nvPr/>
          </p:nvSpPr>
          <p:spPr>
            <a:xfrm>
              <a:off x="7080653" y="5302078"/>
              <a:ext cx="45719" cy="45719"/>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spTree>
    <p:extLst>
      <p:ext uri="{BB962C8B-B14F-4D97-AF65-F5344CB8AC3E}">
        <p14:creationId xmlns:p14="http://schemas.microsoft.com/office/powerpoint/2010/main" val="29775778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a:extLst>
            <a:ext uri="{FF2B5EF4-FFF2-40B4-BE49-F238E27FC236}">
              <a16:creationId xmlns:a16="http://schemas.microsoft.com/office/drawing/2014/main" id="{EB97A8B3-9CE3-9A36-D041-CA49B4ABB48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42FBA40-9389-FB11-60DD-D438553CCE45}"/>
              </a:ext>
            </a:extLst>
          </p:cNvPr>
          <p:cNvSpPr/>
          <p:nvPr/>
        </p:nvSpPr>
        <p:spPr>
          <a:xfrm>
            <a:off x="4319976" y="926069"/>
            <a:ext cx="5481469" cy="3657155"/>
          </a:xfrm>
          <a:custGeom>
            <a:avLst/>
            <a:gdLst/>
            <a:ahLst/>
            <a:cxnLst/>
            <a:rect l="l" t="t" r="r" b="b"/>
            <a:pathLst>
              <a:path w="6852139" h="4571645">
                <a:moveTo>
                  <a:pt x="0" y="0"/>
                </a:moveTo>
                <a:lnTo>
                  <a:pt x="6852139" y="0"/>
                </a:lnTo>
                <a:lnTo>
                  <a:pt x="6852139" y="4571645"/>
                </a:lnTo>
                <a:lnTo>
                  <a:pt x="0" y="4571645"/>
                </a:lnTo>
                <a:lnTo>
                  <a:pt x="0" y="0"/>
                </a:lnTo>
                <a:close/>
              </a:path>
            </a:pathLst>
          </a:custGeom>
          <a:blipFill>
            <a:blip r:embed="rId3"/>
            <a:stretch>
              <a:fillRect/>
            </a:stretch>
          </a:blipFill>
          <a:ln cap="sq">
            <a:noFill/>
            <a:prstDash val="solid"/>
            <a:miter/>
          </a:ln>
        </p:spPr>
        <p:txBody>
          <a:bodyPr/>
          <a:lstStyle/>
          <a:p>
            <a:endParaRPr lang="en-SG" sz="1088"/>
          </a:p>
        </p:txBody>
      </p:sp>
      <p:grpSp>
        <p:nvGrpSpPr>
          <p:cNvPr id="3" name="Group 3">
            <a:extLst>
              <a:ext uri="{FF2B5EF4-FFF2-40B4-BE49-F238E27FC236}">
                <a16:creationId xmlns:a16="http://schemas.microsoft.com/office/drawing/2014/main" id="{6F144D54-C139-B41C-FB50-75CD91828086}"/>
              </a:ext>
            </a:extLst>
          </p:cNvPr>
          <p:cNvGrpSpPr/>
          <p:nvPr/>
        </p:nvGrpSpPr>
        <p:grpSpPr>
          <a:xfrm>
            <a:off x="-1" y="-50220"/>
            <a:ext cx="3698546" cy="602010"/>
            <a:chOff x="0" y="0"/>
            <a:chExt cx="1561326" cy="812800"/>
          </a:xfrm>
        </p:grpSpPr>
        <p:sp>
          <p:nvSpPr>
            <p:cNvPr id="4" name="Freeform 4">
              <a:extLst>
                <a:ext uri="{FF2B5EF4-FFF2-40B4-BE49-F238E27FC236}">
                  <a16:creationId xmlns:a16="http://schemas.microsoft.com/office/drawing/2014/main" id="{E67B5D72-E129-BA90-CC3F-A4D28772D591}"/>
                </a:ext>
              </a:extLst>
            </p:cNvPr>
            <p:cNvSpPr/>
            <p:nvPr/>
          </p:nvSpPr>
          <p:spPr>
            <a:xfrm>
              <a:off x="0" y="0"/>
              <a:ext cx="1561326" cy="812800"/>
            </a:xfrm>
            <a:custGeom>
              <a:avLst/>
              <a:gdLst/>
              <a:ahLst/>
              <a:cxnLst/>
              <a:rect l="l" t="t" r="r" b="b"/>
              <a:pathLst>
                <a:path w="1561326" h="812800">
                  <a:moveTo>
                    <a:pt x="0" y="0"/>
                  </a:moveTo>
                  <a:lnTo>
                    <a:pt x="1561326" y="0"/>
                  </a:lnTo>
                  <a:lnTo>
                    <a:pt x="1561326" y="812800"/>
                  </a:lnTo>
                  <a:lnTo>
                    <a:pt x="0" y="812800"/>
                  </a:lnTo>
                  <a:close/>
                </a:path>
              </a:pathLst>
            </a:custGeom>
            <a:solidFill>
              <a:srgbClr val="F34336"/>
            </a:solidFill>
          </p:spPr>
          <p:txBody>
            <a:bodyPr/>
            <a:lstStyle/>
            <a:p>
              <a:endParaRPr lang="en-SG" sz="1088"/>
            </a:p>
          </p:txBody>
        </p:sp>
        <p:sp>
          <p:nvSpPr>
            <p:cNvPr id="5" name="TextBox 5">
              <a:extLst>
                <a:ext uri="{FF2B5EF4-FFF2-40B4-BE49-F238E27FC236}">
                  <a16:creationId xmlns:a16="http://schemas.microsoft.com/office/drawing/2014/main" id="{96B95E5D-D9E1-6A11-3CB9-867525220001}"/>
                </a:ext>
              </a:extLst>
            </p:cNvPr>
            <p:cNvSpPr txBox="1"/>
            <p:nvPr/>
          </p:nvSpPr>
          <p:spPr>
            <a:xfrm>
              <a:off x="0" y="-28575"/>
              <a:ext cx="1561326" cy="841375"/>
            </a:xfrm>
            <a:prstGeom prst="rect">
              <a:avLst/>
            </a:prstGeom>
          </p:spPr>
          <p:txBody>
            <a:bodyPr lIns="40638" tIns="40638" rIns="40638" bIns="40638" rtlCol="0" anchor="ctr"/>
            <a:lstStyle/>
            <a:p>
              <a:pPr algn="ctr">
                <a:lnSpc>
                  <a:spcPts val="2016"/>
                </a:lnSpc>
              </a:pPr>
              <a:endParaRPr sz="1088"/>
            </a:p>
          </p:txBody>
        </p:sp>
      </p:grpSp>
      <p:graphicFrame>
        <p:nvGraphicFramePr>
          <p:cNvPr id="6" name="Table 6">
            <a:extLst>
              <a:ext uri="{FF2B5EF4-FFF2-40B4-BE49-F238E27FC236}">
                <a16:creationId xmlns:a16="http://schemas.microsoft.com/office/drawing/2014/main" id="{311A4882-D6F1-958F-2B75-97D71A0AA15B}"/>
              </a:ext>
            </a:extLst>
          </p:cNvPr>
          <p:cNvGraphicFramePr>
            <a:graphicFrameLocks noGrp="1"/>
          </p:cNvGraphicFramePr>
          <p:nvPr/>
        </p:nvGraphicFramePr>
        <p:xfrm>
          <a:off x="-1" y="551791"/>
          <a:ext cx="3670175" cy="6699488"/>
        </p:xfrm>
        <a:graphic>
          <a:graphicData uri="http://schemas.openxmlformats.org/drawingml/2006/table">
            <a:tbl>
              <a:tblPr/>
              <a:tblGrid>
                <a:gridCol w="3670175">
                  <a:extLst>
                    <a:ext uri="{9D8B030D-6E8A-4147-A177-3AD203B41FA5}">
                      <a16:colId xmlns:a16="http://schemas.microsoft.com/office/drawing/2014/main" val="20000"/>
                    </a:ext>
                  </a:extLst>
                </a:gridCol>
              </a:tblGrid>
              <a:tr h="815366">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39540">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39540">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960982">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39563">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27582">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84124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735674">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Freeform 7">
            <a:extLst>
              <a:ext uri="{FF2B5EF4-FFF2-40B4-BE49-F238E27FC236}">
                <a16:creationId xmlns:a16="http://schemas.microsoft.com/office/drawing/2014/main" id="{78A0ECF6-F9DF-E1B4-C4DF-B36E4D9CC345}"/>
              </a:ext>
            </a:extLst>
          </p:cNvPr>
          <p:cNvSpPr/>
          <p:nvPr/>
        </p:nvSpPr>
        <p:spPr>
          <a:xfrm>
            <a:off x="3252122" y="156549"/>
            <a:ext cx="261167" cy="280824"/>
          </a:xfrm>
          <a:custGeom>
            <a:avLst/>
            <a:gdLst/>
            <a:ahLst/>
            <a:cxnLst/>
            <a:rect l="l" t="t" r="r" b="b"/>
            <a:pathLst>
              <a:path w="326473" h="351046">
                <a:moveTo>
                  <a:pt x="0" y="0"/>
                </a:moveTo>
                <a:lnTo>
                  <a:pt x="326473" y="0"/>
                </a:lnTo>
                <a:lnTo>
                  <a:pt x="326473" y="351046"/>
                </a:lnTo>
                <a:lnTo>
                  <a:pt x="0" y="35104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8" name="Freeform 8">
            <a:extLst>
              <a:ext uri="{FF2B5EF4-FFF2-40B4-BE49-F238E27FC236}">
                <a16:creationId xmlns:a16="http://schemas.microsoft.com/office/drawing/2014/main" id="{1917F0F7-F034-9E26-3632-33762963F332}"/>
              </a:ext>
            </a:extLst>
          </p:cNvPr>
          <p:cNvSpPr/>
          <p:nvPr/>
        </p:nvSpPr>
        <p:spPr>
          <a:xfrm>
            <a:off x="2742836" y="156549"/>
            <a:ext cx="275756" cy="286499"/>
          </a:xfrm>
          <a:custGeom>
            <a:avLst/>
            <a:gdLst/>
            <a:ahLst/>
            <a:cxnLst/>
            <a:rect l="l" t="t" r="r" b="b"/>
            <a:pathLst>
              <a:path w="344710" h="358140">
                <a:moveTo>
                  <a:pt x="0" y="0"/>
                </a:moveTo>
                <a:lnTo>
                  <a:pt x="344710" y="0"/>
                </a:lnTo>
                <a:lnTo>
                  <a:pt x="344710" y="358141"/>
                </a:lnTo>
                <a:lnTo>
                  <a:pt x="0" y="35814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SG" sz="1088"/>
          </a:p>
        </p:txBody>
      </p:sp>
      <p:sp>
        <p:nvSpPr>
          <p:cNvPr id="9" name="Freeform 9">
            <a:hlinkClick r:id="rId8" action="ppaction://hlinksldjump"/>
            <a:extLst>
              <a:ext uri="{FF2B5EF4-FFF2-40B4-BE49-F238E27FC236}">
                <a16:creationId xmlns:a16="http://schemas.microsoft.com/office/drawing/2014/main" id="{BCA795F9-73EA-130C-8180-A202FBF842A8}"/>
              </a:ext>
            </a:extLst>
          </p:cNvPr>
          <p:cNvSpPr/>
          <p:nvPr/>
        </p:nvSpPr>
        <p:spPr>
          <a:xfrm>
            <a:off x="8979655" y="31798"/>
            <a:ext cx="255177" cy="255177"/>
          </a:xfrm>
          <a:custGeom>
            <a:avLst/>
            <a:gdLst/>
            <a:ahLst/>
            <a:cxnLst/>
            <a:rect l="l" t="t" r="r" b="b"/>
            <a:pathLst>
              <a:path w="318985" h="318985">
                <a:moveTo>
                  <a:pt x="0" y="0"/>
                </a:moveTo>
                <a:lnTo>
                  <a:pt x="318984" y="0"/>
                </a:lnTo>
                <a:lnTo>
                  <a:pt x="318984" y="318985"/>
                </a:lnTo>
                <a:lnTo>
                  <a:pt x="0" y="31898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SG" sz="1088"/>
          </a:p>
        </p:txBody>
      </p:sp>
      <p:grpSp>
        <p:nvGrpSpPr>
          <p:cNvPr id="10" name="Group 10">
            <a:extLst>
              <a:ext uri="{FF2B5EF4-FFF2-40B4-BE49-F238E27FC236}">
                <a16:creationId xmlns:a16="http://schemas.microsoft.com/office/drawing/2014/main" id="{9B3066B7-BD48-A428-ABCE-8E9FD761C4CA}"/>
              </a:ext>
            </a:extLst>
          </p:cNvPr>
          <p:cNvGrpSpPr/>
          <p:nvPr/>
        </p:nvGrpSpPr>
        <p:grpSpPr>
          <a:xfrm rot="-5400000">
            <a:off x="3773834" y="985131"/>
            <a:ext cx="394881" cy="209744"/>
            <a:chOff x="0" y="0"/>
            <a:chExt cx="345211" cy="183361"/>
          </a:xfrm>
        </p:grpSpPr>
        <p:sp>
          <p:nvSpPr>
            <p:cNvPr id="11" name="Freeform 11">
              <a:extLst>
                <a:ext uri="{FF2B5EF4-FFF2-40B4-BE49-F238E27FC236}">
                  <a16:creationId xmlns:a16="http://schemas.microsoft.com/office/drawing/2014/main" id="{55C1A388-CE3D-28F0-8C8A-7D1D3E3C8BB0}"/>
                </a:ext>
              </a:extLst>
            </p:cNvPr>
            <p:cNvSpPr/>
            <p:nvPr/>
          </p:nvSpPr>
          <p:spPr>
            <a:xfrm>
              <a:off x="0" y="0"/>
              <a:ext cx="345211" cy="183361"/>
            </a:xfrm>
            <a:custGeom>
              <a:avLst/>
              <a:gdLst/>
              <a:ahLst/>
              <a:cxnLst/>
              <a:rect l="l" t="t" r="r" b="b"/>
              <a:pathLst>
                <a:path w="345211" h="183361">
                  <a:moveTo>
                    <a:pt x="91680" y="0"/>
                  </a:moveTo>
                  <a:lnTo>
                    <a:pt x="253531" y="0"/>
                  </a:lnTo>
                  <a:cubicBezTo>
                    <a:pt x="304164" y="0"/>
                    <a:pt x="345211" y="41047"/>
                    <a:pt x="345211" y="91680"/>
                  </a:cubicBezTo>
                  <a:lnTo>
                    <a:pt x="345211" y="91680"/>
                  </a:lnTo>
                  <a:cubicBezTo>
                    <a:pt x="345211" y="115996"/>
                    <a:pt x="335552" y="139315"/>
                    <a:pt x="318359" y="156508"/>
                  </a:cubicBezTo>
                  <a:cubicBezTo>
                    <a:pt x="301165" y="173702"/>
                    <a:pt x="277846" y="183361"/>
                    <a:pt x="253531" y="183361"/>
                  </a:cubicBezTo>
                  <a:lnTo>
                    <a:pt x="91680" y="183361"/>
                  </a:lnTo>
                  <a:cubicBezTo>
                    <a:pt x="67365" y="183361"/>
                    <a:pt x="44046" y="173702"/>
                    <a:pt x="26853" y="156508"/>
                  </a:cubicBezTo>
                  <a:cubicBezTo>
                    <a:pt x="9659" y="139315"/>
                    <a:pt x="0" y="115996"/>
                    <a:pt x="0" y="91680"/>
                  </a:cubicBezTo>
                  <a:lnTo>
                    <a:pt x="0" y="91680"/>
                  </a:lnTo>
                  <a:cubicBezTo>
                    <a:pt x="0" y="67365"/>
                    <a:pt x="9659" y="44046"/>
                    <a:pt x="26853" y="26853"/>
                  </a:cubicBezTo>
                  <a:cubicBezTo>
                    <a:pt x="44046" y="9659"/>
                    <a:pt x="67365" y="0"/>
                    <a:pt x="91680" y="0"/>
                  </a:cubicBezTo>
                  <a:close/>
                </a:path>
              </a:pathLst>
            </a:custGeom>
            <a:solidFill>
              <a:srgbClr val="FFCEB6">
                <a:alpha val="38824"/>
              </a:srgbClr>
            </a:solidFill>
          </p:spPr>
          <p:txBody>
            <a:bodyPr/>
            <a:lstStyle/>
            <a:p>
              <a:endParaRPr lang="en-SG" sz="1088"/>
            </a:p>
          </p:txBody>
        </p:sp>
        <p:sp>
          <p:nvSpPr>
            <p:cNvPr id="12" name="TextBox 12">
              <a:extLst>
                <a:ext uri="{FF2B5EF4-FFF2-40B4-BE49-F238E27FC236}">
                  <a16:creationId xmlns:a16="http://schemas.microsoft.com/office/drawing/2014/main" id="{8DDCBBB4-324A-31F6-FBFE-923B8C08FAD5}"/>
                </a:ext>
              </a:extLst>
            </p:cNvPr>
            <p:cNvSpPr txBox="1"/>
            <p:nvPr/>
          </p:nvSpPr>
          <p:spPr>
            <a:xfrm>
              <a:off x="0" y="-28575"/>
              <a:ext cx="345211" cy="211936"/>
            </a:xfrm>
            <a:prstGeom prst="rect">
              <a:avLst/>
            </a:prstGeom>
          </p:spPr>
          <p:txBody>
            <a:bodyPr lIns="40638" tIns="40638" rIns="40638" bIns="40638" rtlCol="0" anchor="ctr"/>
            <a:lstStyle/>
            <a:p>
              <a:pPr algn="ctr">
                <a:lnSpc>
                  <a:spcPts val="2016"/>
                </a:lnSpc>
              </a:pPr>
              <a:endParaRPr sz="1088"/>
            </a:p>
          </p:txBody>
        </p:sp>
      </p:grpSp>
      <p:sp>
        <p:nvSpPr>
          <p:cNvPr id="13" name="Freeform 13">
            <a:extLst>
              <a:ext uri="{FF2B5EF4-FFF2-40B4-BE49-F238E27FC236}">
                <a16:creationId xmlns:a16="http://schemas.microsoft.com/office/drawing/2014/main" id="{4A932887-B85C-C80F-6D9C-55AA9173511C}"/>
              </a:ext>
            </a:extLst>
          </p:cNvPr>
          <p:cNvSpPr/>
          <p:nvPr/>
        </p:nvSpPr>
        <p:spPr>
          <a:xfrm>
            <a:off x="3915850" y="950308"/>
            <a:ext cx="127586" cy="104793"/>
          </a:xfrm>
          <a:custGeom>
            <a:avLst/>
            <a:gdLst/>
            <a:ahLst/>
            <a:cxnLst/>
            <a:rect l="l" t="t" r="r" b="b"/>
            <a:pathLst>
              <a:path w="159489" h="130997">
                <a:moveTo>
                  <a:pt x="0" y="0"/>
                </a:moveTo>
                <a:lnTo>
                  <a:pt x="159488" y="0"/>
                </a:lnTo>
                <a:lnTo>
                  <a:pt x="159488" y="130997"/>
                </a:lnTo>
                <a:lnTo>
                  <a:pt x="0" y="130997"/>
                </a:lnTo>
                <a:lnTo>
                  <a:pt x="0" y="0"/>
                </a:lnTo>
                <a:close/>
              </a:path>
            </a:pathLst>
          </a:custGeom>
          <a:blipFill>
            <a:blip r:embed="rId11"/>
            <a:stretch>
              <a:fillRect t="-10875" b="-10875"/>
            </a:stretch>
          </a:blipFill>
        </p:spPr>
        <p:txBody>
          <a:bodyPr/>
          <a:lstStyle/>
          <a:p>
            <a:endParaRPr lang="en-SG" sz="1088"/>
          </a:p>
        </p:txBody>
      </p:sp>
      <p:sp>
        <p:nvSpPr>
          <p:cNvPr id="14" name="Freeform 14">
            <a:extLst>
              <a:ext uri="{FF2B5EF4-FFF2-40B4-BE49-F238E27FC236}">
                <a16:creationId xmlns:a16="http://schemas.microsoft.com/office/drawing/2014/main" id="{839C45FB-48C9-ABC7-1F32-0D8F9391AD1E}"/>
              </a:ext>
            </a:extLst>
          </p:cNvPr>
          <p:cNvSpPr/>
          <p:nvPr/>
        </p:nvSpPr>
        <p:spPr>
          <a:xfrm>
            <a:off x="3915850" y="1179429"/>
            <a:ext cx="127586" cy="26793"/>
          </a:xfrm>
          <a:custGeom>
            <a:avLst/>
            <a:gdLst/>
            <a:ahLst/>
            <a:cxnLst/>
            <a:rect l="l" t="t" r="r" b="b"/>
            <a:pathLst>
              <a:path w="159489" h="33493">
                <a:moveTo>
                  <a:pt x="0" y="0"/>
                </a:moveTo>
                <a:lnTo>
                  <a:pt x="159488" y="0"/>
                </a:lnTo>
                <a:lnTo>
                  <a:pt x="159488" y="33493"/>
                </a:lnTo>
                <a:lnTo>
                  <a:pt x="0" y="3349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SG" sz="1088"/>
          </a:p>
        </p:txBody>
      </p:sp>
      <p:sp>
        <p:nvSpPr>
          <p:cNvPr id="15" name="Freeform 15">
            <a:extLst>
              <a:ext uri="{FF2B5EF4-FFF2-40B4-BE49-F238E27FC236}">
                <a16:creationId xmlns:a16="http://schemas.microsoft.com/office/drawing/2014/main" id="{95339997-CE8C-264A-7290-D308EBE615C5}"/>
              </a:ext>
            </a:extLst>
          </p:cNvPr>
          <p:cNvSpPr/>
          <p:nvPr/>
        </p:nvSpPr>
        <p:spPr>
          <a:xfrm>
            <a:off x="-80320" y="3528130"/>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grpSp>
        <p:nvGrpSpPr>
          <p:cNvPr id="16" name="Group 16">
            <a:extLst>
              <a:ext uri="{FF2B5EF4-FFF2-40B4-BE49-F238E27FC236}">
                <a16:creationId xmlns:a16="http://schemas.microsoft.com/office/drawing/2014/main" id="{DE96A0FC-5BD3-2097-CA0A-0BCD9071E25D}"/>
              </a:ext>
            </a:extLst>
          </p:cNvPr>
          <p:cNvGrpSpPr/>
          <p:nvPr/>
        </p:nvGrpSpPr>
        <p:grpSpPr>
          <a:xfrm>
            <a:off x="2738816" y="1123123"/>
            <a:ext cx="803691" cy="199694"/>
            <a:chOff x="0" y="0"/>
            <a:chExt cx="1339544" cy="332839"/>
          </a:xfrm>
        </p:grpSpPr>
        <p:sp>
          <p:nvSpPr>
            <p:cNvPr id="17" name="Freeform 17">
              <a:extLst>
                <a:ext uri="{FF2B5EF4-FFF2-40B4-BE49-F238E27FC236}">
                  <a16:creationId xmlns:a16="http://schemas.microsoft.com/office/drawing/2014/main" id="{216C073E-C850-3FF0-3188-18916CE0AA63}"/>
                </a:ext>
              </a:extLst>
            </p:cNvPr>
            <p:cNvSpPr/>
            <p:nvPr/>
          </p:nvSpPr>
          <p:spPr>
            <a:xfrm>
              <a:off x="541419" y="0"/>
              <a:ext cx="332839" cy="332839"/>
            </a:xfrm>
            <a:custGeom>
              <a:avLst/>
              <a:gdLst/>
              <a:ahLst/>
              <a:cxnLst/>
              <a:rect l="l" t="t" r="r" b="b"/>
              <a:pathLst>
                <a:path w="332839" h="332839">
                  <a:moveTo>
                    <a:pt x="0" y="0"/>
                  </a:moveTo>
                  <a:lnTo>
                    <a:pt x="332838" y="0"/>
                  </a:lnTo>
                  <a:lnTo>
                    <a:pt x="332838"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18" name="Freeform 18">
              <a:extLst>
                <a:ext uri="{FF2B5EF4-FFF2-40B4-BE49-F238E27FC236}">
                  <a16:creationId xmlns:a16="http://schemas.microsoft.com/office/drawing/2014/main" id="{FBDFC256-D515-B57C-9195-94B534AC465D}"/>
                </a:ext>
              </a:extLst>
            </p:cNvPr>
            <p:cNvSpPr/>
            <p:nvPr/>
          </p:nvSpPr>
          <p:spPr>
            <a:xfrm>
              <a:off x="0" y="0"/>
              <a:ext cx="398609" cy="332839"/>
            </a:xfrm>
            <a:custGeom>
              <a:avLst/>
              <a:gdLst/>
              <a:ahLst/>
              <a:cxnLst/>
              <a:rect l="l" t="t" r="r" b="b"/>
              <a:pathLst>
                <a:path w="398609" h="332839">
                  <a:moveTo>
                    <a:pt x="0" y="0"/>
                  </a:moveTo>
                  <a:lnTo>
                    <a:pt x="398609" y="0"/>
                  </a:lnTo>
                  <a:lnTo>
                    <a:pt x="398609" y="332839"/>
                  </a:lnTo>
                  <a:lnTo>
                    <a:pt x="0" y="33283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19" name="Freeform 19">
              <a:extLst>
                <a:ext uri="{FF2B5EF4-FFF2-40B4-BE49-F238E27FC236}">
                  <a16:creationId xmlns:a16="http://schemas.microsoft.com/office/drawing/2014/main" id="{06156558-0865-4930-22C8-2A130D313AA1}"/>
                </a:ext>
              </a:extLst>
            </p:cNvPr>
            <p:cNvSpPr/>
            <p:nvPr/>
          </p:nvSpPr>
          <p:spPr>
            <a:xfrm>
              <a:off x="1013957"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20" name="Group 20">
            <a:extLst>
              <a:ext uri="{FF2B5EF4-FFF2-40B4-BE49-F238E27FC236}">
                <a16:creationId xmlns:a16="http://schemas.microsoft.com/office/drawing/2014/main" id="{21790249-15E9-7B86-68C2-5730B98C1502}"/>
              </a:ext>
            </a:extLst>
          </p:cNvPr>
          <p:cNvGrpSpPr/>
          <p:nvPr/>
        </p:nvGrpSpPr>
        <p:grpSpPr>
          <a:xfrm>
            <a:off x="2738816" y="2848334"/>
            <a:ext cx="803691" cy="199694"/>
            <a:chOff x="0" y="0"/>
            <a:chExt cx="1339544" cy="332839"/>
          </a:xfrm>
        </p:grpSpPr>
        <p:sp>
          <p:nvSpPr>
            <p:cNvPr id="21" name="Freeform 21">
              <a:extLst>
                <a:ext uri="{FF2B5EF4-FFF2-40B4-BE49-F238E27FC236}">
                  <a16:creationId xmlns:a16="http://schemas.microsoft.com/office/drawing/2014/main" id="{1D296F27-EB16-B5A5-C60A-E7323D475B04}"/>
                </a:ext>
              </a:extLst>
            </p:cNvPr>
            <p:cNvSpPr/>
            <p:nvPr/>
          </p:nvSpPr>
          <p:spPr>
            <a:xfrm>
              <a:off x="541419" y="0"/>
              <a:ext cx="332839" cy="332839"/>
            </a:xfrm>
            <a:custGeom>
              <a:avLst/>
              <a:gdLst/>
              <a:ahLst/>
              <a:cxnLst/>
              <a:rect l="l" t="t" r="r" b="b"/>
              <a:pathLst>
                <a:path w="332839" h="332839">
                  <a:moveTo>
                    <a:pt x="0" y="0"/>
                  </a:moveTo>
                  <a:lnTo>
                    <a:pt x="332838" y="0"/>
                  </a:lnTo>
                  <a:lnTo>
                    <a:pt x="332838"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22" name="Freeform 22">
              <a:extLst>
                <a:ext uri="{FF2B5EF4-FFF2-40B4-BE49-F238E27FC236}">
                  <a16:creationId xmlns:a16="http://schemas.microsoft.com/office/drawing/2014/main" id="{15FDC451-B49F-B58A-1FC5-E7320C4A20B3}"/>
                </a:ext>
              </a:extLst>
            </p:cNvPr>
            <p:cNvSpPr/>
            <p:nvPr/>
          </p:nvSpPr>
          <p:spPr>
            <a:xfrm>
              <a:off x="0" y="0"/>
              <a:ext cx="398609" cy="332839"/>
            </a:xfrm>
            <a:custGeom>
              <a:avLst/>
              <a:gdLst/>
              <a:ahLst/>
              <a:cxnLst/>
              <a:rect l="l" t="t" r="r" b="b"/>
              <a:pathLst>
                <a:path w="398609" h="332839">
                  <a:moveTo>
                    <a:pt x="0" y="0"/>
                  </a:moveTo>
                  <a:lnTo>
                    <a:pt x="398609" y="0"/>
                  </a:lnTo>
                  <a:lnTo>
                    <a:pt x="398609" y="332839"/>
                  </a:lnTo>
                  <a:lnTo>
                    <a:pt x="0" y="33283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23" name="Freeform 23">
              <a:extLst>
                <a:ext uri="{FF2B5EF4-FFF2-40B4-BE49-F238E27FC236}">
                  <a16:creationId xmlns:a16="http://schemas.microsoft.com/office/drawing/2014/main" id="{3D9BE3E0-9102-13A6-52BE-55DF8490B195}"/>
                </a:ext>
              </a:extLst>
            </p:cNvPr>
            <p:cNvSpPr/>
            <p:nvPr/>
          </p:nvSpPr>
          <p:spPr>
            <a:xfrm>
              <a:off x="1013957"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24" name="Group 24">
            <a:extLst>
              <a:ext uri="{FF2B5EF4-FFF2-40B4-BE49-F238E27FC236}">
                <a16:creationId xmlns:a16="http://schemas.microsoft.com/office/drawing/2014/main" id="{95843547-CA22-BC74-C50E-DE64FC66088B}"/>
              </a:ext>
            </a:extLst>
          </p:cNvPr>
          <p:cNvGrpSpPr/>
          <p:nvPr/>
        </p:nvGrpSpPr>
        <p:grpSpPr>
          <a:xfrm>
            <a:off x="2738818" y="6324678"/>
            <a:ext cx="783398" cy="199694"/>
            <a:chOff x="0" y="0"/>
            <a:chExt cx="1305721" cy="332839"/>
          </a:xfrm>
        </p:grpSpPr>
        <p:sp>
          <p:nvSpPr>
            <p:cNvPr id="25" name="Freeform 25">
              <a:extLst>
                <a:ext uri="{FF2B5EF4-FFF2-40B4-BE49-F238E27FC236}">
                  <a16:creationId xmlns:a16="http://schemas.microsoft.com/office/drawing/2014/main" id="{2370E4C0-BE1C-97FC-4C01-F1852B1115A4}"/>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26" name="Freeform 26">
              <a:extLst>
                <a:ext uri="{FF2B5EF4-FFF2-40B4-BE49-F238E27FC236}">
                  <a16:creationId xmlns:a16="http://schemas.microsoft.com/office/drawing/2014/main" id="{B21BDED5-4C57-DAD6-FD96-2A1766B0C886}"/>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27" name="Freeform 27">
              <a:extLst>
                <a:ext uri="{FF2B5EF4-FFF2-40B4-BE49-F238E27FC236}">
                  <a16:creationId xmlns:a16="http://schemas.microsoft.com/office/drawing/2014/main" id="{9F548DE0-7077-1066-C91F-7E76CE6F034C}"/>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28" name="Group 28">
            <a:extLst>
              <a:ext uri="{FF2B5EF4-FFF2-40B4-BE49-F238E27FC236}">
                <a16:creationId xmlns:a16="http://schemas.microsoft.com/office/drawing/2014/main" id="{026B25E8-2D35-8368-02E8-79FF09367FEE}"/>
              </a:ext>
            </a:extLst>
          </p:cNvPr>
          <p:cNvGrpSpPr/>
          <p:nvPr/>
        </p:nvGrpSpPr>
        <p:grpSpPr>
          <a:xfrm>
            <a:off x="2759112" y="5527586"/>
            <a:ext cx="783398" cy="199694"/>
            <a:chOff x="0" y="0"/>
            <a:chExt cx="1305721" cy="332839"/>
          </a:xfrm>
        </p:grpSpPr>
        <p:sp>
          <p:nvSpPr>
            <p:cNvPr id="29" name="Freeform 29">
              <a:extLst>
                <a:ext uri="{FF2B5EF4-FFF2-40B4-BE49-F238E27FC236}">
                  <a16:creationId xmlns:a16="http://schemas.microsoft.com/office/drawing/2014/main" id="{0ED59C65-C180-0866-0D0B-133580971A4C}"/>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0" name="Freeform 30">
              <a:extLst>
                <a:ext uri="{FF2B5EF4-FFF2-40B4-BE49-F238E27FC236}">
                  <a16:creationId xmlns:a16="http://schemas.microsoft.com/office/drawing/2014/main" id="{F74D990C-F91E-5247-C05B-35AEE477AF72}"/>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dirty="0"/>
            </a:p>
          </p:txBody>
        </p:sp>
        <p:sp>
          <p:nvSpPr>
            <p:cNvPr id="31" name="Freeform 31">
              <a:extLst>
                <a:ext uri="{FF2B5EF4-FFF2-40B4-BE49-F238E27FC236}">
                  <a16:creationId xmlns:a16="http://schemas.microsoft.com/office/drawing/2014/main" id="{CFB8BB0A-70AE-A3B4-2038-93FF4019E1A7}"/>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32" name="Group 32">
            <a:extLst>
              <a:ext uri="{FF2B5EF4-FFF2-40B4-BE49-F238E27FC236}">
                <a16:creationId xmlns:a16="http://schemas.microsoft.com/office/drawing/2014/main" id="{51D84EA4-B5FF-D66F-AFDB-6DF766F5F89B}"/>
              </a:ext>
            </a:extLst>
          </p:cNvPr>
          <p:cNvGrpSpPr/>
          <p:nvPr/>
        </p:nvGrpSpPr>
        <p:grpSpPr>
          <a:xfrm>
            <a:off x="2737793" y="6972925"/>
            <a:ext cx="783398" cy="199694"/>
            <a:chOff x="0" y="0"/>
            <a:chExt cx="1305721" cy="332839"/>
          </a:xfrm>
        </p:grpSpPr>
        <p:sp>
          <p:nvSpPr>
            <p:cNvPr id="33" name="Freeform 33">
              <a:extLst>
                <a:ext uri="{FF2B5EF4-FFF2-40B4-BE49-F238E27FC236}">
                  <a16:creationId xmlns:a16="http://schemas.microsoft.com/office/drawing/2014/main" id="{21811A3F-1952-168F-56F8-53A0503EE44F}"/>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4" name="Freeform 34">
              <a:extLst>
                <a:ext uri="{FF2B5EF4-FFF2-40B4-BE49-F238E27FC236}">
                  <a16:creationId xmlns:a16="http://schemas.microsoft.com/office/drawing/2014/main" id="{02B1F473-749D-9759-8A58-FF11EF95A715}"/>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35" name="Freeform 35">
              <a:extLst>
                <a:ext uri="{FF2B5EF4-FFF2-40B4-BE49-F238E27FC236}">
                  <a16:creationId xmlns:a16="http://schemas.microsoft.com/office/drawing/2014/main" id="{442F080B-BFB3-DF5A-DD14-0B9883A52C84}"/>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36" name="Group 36">
            <a:extLst>
              <a:ext uri="{FF2B5EF4-FFF2-40B4-BE49-F238E27FC236}">
                <a16:creationId xmlns:a16="http://schemas.microsoft.com/office/drawing/2014/main" id="{736F23A4-A765-5CF7-21A4-8EB817A0B367}"/>
              </a:ext>
            </a:extLst>
          </p:cNvPr>
          <p:cNvGrpSpPr/>
          <p:nvPr/>
        </p:nvGrpSpPr>
        <p:grpSpPr>
          <a:xfrm>
            <a:off x="2759112" y="1894293"/>
            <a:ext cx="783398" cy="199694"/>
            <a:chOff x="0" y="0"/>
            <a:chExt cx="1305721" cy="332839"/>
          </a:xfrm>
        </p:grpSpPr>
        <p:sp>
          <p:nvSpPr>
            <p:cNvPr id="37" name="Freeform 37">
              <a:extLst>
                <a:ext uri="{FF2B5EF4-FFF2-40B4-BE49-F238E27FC236}">
                  <a16:creationId xmlns:a16="http://schemas.microsoft.com/office/drawing/2014/main" id="{A3968F51-97C7-A145-06C7-47D8573C0398}"/>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8" name="Freeform 38">
              <a:extLst>
                <a:ext uri="{FF2B5EF4-FFF2-40B4-BE49-F238E27FC236}">
                  <a16:creationId xmlns:a16="http://schemas.microsoft.com/office/drawing/2014/main" id="{570BA23B-7FFC-0934-9290-D7391ED76D53}"/>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39" name="Freeform 39">
              <a:extLst>
                <a:ext uri="{FF2B5EF4-FFF2-40B4-BE49-F238E27FC236}">
                  <a16:creationId xmlns:a16="http://schemas.microsoft.com/office/drawing/2014/main" id="{B0A56CB9-8805-BA13-1E58-221D263761D4}"/>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40" name="Group 40">
            <a:extLst>
              <a:ext uri="{FF2B5EF4-FFF2-40B4-BE49-F238E27FC236}">
                <a16:creationId xmlns:a16="http://schemas.microsoft.com/office/drawing/2014/main" id="{8FA39A67-FB0C-FDE2-3B8E-76CB45DAFDFD}"/>
              </a:ext>
            </a:extLst>
          </p:cNvPr>
          <p:cNvGrpSpPr/>
          <p:nvPr/>
        </p:nvGrpSpPr>
        <p:grpSpPr>
          <a:xfrm>
            <a:off x="2759112" y="4664981"/>
            <a:ext cx="783398" cy="199694"/>
            <a:chOff x="0" y="0"/>
            <a:chExt cx="1305721" cy="332839"/>
          </a:xfrm>
        </p:grpSpPr>
        <p:sp>
          <p:nvSpPr>
            <p:cNvPr id="41" name="Freeform 41">
              <a:extLst>
                <a:ext uri="{FF2B5EF4-FFF2-40B4-BE49-F238E27FC236}">
                  <a16:creationId xmlns:a16="http://schemas.microsoft.com/office/drawing/2014/main" id="{AA52A27D-E06D-DC27-359E-C882CB9B4D4F}"/>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42" name="Freeform 42">
              <a:extLst>
                <a:ext uri="{FF2B5EF4-FFF2-40B4-BE49-F238E27FC236}">
                  <a16:creationId xmlns:a16="http://schemas.microsoft.com/office/drawing/2014/main" id="{E2824CD7-FB45-5DBE-CBA7-CA64861A2AC1}"/>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43" name="Freeform 43">
              <a:extLst>
                <a:ext uri="{FF2B5EF4-FFF2-40B4-BE49-F238E27FC236}">
                  <a16:creationId xmlns:a16="http://schemas.microsoft.com/office/drawing/2014/main" id="{BDAD50E3-B46B-5092-0892-75B2D67B8C66}"/>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44" name="Group 44">
            <a:extLst>
              <a:ext uri="{FF2B5EF4-FFF2-40B4-BE49-F238E27FC236}">
                <a16:creationId xmlns:a16="http://schemas.microsoft.com/office/drawing/2014/main" id="{59BF298E-B71B-520E-8AA3-4ABE9CB07DC1}"/>
              </a:ext>
            </a:extLst>
          </p:cNvPr>
          <p:cNvGrpSpPr/>
          <p:nvPr/>
        </p:nvGrpSpPr>
        <p:grpSpPr>
          <a:xfrm>
            <a:off x="2748965" y="3756658"/>
            <a:ext cx="783398" cy="199694"/>
            <a:chOff x="0" y="0"/>
            <a:chExt cx="1305721" cy="332839"/>
          </a:xfrm>
        </p:grpSpPr>
        <p:sp>
          <p:nvSpPr>
            <p:cNvPr id="45" name="Freeform 45">
              <a:extLst>
                <a:ext uri="{FF2B5EF4-FFF2-40B4-BE49-F238E27FC236}">
                  <a16:creationId xmlns:a16="http://schemas.microsoft.com/office/drawing/2014/main" id="{9BF2779C-EA59-4BFD-1C55-DED01A9AA58E}"/>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46" name="Freeform 46">
              <a:extLst>
                <a:ext uri="{FF2B5EF4-FFF2-40B4-BE49-F238E27FC236}">
                  <a16:creationId xmlns:a16="http://schemas.microsoft.com/office/drawing/2014/main" id="{4C4D51A7-4FB0-E711-5C5A-834B2BA85840}"/>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47" name="Freeform 47">
              <a:extLst>
                <a:ext uri="{FF2B5EF4-FFF2-40B4-BE49-F238E27FC236}">
                  <a16:creationId xmlns:a16="http://schemas.microsoft.com/office/drawing/2014/main" id="{7542DA8A-C937-E8D9-E2C4-7747FFAC2D85}"/>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sp>
        <p:nvSpPr>
          <p:cNvPr id="48" name="Freeform 48">
            <a:extLst>
              <a:ext uri="{FF2B5EF4-FFF2-40B4-BE49-F238E27FC236}">
                <a16:creationId xmlns:a16="http://schemas.microsoft.com/office/drawing/2014/main" id="{B8E9E19C-9374-F1F5-840B-5AEF7479FC76}"/>
              </a:ext>
            </a:extLst>
          </p:cNvPr>
          <p:cNvSpPr/>
          <p:nvPr/>
        </p:nvSpPr>
        <p:spPr>
          <a:xfrm>
            <a:off x="-35398" y="907805"/>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49" name="Freeform 49">
            <a:extLst>
              <a:ext uri="{FF2B5EF4-FFF2-40B4-BE49-F238E27FC236}">
                <a16:creationId xmlns:a16="http://schemas.microsoft.com/office/drawing/2014/main" id="{AA4945BC-34DC-74AB-2C28-13C8C8463A1C}"/>
              </a:ext>
            </a:extLst>
          </p:cNvPr>
          <p:cNvSpPr/>
          <p:nvPr/>
        </p:nvSpPr>
        <p:spPr>
          <a:xfrm>
            <a:off x="-113080" y="4489543"/>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50" name="Freeform 50">
            <a:extLst>
              <a:ext uri="{FF2B5EF4-FFF2-40B4-BE49-F238E27FC236}">
                <a16:creationId xmlns:a16="http://schemas.microsoft.com/office/drawing/2014/main" id="{433F5EBF-5C93-14F7-EAFC-53230DE5434D}"/>
              </a:ext>
            </a:extLst>
          </p:cNvPr>
          <p:cNvSpPr/>
          <p:nvPr/>
        </p:nvSpPr>
        <p:spPr>
          <a:xfrm>
            <a:off x="-93978" y="5292202"/>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51" name="Freeform 51">
            <a:extLst>
              <a:ext uri="{FF2B5EF4-FFF2-40B4-BE49-F238E27FC236}">
                <a16:creationId xmlns:a16="http://schemas.microsoft.com/office/drawing/2014/main" id="{116966FF-E270-8606-720A-53001AEA0EAE}"/>
              </a:ext>
            </a:extLst>
          </p:cNvPr>
          <p:cNvSpPr/>
          <p:nvPr/>
        </p:nvSpPr>
        <p:spPr>
          <a:xfrm>
            <a:off x="-108354" y="6139396"/>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52" name="Freeform 52">
            <a:extLst>
              <a:ext uri="{FF2B5EF4-FFF2-40B4-BE49-F238E27FC236}">
                <a16:creationId xmlns:a16="http://schemas.microsoft.com/office/drawing/2014/main" id="{DDD26824-4DBF-22DD-90B6-A13DA0102CAF}"/>
              </a:ext>
            </a:extLst>
          </p:cNvPr>
          <p:cNvSpPr/>
          <p:nvPr/>
        </p:nvSpPr>
        <p:spPr>
          <a:xfrm>
            <a:off x="-68308" y="6815636"/>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53" name="Freeform 53">
            <a:extLst>
              <a:ext uri="{FF2B5EF4-FFF2-40B4-BE49-F238E27FC236}">
                <a16:creationId xmlns:a16="http://schemas.microsoft.com/office/drawing/2014/main" id="{5366E8F1-DAB6-5EB6-262B-5AE0F71EAE4E}"/>
              </a:ext>
            </a:extLst>
          </p:cNvPr>
          <p:cNvSpPr/>
          <p:nvPr/>
        </p:nvSpPr>
        <p:spPr>
          <a:xfrm>
            <a:off x="-80320" y="2593098"/>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54" name="Freeform 54">
            <a:extLst>
              <a:ext uri="{FF2B5EF4-FFF2-40B4-BE49-F238E27FC236}">
                <a16:creationId xmlns:a16="http://schemas.microsoft.com/office/drawing/2014/main" id="{C79520A9-BE8F-D13B-EFD0-48CDB0E257E5}"/>
              </a:ext>
            </a:extLst>
          </p:cNvPr>
          <p:cNvSpPr/>
          <p:nvPr/>
        </p:nvSpPr>
        <p:spPr>
          <a:xfrm>
            <a:off x="-80320" y="1734423"/>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grpSp>
        <p:nvGrpSpPr>
          <p:cNvPr id="55" name="Group 55">
            <a:extLst>
              <a:ext uri="{FF2B5EF4-FFF2-40B4-BE49-F238E27FC236}">
                <a16:creationId xmlns:a16="http://schemas.microsoft.com/office/drawing/2014/main" id="{1C40769D-7568-FD6F-CCFB-32428395D20B}"/>
              </a:ext>
            </a:extLst>
          </p:cNvPr>
          <p:cNvGrpSpPr/>
          <p:nvPr/>
        </p:nvGrpSpPr>
        <p:grpSpPr>
          <a:xfrm>
            <a:off x="-352816" y="583595"/>
            <a:ext cx="3966568" cy="797093"/>
            <a:chOff x="0" y="0"/>
            <a:chExt cx="1410398" cy="283423"/>
          </a:xfrm>
        </p:grpSpPr>
        <p:sp>
          <p:nvSpPr>
            <p:cNvPr id="56" name="Freeform 56">
              <a:extLst>
                <a:ext uri="{FF2B5EF4-FFF2-40B4-BE49-F238E27FC236}">
                  <a16:creationId xmlns:a16="http://schemas.microsoft.com/office/drawing/2014/main" id="{10156DF0-EADC-95F6-A2E4-EE208E1B6571}"/>
                </a:ext>
              </a:extLst>
            </p:cNvPr>
            <p:cNvSpPr/>
            <p:nvPr/>
          </p:nvSpPr>
          <p:spPr>
            <a:xfrm>
              <a:off x="0" y="0"/>
              <a:ext cx="1410398" cy="283423"/>
            </a:xfrm>
            <a:custGeom>
              <a:avLst/>
              <a:gdLst/>
              <a:ahLst/>
              <a:cxnLst/>
              <a:rect l="l" t="t" r="r" b="b"/>
              <a:pathLst>
                <a:path w="1410398" h="283423">
                  <a:moveTo>
                    <a:pt x="0" y="0"/>
                  </a:moveTo>
                  <a:lnTo>
                    <a:pt x="1410398" y="0"/>
                  </a:lnTo>
                  <a:lnTo>
                    <a:pt x="1410398" y="283423"/>
                  </a:lnTo>
                  <a:lnTo>
                    <a:pt x="0" y="283423"/>
                  </a:lnTo>
                  <a:close/>
                </a:path>
              </a:pathLst>
            </a:custGeom>
            <a:solidFill>
              <a:srgbClr val="FFCEB6">
                <a:alpha val="38824"/>
              </a:srgbClr>
            </a:solidFill>
          </p:spPr>
          <p:txBody>
            <a:bodyPr/>
            <a:lstStyle/>
            <a:p>
              <a:endParaRPr lang="en-SG" sz="1088"/>
            </a:p>
          </p:txBody>
        </p:sp>
        <p:sp>
          <p:nvSpPr>
            <p:cNvPr id="57" name="TextBox 57">
              <a:extLst>
                <a:ext uri="{FF2B5EF4-FFF2-40B4-BE49-F238E27FC236}">
                  <a16:creationId xmlns:a16="http://schemas.microsoft.com/office/drawing/2014/main" id="{F5826E20-8520-AD26-B811-888326537747}"/>
                </a:ext>
              </a:extLst>
            </p:cNvPr>
            <p:cNvSpPr txBox="1"/>
            <p:nvPr/>
          </p:nvSpPr>
          <p:spPr>
            <a:xfrm>
              <a:off x="0" y="-28575"/>
              <a:ext cx="1410398" cy="311998"/>
            </a:xfrm>
            <a:prstGeom prst="rect">
              <a:avLst/>
            </a:prstGeom>
          </p:spPr>
          <p:txBody>
            <a:bodyPr lIns="40638" tIns="40638" rIns="40638" bIns="40638" rtlCol="0" anchor="ctr"/>
            <a:lstStyle/>
            <a:p>
              <a:pPr algn="ctr">
                <a:lnSpc>
                  <a:spcPts val="2016"/>
                </a:lnSpc>
              </a:pPr>
              <a:endParaRPr sz="1088"/>
            </a:p>
          </p:txBody>
        </p:sp>
      </p:grpSp>
      <p:grpSp>
        <p:nvGrpSpPr>
          <p:cNvPr id="58" name="Group 58">
            <a:extLst>
              <a:ext uri="{FF2B5EF4-FFF2-40B4-BE49-F238E27FC236}">
                <a16:creationId xmlns:a16="http://schemas.microsoft.com/office/drawing/2014/main" id="{3FE805B1-D7B7-00B4-BE09-AE6870E8B856}"/>
              </a:ext>
            </a:extLst>
          </p:cNvPr>
          <p:cNvGrpSpPr/>
          <p:nvPr/>
        </p:nvGrpSpPr>
        <p:grpSpPr>
          <a:xfrm>
            <a:off x="-190496" y="2205472"/>
            <a:ext cx="4070156" cy="906484"/>
            <a:chOff x="-36833" y="-28575"/>
            <a:chExt cx="1447231" cy="322320"/>
          </a:xfrm>
        </p:grpSpPr>
        <p:sp>
          <p:nvSpPr>
            <p:cNvPr id="59" name="Freeform 59">
              <a:extLst>
                <a:ext uri="{FF2B5EF4-FFF2-40B4-BE49-F238E27FC236}">
                  <a16:creationId xmlns:a16="http://schemas.microsoft.com/office/drawing/2014/main" id="{07F36071-9E77-3303-A2B0-7763C3DFED45}"/>
                </a:ext>
              </a:extLst>
            </p:cNvPr>
            <p:cNvSpPr/>
            <p:nvPr/>
          </p:nvSpPr>
          <p:spPr>
            <a:xfrm>
              <a:off x="-36833" y="4903"/>
              <a:ext cx="1356847" cy="288842"/>
            </a:xfrm>
            <a:custGeom>
              <a:avLst/>
              <a:gdLst/>
              <a:ahLst/>
              <a:cxnLst/>
              <a:rect l="l" t="t" r="r" b="b"/>
              <a:pathLst>
                <a:path w="1410398" h="288842">
                  <a:moveTo>
                    <a:pt x="0" y="0"/>
                  </a:moveTo>
                  <a:lnTo>
                    <a:pt x="1410398" y="0"/>
                  </a:lnTo>
                  <a:lnTo>
                    <a:pt x="1410398" y="288842"/>
                  </a:lnTo>
                  <a:lnTo>
                    <a:pt x="0" y="288842"/>
                  </a:lnTo>
                  <a:close/>
                </a:path>
              </a:pathLst>
            </a:custGeom>
            <a:solidFill>
              <a:srgbClr val="FFCEB6">
                <a:alpha val="38824"/>
              </a:srgbClr>
            </a:solidFill>
          </p:spPr>
          <p:txBody>
            <a:bodyPr/>
            <a:lstStyle/>
            <a:p>
              <a:endParaRPr lang="en-SG" sz="1088"/>
            </a:p>
          </p:txBody>
        </p:sp>
        <p:sp>
          <p:nvSpPr>
            <p:cNvPr id="60" name="TextBox 60">
              <a:extLst>
                <a:ext uri="{FF2B5EF4-FFF2-40B4-BE49-F238E27FC236}">
                  <a16:creationId xmlns:a16="http://schemas.microsoft.com/office/drawing/2014/main" id="{F2D61488-3912-1911-B2F9-2383809BD4AC}"/>
                </a:ext>
              </a:extLst>
            </p:cNvPr>
            <p:cNvSpPr txBox="1"/>
            <p:nvPr/>
          </p:nvSpPr>
          <p:spPr>
            <a:xfrm>
              <a:off x="0" y="-28575"/>
              <a:ext cx="1410398" cy="317417"/>
            </a:xfrm>
            <a:prstGeom prst="rect">
              <a:avLst/>
            </a:prstGeom>
          </p:spPr>
          <p:txBody>
            <a:bodyPr lIns="40638" tIns="40638" rIns="40638" bIns="40638" rtlCol="0" anchor="ctr"/>
            <a:lstStyle/>
            <a:p>
              <a:pPr algn="ctr">
                <a:lnSpc>
                  <a:spcPts val="2016"/>
                </a:lnSpc>
              </a:pPr>
              <a:endParaRPr sz="1088"/>
            </a:p>
          </p:txBody>
        </p:sp>
      </p:grpSp>
      <p:sp>
        <p:nvSpPr>
          <p:cNvPr id="61" name="Freeform 61">
            <a:hlinkClick r:id="rId24" action="ppaction://hlinksldjump"/>
            <a:extLst>
              <a:ext uri="{FF2B5EF4-FFF2-40B4-BE49-F238E27FC236}">
                <a16:creationId xmlns:a16="http://schemas.microsoft.com/office/drawing/2014/main" id="{80C0999D-7081-9384-4051-D4EFA0989730}"/>
              </a:ext>
            </a:extLst>
          </p:cNvPr>
          <p:cNvSpPr/>
          <p:nvPr/>
        </p:nvSpPr>
        <p:spPr>
          <a:xfrm>
            <a:off x="9612112" y="-89747"/>
            <a:ext cx="492592" cy="492592"/>
          </a:xfrm>
          <a:custGeom>
            <a:avLst/>
            <a:gdLst/>
            <a:ahLst/>
            <a:cxnLst/>
            <a:rect l="l" t="t" r="r" b="b"/>
            <a:pathLst>
              <a:path w="615767" h="615767">
                <a:moveTo>
                  <a:pt x="0" y="0"/>
                </a:moveTo>
                <a:lnTo>
                  <a:pt x="615767" y="0"/>
                </a:lnTo>
                <a:lnTo>
                  <a:pt x="615767" y="615767"/>
                </a:lnTo>
                <a:lnTo>
                  <a:pt x="0" y="615767"/>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txBody>
          <a:bodyPr/>
          <a:lstStyle/>
          <a:p>
            <a:endParaRPr lang="en-SG" sz="1088"/>
          </a:p>
        </p:txBody>
      </p:sp>
      <p:grpSp>
        <p:nvGrpSpPr>
          <p:cNvPr id="62" name="Group 62">
            <a:extLst>
              <a:ext uri="{FF2B5EF4-FFF2-40B4-BE49-F238E27FC236}">
                <a16:creationId xmlns:a16="http://schemas.microsoft.com/office/drawing/2014/main" id="{6D40357A-6EDC-77F0-7D8B-D5503CE36BA3}"/>
              </a:ext>
            </a:extLst>
          </p:cNvPr>
          <p:cNvGrpSpPr/>
          <p:nvPr/>
        </p:nvGrpSpPr>
        <p:grpSpPr>
          <a:xfrm>
            <a:off x="3738481" y="6297246"/>
            <a:ext cx="1997447" cy="797093"/>
            <a:chOff x="0" y="0"/>
            <a:chExt cx="710235" cy="283423"/>
          </a:xfrm>
        </p:grpSpPr>
        <p:sp>
          <p:nvSpPr>
            <p:cNvPr id="63" name="Freeform 63">
              <a:extLst>
                <a:ext uri="{FF2B5EF4-FFF2-40B4-BE49-F238E27FC236}">
                  <a16:creationId xmlns:a16="http://schemas.microsoft.com/office/drawing/2014/main" id="{14229DED-6047-6DA4-5F18-2DA0142CA567}"/>
                </a:ext>
              </a:extLst>
            </p:cNvPr>
            <p:cNvSpPr/>
            <p:nvPr/>
          </p:nvSpPr>
          <p:spPr>
            <a:xfrm>
              <a:off x="0" y="0"/>
              <a:ext cx="710235" cy="283423"/>
            </a:xfrm>
            <a:custGeom>
              <a:avLst/>
              <a:gdLst/>
              <a:ahLst/>
              <a:cxnLst/>
              <a:rect l="l" t="t" r="r" b="b"/>
              <a:pathLst>
                <a:path w="710235" h="283423">
                  <a:moveTo>
                    <a:pt x="99219" y="0"/>
                  </a:moveTo>
                  <a:lnTo>
                    <a:pt x="611016" y="0"/>
                  </a:lnTo>
                  <a:cubicBezTo>
                    <a:pt x="637330" y="0"/>
                    <a:pt x="662567" y="10453"/>
                    <a:pt x="681174" y="29061"/>
                  </a:cubicBezTo>
                  <a:cubicBezTo>
                    <a:pt x="699781" y="47668"/>
                    <a:pt x="710235" y="72904"/>
                    <a:pt x="710235" y="99219"/>
                  </a:cubicBezTo>
                  <a:lnTo>
                    <a:pt x="710235" y="184204"/>
                  </a:lnTo>
                  <a:cubicBezTo>
                    <a:pt x="710235" y="210519"/>
                    <a:pt x="699781" y="235756"/>
                    <a:pt x="681174" y="254363"/>
                  </a:cubicBezTo>
                  <a:cubicBezTo>
                    <a:pt x="662567" y="272970"/>
                    <a:pt x="637330" y="283423"/>
                    <a:pt x="611016" y="283423"/>
                  </a:cubicBezTo>
                  <a:lnTo>
                    <a:pt x="99219" y="283423"/>
                  </a:lnTo>
                  <a:cubicBezTo>
                    <a:pt x="72904" y="283423"/>
                    <a:pt x="47668" y="272970"/>
                    <a:pt x="29061" y="254363"/>
                  </a:cubicBezTo>
                  <a:cubicBezTo>
                    <a:pt x="10453" y="235756"/>
                    <a:pt x="0" y="210519"/>
                    <a:pt x="0" y="184204"/>
                  </a:cubicBezTo>
                  <a:lnTo>
                    <a:pt x="0" y="99219"/>
                  </a:lnTo>
                  <a:cubicBezTo>
                    <a:pt x="0" y="72904"/>
                    <a:pt x="10453" y="47668"/>
                    <a:pt x="29061" y="29061"/>
                  </a:cubicBezTo>
                  <a:cubicBezTo>
                    <a:pt x="47668" y="10453"/>
                    <a:pt x="72904" y="0"/>
                    <a:pt x="99219" y="0"/>
                  </a:cubicBezTo>
                  <a:close/>
                </a:path>
              </a:pathLst>
            </a:custGeom>
            <a:solidFill>
              <a:srgbClr val="F34336"/>
            </a:solidFill>
          </p:spPr>
          <p:txBody>
            <a:bodyPr/>
            <a:lstStyle/>
            <a:p>
              <a:endParaRPr lang="en-SG" sz="1088"/>
            </a:p>
          </p:txBody>
        </p:sp>
        <p:sp>
          <p:nvSpPr>
            <p:cNvPr id="64" name="TextBox 64">
              <a:extLst>
                <a:ext uri="{FF2B5EF4-FFF2-40B4-BE49-F238E27FC236}">
                  <a16:creationId xmlns:a16="http://schemas.microsoft.com/office/drawing/2014/main" id="{0874BAF3-8B0B-08CA-A7FE-88E0221814C9}"/>
                </a:ext>
              </a:extLst>
            </p:cNvPr>
            <p:cNvSpPr txBox="1"/>
            <p:nvPr/>
          </p:nvSpPr>
          <p:spPr>
            <a:xfrm>
              <a:off x="0" y="-28575"/>
              <a:ext cx="710235" cy="311998"/>
            </a:xfrm>
            <a:prstGeom prst="rect">
              <a:avLst/>
            </a:prstGeom>
          </p:spPr>
          <p:txBody>
            <a:bodyPr lIns="40638" tIns="40638" rIns="40638" bIns="40638" rtlCol="0" anchor="ctr"/>
            <a:lstStyle/>
            <a:p>
              <a:pPr algn="ctr">
                <a:lnSpc>
                  <a:spcPts val="2016"/>
                </a:lnSpc>
              </a:pPr>
              <a:endParaRPr sz="1088"/>
            </a:p>
          </p:txBody>
        </p:sp>
      </p:grpSp>
      <p:grpSp>
        <p:nvGrpSpPr>
          <p:cNvPr id="65" name="Group 65">
            <a:extLst>
              <a:ext uri="{FF2B5EF4-FFF2-40B4-BE49-F238E27FC236}">
                <a16:creationId xmlns:a16="http://schemas.microsoft.com/office/drawing/2014/main" id="{754C4EF7-88CE-3E1F-2922-E5F7EE3E7921}"/>
              </a:ext>
            </a:extLst>
          </p:cNvPr>
          <p:cNvGrpSpPr/>
          <p:nvPr/>
        </p:nvGrpSpPr>
        <p:grpSpPr>
          <a:xfrm>
            <a:off x="5929681" y="6315759"/>
            <a:ext cx="2075572" cy="778581"/>
            <a:chOff x="0" y="0"/>
            <a:chExt cx="738014" cy="276841"/>
          </a:xfrm>
        </p:grpSpPr>
        <p:sp>
          <p:nvSpPr>
            <p:cNvPr id="66" name="Freeform 66">
              <a:extLst>
                <a:ext uri="{FF2B5EF4-FFF2-40B4-BE49-F238E27FC236}">
                  <a16:creationId xmlns:a16="http://schemas.microsoft.com/office/drawing/2014/main" id="{6CCA5256-5A5E-78A1-9ACD-5DBFE9BFE306}"/>
                </a:ext>
              </a:extLst>
            </p:cNvPr>
            <p:cNvSpPr/>
            <p:nvPr/>
          </p:nvSpPr>
          <p:spPr>
            <a:xfrm>
              <a:off x="0" y="0"/>
              <a:ext cx="738014" cy="276841"/>
            </a:xfrm>
            <a:custGeom>
              <a:avLst/>
              <a:gdLst/>
              <a:ahLst/>
              <a:cxnLst/>
              <a:rect l="l" t="t" r="r" b="b"/>
              <a:pathLst>
                <a:path w="738014" h="276841">
                  <a:moveTo>
                    <a:pt x="95484" y="0"/>
                  </a:moveTo>
                  <a:lnTo>
                    <a:pt x="642529" y="0"/>
                  </a:lnTo>
                  <a:cubicBezTo>
                    <a:pt x="667853" y="0"/>
                    <a:pt x="692140" y="10060"/>
                    <a:pt x="710047" y="27967"/>
                  </a:cubicBezTo>
                  <a:cubicBezTo>
                    <a:pt x="727954" y="45873"/>
                    <a:pt x="738014" y="70160"/>
                    <a:pt x="738014" y="95484"/>
                  </a:cubicBezTo>
                  <a:lnTo>
                    <a:pt x="738014" y="181357"/>
                  </a:lnTo>
                  <a:cubicBezTo>
                    <a:pt x="738014" y="206681"/>
                    <a:pt x="727954" y="230968"/>
                    <a:pt x="710047" y="248874"/>
                  </a:cubicBezTo>
                  <a:cubicBezTo>
                    <a:pt x="692140" y="266781"/>
                    <a:pt x="667853" y="276841"/>
                    <a:pt x="642529" y="276841"/>
                  </a:cubicBezTo>
                  <a:lnTo>
                    <a:pt x="95484" y="276841"/>
                  </a:lnTo>
                  <a:cubicBezTo>
                    <a:pt x="42750" y="276841"/>
                    <a:pt x="0" y="234091"/>
                    <a:pt x="0" y="181357"/>
                  </a:cubicBezTo>
                  <a:lnTo>
                    <a:pt x="0" y="95484"/>
                  </a:lnTo>
                  <a:cubicBezTo>
                    <a:pt x="0" y="70160"/>
                    <a:pt x="10060" y="45873"/>
                    <a:pt x="27967" y="27967"/>
                  </a:cubicBezTo>
                  <a:cubicBezTo>
                    <a:pt x="45873" y="10060"/>
                    <a:pt x="70160" y="0"/>
                    <a:pt x="95484" y="0"/>
                  </a:cubicBezTo>
                  <a:close/>
                </a:path>
              </a:pathLst>
            </a:custGeom>
            <a:solidFill>
              <a:srgbClr val="F34336"/>
            </a:solidFill>
          </p:spPr>
          <p:txBody>
            <a:bodyPr/>
            <a:lstStyle/>
            <a:p>
              <a:endParaRPr lang="en-SG" sz="1088"/>
            </a:p>
          </p:txBody>
        </p:sp>
        <p:sp>
          <p:nvSpPr>
            <p:cNvPr id="67" name="TextBox 67">
              <a:extLst>
                <a:ext uri="{FF2B5EF4-FFF2-40B4-BE49-F238E27FC236}">
                  <a16:creationId xmlns:a16="http://schemas.microsoft.com/office/drawing/2014/main" id="{F25E94FF-9A04-59B0-ACBF-146C8955B514}"/>
                </a:ext>
              </a:extLst>
            </p:cNvPr>
            <p:cNvSpPr txBox="1"/>
            <p:nvPr/>
          </p:nvSpPr>
          <p:spPr>
            <a:xfrm>
              <a:off x="0" y="-28575"/>
              <a:ext cx="738014" cy="305416"/>
            </a:xfrm>
            <a:prstGeom prst="rect">
              <a:avLst/>
            </a:prstGeom>
          </p:spPr>
          <p:txBody>
            <a:bodyPr lIns="40638" tIns="40638" rIns="40638" bIns="40638" rtlCol="0" anchor="ctr"/>
            <a:lstStyle/>
            <a:p>
              <a:pPr algn="ctr">
                <a:lnSpc>
                  <a:spcPts val="2016"/>
                </a:lnSpc>
              </a:pPr>
              <a:endParaRPr sz="1088"/>
            </a:p>
          </p:txBody>
        </p:sp>
      </p:grpSp>
      <p:grpSp>
        <p:nvGrpSpPr>
          <p:cNvPr id="68" name="Group 68">
            <a:extLst>
              <a:ext uri="{FF2B5EF4-FFF2-40B4-BE49-F238E27FC236}">
                <a16:creationId xmlns:a16="http://schemas.microsoft.com/office/drawing/2014/main" id="{5244C35D-BE09-E996-5BC6-DFFFED5F8B8C}"/>
              </a:ext>
            </a:extLst>
          </p:cNvPr>
          <p:cNvGrpSpPr/>
          <p:nvPr/>
        </p:nvGrpSpPr>
        <p:grpSpPr>
          <a:xfrm>
            <a:off x="8199005" y="6315759"/>
            <a:ext cx="1869822" cy="778581"/>
            <a:chOff x="0" y="0"/>
            <a:chExt cx="664855" cy="276841"/>
          </a:xfrm>
        </p:grpSpPr>
        <p:sp>
          <p:nvSpPr>
            <p:cNvPr id="69" name="Freeform 69">
              <a:extLst>
                <a:ext uri="{FF2B5EF4-FFF2-40B4-BE49-F238E27FC236}">
                  <a16:creationId xmlns:a16="http://schemas.microsoft.com/office/drawing/2014/main" id="{1E5861ED-EB9E-4ACD-1F1B-F6A7C80D7811}"/>
                </a:ext>
              </a:extLst>
            </p:cNvPr>
            <p:cNvSpPr/>
            <p:nvPr/>
          </p:nvSpPr>
          <p:spPr>
            <a:xfrm>
              <a:off x="0" y="0"/>
              <a:ext cx="664855" cy="276841"/>
            </a:xfrm>
            <a:custGeom>
              <a:avLst/>
              <a:gdLst/>
              <a:ahLst/>
              <a:cxnLst/>
              <a:rect l="l" t="t" r="r" b="b"/>
              <a:pathLst>
                <a:path w="664855" h="276841">
                  <a:moveTo>
                    <a:pt x="105991" y="0"/>
                  </a:moveTo>
                  <a:lnTo>
                    <a:pt x="558864" y="0"/>
                  </a:lnTo>
                  <a:cubicBezTo>
                    <a:pt x="617401" y="0"/>
                    <a:pt x="664855" y="47454"/>
                    <a:pt x="664855" y="105991"/>
                  </a:cubicBezTo>
                  <a:lnTo>
                    <a:pt x="664855" y="170850"/>
                  </a:lnTo>
                  <a:cubicBezTo>
                    <a:pt x="664855" y="229387"/>
                    <a:pt x="617401" y="276841"/>
                    <a:pt x="558864" y="276841"/>
                  </a:cubicBezTo>
                  <a:lnTo>
                    <a:pt x="105991" y="276841"/>
                  </a:lnTo>
                  <a:cubicBezTo>
                    <a:pt x="47454" y="276841"/>
                    <a:pt x="0" y="229387"/>
                    <a:pt x="0" y="170850"/>
                  </a:cubicBezTo>
                  <a:lnTo>
                    <a:pt x="0" y="105991"/>
                  </a:lnTo>
                  <a:cubicBezTo>
                    <a:pt x="0" y="47454"/>
                    <a:pt x="47454" y="0"/>
                    <a:pt x="105991" y="0"/>
                  </a:cubicBezTo>
                  <a:close/>
                </a:path>
              </a:pathLst>
            </a:custGeom>
            <a:solidFill>
              <a:srgbClr val="F34336"/>
            </a:solidFill>
          </p:spPr>
          <p:txBody>
            <a:bodyPr/>
            <a:lstStyle/>
            <a:p>
              <a:endParaRPr lang="en-SG" sz="1088"/>
            </a:p>
          </p:txBody>
        </p:sp>
        <p:sp>
          <p:nvSpPr>
            <p:cNvPr id="70" name="TextBox 70">
              <a:extLst>
                <a:ext uri="{FF2B5EF4-FFF2-40B4-BE49-F238E27FC236}">
                  <a16:creationId xmlns:a16="http://schemas.microsoft.com/office/drawing/2014/main" id="{709DB0F9-C2AE-7828-4A93-D54C4369391B}"/>
                </a:ext>
              </a:extLst>
            </p:cNvPr>
            <p:cNvSpPr txBox="1"/>
            <p:nvPr/>
          </p:nvSpPr>
          <p:spPr>
            <a:xfrm>
              <a:off x="0" y="-28575"/>
              <a:ext cx="664855" cy="305416"/>
            </a:xfrm>
            <a:prstGeom prst="rect">
              <a:avLst/>
            </a:prstGeom>
          </p:spPr>
          <p:txBody>
            <a:bodyPr lIns="40638" tIns="40638" rIns="40638" bIns="40638" rtlCol="0" anchor="ctr"/>
            <a:lstStyle/>
            <a:p>
              <a:pPr algn="ctr">
                <a:lnSpc>
                  <a:spcPts val="2016"/>
                </a:lnSpc>
              </a:pPr>
              <a:endParaRPr sz="1088"/>
            </a:p>
          </p:txBody>
        </p:sp>
      </p:grpSp>
      <p:grpSp>
        <p:nvGrpSpPr>
          <p:cNvPr id="71" name="Group 71">
            <a:extLst>
              <a:ext uri="{FF2B5EF4-FFF2-40B4-BE49-F238E27FC236}">
                <a16:creationId xmlns:a16="http://schemas.microsoft.com/office/drawing/2014/main" id="{09873ED9-7A69-DF4C-C57D-4787C3E906AC}"/>
              </a:ext>
            </a:extLst>
          </p:cNvPr>
          <p:cNvGrpSpPr/>
          <p:nvPr/>
        </p:nvGrpSpPr>
        <p:grpSpPr>
          <a:xfrm>
            <a:off x="3860669" y="5025164"/>
            <a:ext cx="6330349" cy="1130108"/>
            <a:chOff x="0" y="0"/>
            <a:chExt cx="2250890" cy="401834"/>
          </a:xfrm>
        </p:grpSpPr>
        <p:sp>
          <p:nvSpPr>
            <p:cNvPr id="72" name="Freeform 72">
              <a:extLst>
                <a:ext uri="{FF2B5EF4-FFF2-40B4-BE49-F238E27FC236}">
                  <a16:creationId xmlns:a16="http://schemas.microsoft.com/office/drawing/2014/main" id="{35D31D71-6866-3D01-0377-78AA72348996}"/>
                </a:ext>
              </a:extLst>
            </p:cNvPr>
            <p:cNvSpPr/>
            <p:nvPr/>
          </p:nvSpPr>
          <p:spPr>
            <a:xfrm>
              <a:off x="0" y="0"/>
              <a:ext cx="2250890" cy="401834"/>
            </a:xfrm>
            <a:custGeom>
              <a:avLst/>
              <a:gdLst/>
              <a:ahLst/>
              <a:cxnLst/>
              <a:rect l="l" t="t" r="r" b="b"/>
              <a:pathLst>
                <a:path w="2250890" h="401834">
                  <a:moveTo>
                    <a:pt x="41090" y="0"/>
                  </a:moveTo>
                  <a:lnTo>
                    <a:pt x="2209799" y="0"/>
                  </a:lnTo>
                  <a:cubicBezTo>
                    <a:pt x="2220697" y="0"/>
                    <a:pt x="2231149" y="4329"/>
                    <a:pt x="2238855" y="12035"/>
                  </a:cubicBezTo>
                  <a:cubicBezTo>
                    <a:pt x="2246561" y="19741"/>
                    <a:pt x="2250890" y="30193"/>
                    <a:pt x="2250890" y="41090"/>
                  </a:cubicBezTo>
                  <a:lnTo>
                    <a:pt x="2250890" y="360743"/>
                  </a:lnTo>
                  <a:cubicBezTo>
                    <a:pt x="2250890" y="371641"/>
                    <a:pt x="2246561" y="382093"/>
                    <a:pt x="2238855" y="389799"/>
                  </a:cubicBezTo>
                  <a:cubicBezTo>
                    <a:pt x="2231149" y="397505"/>
                    <a:pt x="2220697" y="401834"/>
                    <a:pt x="2209799" y="401834"/>
                  </a:cubicBezTo>
                  <a:lnTo>
                    <a:pt x="41090" y="401834"/>
                  </a:lnTo>
                  <a:cubicBezTo>
                    <a:pt x="30193" y="401834"/>
                    <a:pt x="19741" y="397505"/>
                    <a:pt x="12035" y="389799"/>
                  </a:cubicBezTo>
                  <a:cubicBezTo>
                    <a:pt x="4329" y="382093"/>
                    <a:pt x="0" y="371641"/>
                    <a:pt x="0" y="360743"/>
                  </a:cubicBezTo>
                  <a:lnTo>
                    <a:pt x="0" y="41090"/>
                  </a:lnTo>
                  <a:cubicBezTo>
                    <a:pt x="0" y="30193"/>
                    <a:pt x="4329" y="19741"/>
                    <a:pt x="12035" y="12035"/>
                  </a:cubicBezTo>
                  <a:cubicBezTo>
                    <a:pt x="19741" y="4329"/>
                    <a:pt x="30193" y="0"/>
                    <a:pt x="41090" y="0"/>
                  </a:cubicBezTo>
                  <a:close/>
                </a:path>
              </a:pathLst>
            </a:custGeom>
            <a:solidFill>
              <a:srgbClr val="FFC431">
                <a:alpha val="66667"/>
              </a:srgbClr>
            </a:solidFill>
            <a:ln cap="rnd">
              <a:noFill/>
              <a:prstDash val="solid"/>
              <a:round/>
            </a:ln>
          </p:spPr>
          <p:txBody>
            <a:bodyPr/>
            <a:lstStyle/>
            <a:p>
              <a:endParaRPr lang="en-SG" sz="1088"/>
            </a:p>
          </p:txBody>
        </p:sp>
        <p:sp>
          <p:nvSpPr>
            <p:cNvPr id="73" name="TextBox 73">
              <a:extLst>
                <a:ext uri="{FF2B5EF4-FFF2-40B4-BE49-F238E27FC236}">
                  <a16:creationId xmlns:a16="http://schemas.microsoft.com/office/drawing/2014/main" id="{805198C6-B867-B8DC-5F93-9BF71657B99C}"/>
                </a:ext>
              </a:extLst>
            </p:cNvPr>
            <p:cNvSpPr txBox="1"/>
            <p:nvPr/>
          </p:nvSpPr>
          <p:spPr>
            <a:xfrm>
              <a:off x="0" y="-28575"/>
              <a:ext cx="2250890" cy="430409"/>
            </a:xfrm>
            <a:prstGeom prst="rect">
              <a:avLst/>
            </a:prstGeom>
          </p:spPr>
          <p:txBody>
            <a:bodyPr lIns="40638" tIns="40638" rIns="40638" bIns="40638" rtlCol="0" anchor="ctr"/>
            <a:lstStyle/>
            <a:p>
              <a:pPr algn="ctr">
                <a:lnSpc>
                  <a:spcPts val="2016"/>
                </a:lnSpc>
                <a:spcBef>
                  <a:spcPct val="0"/>
                </a:spcBef>
              </a:pPr>
              <a:endParaRPr sz="1088"/>
            </a:p>
          </p:txBody>
        </p:sp>
      </p:grpSp>
      <p:sp>
        <p:nvSpPr>
          <p:cNvPr id="74" name="TextBox 74">
            <a:extLst>
              <a:ext uri="{FF2B5EF4-FFF2-40B4-BE49-F238E27FC236}">
                <a16:creationId xmlns:a16="http://schemas.microsoft.com/office/drawing/2014/main" id="{9B439113-5F8C-8DE2-B610-40CF3BDEAE57}"/>
              </a:ext>
            </a:extLst>
          </p:cNvPr>
          <p:cNvSpPr txBox="1"/>
          <p:nvPr/>
        </p:nvSpPr>
        <p:spPr>
          <a:xfrm>
            <a:off x="3798492" y="5068941"/>
            <a:ext cx="6206799" cy="615553"/>
          </a:xfrm>
          <a:prstGeom prst="rect">
            <a:avLst/>
          </a:prstGeom>
        </p:spPr>
        <p:txBody>
          <a:bodyPr wrap="square" lIns="0" tIns="0" rIns="0" bIns="0" rtlCol="0" anchor="t">
            <a:spAutoFit/>
          </a:bodyPr>
          <a:lstStyle/>
          <a:p>
            <a:pPr algn="ctr">
              <a:lnSpc>
                <a:spcPts val="1584"/>
              </a:lnSpc>
            </a:pPr>
            <a:r>
              <a:rPr lang="en-US" sz="1440" dirty="0">
                <a:solidFill>
                  <a:srgbClr val="000000"/>
                </a:solidFill>
                <a:latin typeface="Roboto Mono"/>
                <a:ea typeface="Roboto Mono"/>
                <a:cs typeface="Roboto Mono"/>
                <a:sym typeface="Roboto Mono"/>
              </a:rPr>
              <a:t>Quick Tip: </a:t>
            </a:r>
          </a:p>
          <a:p>
            <a:pPr algn="ctr">
              <a:lnSpc>
                <a:spcPts val="1584"/>
              </a:lnSpc>
            </a:pPr>
            <a:r>
              <a:rPr lang="en-US" sz="1440" dirty="0">
                <a:solidFill>
                  <a:srgbClr val="000000"/>
                </a:solidFill>
                <a:latin typeface="Roboto Mono"/>
                <a:ea typeface="Roboto Mono"/>
                <a:cs typeface="Roboto Mono"/>
                <a:sym typeface="Roboto Mono"/>
              </a:rPr>
              <a:t>You may add places you like to ‘</a:t>
            </a:r>
            <a:r>
              <a:rPr lang="en-US" sz="1440" dirty="0" err="1">
                <a:solidFill>
                  <a:srgbClr val="000000"/>
                </a:solidFill>
                <a:latin typeface="Roboto Mono"/>
                <a:ea typeface="Roboto Mono"/>
                <a:cs typeface="Roboto Mono"/>
                <a:sym typeface="Roboto Mono"/>
              </a:rPr>
              <a:t>Favourites</a:t>
            </a:r>
            <a:r>
              <a:rPr lang="en-US" sz="1440" dirty="0">
                <a:solidFill>
                  <a:srgbClr val="000000"/>
                </a:solidFill>
                <a:latin typeface="Roboto Mono"/>
                <a:ea typeface="Roboto Mono"/>
                <a:cs typeface="Roboto Mono"/>
                <a:sym typeface="Roboto Mono"/>
              </a:rPr>
              <a:t>  ’ to plan your trip quickly. </a:t>
            </a:r>
          </a:p>
        </p:txBody>
      </p:sp>
      <p:sp>
        <p:nvSpPr>
          <p:cNvPr id="75" name="Freeform 75">
            <a:extLst>
              <a:ext uri="{FF2B5EF4-FFF2-40B4-BE49-F238E27FC236}">
                <a16:creationId xmlns:a16="http://schemas.microsoft.com/office/drawing/2014/main" id="{5EF8C35B-438A-8370-B253-074D3E67A5AF}"/>
              </a:ext>
            </a:extLst>
          </p:cNvPr>
          <p:cNvSpPr/>
          <p:nvPr/>
        </p:nvSpPr>
        <p:spPr>
          <a:xfrm>
            <a:off x="8623577" y="5303603"/>
            <a:ext cx="184244" cy="153844"/>
          </a:xfrm>
          <a:custGeom>
            <a:avLst/>
            <a:gdLst/>
            <a:ahLst/>
            <a:cxnLst/>
            <a:rect l="l" t="t" r="r" b="b"/>
            <a:pathLst>
              <a:path w="230315" h="192313">
                <a:moveTo>
                  <a:pt x="0" y="0"/>
                </a:moveTo>
                <a:lnTo>
                  <a:pt x="230315" y="0"/>
                </a:lnTo>
                <a:lnTo>
                  <a:pt x="230315" y="192313"/>
                </a:lnTo>
                <a:lnTo>
                  <a:pt x="0" y="192313"/>
                </a:lnTo>
                <a:lnTo>
                  <a:pt x="0" y="0"/>
                </a:lnTo>
                <a:close/>
              </a:path>
            </a:pathLst>
          </a:custGeom>
          <a:blipFill>
            <a:blip r:embed="rId18">
              <a:extLst>
                <a:ext uri="{96DAC541-7B7A-43D3-8B79-37D633B846F1}">
                  <asvg:svgBlip xmlns:asvg="http://schemas.microsoft.com/office/drawing/2016/SVG/main" r:embed="rId19"/>
                </a:ext>
              </a:extLst>
            </a:blip>
            <a:stretch>
              <a:fillRect/>
            </a:stretch>
          </a:blipFill>
          <a:ln cap="sq">
            <a:noFill/>
            <a:prstDash val="solid"/>
            <a:miter/>
          </a:ln>
        </p:spPr>
        <p:txBody>
          <a:bodyPr/>
          <a:lstStyle/>
          <a:p>
            <a:endParaRPr lang="en-SG" sz="1088"/>
          </a:p>
        </p:txBody>
      </p:sp>
      <p:sp>
        <p:nvSpPr>
          <p:cNvPr id="76" name="Freeform 76">
            <a:extLst>
              <a:ext uri="{FF2B5EF4-FFF2-40B4-BE49-F238E27FC236}">
                <a16:creationId xmlns:a16="http://schemas.microsoft.com/office/drawing/2014/main" id="{45768577-2612-FE51-C189-43B7A963377C}"/>
              </a:ext>
            </a:extLst>
          </p:cNvPr>
          <p:cNvSpPr/>
          <p:nvPr/>
        </p:nvSpPr>
        <p:spPr>
          <a:xfrm>
            <a:off x="3860669" y="4345147"/>
            <a:ext cx="960642" cy="839361"/>
          </a:xfrm>
          <a:custGeom>
            <a:avLst/>
            <a:gdLst/>
            <a:ahLst/>
            <a:cxnLst/>
            <a:rect l="l" t="t" r="r" b="b"/>
            <a:pathLst>
              <a:path w="1200855" h="1049247">
                <a:moveTo>
                  <a:pt x="0" y="0"/>
                </a:moveTo>
                <a:lnTo>
                  <a:pt x="1200855" y="0"/>
                </a:lnTo>
                <a:lnTo>
                  <a:pt x="1200855" y="1049246"/>
                </a:lnTo>
                <a:lnTo>
                  <a:pt x="0" y="1049246"/>
                </a:lnTo>
                <a:lnTo>
                  <a:pt x="0" y="0"/>
                </a:lnTo>
                <a:close/>
              </a:path>
            </a:pathLst>
          </a:custGeom>
          <a:blipFill>
            <a:blip r:embed="rId27"/>
            <a:stretch>
              <a:fillRect/>
            </a:stretch>
          </a:blipFill>
          <a:ln cap="sq">
            <a:noFill/>
            <a:prstDash val="solid"/>
            <a:miter/>
          </a:ln>
        </p:spPr>
        <p:txBody>
          <a:bodyPr/>
          <a:lstStyle/>
          <a:p>
            <a:endParaRPr lang="en-SG" sz="1088"/>
          </a:p>
        </p:txBody>
      </p:sp>
      <p:sp>
        <p:nvSpPr>
          <p:cNvPr id="77" name="Freeform 77">
            <a:extLst>
              <a:ext uri="{FF2B5EF4-FFF2-40B4-BE49-F238E27FC236}">
                <a16:creationId xmlns:a16="http://schemas.microsoft.com/office/drawing/2014/main" id="{7576FA18-85C7-828A-8D4F-4508FD882EBA}"/>
              </a:ext>
            </a:extLst>
          </p:cNvPr>
          <p:cNvSpPr/>
          <p:nvPr/>
        </p:nvSpPr>
        <p:spPr>
          <a:xfrm>
            <a:off x="8928072" y="6347377"/>
            <a:ext cx="357671" cy="357671"/>
          </a:xfrm>
          <a:custGeom>
            <a:avLst/>
            <a:gdLst/>
            <a:ahLst/>
            <a:cxnLst/>
            <a:rect l="l" t="t" r="r" b="b"/>
            <a:pathLst>
              <a:path w="447108" h="447108">
                <a:moveTo>
                  <a:pt x="0" y="0"/>
                </a:moveTo>
                <a:lnTo>
                  <a:pt x="447107" y="0"/>
                </a:lnTo>
                <a:lnTo>
                  <a:pt x="447107" y="447108"/>
                </a:lnTo>
                <a:lnTo>
                  <a:pt x="0" y="447108"/>
                </a:lnTo>
                <a:lnTo>
                  <a:pt x="0" y="0"/>
                </a:lnTo>
                <a:close/>
              </a:path>
            </a:pathLst>
          </a:custGeom>
          <a:blipFill>
            <a:blip r:embed="rId28">
              <a:extLst>
                <a:ext uri="{96DAC541-7B7A-43D3-8B79-37D633B846F1}">
                  <asvg:svgBlip xmlns:asvg="http://schemas.microsoft.com/office/drawing/2016/SVG/main" r:embed="rId29"/>
                </a:ext>
              </a:extLst>
            </a:blip>
            <a:stretch>
              <a:fillRect/>
            </a:stretch>
          </a:blipFill>
        </p:spPr>
        <p:txBody>
          <a:bodyPr/>
          <a:lstStyle/>
          <a:p>
            <a:endParaRPr lang="en-SG" sz="1088"/>
          </a:p>
        </p:txBody>
      </p:sp>
      <p:sp>
        <p:nvSpPr>
          <p:cNvPr id="78" name="Freeform 78">
            <a:extLst>
              <a:ext uri="{FF2B5EF4-FFF2-40B4-BE49-F238E27FC236}">
                <a16:creationId xmlns:a16="http://schemas.microsoft.com/office/drawing/2014/main" id="{4BE5AFC1-61BC-26BB-DC21-33C977194978}"/>
              </a:ext>
            </a:extLst>
          </p:cNvPr>
          <p:cNvSpPr/>
          <p:nvPr/>
        </p:nvSpPr>
        <p:spPr>
          <a:xfrm>
            <a:off x="6897922" y="6450641"/>
            <a:ext cx="254409" cy="254409"/>
          </a:xfrm>
          <a:custGeom>
            <a:avLst/>
            <a:gdLst/>
            <a:ahLst/>
            <a:cxnLst/>
            <a:rect l="l" t="t" r="r" b="b"/>
            <a:pathLst>
              <a:path w="318025" h="318025">
                <a:moveTo>
                  <a:pt x="0" y="0"/>
                </a:moveTo>
                <a:lnTo>
                  <a:pt x="318025" y="0"/>
                </a:lnTo>
                <a:lnTo>
                  <a:pt x="318025" y="318025"/>
                </a:lnTo>
                <a:lnTo>
                  <a:pt x="0" y="318025"/>
                </a:lnTo>
                <a:lnTo>
                  <a:pt x="0" y="0"/>
                </a:lnTo>
                <a:close/>
              </a:path>
            </a:pathLst>
          </a:custGeom>
          <a:blipFill>
            <a:blip r:embed="rId30">
              <a:extLst>
                <a:ext uri="{96DAC541-7B7A-43D3-8B79-37D633B846F1}">
                  <asvg:svgBlip xmlns:asvg="http://schemas.microsoft.com/office/drawing/2016/SVG/main" r:embed="rId31"/>
                </a:ext>
              </a:extLst>
            </a:blip>
            <a:stretch>
              <a:fillRect/>
            </a:stretch>
          </a:blipFill>
        </p:spPr>
        <p:txBody>
          <a:bodyPr/>
          <a:lstStyle/>
          <a:p>
            <a:endParaRPr lang="en-SG" sz="1088"/>
          </a:p>
        </p:txBody>
      </p:sp>
      <p:sp>
        <p:nvSpPr>
          <p:cNvPr id="79" name="Freeform 79">
            <a:extLst>
              <a:ext uri="{FF2B5EF4-FFF2-40B4-BE49-F238E27FC236}">
                <a16:creationId xmlns:a16="http://schemas.microsoft.com/office/drawing/2014/main" id="{A705F3EE-5907-DFE0-7DEE-2BECDA6F1FF7}"/>
              </a:ext>
            </a:extLst>
          </p:cNvPr>
          <p:cNvSpPr/>
          <p:nvPr/>
        </p:nvSpPr>
        <p:spPr>
          <a:xfrm>
            <a:off x="4491882" y="6441385"/>
            <a:ext cx="420510" cy="254409"/>
          </a:xfrm>
          <a:custGeom>
            <a:avLst/>
            <a:gdLst/>
            <a:ahLst/>
            <a:cxnLst/>
            <a:rect l="l" t="t" r="r" b="b"/>
            <a:pathLst>
              <a:path w="525661" h="318025">
                <a:moveTo>
                  <a:pt x="0" y="0"/>
                </a:moveTo>
                <a:lnTo>
                  <a:pt x="525661" y="0"/>
                </a:lnTo>
                <a:lnTo>
                  <a:pt x="525661" y="318025"/>
                </a:lnTo>
                <a:lnTo>
                  <a:pt x="0" y="318025"/>
                </a:lnTo>
                <a:lnTo>
                  <a:pt x="0" y="0"/>
                </a:lnTo>
                <a:close/>
              </a:path>
            </a:pathLst>
          </a:custGeom>
          <a:blipFill>
            <a:blip r:embed="rId32">
              <a:extLst>
                <a:ext uri="{96DAC541-7B7A-43D3-8B79-37D633B846F1}">
                  <asvg:svgBlip xmlns:asvg="http://schemas.microsoft.com/office/drawing/2016/SVG/main" r:embed="rId33"/>
                </a:ext>
              </a:extLst>
            </a:blip>
            <a:stretch>
              <a:fillRect/>
            </a:stretch>
          </a:blipFill>
        </p:spPr>
        <p:txBody>
          <a:bodyPr/>
          <a:lstStyle/>
          <a:p>
            <a:endParaRPr lang="en-SG" sz="1088"/>
          </a:p>
        </p:txBody>
      </p:sp>
      <p:grpSp>
        <p:nvGrpSpPr>
          <p:cNvPr id="80" name="Group 80">
            <a:extLst>
              <a:ext uri="{FF2B5EF4-FFF2-40B4-BE49-F238E27FC236}">
                <a16:creationId xmlns:a16="http://schemas.microsoft.com/office/drawing/2014/main" id="{A859D9C3-910A-3514-581E-5877DB2A9778}"/>
              </a:ext>
            </a:extLst>
          </p:cNvPr>
          <p:cNvGrpSpPr/>
          <p:nvPr/>
        </p:nvGrpSpPr>
        <p:grpSpPr>
          <a:xfrm>
            <a:off x="3571120" y="570508"/>
            <a:ext cx="105455" cy="7887829"/>
            <a:chOff x="0" y="0"/>
            <a:chExt cx="37497" cy="2804685"/>
          </a:xfrm>
        </p:grpSpPr>
        <p:sp>
          <p:nvSpPr>
            <p:cNvPr id="81" name="Freeform 81">
              <a:extLst>
                <a:ext uri="{FF2B5EF4-FFF2-40B4-BE49-F238E27FC236}">
                  <a16:creationId xmlns:a16="http://schemas.microsoft.com/office/drawing/2014/main" id="{88498B8F-0BDA-8E2A-42D9-3B57CF5CD7D1}"/>
                </a:ext>
              </a:extLst>
            </p:cNvPr>
            <p:cNvSpPr/>
            <p:nvPr/>
          </p:nvSpPr>
          <p:spPr>
            <a:xfrm>
              <a:off x="0" y="0"/>
              <a:ext cx="37497" cy="2804685"/>
            </a:xfrm>
            <a:custGeom>
              <a:avLst/>
              <a:gdLst/>
              <a:ahLst/>
              <a:cxnLst/>
              <a:rect l="l" t="t" r="r" b="b"/>
              <a:pathLst>
                <a:path w="37497" h="2804685">
                  <a:moveTo>
                    <a:pt x="0" y="0"/>
                  </a:moveTo>
                  <a:lnTo>
                    <a:pt x="37497" y="0"/>
                  </a:lnTo>
                  <a:lnTo>
                    <a:pt x="37497" y="2804685"/>
                  </a:lnTo>
                  <a:lnTo>
                    <a:pt x="0" y="2804685"/>
                  </a:lnTo>
                  <a:close/>
                </a:path>
              </a:pathLst>
            </a:custGeom>
            <a:solidFill>
              <a:srgbClr val="FDFDFD"/>
            </a:solidFill>
            <a:ln w="9525" cap="sq">
              <a:solidFill>
                <a:srgbClr val="000000"/>
              </a:solidFill>
              <a:prstDash val="solid"/>
              <a:miter/>
            </a:ln>
          </p:spPr>
          <p:txBody>
            <a:bodyPr/>
            <a:lstStyle/>
            <a:p>
              <a:endParaRPr lang="en-SG" sz="1088"/>
            </a:p>
          </p:txBody>
        </p:sp>
        <p:sp>
          <p:nvSpPr>
            <p:cNvPr id="82" name="TextBox 82">
              <a:extLst>
                <a:ext uri="{FF2B5EF4-FFF2-40B4-BE49-F238E27FC236}">
                  <a16:creationId xmlns:a16="http://schemas.microsoft.com/office/drawing/2014/main" id="{7D40A378-D650-857F-F0C9-81D8EAA60951}"/>
                </a:ext>
              </a:extLst>
            </p:cNvPr>
            <p:cNvSpPr txBox="1"/>
            <p:nvPr/>
          </p:nvSpPr>
          <p:spPr>
            <a:xfrm>
              <a:off x="0" y="-28575"/>
              <a:ext cx="37497" cy="2833260"/>
            </a:xfrm>
            <a:prstGeom prst="rect">
              <a:avLst/>
            </a:prstGeom>
          </p:spPr>
          <p:txBody>
            <a:bodyPr lIns="40638" tIns="40638" rIns="40638" bIns="40638" rtlCol="0" anchor="ctr"/>
            <a:lstStyle/>
            <a:p>
              <a:pPr algn="ctr">
                <a:lnSpc>
                  <a:spcPts val="2016"/>
                </a:lnSpc>
              </a:pPr>
              <a:endParaRPr sz="1088"/>
            </a:p>
          </p:txBody>
        </p:sp>
      </p:grpSp>
      <p:grpSp>
        <p:nvGrpSpPr>
          <p:cNvPr id="83" name="Group 83">
            <a:extLst>
              <a:ext uri="{FF2B5EF4-FFF2-40B4-BE49-F238E27FC236}">
                <a16:creationId xmlns:a16="http://schemas.microsoft.com/office/drawing/2014/main" id="{9B6F89F6-90FC-B518-D02B-4034102D9BFD}"/>
              </a:ext>
            </a:extLst>
          </p:cNvPr>
          <p:cNvGrpSpPr/>
          <p:nvPr/>
        </p:nvGrpSpPr>
        <p:grpSpPr>
          <a:xfrm>
            <a:off x="3571122" y="2206140"/>
            <a:ext cx="99056" cy="1284383"/>
            <a:chOff x="0" y="0"/>
            <a:chExt cx="35221" cy="456690"/>
          </a:xfrm>
        </p:grpSpPr>
        <p:sp>
          <p:nvSpPr>
            <p:cNvPr id="84" name="Freeform 84">
              <a:extLst>
                <a:ext uri="{FF2B5EF4-FFF2-40B4-BE49-F238E27FC236}">
                  <a16:creationId xmlns:a16="http://schemas.microsoft.com/office/drawing/2014/main" id="{9A0947F0-5518-9B39-F5B3-C2E295525EA3}"/>
                </a:ext>
              </a:extLst>
            </p:cNvPr>
            <p:cNvSpPr/>
            <p:nvPr/>
          </p:nvSpPr>
          <p:spPr>
            <a:xfrm>
              <a:off x="0" y="0"/>
              <a:ext cx="35221" cy="456690"/>
            </a:xfrm>
            <a:custGeom>
              <a:avLst/>
              <a:gdLst/>
              <a:ahLst/>
              <a:cxnLst/>
              <a:rect l="l" t="t" r="r" b="b"/>
              <a:pathLst>
                <a:path w="35221" h="456690">
                  <a:moveTo>
                    <a:pt x="0" y="0"/>
                  </a:moveTo>
                  <a:lnTo>
                    <a:pt x="35221" y="0"/>
                  </a:lnTo>
                  <a:lnTo>
                    <a:pt x="35221" y="456690"/>
                  </a:lnTo>
                  <a:lnTo>
                    <a:pt x="0" y="456690"/>
                  </a:lnTo>
                  <a:close/>
                </a:path>
              </a:pathLst>
            </a:custGeom>
            <a:solidFill>
              <a:srgbClr val="F34336"/>
            </a:solidFill>
            <a:ln cap="sq">
              <a:noFill/>
              <a:prstDash val="solid"/>
              <a:miter/>
            </a:ln>
          </p:spPr>
          <p:txBody>
            <a:bodyPr/>
            <a:lstStyle/>
            <a:p>
              <a:endParaRPr lang="en-SG" sz="1088"/>
            </a:p>
          </p:txBody>
        </p:sp>
        <p:sp>
          <p:nvSpPr>
            <p:cNvPr id="85" name="TextBox 85">
              <a:extLst>
                <a:ext uri="{FF2B5EF4-FFF2-40B4-BE49-F238E27FC236}">
                  <a16:creationId xmlns:a16="http://schemas.microsoft.com/office/drawing/2014/main" id="{D6B20F2C-898C-6A41-2B5C-43BA982D3FF2}"/>
                </a:ext>
              </a:extLst>
            </p:cNvPr>
            <p:cNvSpPr txBox="1"/>
            <p:nvPr/>
          </p:nvSpPr>
          <p:spPr>
            <a:xfrm>
              <a:off x="0" y="-28575"/>
              <a:ext cx="35221" cy="485265"/>
            </a:xfrm>
            <a:prstGeom prst="rect">
              <a:avLst/>
            </a:prstGeom>
          </p:spPr>
          <p:txBody>
            <a:bodyPr lIns="40638" tIns="40638" rIns="40638" bIns="40638" rtlCol="0" anchor="ctr"/>
            <a:lstStyle/>
            <a:p>
              <a:pPr algn="ctr">
                <a:lnSpc>
                  <a:spcPts val="2016"/>
                </a:lnSpc>
              </a:pPr>
              <a:endParaRPr sz="1088"/>
            </a:p>
          </p:txBody>
        </p:sp>
      </p:grpSp>
      <p:grpSp>
        <p:nvGrpSpPr>
          <p:cNvPr id="86" name="Group 86">
            <a:extLst>
              <a:ext uri="{FF2B5EF4-FFF2-40B4-BE49-F238E27FC236}">
                <a16:creationId xmlns:a16="http://schemas.microsoft.com/office/drawing/2014/main" id="{C35905D8-C003-F8FE-7725-D348D91E0516}"/>
              </a:ext>
            </a:extLst>
          </p:cNvPr>
          <p:cNvGrpSpPr/>
          <p:nvPr/>
        </p:nvGrpSpPr>
        <p:grpSpPr>
          <a:xfrm>
            <a:off x="3571120" y="572833"/>
            <a:ext cx="105455" cy="304554"/>
            <a:chOff x="0" y="0"/>
            <a:chExt cx="37497" cy="108291"/>
          </a:xfrm>
        </p:grpSpPr>
        <p:sp>
          <p:nvSpPr>
            <p:cNvPr id="87" name="Freeform 87">
              <a:extLst>
                <a:ext uri="{FF2B5EF4-FFF2-40B4-BE49-F238E27FC236}">
                  <a16:creationId xmlns:a16="http://schemas.microsoft.com/office/drawing/2014/main" id="{719A9AC7-5E0C-227D-D0CC-EF93DDA85C51}"/>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88" name="TextBox 88">
              <a:extLst>
                <a:ext uri="{FF2B5EF4-FFF2-40B4-BE49-F238E27FC236}">
                  <a16:creationId xmlns:a16="http://schemas.microsoft.com/office/drawing/2014/main" id="{C04F912B-FCFE-A55C-9621-4176584A85EC}"/>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89" name="Group 89">
            <a:extLst>
              <a:ext uri="{FF2B5EF4-FFF2-40B4-BE49-F238E27FC236}">
                <a16:creationId xmlns:a16="http://schemas.microsoft.com/office/drawing/2014/main" id="{D8815360-FEB0-3CD1-D24F-1E1114A471BE}"/>
              </a:ext>
            </a:extLst>
          </p:cNvPr>
          <p:cNvGrpSpPr/>
          <p:nvPr/>
        </p:nvGrpSpPr>
        <p:grpSpPr>
          <a:xfrm>
            <a:off x="3571120" y="7100511"/>
            <a:ext cx="105455" cy="304554"/>
            <a:chOff x="0" y="0"/>
            <a:chExt cx="37497" cy="108291"/>
          </a:xfrm>
        </p:grpSpPr>
        <p:sp>
          <p:nvSpPr>
            <p:cNvPr id="90" name="Freeform 90">
              <a:extLst>
                <a:ext uri="{FF2B5EF4-FFF2-40B4-BE49-F238E27FC236}">
                  <a16:creationId xmlns:a16="http://schemas.microsoft.com/office/drawing/2014/main" id="{1C806B22-5E10-05D1-B315-A3723D2777AD}"/>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91" name="TextBox 91">
              <a:extLst>
                <a:ext uri="{FF2B5EF4-FFF2-40B4-BE49-F238E27FC236}">
                  <a16:creationId xmlns:a16="http://schemas.microsoft.com/office/drawing/2014/main" id="{6D8CB922-501B-35CD-7C5C-82040B5E0AAF}"/>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92" name="Group 92">
            <a:extLst>
              <a:ext uri="{FF2B5EF4-FFF2-40B4-BE49-F238E27FC236}">
                <a16:creationId xmlns:a16="http://schemas.microsoft.com/office/drawing/2014/main" id="{D27B5230-E2E8-A66E-ADBE-240243A6FEE1}"/>
              </a:ext>
            </a:extLst>
          </p:cNvPr>
          <p:cNvGrpSpPr/>
          <p:nvPr/>
        </p:nvGrpSpPr>
        <p:grpSpPr>
          <a:xfrm>
            <a:off x="3592699" y="675840"/>
            <a:ext cx="83877" cy="73393"/>
            <a:chOff x="0" y="0"/>
            <a:chExt cx="812800" cy="711200"/>
          </a:xfrm>
        </p:grpSpPr>
        <p:sp>
          <p:nvSpPr>
            <p:cNvPr id="93" name="Freeform 93">
              <a:extLst>
                <a:ext uri="{FF2B5EF4-FFF2-40B4-BE49-F238E27FC236}">
                  <a16:creationId xmlns:a16="http://schemas.microsoft.com/office/drawing/2014/main" id="{D593014E-9835-2DD1-89EF-8B581D0B8FAF}"/>
                </a:ext>
              </a:extLst>
            </p:cNvPr>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34336"/>
            </a:solidFill>
          </p:spPr>
          <p:txBody>
            <a:bodyPr/>
            <a:lstStyle/>
            <a:p>
              <a:endParaRPr lang="en-SG" sz="1088"/>
            </a:p>
          </p:txBody>
        </p:sp>
        <p:sp>
          <p:nvSpPr>
            <p:cNvPr id="94" name="TextBox 94">
              <a:extLst>
                <a:ext uri="{FF2B5EF4-FFF2-40B4-BE49-F238E27FC236}">
                  <a16:creationId xmlns:a16="http://schemas.microsoft.com/office/drawing/2014/main" id="{932EF1C3-25CB-526D-FE00-6CD42FA3BDD5}"/>
                </a:ext>
              </a:extLst>
            </p:cNvPr>
            <p:cNvSpPr txBox="1"/>
            <p:nvPr/>
          </p:nvSpPr>
          <p:spPr>
            <a:xfrm>
              <a:off x="127000" y="301625"/>
              <a:ext cx="558800" cy="358775"/>
            </a:xfrm>
            <a:prstGeom prst="rect">
              <a:avLst/>
            </a:prstGeom>
          </p:spPr>
          <p:txBody>
            <a:bodyPr lIns="40638" tIns="40638" rIns="40638" bIns="40638" rtlCol="0" anchor="ctr"/>
            <a:lstStyle/>
            <a:p>
              <a:pPr algn="ctr">
                <a:lnSpc>
                  <a:spcPts val="2016"/>
                </a:lnSpc>
              </a:pPr>
              <a:endParaRPr sz="1088"/>
            </a:p>
          </p:txBody>
        </p:sp>
      </p:grpSp>
      <p:grpSp>
        <p:nvGrpSpPr>
          <p:cNvPr id="95" name="Group 95">
            <a:extLst>
              <a:ext uri="{FF2B5EF4-FFF2-40B4-BE49-F238E27FC236}">
                <a16:creationId xmlns:a16="http://schemas.microsoft.com/office/drawing/2014/main" id="{CA3596A2-C6B7-EB01-947A-4C900FC13B2D}"/>
              </a:ext>
            </a:extLst>
          </p:cNvPr>
          <p:cNvGrpSpPr/>
          <p:nvPr/>
        </p:nvGrpSpPr>
        <p:grpSpPr>
          <a:xfrm>
            <a:off x="3565641" y="7221617"/>
            <a:ext cx="104535" cy="91468"/>
            <a:chOff x="0" y="0"/>
            <a:chExt cx="812800" cy="711200"/>
          </a:xfrm>
        </p:grpSpPr>
        <p:sp>
          <p:nvSpPr>
            <p:cNvPr id="96" name="Freeform 96">
              <a:extLst>
                <a:ext uri="{FF2B5EF4-FFF2-40B4-BE49-F238E27FC236}">
                  <a16:creationId xmlns:a16="http://schemas.microsoft.com/office/drawing/2014/main" id="{07B44394-0460-E2B3-5A8E-EA18EC9C90FB}"/>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97" name="TextBox 97">
              <a:extLst>
                <a:ext uri="{FF2B5EF4-FFF2-40B4-BE49-F238E27FC236}">
                  <a16:creationId xmlns:a16="http://schemas.microsoft.com/office/drawing/2014/main" id="{65CF8D91-7A7F-6D5C-D909-2B0BFDDAE9D2}"/>
                </a:ext>
              </a:extLst>
            </p:cNvPr>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a:p>
          </p:txBody>
        </p:sp>
      </p:grpSp>
      <p:grpSp>
        <p:nvGrpSpPr>
          <p:cNvPr id="98" name="Group 98">
            <a:extLst>
              <a:ext uri="{FF2B5EF4-FFF2-40B4-BE49-F238E27FC236}">
                <a16:creationId xmlns:a16="http://schemas.microsoft.com/office/drawing/2014/main" id="{76211E5C-D7AC-7A17-E85F-40D2F4143287}"/>
              </a:ext>
            </a:extLst>
          </p:cNvPr>
          <p:cNvGrpSpPr/>
          <p:nvPr/>
        </p:nvGrpSpPr>
        <p:grpSpPr>
          <a:xfrm>
            <a:off x="9197536" y="4053339"/>
            <a:ext cx="829153" cy="779169"/>
            <a:chOff x="0" y="0"/>
            <a:chExt cx="1381982" cy="1298672"/>
          </a:xfrm>
        </p:grpSpPr>
        <p:grpSp>
          <p:nvGrpSpPr>
            <p:cNvPr id="99" name="Group 99">
              <a:extLst>
                <a:ext uri="{FF2B5EF4-FFF2-40B4-BE49-F238E27FC236}">
                  <a16:creationId xmlns:a16="http://schemas.microsoft.com/office/drawing/2014/main" id="{2F2AA85A-0E01-D980-A385-F8EC72306C9B}"/>
                </a:ext>
              </a:extLst>
            </p:cNvPr>
            <p:cNvGrpSpPr/>
            <p:nvPr/>
          </p:nvGrpSpPr>
          <p:grpSpPr>
            <a:xfrm>
              <a:off x="0" y="0"/>
              <a:ext cx="1195761" cy="1298672"/>
              <a:chOff x="0" y="0"/>
              <a:chExt cx="650486" cy="706469"/>
            </a:xfrm>
          </p:grpSpPr>
          <p:sp>
            <p:nvSpPr>
              <p:cNvPr id="100" name="Freeform 100">
                <a:extLst>
                  <a:ext uri="{FF2B5EF4-FFF2-40B4-BE49-F238E27FC236}">
                    <a16:creationId xmlns:a16="http://schemas.microsoft.com/office/drawing/2014/main" id="{BBE8D8E2-94E8-56CC-F284-A4FB91B6B263}"/>
                  </a:ext>
                </a:extLst>
              </p:cNvPr>
              <p:cNvSpPr/>
              <p:nvPr/>
            </p:nvSpPr>
            <p:spPr>
              <a:xfrm>
                <a:off x="0" y="0"/>
                <a:ext cx="650486" cy="706469"/>
              </a:xfrm>
              <a:custGeom>
                <a:avLst/>
                <a:gdLst/>
                <a:ahLst/>
                <a:cxnLst/>
                <a:rect l="l" t="t" r="r" b="b"/>
                <a:pathLst>
                  <a:path w="650486" h="706469">
                    <a:moveTo>
                      <a:pt x="0" y="0"/>
                    </a:moveTo>
                    <a:lnTo>
                      <a:pt x="650486" y="0"/>
                    </a:lnTo>
                    <a:lnTo>
                      <a:pt x="650486" y="706469"/>
                    </a:lnTo>
                    <a:lnTo>
                      <a:pt x="0" y="706469"/>
                    </a:lnTo>
                    <a:close/>
                  </a:path>
                </a:pathLst>
              </a:custGeom>
              <a:solidFill>
                <a:srgbClr val="FFCEB6">
                  <a:alpha val="38824"/>
                </a:srgbClr>
              </a:solidFill>
            </p:spPr>
            <p:txBody>
              <a:bodyPr/>
              <a:lstStyle/>
              <a:p>
                <a:endParaRPr lang="en-SG" sz="1088"/>
              </a:p>
            </p:txBody>
          </p:sp>
          <p:sp>
            <p:nvSpPr>
              <p:cNvPr id="101" name="TextBox 101">
                <a:extLst>
                  <a:ext uri="{FF2B5EF4-FFF2-40B4-BE49-F238E27FC236}">
                    <a16:creationId xmlns:a16="http://schemas.microsoft.com/office/drawing/2014/main" id="{8307A9A7-7C1D-100C-F7A4-98559792F346}"/>
                  </a:ext>
                </a:extLst>
              </p:cNvPr>
              <p:cNvSpPr txBox="1"/>
              <p:nvPr/>
            </p:nvSpPr>
            <p:spPr>
              <a:xfrm>
                <a:off x="0" y="-28575"/>
                <a:ext cx="650486" cy="735044"/>
              </a:xfrm>
              <a:prstGeom prst="rect">
                <a:avLst/>
              </a:prstGeom>
            </p:spPr>
            <p:txBody>
              <a:bodyPr lIns="15937" tIns="15937" rIns="15937" bIns="15937" rtlCol="0" anchor="ctr"/>
              <a:lstStyle/>
              <a:p>
                <a:pPr algn="ctr">
                  <a:lnSpc>
                    <a:spcPts val="2016"/>
                  </a:lnSpc>
                </a:pPr>
                <a:endParaRPr sz="1088"/>
              </a:p>
            </p:txBody>
          </p:sp>
        </p:grpSp>
        <p:sp>
          <p:nvSpPr>
            <p:cNvPr id="102" name="Freeform 102">
              <a:extLst>
                <a:ext uri="{FF2B5EF4-FFF2-40B4-BE49-F238E27FC236}">
                  <a16:creationId xmlns:a16="http://schemas.microsoft.com/office/drawing/2014/main" id="{E7CB1B10-2569-857B-0C78-CD33A24F4D17}"/>
                </a:ext>
              </a:extLst>
            </p:cNvPr>
            <p:cNvSpPr/>
            <p:nvPr/>
          </p:nvSpPr>
          <p:spPr>
            <a:xfrm>
              <a:off x="90494" y="89424"/>
              <a:ext cx="163477" cy="199666"/>
            </a:xfrm>
            <a:custGeom>
              <a:avLst/>
              <a:gdLst/>
              <a:ahLst/>
              <a:cxnLst/>
              <a:rect l="l" t="t" r="r" b="b"/>
              <a:pathLst>
                <a:path w="163477" h="199666">
                  <a:moveTo>
                    <a:pt x="0" y="0"/>
                  </a:moveTo>
                  <a:lnTo>
                    <a:pt x="163476" y="0"/>
                  </a:lnTo>
                  <a:lnTo>
                    <a:pt x="163476" y="199666"/>
                  </a:lnTo>
                  <a:lnTo>
                    <a:pt x="0" y="199666"/>
                  </a:lnTo>
                  <a:lnTo>
                    <a:pt x="0" y="0"/>
                  </a:lnTo>
                  <a:close/>
                </a:path>
              </a:pathLst>
            </a:custGeom>
            <a:blipFill>
              <a:blip r:embed="rId34">
                <a:extLst>
                  <a:ext uri="{96DAC541-7B7A-43D3-8B79-37D633B846F1}">
                    <asvg:svgBlip xmlns:asvg="http://schemas.microsoft.com/office/drawing/2016/SVG/main" r:embed="rId35"/>
                  </a:ext>
                </a:extLst>
              </a:blip>
              <a:stretch>
                <a:fillRect/>
              </a:stretch>
            </a:blipFill>
          </p:spPr>
          <p:txBody>
            <a:bodyPr/>
            <a:lstStyle/>
            <a:p>
              <a:endParaRPr lang="en-SG" sz="1088"/>
            </a:p>
          </p:txBody>
        </p:sp>
        <p:sp>
          <p:nvSpPr>
            <p:cNvPr id="103" name="Freeform 103">
              <a:extLst>
                <a:ext uri="{FF2B5EF4-FFF2-40B4-BE49-F238E27FC236}">
                  <a16:creationId xmlns:a16="http://schemas.microsoft.com/office/drawing/2014/main" id="{52BEC480-CD68-2191-491A-8284D78699FE}"/>
                </a:ext>
              </a:extLst>
            </p:cNvPr>
            <p:cNvSpPr/>
            <p:nvPr/>
          </p:nvSpPr>
          <p:spPr>
            <a:xfrm>
              <a:off x="8359" y="289090"/>
              <a:ext cx="327746" cy="327746"/>
            </a:xfrm>
            <a:custGeom>
              <a:avLst/>
              <a:gdLst/>
              <a:ahLst/>
              <a:cxnLst/>
              <a:rect l="l" t="t" r="r" b="b"/>
              <a:pathLst>
                <a:path w="327746" h="327746">
                  <a:moveTo>
                    <a:pt x="0" y="0"/>
                  </a:moveTo>
                  <a:lnTo>
                    <a:pt x="327746" y="0"/>
                  </a:lnTo>
                  <a:lnTo>
                    <a:pt x="327746" y="327746"/>
                  </a:lnTo>
                  <a:lnTo>
                    <a:pt x="0" y="327746"/>
                  </a:lnTo>
                  <a:lnTo>
                    <a:pt x="0" y="0"/>
                  </a:lnTo>
                  <a:close/>
                </a:path>
              </a:pathLst>
            </a:custGeom>
            <a:blipFill>
              <a:blip r:embed="rId36">
                <a:extLst>
                  <a:ext uri="{96DAC541-7B7A-43D3-8B79-37D633B846F1}">
                    <asvg:svgBlip xmlns:asvg="http://schemas.microsoft.com/office/drawing/2016/SVG/main" r:embed="rId37"/>
                  </a:ext>
                </a:extLst>
              </a:blip>
              <a:stretch>
                <a:fillRect/>
              </a:stretch>
            </a:blipFill>
          </p:spPr>
          <p:txBody>
            <a:bodyPr/>
            <a:lstStyle/>
            <a:p>
              <a:endParaRPr lang="en-SG" sz="1088"/>
            </a:p>
          </p:txBody>
        </p:sp>
        <p:sp>
          <p:nvSpPr>
            <p:cNvPr id="104" name="Freeform 104">
              <a:extLst>
                <a:ext uri="{FF2B5EF4-FFF2-40B4-BE49-F238E27FC236}">
                  <a16:creationId xmlns:a16="http://schemas.microsoft.com/office/drawing/2014/main" id="{8C4D5B1F-E999-D65E-3DB0-7E7DD3BC28D8}"/>
                </a:ext>
              </a:extLst>
            </p:cNvPr>
            <p:cNvSpPr/>
            <p:nvPr/>
          </p:nvSpPr>
          <p:spPr>
            <a:xfrm>
              <a:off x="30009" y="681860"/>
              <a:ext cx="284447" cy="227913"/>
            </a:xfrm>
            <a:custGeom>
              <a:avLst/>
              <a:gdLst/>
              <a:ahLst/>
              <a:cxnLst/>
              <a:rect l="l" t="t" r="r" b="b"/>
              <a:pathLst>
                <a:path w="284447" h="227913">
                  <a:moveTo>
                    <a:pt x="0" y="0"/>
                  </a:moveTo>
                  <a:lnTo>
                    <a:pt x="284446" y="0"/>
                  </a:lnTo>
                  <a:lnTo>
                    <a:pt x="284446" y="227913"/>
                  </a:lnTo>
                  <a:lnTo>
                    <a:pt x="0" y="227913"/>
                  </a:lnTo>
                  <a:lnTo>
                    <a:pt x="0" y="0"/>
                  </a:lnTo>
                  <a:close/>
                </a:path>
              </a:pathLst>
            </a:custGeom>
            <a:blipFill>
              <a:blip r:embed="rId38">
                <a:extLst>
                  <a:ext uri="{96DAC541-7B7A-43D3-8B79-37D633B846F1}">
                    <asvg:svgBlip xmlns:asvg="http://schemas.microsoft.com/office/drawing/2016/SVG/main" r:embed="rId39"/>
                  </a:ext>
                </a:extLst>
              </a:blip>
              <a:stretch>
                <a:fillRect/>
              </a:stretch>
            </a:blipFill>
          </p:spPr>
          <p:txBody>
            <a:bodyPr/>
            <a:lstStyle/>
            <a:p>
              <a:endParaRPr lang="en-SG" sz="1088"/>
            </a:p>
          </p:txBody>
        </p:sp>
        <p:sp>
          <p:nvSpPr>
            <p:cNvPr id="105" name="Freeform 105">
              <a:extLst>
                <a:ext uri="{FF2B5EF4-FFF2-40B4-BE49-F238E27FC236}">
                  <a16:creationId xmlns:a16="http://schemas.microsoft.com/office/drawing/2014/main" id="{AA535CDF-7ED3-7907-0883-3834920D33E7}"/>
                </a:ext>
              </a:extLst>
            </p:cNvPr>
            <p:cNvSpPr/>
            <p:nvPr/>
          </p:nvSpPr>
          <p:spPr>
            <a:xfrm>
              <a:off x="72049" y="974796"/>
              <a:ext cx="181921" cy="240160"/>
            </a:xfrm>
            <a:custGeom>
              <a:avLst/>
              <a:gdLst/>
              <a:ahLst/>
              <a:cxnLst/>
              <a:rect l="l" t="t" r="r" b="b"/>
              <a:pathLst>
                <a:path w="181921" h="240160">
                  <a:moveTo>
                    <a:pt x="0" y="0"/>
                  </a:moveTo>
                  <a:lnTo>
                    <a:pt x="181921" y="0"/>
                  </a:lnTo>
                  <a:lnTo>
                    <a:pt x="181921" y="240161"/>
                  </a:lnTo>
                  <a:lnTo>
                    <a:pt x="0" y="240161"/>
                  </a:lnTo>
                  <a:lnTo>
                    <a:pt x="0" y="0"/>
                  </a:lnTo>
                  <a:close/>
                </a:path>
              </a:pathLst>
            </a:custGeom>
            <a:blipFill>
              <a:blip r:embed="rId40">
                <a:extLst>
                  <a:ext uri="{96DAC541-7B7A-43D3-8B79-37D633B846F1}">
                    <asvg:svgBlip xmlns:asvg="http://schemas.microsoft.com/office/drawing/2016/SVG/main" r:embed="rId41"/>
                  </a:ext>
                </a:extLst>
              </a:blip>
              <a:stretch>
                <a:fillRect/>
              </a:stretch>
            </a:blipFill>
          </p:spPr>
          <p:txBody>
            <a:bodyPr/>
            <a:lstStyle/>
            <a:p>
              <a:endParaRPr lang="en-SG" sz="1088"/>
            </a:p>
          </p:txBody>
        </p:sp>
        <p:sp>
          <p:nvSpPr>
            <p:cNvPr id="106" name="TextBox 106">
              <a:extLst>
                <a:ext uri="{FF2B5EF4-FFF2-40B4-BE49-F238E27FC236}">
                  <a16:creationId xmlns:a16="http://schemas.microsoft.com/office/drawing/2014/main" id="{322FF8C3-E3B6-4005-B0E3-7D7F4D890B30}"/>
                </a:ext>
              </a:extLst>
            </p:cNvPr>
            <p:cNvSpPr txBox="1"/>
            <p:nvPr/>
          </p:nvSpPr>
          <p:spPr>
            <a:xfrm>
              <a:off x="460225" y="955747"/>
              <a:ext cx="596473"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Others</a:t>
              </a:r>
            </a:p>
          </p:txBody>
        </p:sp>
        <p:sp>
          <p:nvSpPr>
            <p:cNvPr id="107" name="TextBox 107">
              <a:extLst>
                <a:ext uri="{FF2B5EF4-FFF2-40B4-BE49-F238E27FC236}">
                  <a16:creationId xmlns:a16="http://schemas.microsoft.com/office/drawing/2014/main" id="{5ACE5D28-E362-ACBF-13FE-AEFC66156FE8}"/>
                </a:ext>
              </a:extLst>
            </p:cNvPr>
            <p:cNvSpPr txBox="1"/>
            <p:nvPr/>
          </p:nvSpPr>
          <p:spPr>
            <a:xfrm>
              <a:off x="460225" y="48570"/>
              <a:ext cx="921757"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Dining</a:t>
              </a:r>
            </a:p>
          </p:txBody>
        </p:sp>
        <p:sp>
          <p:nvSpPr>
            <p:cNvPr id="108" name="TextBox 108">
              <a:extLst>
                <a:ext uri="{FF2B5EF4-FFF2-40B4-BE49-F238E27FC236}">
                  <a16:creationId xmlns:a16="http://schemas.microsoft.com/office/drawing/2014/main" id="{DB909EA4-8966-4A40-F37A-167FECC89E5F}"/>
                </a:ext>
              </a:extLst>
            </p:cNvPr>
            <p:cNvSpPr txBox="1"/>
            <p:nvPr/>
          </p:nvSpPr>
          <p:spPr>
            <a:xfrm>
              <a:off x="460972" y="362219"/>
              <a:ext cx="460132"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Rides</a:t>
              </a:r>
            </a:p>
          </p:txBody>
        </p:sp>
        <p:grpSp>
          <p:nvGrpSpPr>
            <p:cNvPr id="109" name="Group 109">
              <a:extLst>
                <a:ext uri="{FF2B5EF4-FFF2-40B4-BE49-F238E27FC236}">
                  <a16:creationId xmlns:a16="http://schemas.microsoft.com/office/drawing/2014/main" id="{9EDCA565-A4A0-C2EC-A163-7F4280F5863F}"/>
                </a:ext>
              </a:extLst>
            </p:cNvPr>
            <p:cNvGrpSpPr/>
            <p:nvPr/>
          </p:nvGrpSpPr>
          <p:grpSpPr>
            <a:xfrm>
              <a:off x="7598" y="10649"/>
              <a:ext cx="1188163" cy="307120"/>
              <a:chOff x="0" y="0"/>
              <a:chExt cx="253475" cy="65519"/>
            </a:xfrm>
          </p:grpSpPr>
          <p:sp>
            <p:nvSpPr>
              <p:cNvPr id="110" name="Freeform 110">
                <a:extLst>
                  <a:ext uri="{FF2B5EF4-FFF2-40B4-BE49-F238E27FC236}">
                    <a16:creationId xmlns:a16="http://schemas.microsoft.com/office/drawing/2014/main" id="{6DDA7A6C-A1A8-0106-9595-4E11699BD694}"/>
                  </a:ext>
                </a:extLst>
              </p:cNvPr>
              <p:cNvSpPr/>
              <p:nvPr/>
            </p:nvSpPr>
            <p:spPr>
              <a:xfrm>
                <a:off x="0" y="0"/>
                <a:ext cx="253475" cy="65519"/>
              </a:xfrm>
              <a:custGeom>
                <a:avLst/>
                <a:gdLst/>
                <a:ahLst/>
                <a:cxnLst/>
                <a:rect l="l" t="t" r="r" b="b"/>
                <a:pathLst>
                  <a:path w="253475" h="65519">
                    <a:moveTo>
                      <a:pt x="0" y="0"/>
                    </a:moveTo>
                    <a:lnTo>
                      <a:pt x="253475" y="0"/>
                    </a:lnTo>
                    <a:lnTo>
                      <a:pt x="253475" y="65519"/>
                    </a:lnTo>
                    <a:lnTo>
                      <a:pt x="0" y="65519"/>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11" name="TextBox 111">
                <a:extLst>
                  <a:ext uri="{FF2B5EF4-FFF2-40B4-BE49-F238E27FC236}">
                    <a16:creationId xmlns:a16="http://schemas.microsoft.com/office/drawing/2014/main" id="{C6283347-CF5C-4707-7766-FB46A8B8760D}"/>
                  </a:ext>
                </a:extLst>
              </p:cNvPr>
              <p:cNvSpPr txBox="1"/>
              <p:nvPr/>
            </p:nvSpPr>
            <p:spPr>
              <a:xfrm>
                <a:off x="0" y="-28575"/>
                <a:ext cx="253475" cy="94094"/>
              </a:xfrm>
              <a:prstGeom prst="rect">
                <a:avLst/>
              </a:prstGeom>
            </p:spPr>
            <p:txBody>
              <a:bodyPr lIns="40638" tIns="40638" rIns="40638" bIns="40638" rtlCol="0" anchor="ctr"/>
              <a:lstStyle/>
              <a:p>
                <a:pPr algn="ctr">
                  <a:lnSpc>
                    <a:spcPts val="2016"/>
                  </a:lnSpc>
                </a:pPr>
                <a:endParaRPr sz="1088"/>
              </a:p>
            </p:txBody>
          </p:sp>
        </p:grpSp>
        <p:sp>
          <p:nvSpPr>
            <p:cNvPr id="112" name="TextBox 112">
              <a:extLst>
                <a:ext uri="{FF2B5EF4-FFF2-40B4-BE49-F238E27FC236}">
                  <a16:creationId xmlns:a16="http://schemas.microsoft.com/office/drawing/2014/main" id="{6813C204-EDA2-6C6E-A8D6-DD9A5B0B3B04}"/>
                </a:ext>
              </a:extLst>
            </p:cNvPr>
            <p:cNvSpPr txBox="1"/>
            <p:nvPr/>
          </p:nvSpPr>
          <p:spPr>
            <a:xfrm>
              <a:off x="460225" y="662811"/>
              <a:ext cx="525250"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Shows</a:t>
              </a:r>
            </a:p>
          </p:txBody>
        </p:sp>
        <p:grpSp>
          <p:nvGrpSpPr>
            <p:cNvPr id="113" name="Group 113">
              <a:extLst>
                <a:ext uri="{FF2B5EF4-FFF2-40B4-BE49-F238E27FC236}">
                  <a16:creationId xmlns:a16="http://schemas.microsoft.com/office/drawing/2014/main" id="{AFB60CEE-1BDD-F9B4-7976-C0B475076276}"/>
                </a:ext>
              </a:extLst>
            </p:cNvPr>
            <p:cNvGrpSpPr/>
            <p:nvPr/>
          </p:nvGrpSpPr>
          <p:grpSpPr>
            <a:xfrm>
              <a:off x="8359" y="299404"/>
              <a:ext cx="1188163" cy="307120"/>
              <a:chOff x="0" y="0"/>
              <a:chExt cx="253475" cy="65519"/>
            </a:xfrm>
          </p:grpSpPr>
          <p:sp>
            <p:nvSpPr>
              <p:cNvPr id="114" name="Freeform 114">
                <a:extLst>
                  <a:ext uri="{FF2B5EF4-FFF2-40B4-BE49-F238E27FC236}">
                    <a16:creationId xmlns:a16="http://schemas.microsoft.com/office/drawing/2014/main" id="{B1062851-D5D8-76C5-4EA3-2B2F47BF64E1}"/>
                  </a:ext>
                </a:extLst>
              </p:cNvPr>
              <p:cNvSpPr/>
              <p:nvPr/>
            </p:nvSpPr>
            <p:spPr>
              <a:xfrm>
                <a:off x="0" y="0"/>
                <a:ext cx="253475" cy="65519"/>
              </a:xfrm>
              <a:custGeom>
                <a:avLst/>
                <a:gdLst/>
                <a:ahLst/>
                <a:cxnLst/>
                <a:rect l="l" t="t" r="r" b="b"/>
                <a:pathLst>
                  <a:path w="253475" h="65519">
                    <a:moveTo>
                      <a:pt x="0" y="0"/>
                    </a:moveTo>
                    <a:lnTo>
                      <a:pt x="253475" y="0"/>
                    </a:lnTo>
                    <a:lnTo>
                      <a:pt x="253475" y="65519"/>
                    </a:lnTo>
                    <a:lnTo>
                      <a:pt x="0" y="65519"/>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15" name="TextBox 115">
                <a:extLst>
                  <a:ext uri="{FF2B5EF4-FFF2-40B4-BE49-F238E27FC236}">
                    <a16:creationId xmlns:a16="http://schemas.microsoft.com/office/drawing/2014/main" id="{CE2863F6-5924-AAB3-6E3C-BAEF041423BE}"/>
                  </a:ext>
                </a:extLst>
              </p:cNvPr>
              <p:cNvSpPr txBox="1"/>
              <p:nvPr/>
            </p:nvSpPr>
            <p:spPr>
              <a:xfrm>
                <a:off x="0" y="-28575"/>
                <a:ext cx="253475" cy="94094"/>
              </a:xfrm>
              <a:prstGeom prst="rect">
                <a:avLst/>
              </a:prstGeom>
            </p:spPr>
            <p:txBody>
              <a:bodyPr lIns="40638" tIns="40638" rIns="40638" bIns="40638" rtlCol="0" anchor="ctr"/>
              <a:lstStyle/>
              <a:p>
                <a:pPr algn="ctr">
                  <a:lnSpc>
                    <a:spcPts val="2016"/>
                  </a:lnSpc>
                </a:pPr>
                <a:endParaRPr sz="1088"/>
              </a:p>
            </p:txBody>
          </p:sp>
        </p:grpSp>
        <p:grpSp>
          <p:nvGrpSpPr>
            <p:cNvPr id="116" name="Group 116">
              <a:extLst>
                <a:ext uri="{FF2B5EF4-FFF2-40B4-BE49-F238E27FC236}">
                  <a16:creationId xmlns:a16="http://schemas.microsoft.com/office/drawing/2014/main" id="{E2DEE77B-9A0C-829B-058E-D6721CEDD847}"/>
                </a:ext>
              </a:extLst>
            </p:cNvPr>
            <p:cNvGrpSpPr/>
            <p:nvPr/>
          </p:nvGrpSpPr>
          <p:grpSpPr>
            <a:xfrm>
              <a:off x="8359" y="589938"/>
              <a:ext cx="1188163" cy="332535"/>
              <a:chOff x="0" y="0"/>
              <a:chExt cx="253475" cy="70941"/>
            </a:xfrm>
          </p:grpSpPr>
          <p:sp>
            <p:nvSpPr>
              <p:cNvPr id="117" name="Freeform 117">
                <a:extLst>
                  <a:ext uri="{FF2B5EF4-FFF2-40B4-BE49-F238E27FC236}">
                    <a16:creationId xmlns:a16="http://schemas.microsoft.com/office/drawing/2014/main" id="{A412C309-892A-52A8-F462-36C0F0CA69FF}"/>
                  </a:ext>
                </a:extLst>
              </p:cNvPr>
              <p:cNvSpPr/>
              <p:nvPr/>
            </p:nvSpPr>
            <p:spPr>
              <a:xfrm>
                <a:off x="0" y="0"/>
                <a:ext cx="253475" cy="70941"/>
              </a:xfrm>
              <a:custGeom>
                <a:avLst/>
                <a:gdLst/>
                <a:ahLst/>
                <a:cxnLst/>
                <a:rect l="l" t="t" r="r" b="b"/>
                <a:pathLst>
                  <a:path w="253475" h="70941">
                    <a:moveTo>
                      <a:pt x="0" y="0"/>
                    </a:moveTo>
                    <a:lnTo>
                      <a:pt x="253475" y="0"/>
                    </a:lnTo>
                    <a:lnTo>
                      <a:pt x="253475" y="70941"/>
                    </a:lnTo>
                    <a:lnTo>
                      <a:pt x="0" y="70941"/>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18" name="TextBox 118">
                <a:extLst>
                  <a:ext uri="{FF2B5EF4-FFF2-40B4-BE49-F238E27FC236}">
                    <a16:creationId xmlns:a16="http://schemas.microsoft.com/office/drawing/2014/main" id="{048B620B-A5E1-0118-0D98-8804C81A1A49}"/>
                  </a:ext>
                </a:extLst>
              </p:cNvPr>
              <p:cNvSpPr txBox="1"/>
              <p:nvPr/>
            </p:nvSpPr>
            <p:spPr>
              <a:xfrm>
                <a:off x="0" y="-28575"/>
                <a:ext cx="253475" cy="99516"/>
              </a:xfrm>
              <a:prstGeom prst="rect">
                <a:avLst/>
              </a:prstGeom>
            </p:spPr>
            <p:txBody>
              <a:bodyPr lIns="40638" tIns="40638" rIns="40638" bIns="40638" rtlCol="0" anchor="ctr"/>
              <a:lstStyle/>
              <a:p>
                <a:pPr algn="ctr">
                  <a:lnSpc>
                    <a:spcPts val="2016"/>
                  </a:lnSpc>
                </a:pPr>
                <a:endParaRPr sz="1088"/>
              </a:p>
            </p:txBody>
          </p:sp>
        </p:grpSp>
        <p:grpSp>
          <p:nvGrpSpPr>
            <p:cNvPr id="119" name="Group 119">
              <a:extLst>
                <a:ext uri="{FF2B5EF4-FFF2-40B4-BE49-F238E27FC236}">
                  <a16:creationId xmlns:a16="http://schemas.microsoft.com/office/drawing/2014/main" id="{32D231A5-D23E-1C83-FA41-A3E475B9617C}"/>
                </a:ext>
              </a:extLst>
            </p:cNvPr>
            <p:cNvGrpSpPr/>
            <p:nvPr/>
          </p:nvGrpSpPr>
          <p:grpSpPr>
            <a:xfrm>
              <a:off x="8359" y="907837"/>
              <a:ext cx="1188163" cy="390835"/>
              <a:chOff x="0" y="0"/>
              <a:chExt cx="253475" cy="83378"/>
            </a:xfrm>
          </p:grpSpPr>
          <p:sp>
            <p:nvSpPr>
              <p:cNvPr id="120" name="Freeform 120">
                <a:extLst>
                  <a:ext uri="{FF2B5EF4-FFF2-40B4-BE49-F238E27FC236}">
                    <a16:creationId xmlns:a16="http://schemas.microsoft.com/office/drawing/2014/main" id="{50A875F7-B8AB-51D0-4470-DCBA6417FCB0}"/>
                  </a:ext>
                </a:extLst>
              </p:cNvPr>
              <p:cNvSpPr/>
              <p:nvPr/>
            </p:nvSpPr>
            <p:spPr>
              <a:xfrm>
                <a:off x="0" y="0"/>
                <a:ext cx="253475" cy="83378"/>
              </a:xfrm>
              <a:custGeom>
                <a:avLst/>
                <a:gdLst/>
                <a:ahLst/>
                <a:cxnLst/>
                <a:rect l="l" t="t" r="r" b="b"/>
                <a:pathLst>
                  <a:path w="253475" h="83378">
                    <a:moveTo>
                      <a:pt x="0" y="0"/>
                    </a:moveTo>
                    <a:lnTo>
                      <a:pt x="253475" y="0"/>
                    </a:lnTo>
                    <a:lnTo>
                      <a:pt x="253475" y="83378"/>
                    </a:lnTo>
                    <a:lnTo>
                      <a:pt x="0" y="83378"/>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21" name="TextBox 121">
                <a:extLst>
                  <a:ext uri="{FF2B5EF4-FFF2-40B4-BE49-F238E27FC236}">
                    <a16:creationId xmlns:a16="http://schemas.microsoft.com/office/drawing/2014/main" id="{0DC27C24-564E-0100-4AC1-E6BEF28F919A}"/>
                  </a:ext>
                </a:extLst>
              </p:cNvPr>
              <p:cNvSpPr txBox="1"/>
              <p:nvPr/>
            </p:nvSpPr>
            <p:spPr>
              <a:xfrm>
                <a:off x="0" y="-28575"/>
                <a:ext cx="253475" cy="111953"/>
              </a:xfrm>
              <a:prstGeom prst="rect">
                <a:avLst/>
              </a:prstGeom>
            </p:spPr>
            <p:txBody>
              <a:bodyPr lIns="40638" tIns="40638" rIns="40638" bIns="40638" rtlCol="0" anchor="ctr"/>
              <a:lstStyle/>
              <a:p>
                <a:pPr algn="ctr">
                  <a:lnSpc>
                    <a:spcPts val="2016"/>
                  </a:lnSpc>
                </a:pPr>
                <a:endParaRPr sz="1088"/>
              </a:p>
            </p:txBody>
          </p:sp>
        </p:grpSp>
      </p:grpSp>
      <p:grpSp>
        <p:nvGrpSpPr>
          <p:cNvPr id="122" name="Group 122">
            <a:extLst>
              <a:ext uri="{FF2B5EF4-FFF2-40B4-BE49-F238E27FC236}">
                <a16:creationId xmlns:a16="http://schemas.microsoft.com/office/drawing/2014/main" id="{D10BD577-798B-5C8D-B388-17278239F70A}"/>
              </a:ext>
            </a:extLst>
          </p:cNvPr>
          <p:cNvGrpSpPr/>
          <p:nvPr/>
        </p:nvGrpSpPr>
        <p:grpSpPr>
          <a:xfrm>
            <a:off x="5492559" y="5707549"/>
            <a:ext cx="1533283" cy="422129"/>
            <a:chOff x="0" y="0"/>
            <a:chExt cx="545191" cy="150097"/>
          </a:xfrm>
        </p:grpSpPr>
        <p:sp>
          <p:nvSpPr>
            <p:cNvPr id="123" name="Freeform 123">
              <a:extLst>
                <a:ext uri="{FF2B5EF4-FFF2-40B4-BE49-F238E27FC236}">
                  <a16:creationId xmlns:a16="http://schemas.microsoft.com/office/drawing/2014/main" id="{07D7A330-2DE1-80A2-5977-B2387A8CA62B}"/>
                </a:ext>
              </a:extLst>
            </p:cNvPr>
            <p:cNvSpPr/>
            <p:nvPr/>
          </p:nvSpPr>
          <p:spPr>
            <a:xfrm>
              <a:off x="0" y="0"/>
              <a:ext cx="545191" cy="150097"/>
            </a:xfrm>
            <a:custGeom>
              <a:avLst/>
              <a:gdLst/>
              <a:ahLst/>
              <a:cxnLst/>
              <a:rect l="l" t="t" r="r" b="b"/>
              <a:pathLst>
                <a:path w="545191" h="150097">
                  <a:moveTo>
                    <a:pt x="75049" y="0"/>
                  </a:moveTo>
                  <a:lnTo>
                    <a:pt x="470143" y="0"/>
                  </a:lnTo>
                  <a:cubicBezTo>
                    <a:pt x="511591" y="0"/>
                    <a:pt x="545191" y="33600"/>
                    <a:pt x="545191" y="75049"/>
                  </a:cubicBezTo>
                  <a:lnTo>
                    <a:pt x="545191" y="75049"/>
                  </a:lnTo>
                  <a:cubicBezTo>
                    <a:pt x="545191" y="94953"/>
                    <a:pt x="537284" y="114042"/>
                    <a:pt x="523210" y="128116"/>
                  </a:cubicBezTo>
                  <a:cubicBezTo>
                    <a:pt x="509136" y="142190"/>
                    <a:pt x="490047" y="150097"/>
                    <a:pt x="470143" y="150097"/>
                  </a:cubicBezTo>
                  <a:lnTo>
                    <a:pt x="75049" y="150097"/>
                  </a:lnTo>
                  <a:cubicBezTo>
                    <a:pt x="33600" y="150097"/>
                    <a:pt x="0" y="116497"/>
                    <a:pt x="0" y="75049"/>
                  </a:cubicBezTo>
                  <a:lnTo>
                    <a:pt x="0" y="75049"/>
                  </a:lnTo>
                  <a:cubicBezTo>
                    <a:pt x="0" y="33600"/>
                    <a:pt x="33600" y="0"/>
                    <a:pt x="75049" y="0"/>
                  </a:cubicBezTo>
                  <a:close/>
                </a:path>
              </a:pathLst>
            </a:custGeom>
            <a:solidFill>
              <a:srgbClr val="FFBB54">
                <a:alpha val="0"/>
              </a:srgbClr>
            </a:solidFill>
            <a:ln w="9525" cap="sq">
              <a:solidFill>
                <a:srgbClr val="EF5E3B">
                  <a:alpha val="0"/>
                </a:srgbClr>
              </a:solidFill>
              <a:prstDash val="solid"/>
              <a:miter/>
            </a:ln>
          </p:spPr>
          <p:txBody>
            <a:bodyPr/>
            <a:lstStyle/>
            <a:p>
              <a:endParaRPr lang="en-SG" sz="1088"/>
            </a:p>
          </p:txBody>
        </p:sp>
        <p:sp>
          <p:nvSpPr>
            <p:cNvPr id="124" name="TextBox 124">
              <a:extLst>
                <a:ext uri="{FF2B5EF4-FFF2-40B4-BE49-F238E27FC236}">
                  <a16:creationId xmlns:a16="http://schemas.microsoft.com/office/drawing/2014/main" id="{82ED9253-A491-E034-708E-CB49D265713C}"/>
                </a:ext>
              </a:extLst>
            </p:cNvPr>
            <p:cNvSpPr txBox="1"/>
            <p:nvPr/>
          </p:nvSpPr>
          <p:spPr>
            <a:xfrm>
              <a:off x="0" y="-28575"/>
              <a:ext cx="545191" cy="178672"/>
            </a:xfrm>
            <a:prstGeom prst="rect">
              <a:avLst/>
            </a:prstGeom>
          </p:spPr>
          <p:txBody>
            <a:bodyPr lIns="40638" tIns="40638" rIns="40638" bIns="40638" rtlCol="0" anchor="ctr"/>
            <a:lstStyle/>
            <a:p>
              <a:pPr algn="ctr">
                <a:lnSpc>
                  <a:spcPts val="2016"/>
                </a:lnSpc>
              </a:pPr>
              <a:endParaRPr sz="1088"/>
            </a:p>
          </p:txBody>
        </p:sp>
      </p:grpSp>
      <p:sp>
        <p:nvSpPr>
          <p:cNvPr id="125" name="TextBox 125">
            <a:extLst>
              <a:ext uri="{FF2B5EF4-FFF2-40B4-BE49-F238E27FC236}">
                <a16:creationId xmlns:a16="http://schemas.microsoft.com/office/drawing/2014/main" id="{6B5E37FF-32FC-D548-B229-4E2E96A40F9A}"/>
              </a:ext>
            </a:extLst>
          </p:cNvPr>
          <p:cNvSpPr txBox="1"/>
          <p:nvPr/>
        </p:nvSpPr>
        <p:spPr>
          <a:xfrm>
            <a:off x="4117486" y="131129"/>
            <a:ext cx="4367472" cy="444737"/>
          </a:xfrm>
          <a:prstGeom prst="rect">
            <a:avLst/>
          </a:prstGeom>
        </p:spPr>
        <p:txBody>
          <a:bodyPr wrap="square" lIns="0" tIns="0" rIns="0" bIns="0" rtlCol="0" anchor="t">
            <a:spAutoFit/>
          </a:bodyPr>
          <a:lstStyle/>
          <a:p>
            <a:pPr algn="ctr">
              <a:lnSpc>
                <a:spcPts val="3583"/>
              </a:lnSpc>
              <a:spcBef>
                <a:spcPct val="0"/>
              </a:spcBef>
            </a:pPr>
            <a:r>
              <a:rPr lang="en-US" sz="2559" dirty="0">
                <a:solidFill>
                  <a:srgbClr val="000000"/>
                </a:solidFill>
                <a:latin typeface="League Spartan"/>
                <a:ea typeface="League Spartan"/>
                <a:cs typeface="League Spartan"/>
                <a:sym typeface="League Spartan"/>
              </a:rPr>
              <a:t>Multiversal Studios Map</a:t>
            </a:r>
          </a:p>
        </p:txBody>
      </p:sp>
      <p:sp>
        <p:nvSpPr>
          <p:cNvPr id="126" name="TextBox 126">
            <a:extLst>
              <a:ext uri="{FF2B5EF4-FFF2-40B4-BE49-F238E27FC236}">
                <a16:creationId xmlns:a16="http://schemas.microsoft.com/office/drawing/2014/main" id="{2D49D480-5BAF-EAF2-AD3C-EAF84C5FCA2B}"/>
              </a:ext>
            </a:extLst>
          </p:cNvPr>
          <p:cNvSpPr txBox="1"/>
          <p:nvPr/>
        </p:nvSpPr>
        <p:spPr>
          <a:xfrm>
            <a:off x="7547328" y="5765378"/>
            <a:ext cx="987699" cy="314830"/>
          </a:xfrm>
          <a:prstGeom prst="rect">
            <a:avLst/>
          </a:prstGeom>
        </p:spPr>
        <p:txBody>
          <a:bodyPr wrap="square" lIns="0" tIns="0" rIns="0" bIns="0" rtlCol="0" anchor="t">
            <a:spAutoFit/>
          </a:bodyPr>
          <a:lstStyle/>
          <a:p>
            <a:pPr algn="ctr">
              <a:lnSpc>
                <a:spcPts val="1224"/>
              </a:lnSpc>
              <a:spcBef>
                <a:spcPct val="0"/>
              </a:spcBef>
            </a:pPr>
            <a:r>
              <a:rPr lang="en-US" sz="1440">
                <a:solidFill>
                  <a:srgbClr val="000000"/>
                </a:solidFill>
                <a:latin typeface="Roboto Mono"/>
                <a:ea typeface="Roboto Mono"/>
                <a:cs typeface="Roboto Mono"/>
                <a:sym typeface="Roboto Mono"/>
              </a:rPr>
              <a:t>Ok</a:t>
            </a:r>
          </a:p>
          <a:p>
            <a:pPr algn="ctr">
              <a:lnSpc>
                <a:spcPts val="1224"/>
              </a:lnSpc>
              <a:spcBef>
                <a:spcPct val="0"/>
              </a:spcBef>
            </a:pPr>
            <a:r>
              <a:rPr lang="en-US" sz="1440">
                <a:solidFill>
                  <a:srgbClr val="000000"/>
                </a:solidFill>
                <a:latin typeface="Roboto Mono"/>
                <a:ea typeface="Roboto Mono"/>
                <a:cs typeface="Roboto Mono"/>
                <a:sym typeface="Roboto Mono"/>
              </a:rPr>
              <a:t>More tips</a:t>
            </a:r>
          </a:p>
        </p:txBody>
      </p:sp>
      <p:sp>
        <p:nvSpPr>
          <p:cNvPr id="127" name="TextBox 127">
            <a:extLst>
              <a:ext uri="{FF2B5EF4-FFF2-40B4-BE49-F238E27FC236}">
                <a16:creationId xmlns:a16="http://schemas.microsoft.com/office/drawing/2014/main" id="{D4837A3D-9321-C04C-3C24-7E67AEBC8A8E}"/>
              </a:ext>
            </a:extLst>
          </p:cNvPr>
          <p:cNvSpPr txBox="1"/>
          <p:nvPr/>
        </p:nvSpPr>
        <p:spPr>
          <a:xfrm>
            <a:off x="5600720" y="5765378"/>
            <a:ext cx="1316964" cy="314830"/>
          </a:xfrm>
          <a:prstGeom prst="rect">
            <a:avLst/>
          </a:prstGeom>
        </p:spPr>
        <p:txBody>
          <a:bodyPr wrap="square" lIns="0" tIns="0" rIns="0" bIns="0" rtlCol="0" anchor="t">
            <a:spAutoFit/>
          </a:bodyPr>
          <a:lstStyle/>
          <a:p>
            <a:pPr algn="ctr">
              <a:lnSpc>
                <a:spcPts val="1224"/>
              </a:lnSpc>
            </a:pPr>
            <a:r>
              <a:rPr lang="en-US" sz="1440">
                <a:solidFill>
                  <a:srgbClr val="000000"/>
                </a:solidFill>
                <a:latin typeface="Roboto Mono"/>
                <a:ea typeface="Roboto Mono"/>
                <a:cs typeface="Roboto Mono"/>
                <a:sym typeface="Roboto Mono"/>
              </a:rPr>
              <a:t>Ok</a:t>
            </a:r>
          </a:p>
          <a:p>
            <a:pPr algn="ctr">
              <a:lnSpc>
                <a:spcPts val="1224"/>
              </a:lnSpc>
            </a:pPr>
            <a:r>
              <a:rPr lang="en-US" sz="1440">
                <a:solidFill>
                  <a:srgbClr val="000000"/>
                </a:solidFill>
                <a:latin typeface="Roboto Mono"/>
                <a:ea typeface="Roboto Mono"/>
                <a:cs typeface="Roboto Mono"/>
                <a:sym typeface="Roboto Mono"/>
              </a:rPr>
              <a:t>No More tips</a:t>
            </a:r>
          </a:p>
        </p:txBody>
      </p:sp>
      <p:sp>
        <p:nvSpPr>
          <p:cNvPr id="128" name="TextBox 128">
            <a:extLst>
              <a:ext uri="{FF2B5EF4-FFF2-40B4-BE49-F238E27FC236}">
                <a16:creationId xmlns:a16="http://schemas.microsoft.com/office/drawing/2014/main" id="{A48DC94D-7B01-0D47-DD6B-F92408352F83}"/>
              </a:ext>
            </a:extLst>
          </p:cNvPr>
          <p:cNvSpPr txBox="1"/>
          <p:nvPr/>
        </p:nvSpPr>
        <p:spPr>
          <a:xfrm>
            <a:off x="436763" y="696845"/>
            <a:ext cx="1475928"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Burger Queen</a:t>
            </a:r>
          </a:p>
        </p:txBody>
      </p:sp>
      <p:sp>
        <p:nvSpPr>
          <p:cNvPr id="129" name="TextBox 129">
            <a:extLst>
              <a:ext uri="{FF2B5EF4-FFF2-40B4-BE49-F238E27FC236}">
                <a16:creationId xmlns:a16="http://schemas.microsoft.com/office/drawing/2014/main" id="{33A3F094-717E-CF8B-5CAA-741829537921}"/>
              </a:ext>
            </a:extLst>
          </p:cNvPr>
          <p:cNvSpPr txBox="1"/>
          <p:nvPr/>
        </p:nvSpPr>
        <p:spPr>
          <a:xfrm>
            <a:off x="87977" y="117046"/>
            <a:ext cx="2478963" cy="419346"/>
          </a:xfrm>
          <a:prstGeom prst="rect">
            <a:avLst/>
          </a:prstGeom>
        </p:spPr>
        <p:txBody>
          <a:bodyPr wrap="square" lIns="0" tIns="0" rIns="0" bIns="0" rtlCol="0" anchor="t">
            <a:spAutoFit/>
          </a:bodyPr>
          <a:lstStyle/>
          <a:p>
            <a:pPr>
              <a:lnSpc>
                <a:spcPts val="3359"/>
              </a:lnSpc>
              <a:spcBef>
                <a:spcPct val="0"/>
              </a:spcBef>
            </a:pPr>
            <a:r>
              <a:rPr lang="en-US" sz="2399" dirty="0">
                <a:solidFill>
                  <a:srgbClr val="FFFFFF"/>
                </a:solidFill>
                <a:latin typeface="League Spartan"/>
                <a:ea typeface="League Spartan"/>
                <a:cs typeface="League Spartan"/>
                <a:sym typeface="League Spartan"/>
              </a:rPr>
              <a:t>List of all places</a:t>
            </a:r>
          </a:p>
        </p:txBody>
      </p:sp>
      <p:sp>
        <p:nvSpPr>
          <p:cNvPr id="130" name="TextBox 130">
            <a:extLst>
              <a:ext uri="{FF2B5EF4-FFF2-40B4-BE49-F238E27FC236}">
                <a16:creationId xmlns:a16="http://schemas.microsoft.com/office/drawing/2014/main" id="{9815E331-3A58-C5FA-58A2-A8DAAFCD51FD}"/>
              </a:ext>
            </a:extLst>
          </p:cNvPr>
          <p:cNvSpPr txBox="1"/>
          <p:nvPr/>
        </p:nvSpPr>
        <p:spPr>
          <a:xfrm>
            <a:off x="459907" y="1062340"/>
            <a:ext cx="2161323"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19 mins</a:t>
            </a:r>
          </a:p>
        </p:txBody>
      </p:sp>
      <p:sp>
        <p:nvSpPr>
          <p:cNvPr id="131" name="TextBox 131">
            <a:extLst>
              <a:ext uri="{FF2B5EF4-FFF2-40B4-BE49-F238E27FC236}">
                <a16:creationId xmlns:a16="http://schemas.microsoft.com/office/drawing/2014/main" id="{97DAAE56-1AA3-9992-29F8-7DA937DBC871}"/>
              </a:ext>
            </a:extLst>
          </p:cNvPr>
          <p:cNvSpPr txBox="1"/>
          <p:nvPr/>
        </p:nvSpPr>
        <p:spPr>
          <a:xfrm>
            <a:off x="484610" y="4255862"/>
            <a:ext cx="1355302"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Music show</a:t>
            </a:r>
          </a:p>
        </p:txBody>
      </p:sp>
      <p:sp>
        <p:nvSpPr>
          <p:cNvPr id="132" name="TextBox 132">
            <a:extLst>
              <a:ext uri="{FF2B5EF4-FFF2-40B4-BE49-F238E27FC236}">
                <a16:creationId xmlns:a16="http://schemas.microsoft.com/office/drawing/2014/main" id="{DC0CBC79-3CF2-5FCC-0B2F-DDB30357E576}"/>
              </a:ext>
            </a:extLst>
          </p:cNvPr>
          <p:cNvSpPr txBox="1"/>
          <p:nvPr/>
        </p:nvSpPr>
        <p:spPr>
          <a:xfrm>
            <a:off x="459909" y="2402105"/>
            <a:ext cx="1193430" cy="252249"/>
          </a:xfrm>
          <a:prstGeom prst="rect">
            <a:avLst/>
          </a:prstGeom>
        </p:spPr>
        <p:txBody>
          <a:bodyPr wrap="square" lIns="0" tIns="0" rIns="0" bIns="0" rtlCol="0" anchor="t">
            <a:spAutoFit/>
          </a:bodyPr>
          <a:lstStyle/>
          <a:p>
            <a:pPr>
              <a:lnSpc>
                <a:spcPts val="2127"/>
              </a:lnSpc>
              <a:spcBef>
                <a:spcPct val="0"/>
              </a:spcBef>
            </a:pPr>
            <a:r>
              <a:rPr lang="en-US" sz="1519" b="1">
                <a:solidFill>
                  <a:srgbClr val="000000"/>
                </a:solidFill>
                <a:latin typeface="Canva Sans Bold"/>
                <a:ea typeface="Canva Sans Bold"/>
                <a:cs typeface="Canva Sans Bold"/>
                <a:sym typeface="Canva Sans Bold"/>
              </a:rPr>
              <a:t>Bumper cars</a:t>
            </a:r>
          </a:p>
        </p:txBody>
      </p:sp>
      <p:sp>
        <p:nvSpPr>
          <p:cNvPr id="133" name="TextBox 133">
            <a:extLst>
              <a:ext uri="{FF2B5EF4-FFF2-40B4-BE49-F238E27FC236}">
                <a16:creationId xmlns:a16="http://schemas.microsoft.com/office/drawing/2014/main" id="{0E8F0FAA-D747-9E00-E5D0-7A5CD33BFE4D}"/>
              </a:ext>
            </a:extLst>
          </p:cNvPr>
          <p:cNvSpPr txBox="1"/>
          <p:nvPr/>
        </p:nvSpPr>
        <p:spPr>
          <a:xfrm>
            <a:off x="459907" y="2736862"/>
            <a:ext cx="2116328"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15 mins</a:t>
            </a:r>
          </a:p>
        </p:txBody>
      </p:sp>
      <p:sp>
        <p:nvSpPr>
          <p:cNvPr id="134" name="TextBox 134">
            <a:extLst>
              <a:ext uri="{FF2B5EF4-FFF2-40B4-BE49-F238E27FC236}">
                <a16:creationId xmlns:a16="http://schemas.microsoft.com/office/drawing/2014/main" id="{8003E462-8C34-09B4-5DFA-8177AF9EC1E2}"/>
              </a:ext>
            </a:extLst>
          </p:cNvPr>
          <p:cNvSpPr txBox="1"/>
          <p:nvPr/>
        </p:nvSpPr>
        <p:spPr>
          <a:xfrm>
            <a:off x="454246" y="6995665"/>
            <a:ext cx="2248150"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23 mins</a:t>
            </a:r>
          </a:p>
        </p:txBody>
      </p:sp>
      <p:sp>
        <p:nvSpPr>
          <p:cNvPr id="135" name="TextBox 135">
            <a:extLst>
              <a:ext uri="{FF2B5EF4-FFF2-40B4-BE49-F238E27FC236}">
                <a16:creationId xmlns:a16="http://schemas.microsoft.com/office/drawing/2014/main" id="{E1CA0131-3780-536A-A0A3-FC6074DE8998}"/>
              </a:ext>
            </a:extLst>
          </p:cNvPr>
          <p:cNvSpPr txBox="1"/>
          <p:nvPr/>
        </p:nvSpPr>
        <p:spPr>
          <a:xfrm>
            <a:off x="468516" y="6683812"/>
            <a:ext cx="1475926"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Ferris wheels</a:t>
            </a:r>
          </a:p>
        </p:txBody>
      </p:sp>
      <p:sp>
        <p:nvSpPr>
          <p:cNvPr id="136" name="TextBox 136">
            <a:extLst>
              <a:ext uri="{FF2B5EF4-FFF2-40B4-BE49-F238E27FC236}">
                <a16:creationId xmlns:a16="http://schemas.microsoft.com/office/drawing/2014/main" id="{EC632E60-F2B7-B32E-30C9-31E5A9DADD90}"/>
              </a:ext>
            </a:extLst>
          </p:cNvPr>
          <p:cNvSpPr txBox="1"/>
          <p:nvPr/>
        </p:nvSpPr>
        <p:spPr>
          <a:xfrm>
            <a:off x="484610" y="4621098"/>
            <a:ext cx="2136620"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14 mins</a:t>
            </a:r>
          </a:p>
        </p:txBody>
      </p:sp>
      <p:sp>
        <p:nvSpPr>
          <p:cNvPr id="137" name="TextBox 137">
            <a:extLst>
              <a:ext uri="{FF2B5EF4-FFF2-40B4-BE49-F238E27FC236}">
                <a16:creationId xmlns:a16="http://schemas.microsoft.com/office/drawing/2014/main" id="{F2A0F22A-DBBD-B406-9368-DFE336EF0735}"/>
              </a:ext>
            </a:extLst>
          </p:cNvPr>
          <p:cNvSpPr txBox="1"/>
          <p:nvPr/>
        </p:nvSpPr>
        <p:spPr>
          <a:xfrm>
            <a:off x="459908" y="5121964"/>
            <a:ext cx="999004"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Fireworks</a:t>
            </a:r>
          </a:p>
        </p:txBody>
      </p:sp>
      <p:sp>
        <p:nvSpPr>
          <p:cNvPr id="138" name="TextBox 138">
            <a:extLst>
              <a:ext uri="{FF2B5EF4-FFF2-40B4-BE49-F238E27FC236}">
                <a16:creationId xmlns:a16="http://schemas.microsoft.com/office/drawing/2014/main" id="{0667D3FD-597C-C595-70DB-C16FAE16B7BB}"/>
              </a:ext>
            </a:extLst>
          </p:cNvPr>
          <p:cNvSpPr txBox="1"/>
          <p:nvPr/>
        </p:nvSpPr>
        <p:spPr>
          <a:xfrm>
            <a:off x="500450" y="5410070"/>
            <a:ext cx="218446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50 mins</a:t>
            </a:r>
          </a:p>
        </p:txBody>
      </p:sp>
      <p:sp>
        <p:nvSpPr>
          <p:cNvPr id="139" name="TextBox 139">
            <a:extLst>
              <a:ext uri="{FF2B5EF4-FFF2-40B4-BE49-F238E27FC236}">
                <a16:creationId xmlns:a16="http://schemas.microsoft.com/office/drawing/2014/main" id="{9EAA62C0-21BB-943D-4603-EFE646478EDA}"/>
              </a:ext>
            </a:extLst>
          </p:cNvPr>
          <p:cNvSpPr txBox="1"/>
          <p:nvPr/>
        </p:nvSpPr>
        <p:spPr>
          <a:xfrm>
            <a:off x="468516" y="5977937"/>
            <a:ext cx="1797733"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Ice Cream Corner</a:t>
            </a:r>
          </a:p>
        </p:txBody>
      </p:sp>
      <p:sp>
        <p:nvSpPr>
          <p:cNvPr id="140" name="TextBox 140">
            <a:extLst>
              <a:ext uri="{FF2B5EF4-FFF2-40B4-BE49-F238E27FC236}">
                <a16:creationId xmlns:a16="http://schemas.microsoft.com/office/drawing/2014/main" id="{6662EA88-4CEB-ECD6-CF62-0E0FB5E7A2BF}"/>
              </a:ext>
            </a:extLst>
          </p:cNvPr>
          <p:cNvSpPr txBox="1"/>
          <p:nvPr/>
        </p:nvSpPr>
        <p:spPr>
          <a:xfrm>
            <a:off x="459909" y="6301818"/>
            <a:ext cx="211632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5 mins</a:t>
            </a:r>
          </a:p>
        </p:txBody>
      </p:sp>
      <p:sp>
        <p:nvSpPr>
          <p:cNvPr id="141" name="TextBox 141">
            <a:extLst>
              <a:ext uri="{FF2B5EF4-FFF2-40B4-BE49-F238E27FC236}">
                <a16:creationId xmlns:a16="http://schemas.microsoft.com/office/drawing/2014/main" id="{613DAA54-A5BF-880C-54EF-8B52EBD16174}"/>
              </a:ext>
            </a:extLst>
          </p:cNvPr>
          <p:cNvSpPr txBox="1"/>
          <p:nvPr/>
        </p:nvSpPr>
        <p:spPr>
          <a:xfrm>
            <a:off x="468516" y="3295323"/>
            <a:ext cx="1124377" cy="252249"/>
          </a:xfrm>
          <a:prstGeom prst="rect">
            <a:avLst/>
          </a:prstGeom>
        </p:spPr>
        <p:txBody>
          <a:bodyPr wrap="square" lIns="0" tIns="0" rIns="0" bIns="0" rtlCol="0" anchor="t">
            <a:spAutoFit/>
          </a:bodyPr>
          <a:lstStyle/>
          <a:p>
            <a:pPr>
              <a:lnSpc>
                <a:spcPts val="2127"/>
              </a:lnSpc>
              <a:spcBef>
                <a:spcPct val="0"/>
              </a:spcBef>
            </a:pPr>
            <a:r>
              <a:rPr lang="en-US" sz="1519" b="1">
                <a:solidFill>
                  <a:srgbClr val="000000"/>
                </a:solidFill>
                <a:latin typeface="Canva Sans Bold"/>
                <a:ea typeface="Canva Sans Bold"/>
                <a:cs typeface="Canva Sans Bold"/>
                <a:sym typeface="Canva Sans Bold"/>
              </a:rPr>
              <a:t>Pizza House</a:t>
            </a:r>
          </a:p>
        </p:txBody>
      </p:sp>
      <p:sp>
        <p:nvSpPr>
          <p:cNvPr id="142" name="TextBox 142">
            <a:extLst>
              <a:ext uri="{FF2B5EF4-FFF2-40B4-BE49-F238E27FC236}">
                <a16:creationId xmlns:a16="http://schemas.microsoft.com/office/drawing/2014/main" id="{A9EAD2FB-9106-7970-66F1-AE8DD4470C31}"/>
              </a:ext>
            </a:extLst>
          </p:cNvPr>
          <p:cNvSpPr txBox="1"/>
          <p:nvPr/>
        </p:nvSpPr>
        <p:spPr>
          <a:xfrm>
            <a:off x="436765" y="3685419"/>
            <a:ext cx="218446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17 mins</a:t>
            </a:r>
          </a:p>
        </p:txBody>
      </p:sp>
      <p:sp>
        <p:nvSpPr>
          <p:cNvPr id="143" name="TextBox 143">
            <a:extLst>
              <a:ext uri="{FF2B5EF4-FFF2-40B4-BE49-F238E27FC236}">
                <a16:creationId xmlns:a16="http://schemas.microsoft.com/office/drawing/2014/main" id="{64D8F1B4-958D-C7BE-C2CE-3E8820273AEE}"/>
              </a:ext>
            </a:extLst>
          </p:cNvPr>
          <p:cNvSpPr txBox="1"/>
          <p:nvPr/>
        </p:nvSpPr>
        <p:spPr>
          <a:xfrm>
            <a:off x="422519" y="1561519"/>
            <a:ext cx="1475929" cy="252249"/>
          </a:xfrm>
          <a:prstGeom prst="rect">
            <a:avLst/>
          </a:prstGeom>
        </p:spPr>
        <p:txBody>
          <a:bodyPr wrap="square" lIns="0" tIns="0" rIns="0" bIns="0" rtlCol="0" anchor="t">
            <a:spAutoFit/>
          </a:bodyPr>
          <a:lstStyle/>
          <a:p>
            <a:pPr>
              <a:lnSpc>
                <a:spcPts val="2127"/>
              </a:lnSpc>
              <a:spcBef>
                <a:spcPct val="0"/>
              </a:spcBef>
            </a:pPr>
            <a:r>
              <a:rPr lang="en-US" sz="1519" b="1">
                <a:solidFill>
                  <a:srgbClr val="000000"/>
                </a:solidFill>
                <a:latin typeface="Canva Sans Bold"/>
                <a:ea typeface="Canva Sans Bold"/>
                <a:cs typeface="Canva Sans Bold"/>
                <a:sym typeface="Canva Sans Bold"/>
              </a:rPr>
              <a:t>Castle Playtime</a:t>
            </a:r>
          </a:p>
        </p:txBody>
      </p:sp>
      <p:sp>
        <p:nvSpPr>
          <p:cNvPr id="144" name="TextBox 144">
            <a:extLst>
              <a:ext uri="{FF2B5EF4-FFF2-40B4-BE49-F238E27FC236}">
                <a16:creationId xmlns:a16="http://schemas.microsoft.com/office/drawing/2014/main" id="{7927011B-64B5-6B33-1D6B-95F9C5AEAA51}"/>
              </a:ext>
            </a:extLst>
          </p:cNvPr>
          <p:cNvSpPr txBox="1"/>
          <p:nvPr/>
        </p:nvSpPr>
        <p:spPr>
          <a:xfrm>
            <a:off x="459909" y="1936406"/>
            <a:ext cx="2116328"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20 mins</a:t>
            </a:r>
          </a:p>
        </p:txBody>
      </p:sp>
      <p:sp>
        <p:nvSpPr>
          <p:cNvPr id="145" name="TextBox 145">
            <a:hlinkClick r:id="rId42" action="ppaction://hlinksldjump"/>
            <a:extLst>
              <a:ext uri="{FF2B5EF4-FFF2-40B4-BE49-F238E27FC236}">
                <a16:creationId xmlns:a16="http://schemas.microsoft.com/office/drawing/2014/main" id="{561CE3FA-BC37-3ACE-BF33-2944140D6350}"/>
              </a:ext>
            </a:extLst>
          </p:cNvPr>
          <p:cNvSpPr txBox="1"/>
          <p:nvPr/>
        </p:nvSpPr>
        <p:spPr>
          <a:xfrm>
            <a:off x="4109768" y="6736609"/>
            <a:ext cx="1363029" cy="228524"/>
          </a:xfrm>
          <a:prstGeom prst="rect">
            <a:avLst/>
          </a:prstGeom>
        </p:spPr>
        <p:txBody>
          <a:bodyPr wrap="square" lIns="0" tIns="0" rIns="0" bIns="0" rtlCol="0" anchor="t">
            <a:spAutoFit/>
          </a:bodyPr>
          <a:lstStyle/>
          <a:p>
            <a:pPr>
              <a:lnSpc>
                <a:spcPts val="1936"/>
              </a:lnSpc>
              <a:spcBef>
                <a:spcPct val="0"/>
              </a:spcBef>
            </a:pPr>
            <a:r>
              <a:rPr lang="en-US" sz="1383" b="1" dirty="0">
                <a:solidFill>
                  <a:srgbClr val="FDFDFD"/>
                </a:solidFill>
                <a:latin typeface="Canva Sans Bold"/>
                <a:ea typeface="Canva Sans Bold"/>
                <a:cs typeface="Canva Sans Bold"/>
                <a:sym typeface="Canva Sans Bold"/>
              </a:rPr>
              <a:t>Browse Videos</a:t>
            </a:r>
          </a:p>
        </p:txBody>
      </p:sp>
      <p:sp>
        <p:nvSpPr>
          <p:cNvPr id="146" name="TextBox 146">
            <a:hlinkClick r:id="rId43" action="ppaction://hlinksldjump"/>
            <a:extLst>
              <a:ext uri="{FF2B5EF4-FFF2-40B4-BE49-F238E27FC236}">
                <a16:creationId xmlns:a16="http://schemas.microsoft.com/office/drawing/2014/main" id="{A32048DC-FC7B-FAB5-C742-7E2FB5605613}"/>
              </a:ext>
            </a:extLst>
          </p:cNvPr>
          <p:cNvSpPr txBox="1"/>
          <p:nvPr/>
        </p:nvSpPr>
        <p:spPr>
          <a:xfrm>
            <a:off x="6359778" y="6733831"/>
            <a:ext cx="1524411" cy="228524"/>
          </a:xfrm>
          <a:prstGeom prst="rect">
            <a:avLst/>
          </a:prstGeom>
        </p:spPr>
        <p:txBody>
          <a:bodyPr wrap="square" lIns="0" tIns="0" rIns="0" bIns="0" rtlCol="0" anchor="t">
            <a:spAutoFit/>
          </a:bodyPr>
          <a:lstStyle/>
          <a:p>
            <a:pPr>
              <a:lnSpc>
                <a:spcPts val="1936"/>
              </a:lnSpc>
              <a:spcBef>
                <a:spcPct val="0"/>
              </a:spcBef>
            </a:pPr>
            <a:r>
              <a:rPr lang="en-US" sz="1383" b="1" dirty="0">
                <a:solidFill>
                  <a:srgbClr val="FDFDFD"/>
                </a:solidFill>
                <a:latin typeface="Canva Sans Bold"/>
                <a:ea typeface="Canva Sans Bold"/>
                <a:cs typeface="Canva Sans Bold"/>
                <a:sym typeface="Canva Sans Bold"/>
              </a:rPr>
              <a:t>Browse Photos</a:t>
            </a:r>
          </a:p>
        </p:txBody>
      </p:sp>
      <p:sp>
        <p:nvSpPr>
          <p:cNvPr id="147" name="TextBox 147">
            <a:hlinkClick r:id="rId44" action="ppaction://hlinksldjump"/>
            <a:extLst>
              <a:ext uri="{FF2B5EF4-FFF2-40B4-BE49-F238E27FC236}">
                <a16:creationId xmlns:a16="http://schemas.microsoft.com/office/drawing/2014/main" id="{9585EAD9-C3EB-BF81-39E6-00D9751AAEFE}"/>
              </a:ext>
            </a:extLst>
          </p:cNvPr>
          <p:cNvSpPr txBox="1"/>
          <p:nvPr/>
        </p:nvSpPr>
        <p:spPr>
          <a:xfrm>
            <a:off x="8756529" y="6720289"/>
            <a:ext cx="1120839" cy="228524"/>
          </a:xfrm>
          <a:prstGeom prst="rect">
            <a:avLst/>
          </a:prstGeom>
        </p:spPr>
        <p:txBody>
          <a:bodyPr wrap="square" lIns="0" tIns="0" rIns="0" bIns="0" rtlCol="0" anchor="t">
            <a:spAutoFit/>
          </a:bodyPr>
          <a:lstStyle/>
          <a:p>
            <a:pPr>
              <a:lnSpc>
                <a:spcPts val="1936"/>
              </a:lnSpc>
              <a:spcBef>
                <a:spcPct val="0"/>
              </a:spcBef>
            </a:pPr>
            <a:r>
              <a:rPr lang="en-US" sz="1383" b="1" dirty="0">
                <a:solidFill>
                  <a:srgbClr val="FDFDFD"/>
                </a:solidFill>
                <a:latin typeface="Canva Sans Bold"/>
                <a:ea typeface="Canva Sans Bold"/>
                <a:cs typeface="Canva Sans Bold"/>
                <a:sym typeface="Canva Sans Bold"/>
              </a:rPr>
              <a:t>Plan Trip</a:t>
            </a:r>
          </a:p>
        </p:txBody>
      </p:sp>
      <p:grpSp>
        <p:nvGrpSpPr>
          <p:cNvPr id="148" name="Group 148">
            <a:extLst>
              <a:ext uri="{FF2B5EF4-FFF2-40B4-BE49-F238E27FC236}">
                <a16:creationId xmlns:a16="http://schemas.microsoft.com/office/drawing/2014/main" id="{1A391DA2-6E63-DF05-9CDB-B55EB001A024}"/>
              </a:ext>
            </a:extLst>
          </p:cNvPr>
          <p:cNvGrpSpPr/>
          <p:nvPr/>
        </p:nvGrpSpPr>
        <p:grpSpPr>
          <a:xfrm>
            <a:off x="5492559" y="5727280"/>
            <a:ext cx="1533283" cy="395177"/>
            <a:chOff x="0" y="0"/>
            <a:chExt cx="545191" cy="140514"/>
          </a:xfrm>
        </p:grpSpPr>
        <p:sp>
          <p:nvSpPr>
            <p:cNvPr id="149" name="Freeform 149">
              <a:hlinkClick r:id="rId44" action="ppaction://hlinksldjump"/>
              <a:extLst>
                <a:ext uri="{FF2B5EF4-FFF2-40B4-BE49-F238E27FC236}">
                  <a16:creationId xmlns:a16="http://schemas.microsoft.com/office/drawing/2014/main" id="{A2A54131-9142-85A5-6555-0E5CC3EA3A6D}"/>
                </a:ext>
              </a:extLst>
            </p:cNvPr>
            <p:cNvSpPr/>
            <p:nvPr/>
          </p:nvSpPr>
          <p:spPr>
            <a:xfrm>
              <a:off x="0" y="0"/>
              <a:ext cx="545191" cy="140514"/>
            </a:xfrm>
            <a:custGeom>
              <a:avLst/>
              <a:gdLst/>
              <a:ahLst/>
              <a:cxnLst/>
              <a:rect l="l" t="t" r="r" b="b"/>
              <a:pathLst>
                <a:path w="545191" h="140514">
                  <a:moveTo>
                    <a:pt x="70257" y="0"/>
                  </a:moveTo>
                  <a:lnTo>
                    <a:pt x="474934" y="0"/>
                  </a:lnTo>
                  <a:cubicBezTo>
                    <a:pt x="513736" y="0"/>
                    <a:pt x="545191" y="31455"/>
                    <a:pt x="545191" y="70257"/>
                  </a:cubicBezTo>
                  <a:lnTo>
                    <a:pt x="545191" y="70257"/>
                  </a:lnTo>
                  <a:cubicBezTo>
                    <a:pt x="545191" y="109059"/>
                    <a:pt x="513736" y="140514"/>
                    <a:pt x="474934" y="140514"/>
                  </a:cubicBezTo>
                  <a:lnTo>
                    <a:pt x="70257" y="140514"/>
                  </a:lnTo>
                  <a:cubicBezTo>
                    <a:pt x="31455" y="140514"/>
                    <a:pt x="0" y="109059"/>
                    <a:pt x="0" y="70257"/>
                  </a:cubicBezTo>
                  <a:lnTo>
                    <a:pt x="0" y="70257"/>
                  </a:lnTo>
                  <a:cubicBezTo>
                    <a:pt x="0" y="31455"/>
                    <a:pt x="31455" y="0"/>
                    <a:pt x="70257" y="0"/>
                  </a:cubicBezTo>
                  <a:close/>
                </a:path>
              </a:pathLst>
            </a:custGeom>
            <a:solidFill>
              <a:srgbClr val="000000">
                <a:alpha val="0"/>
              </a:srgbClr>
            </a:solidFill>
            <a:ln w="9525" cap="rnd">
              <a:solidFill>
                <a:srgbClr val="F34336"/>
              </a:solidFill>
              <a:prstDash val="solid"/>
              <a:round/>
            </a:ln>
          </p:spPr>
          <p:txBody>
            <a:bodyPr/>
            <a:lstStyle/>
            <a:p>
              <a:endParaRPr lang="en-SG" sz="1088"/>
            </a:p>
          </p:txBody>
        </p:sp>
        <p:sp>
          <p:nvSpPr>
            <p:cNvPr id="150" name="TextBox 150">
              <a:extLst>
                <a:ext uri="{FF2B5EF4-FFF2-40B4-BE49-F238E27FC236}">
                  <a16:creationId xmlns:a16="http://schemas.microsoft.com/office/drawing/2014/main" id="{1C8A0425-2185-F49C-B42A-7A40CB60946B}"/>
                </a:ext>
              </a:extLst>
            </p:cNvPr>
            <p:cNvSpPr txBox="1"/>
            <p:nvPr/>
          </p:nvSpPr>
          <p:spPr>
            <a:xfrm>
              <a:off x="0" y="-28575"/>
              <a:ext cx="545191" cy="169089"/>
            </a:xfrm>
            <a:prstGeom prst="rect">
              <a:avLst/>
            </a:prstGeom>
          </p:spPr>
          <p:txBody>
            <a:bodyPr lIns="40638" tIns="40638" rIns="40638" bIns="40638" rtlCol="0" anchor="ctr"/>
            <a:lstStyle/>
            <a:p>
              <a:pPr algn="ctr">
                <a:lnSpc>
                  <a:spcPts val="2016"/>
                </a:lnSpc>
              </a:pPr>
              <a:endParaRPr sz="1088"/>
            </a:p>
          </p:txBody>
        </p:sp>
      </p:grpSp>
      <p:grpSp>
        <p:nvGrpSpPr>
          <p:cNvPr id="151" name="Group 151">
            <a:extLst>
              <a:ext uri="{FF2B5EF4-FFF2-40B4-BE49-F238E27FC236}">
                <a16:creationId xmlns:a16="http://schemas.microsoft.com/office/drawing/2014/main" id="{948A85DA-699F-15B5-AE70-697DC0C72337}"/>
              </a:ext>
            </a:extLst>
          </p:cNvPr>
          <p:cNvGrpSpPr/>
          <p:nvPr/>
        </p:nvGrpSpPr>
        <p:grpSpPr>
          <a:xfrm>
            <a:off x="7274536" y="5721025"/>
            <a:ext cx="1533283" cy="395177"/>
            <a:chOff x="0" y="0"/>
            <a:chExt cx="545191" cy="140514"/>
          </a:xfrm>
        </p:grpSpPr>
        <p:sp>
          <p:nvSpPr>
            <p:cNvPr id="152" name="Freeform 152">
              <a:hlinkClick r:id="rId45" action="ppaction://hlinksldjump"/>
              <a:extLst>
                <a:ext uri="{FF2B5EF4-FFF2-40B4-BE49-F238E27FC236}">
                  <a16:creationId xmlns:a16="http://schemas.microsoft.com/office/drawing/2014/main" id="{8E335DCF-C774-FAB6-2CCE-633E6C362440}"/>
                </a:ext>
              </a:extLst>
            </p:cNvPr>
            <p:cNvSpPr/>
            <p:nvPr/>
          </p:nvSpPr>
          <p:spPr>
            <a:xfrm>
              <a:off x="0" y="0"/>
              <a:ext cx="545191" cy="140514"/>
            </a:xfrm>
            <a:custGeom>
              <a:avLst/>
              <a:gdLst/>
              <a:ahLst/>
              <a:cxnLst/>
              <a:rect l="l" t="t" r="r" b="b"/>
              <a:pathLst>
                <a:path w="545191" h="140514">
                  <a:moveTo>
                    <a:pt x="70257" y="0"/>
                  </a:moveTo>
                  <a:lnTo>
                    <a:pt x="474934" y="0"/>
                  </a:lnTo>
                  <a:cubicBezTo>
                    <a:pt x="513736" y="0"/>
                    <a:pt x="545191" y="31455"/>
                    <a:pt x="545191" y="70257"/>
                  </a:cubicBezTo>
                  <a:lnTo>
                    <a:pt x="545191" y="70257"/>
                  </a:lnTo>
                  <a:cubicBezTo>
                    <a:pt x="545191" y="109059"/>
                    <a:pt x="513736" y="140514"/>
                    <a:pt x="474934" y="140514"/>
                  </a:cubicBezTo>
                  <a:lnTo>
                    <a:pt x="70257" y="140514"/>
                  </a:lnTo>
                  <a:cubicBezTo>
                    <a:pt x="31455" y="140514"/>
                    <a:pt x="0" y="109059"/>
                    <a:pt x="0" y="70257"/>
                  </a:cubicBezTo>
                  <a:lnTo>
                    <a:pt x="0" y="70257"/>
                  </a:lnTo>
                  <a:cubicBezTo>
                    <a:pt x="0" y="31455"/>
                    <a:pt x="31455" y="0"/>
                    <a:pt x="70257" y="0"/>
                  </a:cubicBezTo>
                  <a:close/>
                </a:path>
              </a:pathLst>
            </a:custGeom>
            <a:solidFill>
              <a:srgbClr val="000000">
                <a:alpha val="0"/>
              </a:srgbClr>
            </a:solidFill>
            <a:ln w="9525" cap="rnd">
              <a:solidFill>
                <a:srgbClr val="F34336"/>
              </a:solidFill>
              <a:prstDash val="solid"/>
              <a:round/>
            </a:ln>
          </p:spPr>
          <p:txBody>
            <a:bodyPr/>
            <a:lstStyle/>
            <a:p>
              <a:endParaRPr lang="en-SG" sz="1088"/>
            </a:p>
          </p:txBody>
        </p:sp>
        <p:sp>
          <p:nvSpPr>
            <p:cNvPr id="153" name="TextBox 153">
              <a:extLst>
                <a:ext uri="{FF2B5EF4-FFF2-40B4-BE49-F238E27FC236}">
                  <a16:creationId xmlns:a16="http://schemas.microsoft.com/office/drawing/2014/main" id="{C2CA472B-4220-F1E5-7292-81B7C42CB698}"/>
                </a:ext>
              </a:extLst>
            </p:cNvPr>
            <p:cNvSpPr txBox="1"/>
            <p:nvPr/>
          </p:nvSpPr>
          <p:spPr>
            <a:xfrm>
              <a:off x="0" y="-28575"/>
              <a:ext cx="545191" cy="169089"/>
            </a:xfrm>
            <a:prstGeom prst="rect">
              <a:avLst/>
            </a:prstGeom>
          </p:spPr>
          <p:txBody>
            <a:bodyPr lIns="40638" tIns="40638" rIns="40638" bIns="40638" rtlCol="0" anchor="ctr"/>
            <a:lstStyle/>
            <a:p>
              <a:pPr algn="ctr">
                <a:lnSpc>
                  <a:spcPts val="2016"/>
                </a:lnSpc>
              </a:pPr>
              <a:endParaRPr sz="1088"/>
            </a:p>
          </p:txBody>
        </p:sp>
      </p:grpSp>
      <p:grpSp>
        <p:nvGrpSpPr>
          <p:cNvPr id="154" name="Group 154"/>
          <p:cNvGrpSpPr/>
          <p:nvPr/>
        </p:nvGrpSpPr>
        <p:grpSpPr>
          <a:xfrm>
            <a:off x="-586664" y="-89747"/>
            <a:ext cx="10815950" cy="7675053"/>
            <a:chOff x="0" y="0"/>
            <a:chExt cx="3845841" cy="2729028"/>
          </a:xfrm>
        </p:grpSpPr>
        <p:sp>
          <p:nvSpPr>
            <p:cNvPr id="155" name="Freeform 155"/>
            <p:cNvSpPr/>
            <p:nvPr/>
          </p:nvSpPr>
          <p:spPr>
            <a:xfrm>
              <a:off x="0" y="0"/>
              <a:ext cx="3845841" cy="2729028"/>
            </a:xfrm>
            <a:custGeom>
              <a:avLst/>
              <a:gdLst/>
              <a:ahLst/>
              <a:cxnLst/>
              <a:rect l="l" t="t" r="r" b="b"/>
              <a:pathLst>
                <a:path w="3845841" h="2729028">
                  <a:moveTo>
                    <a:pt x="0" y="0"/>
                  </a:moveTo>
                  <a:lnTo>
                    <a:pt x="3845841" y="0"/>
                  </a:lnTo>
                  <a:lnTo>
                    <a:pt x="3845841" y="2729028"/>
                  </a:lnTo>
                  <a:lnTo>
                    <a:pt x="0" y="2729028"/>
                  </a:lnTo>
                  <a:close/>
                </a:path>
              </a:pathLst>
            </a:custGeom>
            <a:solidFill>
              <a:srgbClr val="FFFFFF">
                <a:alpha val="80000"/>
              </a:srgbClr>
            </a:solidFill>
          </p:spPr>
          <p:txBody>
            <a:bodyPr/>
            <a:lstStyle/>
            <a:p>
              <a:endParaRPr lang="en-SG" sz="1088"/>
            </a:p>
          </p:txBody>
        </p:sp>
        <p:sp>
          <p:nvSpPr>
            <p:cNvPr id="156" name="TextBox 156"/>
            <p:cNvSpPr txBox="1"/>
            <p:nvPr/>
          </p:nvSpPr>
          <p:spPr>
            <a:xfrm>
              <a:off x="0" y="-28575"/>
              <a:ext cx="3845841" cy="2757603"/>
            </a:xfrm>
            <a:prstGeom prst="rect">
              <a:avLst/>
            </a:prstGeom>
          </p:spPr>
          <p:txBody>
            <a:bodyPr lIns="40638" tIns="40638" rIns="40638" bIns="40638" rtlCol="0" anchor="ctr"/>
            <a:lstStyle/>
            <a:p>
              <a:pPr algn="ctr">
                <a:lnSpc>
                  <a:spcPts val="2016"/>
                </a:lnSpc>
              </a:pPr>
              <a:endParaRPr sz="1088"/>
            </a:p>
          </p:txBody>
        </p:sp>
      </p:grpSp>
      <p:grpSp>
        <p:nvGrpSpPr>
          <p:cNvPr id="157" name="Group 157"/>
          <p:cNvGrpSpPr/>
          <p:nvPr/>
        </p:nvGrpSpPr>
        <p:grpSpPr>
          <a:xfrm>
            <a:off x="3813731" y="2590566"/>
            <a:ext cx="4302009" cy="2593942"/>
            <a:chOff x="0" y="0"/>
            <a:chExt cx="7170332" cy="4323426"/>
          </a:xfrm>
        </p:grpSpPr>
        <p:grpSp>
          <p:nvGrpSpPr>
            <p:cNvPr id="158" name="Group 158"/>
            <p:cNvGrpSpPr/>
            <p:nvPr/>
          </p:nvGrpSpPr>
          <p:grpSpPr>
            <a:xfrm>
              <a:off x="0" y="0"/>
              <a:ext cx="7170332" cy="4323426"/>
              <a:chOff x="0" y="0"/>
              <a:chExt cx="2332137" cy="1406186"/>
            </a:xfrm>
          </p:grpSpPr>
          <p:sp>
            <p:nvSpPr>
              <p:cNvPr id="159" name="Freeform 159"/>
              <p:cNvSpPr/>
              <p:nvPr/>
            </p:nvSpPr>
            <p:spPr>
              <a:xfrm>
                <a:off x="0" y="0"/>
                <a:ext cx="2332137" cy="1406186"/>
              </a:xfrm>
              <a:custGeom>
                <a:avLst/>
                <a:gdLst/>
                <a:ahLst/>
                <a:cxnLst/>
                <a:rect l="l" t="t" r="r" b="b"/>
                <a:pathLst>
                  <a:path w="2332137" h="1406186">
                    <a:moveTo>
                      <a:pt x="38870" y="0"/>
                    </a:moveTo>
                    <a:lnTo>
                      <a:pt x="2293267" y="0"/>
                    </a:lnTo>
                    <a:cubicBezTo>
                      <a:pt x="2303576" y="0"/>
                      <a:pt x="2313463" y="4095"/>
                      <a:pt x="2320752" y="11385"/>
                    </a:cubicBezTo>
                    <a:cubicBezTo>
                      <a:pt x="2328042" y="18674"/>
                      <a:pt x="2332137" y="28561"/>
                      <a:pt x="2332137" y="38870"/>
                    </a:cubicBezTo>
                    <a:lnTo>
                      <a:pt x="2332137" y="1367317"/>
                    </a:lnTo>
                    <a:cubicBezTo>
                      <a:pt x="2332137" y="1377626"/>
                      <a:pt x="2328042" y="1387512"/>
                      <a:pt x="2320752" y="1394802"/>
                    </a:cubicBezTo>
                    <a:cubicBezTo>
                      <a:pt x="2313463" y="1402091"/>
                      <a:pt x="2303576" y="1406186"/>
                      <a:pt x="2293267" y="1406186"/>
                    </a:cubicBezTo>
                    <a:lnTo>
                      <a:pt x="38870" y="1406186"/>
                    </a:lnTo>
                    <a:cubicBezTo>
                      <a:pt x="17403" y="1406186"/>
                      <a:pt x="0" y="1388784"/>
                      <a:pt x="0" y="1367317"/>
                    </a:cubicBezTo>
                    <a:lnTo>
                      <a:pt x="0" y="38870"/>
                    </a:lnTo>
                    <a:cubicBezTo>
                      <a:pt x="0" y="28561"/>
                      <a:pt x="4095" y="18674"/>
                      <a:pt x="11385" y="11385"/>
                    </a:cubicBezTo>
                    <a:cubicBezTo>
                      <a:pt x="18674" y="4095"/>
                      <a:pt x="28561" y="0"/>
                      <a:pt x="38870" y="0"/>
                    </a:cubicBezTo>
                    <a:close/>
                  </a:path>
                </a:pathLst>
              </a:custGeom>
              <a:solidFill>
                <a:srgbClr val="FFFFFF"/>
              </a:solidFill>
              <a:ln w="9525" cap="rnd">
                <a:solidFill>
                  <a:srgbClr val="A6A6A6"/>
                </a:solidFill>
                <a:prstDash val="solid"/>
                <a:round/>
              </a:ln>
            </p:spPr>
            <p:txBody>
              <a:bodyPr/>
              <a:lstStyle/>
              <a:p>
                <a:endParaRPr lang="en-SG" sz="1088"/>
              </a:p>
            </p:txBody>
          </p:sp>
          <p:sp>
            <p:nvSpPr>
              <p:cNvPr id="160" name="TextBox 160"/>
              <p:cNvSpPr txBox="1"/>
              <p:nvPr/>
            </p:nvSpPr>
            <p:spPr>
              <a:xfrm>
                <a:off x="0" y="-28575"/>
                <a:ext cx="2332137" cy="1434761"/>
              </a:xfrm>
              <a:prstGeom prst="rect">
                <a:avLst/>
              </a:prstGeom>
            </p:spPr>
            <p:txBody>
              <a:bodyPr lIns="26655" tIns="26655" rIns="26655" bIns="26655" rtlCol="0" anchor="ctr"/>
              <a:lstStyle/>
              <a:p>
                <a:pPr algn="ctr">
                  <a:lnSpc>
                    <a:spcPts val="2016"/>
                  </a:lnSpc>
                </a:pPr>
                <a:endParaRPr sz="1088"/>
              </a:p>
            </p:txBody>
          </p:sp>
        </p:grpSp>
        <p:grpSp>
          <p:nvGrpSpPr>
            <p:cNvPr id="161" name="Group 161"/>
            <p:cNvGrpSpPr/>
            <p:nvPr/>
          </p:nvGrpSpPr>
          <p:grpSpPr>
            <a:xfrm>
              <a:off x="0" y="0"/>
              <a:ext cx="7170332" cy="898657"/>
              <a:chOff x="0" y="0"/>
              <a:chExt cx="2332137" cy="292286"/>
            </a:xfrm>
          </p:grpSpPr>
          <p:sp>
            <p:nvSpPr>
              <p:cNvPr id="162" name="Freeform 162"/>
              <p:cNvSpPr/>
              <p:nvPr/>
            </p:nvSpPr>
            <p:spPr>
              <a:xfrm>
                <a:off x="0" y="0"/>
                <a:ext cx="2332137" cy="292286"/>
              </a:xfrm>
              <a:custGeom>
                <a:avLst/>
                <a:gdLst/>
                <a:ahLst/>
                <a:cxnLst/>
                <a:rect l="l" t="t" r="r" b="b"/>
                <a:pathLst>
                  <a:path w="2332137" h="292286">
                    <a:moveTo>
                      <a:pt x="50387" y="0"/>
                    </a:moveTo>
                    <a:lnTo>
                      <a:pt x="2281750" y="0"/>
                    </a:lnTo>
                    <a:cubicBezTo>
                      <a:pt x="2309578" y="0"/>
                      <a:pt x="2332137" y="22559"/>
                      <a:pt x="2332137" y="50387"/>
                    </a:cubicBezTo>
                    <a:lnTo>
                      <a:pt x="2332137" y="241900"/>
                    </a:lnTo>
                    <a:cubicBezTo>
                      <a:pt x="2332137" y="269728"/>
                      <a:pt x="2309578" y="292286"/>
                      <a:pt x="2281750" y="292286"/>
                    </a:cubicBezTo>
                    <a:lnTo>
                      <a:pt x="50387" y="292286"/>
                    </a:lnTo>
                    <a:cubicBezTo>
                      <a:pt x="37023" y="292286"/>
                      <a:pt x="24207" y="286978"/>
                      <a:pt x="14758" y="277529"/>
                    </a:cubicBezTo>
                    <a:cubicBezTo>
                      <a:pt x="5309" y="268079"/>
                      <a:pt x="0" y="255263"/>
                      <a:pt x="0" y="241900"/>
                    </a:cubicBezTo>
                    <a:lnTo>
                      <a:pt x="0" y="50387"/>
                    </a:lnTo>
                    <a:cubicBezTo>
                      <a:pt x="0" y="22559"/>
                      <a:pt x="22559" y="0"/>
                      <a:pt x="50387" y="0"/>
                    </a:cubicBezTo>
                    <a:close/>
                  </a:path>
                </a:pathLst>
              </a:custGeom>
              <a:solidFill>
                <a:srgbClr val="F34336"/>
              </a:solidFill>
              <a:ln w="9525" cap="rnd">
                <a:solidFill>
                  <a:srgbClr val="A6A6A6"/>
                </a:solidFill>
                <a:prstDash val="solid"/>
                <a:round/>
              </a:ln>
            </p:spPr>
            <p:txBody>
              <a:bodyPr/>
              <a:lstStyle/>
              <a:p>
                <a:endParaRPr lang="en-SG" sz="1088"/>
              </a:p>
            </p:txBody>
          </p:sp>
          <p:sp>
            <p:nvSpPr>
              <p:cNvPr id="163" name="TextBox 163"/>
              <p:cNvSpPr txBox="1"/>
              <p:nvPr/>
            </p:nvSpPr>
            <p:spPr>
              <a:xfrm>
                <a:off x="0" y="-28575"/>
                <a:ext cx="2332137" cy="320861"/>
              </a:xfrm>
              <a:prstGeom prst="rect">
                <a:avLst/>
              </a:prstGeom>
            </p:spPr>
            <p:txBody>
              <a:bodyPr lIns="26655" tIns="26655" rIns="26655" bIns="26655" rtlCol="0" anchor="ctr"/>
              <a:lstStyle/>
              <a:p>
                <a:pPr algn="ctr">
                  <a:lnSpc>
                    <a:spcPts val="2016"/>
                  </a:lnSpc>
                </a:pPr>
                <a:endParaRPr sz="1088"/>
              </a:p>
            </p:txBody>
          </p:sp>
        </p:grpSp>
        <p:sp>
          <p:nvSpPr>
            <p:cNvPr id="164" name="Freeform 164"/>
            <p:cNvSpPr/>
            <p:nvPr/>
          </p:nvSpPr>
          <p:spPr>
            <a:xfrm>
              <a:off x="2159471" y="1237562"/>
              <a:ext cx="3032063" cy="2522906"/>
            </a:xfrm>
            <a:custGeom>
              <a:avLst/>
              <a:gdLst/>
              <a:ahLst/>
              <a:cxnLst/>
              <a:rect l="l" t="t" r="r" b="b"/>
              <a:pathLst>
                <a:path w="3032063" h="2522906">
                  <a:moveTo>
                    <a:pt x="0" y="0"/>
                  </a:moveTo>
                  <a:lnTo>
                    <a:pt x="3032063" y="0"/>
                  </a:lnTo>
                  <a:lnTo>
                    <a:pt x="3032063" y="2522906"/>
                  </a:lnTo>
                  <a:lnTo>
                    <a:pt x="0" y="2522906"/>
                  </a:lnTo>
                  <a:lnTo>
                    <a:pt x="0" y="0"/>
                  </a:lnTo>
                  <a:close/>
                </a:path>
              </a:pathLst>
            </a:custGeom>
            <a:blipFill>
              <a:blip r:embed="rId46"/>
              <a:stretch>
                <a:fillRect l="-17624" r="-7971"/>
              </a:stretch>
            </a:blipFill>
          </p:spPr>
          <p:txBody>
            <a:bodyPr/>
            <a:lstStyle/>
            <a:p>
              <a:endParaRPr lang="en-SG" sz="1088"/>
            </a:p>
          </p:txBody>
        </p:sp>
        <p:sp>
          <p:nvSpPr>
            <p:cNvPr id="165" name="Freeform 165"/>
            <p:cNvSpPr/>
            <p:nvPr/>
          </p:nvSpPr>
          <p:spPr>
            <a:xfrm>
              <a:off x="5603694" y="1731545"/>
              <a:ext cx="1566637" cy="1491687"/>
            </a:xfrm>
            <a:custGeom>
              <a:avLst/>
              <a:gdLst/>
              <a:ahLst/>
              <a:cxnLst/>
              <a:rect l="l" t="t" r="r" b="b"/>
              <a:pathLst>
                <a:path w="1566637" h="1491687">
                  <a:moveTo>
                    <a:pt x="0" y="0"/>
                  </a:moveTo>
                  <a:lnTo>
                    <a:pt x="1566638" y="0"/>
                  </a:lnTo>
                  <a:lnTo>
                    <a:pt x="1566638" y="1491687"/>
                  </a:lnTo>
                  <a:lnTo>
                    <a:pt x="0" y="1491687"/>
                  </a:lnTo>
                  <a:lnTo>
                    <a:pt x="0" y="0"/>
                  </a:lnTo>
                  <a:close/>
                </a:path>
              </a:pathLst>
            </a:custGeom>
            <a:blipFill>
              <a:blip r:embed="rId47"/>
              <a:stretch>
                <a:fillRect l="-9120" t="-62868" r="-22372" b="-44412"/>
              </a:stretch>
            </a:blipFill>
          </p:spPr>
          <p:txBody>
            <a:bodyPr/>
            <a:lstStyle/>
            <a:p>
              <a:endParaRPr lang="en-SG" sz="1088"/>
            </a:p>
          </p:txBody>
        </p:sp>
        <p:sp>
          <p:nvSpPr>
            <p:cNvPr id="166" name="Freeform 166"/>
            <p:cNvSpPr/>
            <p:nvPr/>
          </p:nvSpPr>
          <p:spPr>
            <a:xfrm>
              <a:off x="0" y="1731545"/>
              <a:ext cx="1747311" cy="1534940"/>
            </a:xfrm>
            <a:custGeom>
              <a:avLst/>
              <a:gdLst/>
              <a:ahLst/>
              <a:cxnLst/>
              <a:rect l="l" t="t" r="r" b="b"/>
              <a:pathLst>
                <a:path w="1747311" h="1534940">
                  <a:moveTo>
                    <a:pt x="0" y="0"/>
                  </a:moveTo>
                  <a:lnTo>
                    <a:pt x="1747311" y="0"/>
                  </a:lnTo>
                  <a:lnTo>
                    <a:pt x="1747311" y="1534940"/>
                  </a:lnTo>
                  <a:lnTo>
                    <a:pt x="0" y="1534940"/>
                  </a:lnTo>
                  <a:lnTo>
                    <a:pt x="0" y="0"/>
                  </a:lnTo>
                  <a:close/>
                </a:path>
              </a:pathLst>
            </a:custGeom>
            <a:blipFill>
              <a:blip r:embed="rId48"/>
              <a:stretch>
                <a:fillRect l="-12564" t="-18666" b="-9472"/>
              </a:stretch>
            </a:blipFill>
          </p:spPr>
          <p:txBody>
            <a:bodyPr/>
            <a:lstStyle/>
            <a:p>
              <a:endParaRPr lang="en-SG" sz="1088"/>
            </a:p>
          </p:txBody>
        </p:sp>
        <p:grpSp>
          <p:nvGrpSpPr>
            <p:cNvPr id="167" name="Group 167"/>
            <p:cNvGrpSpPr/>
            <p:nvPr/>
          </p:nvGrpSpPr>
          <p:grpSpPr>
            <a:xfrm>
              <a:off x="0" y="449328"/>
              <a:ext cx="7170332" cy="485720"/>
              <a:chOff x="0" y="0"/>
              <a:chExt cx="2332137" cy="157979"/>
            </a:xfrm>
          </p:grpSpPr>
          <p:sp>
            <p:nvSpPr>
              <p:cNvPr id="168" name="Freeform 168"/>
              <p:cNvSpPr/>
              <p:nvPr/>
            </p:nvSpPr>
            <p:spPr>
              <a:xfrm>
                <a:off x="0" y="0"/>
                <a:ext cx="2332137" cy="157979"/>
              </a:xfrm>
              <a:custGeom>
                <a:avLst/>
                <a:gdLst/>
                <a:ahLst/>
                <a:cxnLst/>
                <a:rect l="l" t="t" r="r" b="b"/>
                <a:pathLst>
                  <a:path w="2332137" h="157979">
                    <a:moveTo>
                      <a:pt x="0" y="0"/>
                    </a:moveTo>
                    <a:lnTo>
                      <a:pt x="2332137" y="0"/>
                    </a:lnTo>
                    <a:lnTo>
                      <a:pt x="2332137" y="157979"/>
                    </a:lnTo>
                    <a:lnTo>
                      <a:pt x="0" y="157979"/>
                    </a:lnTo>
                    <a:close/>
                  </a:path>
                </a:pathLst>
              </a:custGeom>
              <a:solidFill>
                <a:srgbClr val="F34336"/>
              </a:solidFill>
              <a:ln cap="sq">
                <a:noFill/>
                <a:prstDash val="solid"/>
                <a:miter/>
              </a:ln>
            </p:spPr>
            <p:txBody>
              <a:bodyPr/>
              <a:lstStyle/>
              <a:p>
                <a:endParaRPr lang="en-SG" sz="1088"/>
              </a:p>
            </p:txBody>
          </p:sp>
          <p:sp>
            <p:nvSpPr>
              <p:cNvPr id="169" name="TextBox 169"/>
              <p:cNvSpPr txBox="1"/>
              <p:nvPr/>
            </p:nvSpPr>
            <p:spPr>
              <a:xfrm>
                <a:off x="0" y="-28575"/>
                <a:ext cx="2332137" cy="186554"/>
              </a:xfrm>
              <a:prstGeom prst="rect">
                <a:avLst/>
              </a:prstGeom>
            </p:spPr>
            <p:txBody>
              <a:bodyPr lIns="26655" tIns="26655" rIns="26655" bIns="26655" rtlCol="0" anchor="ctr"/>
              <a:lstStyle/>
              <a:p>
                <a:pPr algn="ctr">
                  <a:lnSpc>
                    <a:spcPts val="2016"/>
                  </a:lnSpc>
                </a:pPr>
                <a:endParaRPr sz="1088"/>
              </a:p>
            </p:txBody>
          </p:sp>
        </p:grpSp>
        <p:sp>
          <p:nvSpPr>
            <p:cNvPr id="170" name="TextBox 170"/>
            <p:cNvSpPr txBox="1"/>
            <p:nvPr/>
          </p:nvSpPr>
          <p:spPr>
            <a:xfrm>
              <a:off x="2919751" y="173483"/>
              <a:ext cx="2271784" cy="578602"/>
            </a:xfrm>
            <a:prstGeom prst="rect">
              <a:avLst/>
            </a:prstGeom>
          </p:spPr>
          <p:txBody>
            <a:bodyPr lIns="0" tIns="0" rIns="0" bIns="0" rtlCol="0" anchor="t">
              <a:spAutoFit/>
            </a:bodyPr>
            <a:lstStyle/>
            <a:p>
              <a:pPr>
                <a:lnSpc>
                  <a:spcPts val="2831"/>
                </a:lnSpc>
                <a:spcBef>
                  <a:spcPct val="0"/>
                </a:spcBef>
              </a:pPr>
              <a:r>
                <a:rPr lang="en-US" sz="2022">
                  <a:solidFill>
                    <a:srgbClr val="FDFDFD"/>
                  </a:solidFill>
                  <a:latin typeface="League Spartan"/>
                  <a:ea typeface="League Spartan"/>
                  <a:cs typeface="League Spartan"/>
                  <a:sym typeface="League Spartan"/>
                </a:rPr>
                <a:t>Videos</a:t>
              </a:r>
            </a:p>
          </p:txBody>
        </p:sp>
        <p:sp>
          <p:nvSpPr>
            <p:cNvPr id="171" name="Freeform 171">
              <a:hlinkClick r:id="rId49" action="ppaction://hlinksldjump"/>
            </p:cNvPr>
            <p:cNvSpPr/>
            <p:nvPr/>
          </p:nvSpPr>
          <p:spPr>
            <a:xfrm>
              <a:off x="6254115" y="128144"/>
              <a:ext cx="642369" cy="642369"/>
            </a:xfrm>
            <a:custGeom>
              <a:avLst/>
              <a:gdLst/>
              <a:ahLst/>
              <a:cxnLst/>
              <a:rect l="l" t="t" r="r" b="b"/>
              <a:pathLst>
                <a:path w="642369" h="642369">
                  <a:moveTo>
                    <a:pt x="0" y="0"/>
                  </a:moveTo>
                  <a:lnTo>
                    <a:pt x="642369" y="0"/>
                  </a:lnTo>
                  <a:lnTo>
                    <a:pt x="642369" y="642369"/>
                  </a:lnTo>
                  <a:lnTo>
                    <a:pt x="0" y="642369"/>
                  </a:lnTo>
                  <a:lnTo>
                    <a:pt x="0" y="0"/>
                  </a:lnTo>
                  <a:close/>
                </a:path>
              </a:pathLst>
            </a:custGeom>
            <a:blipFill>
              <a:blip r:embed="rId50">
                <a:extLst>
                  <a:ext uri="{96DAC541-7B7A-43D3-8B79-37D633B846F1}">
                    <asvg:svgBlip xmlns:asvg="http://schemas.microsoft.com/office/drawing/2016/SVG/main" r:embed="rId51"/>
                  </a:ext>
                </a:extLst>
              </a:blip>
              <a:stretch>
                <a:fillRect/>
              </a:stretch>
            </a:blipFill>
          </p:spPr>
          <p:txBody>
            <a:bodyPr/>
            <a:lstStyle/>
            <a:p>
              <a:endParaRPr lang="en-SG" sz="1088"/>
            </a:p>
          </p:txBody>
        </p:sp>
        <p:sp>
          <p:nvSpPr>
            <p:cNvPr id="172" name="Freeform 172"/>
            <p:cNvSpPr/>
            <p:nvPr/>
          </p:nvSpPr>
          <p:spPr>
            <a:xfrm>
              <a:off x="495030" y="2161713"/>
              <a:ext cx="733256" cy="733256"/>
            </a:xfrm>
            <a:custGeom>
              <a:avLst/>
              <a:gdLst/>
              <a:ahLst/>
              <a:cxnLst/>
              <a:rect l="l" t="t" r="r" b="b"/>
              <a:pathLst>
                <a:path w="733256" h="733256">
                  <a:moveTo>
                    <a:pt x="0" y="0"/>
                  </a:moveTo>
                  <a:lnTo>
                    <a:pt x="733256" y="0"/>
                  </a:lnTo>
                  <a:lnTo>
                    <a:pt x="733256" y="733256"/>
                  </a:lnTo>
                  <a:lnTo>
                    <a:pt x="0" y="733256"/>
                  </a:lnTo>
                  <a:lnTo>
                    <a:pt x="0" y="0"/>
                  </a:lnTo>
                  <a:close/>
                </a:path>
              </a:pathLst>
            </a:custGeom>
            <a:blipFill>
              <a:blip r:embed="rId52">
                <a:extLst>
                  <a:ext uri="{96DAC541-7B7A-43D3-8B79-37D633B846F1}">
                    <asvg:svgBlip xmlns:asvg="http://schemas.microsoft.com/office/drawing/2016/SVG/main" r:embed="rId53"/>
                  </a:ext>
                </a:extLst>
              </a:blip>
              <a:stretch>
                <a:fillRect/>
              </a:stretch>
            </a:blipFill>
          </p:spPr>
          <p:txBody>
            <a:bodyPr/>
            <a:lstStyle/>
            <a:p>
              <a:endParaRPr lang="en-SG" sz="1088"/>
            </a:p>
          </p:txBody>
        </p:sp>
        <p:sp>
          <p:nvSpPr>
            <p:cNvPr id="173" name="Freeform 173"/>
            <p:cNvSpPr/>
            <p:nvPr/>
          </p:nvSpPr>
          <p:spPr>
            <a:xfrm>
              <a:off x="6010991" y="2161713"/>
              <a:ext cx="733256" cy="733256"/>
            </a:xfrm>
            <a:custGeom>
              <a:avLst/>
              <a:gdLst/>
              <a:ahLst/>
              <a:cxnLst/>
              <a:rect l="l" t="t" r="r" b="b"/>
              <a:pathLst>
                <a:path w="733256" h="733256">
                  <a:moveTo>
                    <a:pt x="0" y="0"/>
                  </a:moveTo>
                  <a:lnTo>
                    <a:pt x="733256" y="0"/>
                  </a:lnTo>
                  <a:lnTo>
                    <a:pt x="733256" y="733256"/>
                  </a:lnTo>
                  <a:lnTo>
                    <a:pt x="0" y="733256"/>
                  </a:lnTo>
                  <a:lnTo>
                    <a:pt x="0" y="0"/>
                  </a:lnTo>
                  <a:close/>
                </a:path>
              </a:pathLst>
            </a:custGeom>
            <a:blipFill>
              <a:blip r:embed="rId52">
                <a:extLst>
                  <a:ext uri="{96DAC541-7B7A-43D3-8B79-37D633B846F1}">
                    <asvg:svgBlip xmlns:asvg="http://schemas.microsoft.com/office/drawing/2016/SVG/main" r:embed="rId53"/>
                  </a:ext>
                </a:extLst>
              </a:blip>
              <a:stretch>
                <a:fillRect/>
              </a:stretch>
            </a:blipFill>
          </p:spPr>
          <p:txBody>
            <a:bodyPr/>
            <a:lstStyle/>
            <a:p>
              <a:endParaRPr lang="en-SG" sz="1088"/>
            </a:p>
          </p:txBody>
        </p:sp>
        <p:sp>
          <p:nvSpPr>
            <p:cNvPr id="174" name="Freeform 174"/>
            <p:cNvSpPr/>
            <p:nvPr/>
          </p:nvSpPr>
          <p:spPr>
            <a:xfrm>
              <a:off x="2807563" y="1716265"/>
              <a:ext cx="1624152" cy="1624152"/>
            </a:xfrm>
            <a:custGeom>
              <a:avLst/>
              <a:gdLst/>
              <a:ahLst/>
              <a:cxnLst/>
              <a:rect l="l" t="t" r="r" b="b"/>
              <a:pathLst>
                <a:path w="1624152" h="1624152">
                  <a:moveTo>
                    <a:pt x="0" y="0"/>
                  </a:moveTo>
                  <a:lnTo>
                    <a:pt x="1624151" y="0"/>
                  </a:lnTo>
                  <a:lnTo>
                    <a:pt x="1624151" y="1624152"/>
                  </a:lnTo>
                  <a:lnTo>
                    <a:pt x="0" y="1624152"/>
                  </a:lnTo>
                  <a:lnTo>
                    <a:pt x="0" y="0"/>
                  </a:lnTo>
                  <a:close/>
                </a:path>
              </a:pathLst>
            </a:custGeom>
            <a:blipFill>
              <a:blip r:embed="rId52">
                <a:extLst>
                  <a:ext uri="{96DAC541-7B7A-43D3-8B79-37D633B846F1}">
                    <asvg:svgBlip xmlns:asvg="http://schemas.microsoft.com/office/drawing/2016/SVG/main" r:embed="rId53"/>
                  </a:ext>
                </a:extLst>
              </a:blip>
              <a:stretch>
                <a:fillRect/>
              </a:stretch>
            </a:blipFill>
          </p:spPr>
          <p:txBody>
            <a:bodyPr/>
            <a:lstStyle/>
            <a:p>
              <a:endParaRPr lang="en-SG" sz="1088"/>
            </a:p>
          </p:txBody>
        </p:sp>
      </p:grpSp>
      <p:pic>
        <p:nvPicPr>
          <p:cNvPr id="175" name="Graphic 174" descr="Caret Right outline">
            <a:extLst>
              <a:ext uri="{FF2B5EF4-FFF2-40B4-BE49-F238E27FC236}">
                <a16:creationId xmlns:a16="http://schemas.microsoft.com/office/drawing/2014/main" id="{07D9229E-68AD-5BD7-A4EE-888AE9038496}"/>
              </a:ext>
            </a:extLst>
          </p:cNvPr>
          <p:cNvPicPr>
            <a:picLocks noChangeAspect="1"/>
          </p:cNvPicPr>
          <p:nvPr/>
        </p:nvPicPr>
        <p:blipFill>
          <a:blip r:embed="rId54">
            <a:extLst>
              <a:ext uri="{96DAC541-7B7A-43D3-8B79-37D633B846F1}">
                <asvg:svgBlip xmlns:asvg="http://schemas.microsoft.com/office/drawing/2016/SVG/main" r:embed="rId55"/>
              </a:ext>
            </a:extLst>
          </a:blip>
          <a:stretch>
            <a:fillRect/>
          </a:stretch>
        </p:blipFill>
        <p:spPr>
          <a:xfrm>
            <a:off x="6765122" y="3692207"/>
            <a:ext cx="713721" cy="713721"/>
          </a:xfrm>
          <a:prstGeom prst="rect">
            <a:avLst/>
          </a:prstGeom>
        </p:spPr>
      </p:pic>
      <p:pic>
        <p:nvPicPr>
          <p:cNvPr id="176" name="Graphic 175" descr="Caret Right outline">
            <a:extLst>
              <a:ext uri="{FF2B5EF4-FFF2-40B4-BE49-F238E27FC236}">
                <a16:creationId xmlns:a16="http://schemas.microsoft.com/office/drawing/2014/main" id="{903DE76C-FFF3-B29D-9EC8-BE9E36A7DF63}"/>
              </a:ext>
            </a:extLst>
          </p:cNvPr>
          <p:cNvPicPr>
            <a:picLocks noChangeAspect="1"/>
          </p:cNvPicPr>
          <p:nvPr/>
        </p:nvPicPr>
        <p:blipFill>
          <a:blip r:embed="rId54">
            <a:extLst>
              <a:ext uri="{96DAC541-7B7A-43D3-8B79-37D633B846F1}">
                <asvg:svgBlip xmlns:asvg="http://schemas.microsoft.com/office/drawing/2016/SVG/main" r:embed="rId55"/>
              </a:ext>
            </a:extLst>
          </a:blip>
          <a:stretch>
            <a:fillRect/>
          </a:stretch>
        </p:blipFill>
        <p:spPr>
          <a:xfrm rot="10800000">
            <a:off x="4570326" y="3689524"/>
            <a:ext cx="713721" cy="713721"/>
          </a:xfrm>
          <a:prstGeom prst="rect">
            <a:avLst/>
          </a:prstGeom>
        </p:spPr>
      </p:pic>
      <p:sp>
        <p:nvSpPr>
          <p:cNvPr id="177" name="Oval 176">
            <a:extLst>
              <a:ext uri="{FF2B5EF4-FFF2-40B4-BE49-F238E27FC236}">
                <a16:creationId xmlns:a16="http://schemas.microsoft.com/office/drawing/2014/main" id="{07ADEAF8-9089-C728-32E9-A85693E58C90}"/>
              </a:ext>
            </a:extLst>
          </p:cNvPr>
          <p:cNvSpPr/>
          <p:nvPr/>
        </p:nvSpPr>
        <p:spPr>
          <a:xfrm>
            <a:off x="5705270" y="5030219"/>
            <a:ext cx="45719" cy="45719"/>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78" name="Oval 177">
            <a:extLst>
              <a:ext uri="{FF2B5EF4-FFF2-40B4-BE49-F238E27FC236}">
                <a16:creationId xmlns:a16="http://schemas.microsoft.com/office/drawing/2014/main" id="{C4E5B802-EC9F-BAC4-96EA-EC326D3C88B4}"/>
              </a:ext>
            </a:extLst>
          </p:cNvPr>
          <p:cNvSpPr/>
          <p:nvPr/>
        </p:nvSpPr>
        <p:spPr>
          <a:xfrm>
            <a:off x="6091662" y="5012655"/>
            <a:ext cx="45719" cy="45719"/>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79" name="Oval 178">
            <a:extLst>
              <a:ext uri="{FF2B5EF4-FFF2-40B4-BE49-F238E27FC236}">
                <a16:creationId xmlns:a16="http://schemas.microsoft.com/office/drawing/2014/main" id="{FD207B48-8AC1-E47E-05CD-A2EA6AB91963}"/>
              </a:ext>
            </a:extLst>
          </p:cNvPr>
          <p:cNvSpPr/>
          <p:nvPr/>
        </p:nvSpPr>
        <p:spPr>
          <a:xfrm>
            <a:off x="6563339" y="5045899"/>
            <a:ext cx="45719" cy="45719"/>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8484332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Freeform 2"/>
          <p:cNvSpPr/>
          <p:nvPr/>
        </p:nvSpPr>
        <p:spPr>
          <a:xfrm>
            <a:off x="4319976" y="926069"/>
            <a:ext cx="5481469" cy="3657155"/>
          </a:xfrm>
          <a:custGeom>
            <a:avLst/>
            <a:gdLst/>
            <a:ahLst/>
            <a:cxnLst/>
            <a:rect l="l" t="t" r="r" b="b"/>
            <a:pathLst>
              <a:path w="6852139" h="4571645">
                <a:moveTo>
                  <a:pt x="0" y="0"/>
                </a:moveTo>
                <a:lnTo>
                  <a:pt x="6852139" y="0"/>
                </a:lnTo>
                <a:lnTo>
                  <a:pt x="6852139" y="4571645"/>
                </a:lnTo>
                <a:lnTo>
                  <a:pt x="0" y="4571645"/>
                </a:lnTo>
                <a:lnTo>
                  <a:pt x="0" y="0"/>
                </a:lnTo>
                <a:close/>
              </a:path>
            </a:pathLst>
          </a:custGeom>
          <a:blipFill>
            <a:blip r:embed="rId3"/>
            <a:stretch>
              <a:fillRect/>
            </a:stretch>
          </a:blipFill>
          <a:ln cap="sq">
            <a:noFill/>
            <a:prstDash val="solid"/>
            <a:miter/>
          </a:ln>
        </p:spPr>
        <p:txBody>
          <a:bodyPr/>
          <a:lstStyle/>
          <a:p>
            <a:endParaRPr lang="en-SG" sz="1088"/>
          </a:p>
        </p:txBody>
      </p:sp>
      <p:grpSp>
        <p:nvGrpSpPr>
          <p:cNvPr id="3" name="Group 3"/>
          <p:cNvGrpSpPr/>
          <p:nvPr/>
        </p:nvGrpSpPr>
        <p:grpSpPr>
          <a:xfrm>
            <a:off x="-1" y="-50220"/>
            <a:ext cx="3698546" cy="602010"/>
            <a:chOff x="0" y="0"/>
            <a:chExt cx="1561326" cy="812800"/>
          </a:xfrm>
        </p:grpSpPr>
        <p:sp>
          <p:nvSpPr>
            <p:cNvPr id="4" name="Freeform 4"/>
            <p:cNvSpPr/>
            <p:nvPr/>
          </p:nvSpPr>
          <p:spPr>
            <a:xfrm>
              <a:off x="0" y="0"/>
              <a:ext cx="1561326" cy="812800"/>
            </a:xfrm>
            <a:custGeom>
              <a:avLst/>
              <a:gdLst/>
              <a:ahLst/>
              <a:cxnLst/>
              <a:rect l="l" t="t" r="r" b="b"/>
              <a:pathLst>
                <a:path w="1561326" h="812800">
                  <a:moveTo>
                    <a:pt x="0" y="0"/>
                  </a:moveTo>
                  <a:lnTo>
                    <a:pt x="1561326" y="0"/>
                  </a:lnTo>
                  <a:lnTo>
                    <a:pt x="1561326" y="812800"/>
                  </a:lnTo>
                  <a:lnTo>
                    <a:pt x="0" y="812800"/>
                  </a:lnTo>
                  <a:close/>
                </a:path>
              </a:pathLst>
            </a:custGeom>
            <a:solidFill>
              <a:srgbClr val="F34336"/>
            </a:solidFill>
          </p:spPr>
          <p:txBody>
            <a:bodyPr/>
            <a:lstStyle/>
            <a:p>
              <a:endParaRPr lang="en-SG" sz="1088"/>
            </a:p>
          </p:txBody>
        </p:sp>
        <p:sp>
          <p:nvSpPr>
            <p:cNvPr id="5" name="TextBox 5"/>
            <p:cNvSpPr txBox="1"/>
            <p:nvPr/>
          </p:nvSpPr>
          <p:spPr>
            <a:xfrm>
              <a:off x="0" y="-28575"/>
              <a:ext cx="1561326" cy="841375"/>
            </a:xfrm>
            <a:prstGeom prst="rect">
              <a:avLst/>
            </a:prstGeom>
          </p:spPr>
          <p:txBody>
            <a:bodyPr lIns="40638" tIns="40638" rIns="40638" bIns="40638" rtlCol="0" anchor="ctr"/>
            <a:lstStyle/>
            <a:p>
              <a:pPr algn="ctr">
                <a:lnSpc>
                  <a:spcPts val="2016"/>
                </a:lnSpc>
              </a:pPr>
              <a:endParaRPr sz="1088"/>
            </a:p>
          </p:txBody>
        </p:sp>
      </p:grpSp>
      <p:graphicFrame>
        <p:nvGraphicFramePr>
          <p:cNvPr id="6" name="Table 6"/>
          <p:cNvGraphicFramePr>
            <a:graphicFrameLocks noGrp="1"/>
          </p:cNvGraphicFramePr>
          <p:nvPr>
            <p:extLst>
              <p:ext uri="{D42A27DB-BD31-4B8C-83A1-F6EECF244321}">
                <p14:modId xmlns:p14="http://schemas.microsoft.com/office/powerpoint/2010/main" val="1815535657"/>
              </p:ext>
            </p:extLst>
          </p:nvPr>
        </p:nvGraphicFramePr>
        <p:xfrm>
          <a:off x="-1" y="551791"/>
          <a:ext cx="3670175" cy="6699488"/>
        </p:xfrm>
        <a:graphic>
          <a:graphicData uri="http://schemas.openxmlformats.org/drawingml/2006/table">
            <a:tbl>
              <a:tblPr/>
              <a:tblGrid>
                <a:gridCol w="3670175">
                  <a:extLst>
                    <a:ext uri="{9D8B030D-6E8A-4147-A177-3AD203B41FA5}">
                      <a16:colId xmlns:a16="http://schemas.microsoft.com/office/drawing/2014/main" val="20000"/>
                    </a:ext>
                  </a:extLst>
                </a:gridCol>
              </a:tblGrid>
              <a:tr h="815366">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39540">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39540">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960982">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39563">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27582">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84124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735674">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Freeform 7">
            <a:hlinkClick r:id="rId4" action="ppaction://hlinksldjump"/>
          </p:cNvPr>
          <p:cNvSpPr/>
          <p:nvPr/>
        </p:nvSpPr>
        <p:spPr>
          <a:xfrm>
            <a:off x="3252122" y="156549"/>
            <a:ext cx="261167" cy="280824"/>
          </a:xfrm>
          <a:custGeom>
            <a:avLst/>
            <a:gdLst/>
            <a:ahLst/>
            <a:cxnLst/>
            <a:rect l="l" t="t" r="r" b="b"/>
            <a:pathLst>
              <a:path w="326473" h="351046">
                <a:moveTo>
                  <a:pt x="0" y="0"/>
                </a:moveTo>
                <a:lnTo>
                  <a:pt x="326473" y="0"/>
                </a:lnTo>
                <a:lnTo>
                  <a:pt x="326473" y="351046"/>
                </a:lnTo>
                <a:lnTo>
                  <a:pt x="0" y="35104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SG" sz="1088"/>
          </a:p>
        </p:txBody>
      </p:sp>
      <p:sp>
        <p:nvSpPr>
          <p:cNvPr id="8" name="Freeform 8"/>
          <p:cNvSpPr/>
          <p:nvPr/>
        </p:nvSpPr>
        <p:spPr>
          <a:xfrm>
            <a:off x="2742836" y="156549"/>
            <a:ext cx="275756" cy="286499"/>
          </a:xfrm>
          <a:custGeom>
            <a:avLst/>
            <a:gdLst/>
            <a:ahLst/>
            <a:cxnLst/>
            <a:rect l="l" t="t" r="r" b="b"/>
            <a:pathLst>
              <a:path w="344710" h="358140">
                <a:moveTo>
                  <a:pt x="0" y="0"/>
                </a:moveTo>
                <a:lnTo>
                  <a:pt x="344710" y="0"/>
                </a:lnTo>
                <a:lnTo>
                  <a:pt x="344710" y="358141"/>
                </a:lnTo>
                <a:lnTo>
                  <a:pt x="0" y="35814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SG" sz="1088"/>
          </a:p>
        </p:txBody>
      </p:sp>
      <p:sp>
        <p:nvSpPr>
          <p:cNvPr id="9" name="Freeform 9">
            <a:hlinkClick r:id="rId9" action="ppaction://hlinksldjump"/>
          </p:cNvPr>
          <p:cNvSpPr/>
          <p:nvPr/>
        </p:nvSpPr>
        <p:spPr>
          <a:xfrm>
            <a:off x="8979655" y="31798"/>
            <a:ext cx="255177" cy="255177"/>
          </a:xfrm>
          <a:custGeom>
            <a:avLst/>
            <a:gdLst/>
            <a:ahLst/>
            <a:cxnLst/>
            <a:rect l="l" t="t" r="r" b="b"/>
            <a:pathLst>
              <a:path w="318985" h="318985">
                <a:moveTo>
                  <a:pt x="0" y="0"/>
                </a:moveTo>
                <a:lnTo>
                  <a:pt x="318984" y="0"/>
                </a:lnTo>
                <a:lnTo>
                  <a:pt x="318984" y="318985"/>
                </a:lnTo>
                <a:lnTo>
                  <a:pt x="0" y="31898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SG" sz="1088"/>
          </a:p>
        </p:txBody>
      </p:sp>
      <p:grpSp>
        <p:nvGrpSpPr>
          <p:cNvPr id="10" name="Group 10"/>
          <p:cNvGrpSpPr/>
          <p:nvPr/>
        </p:nvGrpSpPr>
        <p:grpSpPr>
          <a:xfrm rot="-5400000">
            <a:off x="3773834" y="985131"/>
            <a:ext cx="394881" cy="209744"/>
            <a:chOff x="0" y="0"/>
            <a:chExt cx="345211" cy="183361"/>
          </a:xfrm>
        </p:grpSpPr>
        <p:sp>
          <p:nvSpPr>
            <p:cNvPr id="11" name="Freeform 11"/>
            <p:cNvSpPr/>
            <p:nvPr/>
          </p:nvSpPr>
          <p:spPr>
            <a:xfrm>
              <a:off x="0" y="0"/>
              <a:ext cx="345211" cy="183361"/>
            </a:xfrm>
            <a:custGeom>
              <a:avLst/>
              <a:gdLst/>
              <a:ahLst/>
              <a:cxnLst/>
              <a:rect l="l" t="t" r="r" b="b"/>
              <a:pathLst>
                <a:path w="345211" h="183361">
                  <a:moveTo>
                    <a:pt x="91680" y="0"/>
                  </a:moveTo>
                  <a:lnTo>
                    <a:pt x="253531" y="0"/>
                  </a:lnTo>
                  <a:cubicBezTo>
                    <a:pt x="304164" y="0"/>
                    <a:pt x="345211" y="41047"/>
                    <a:pt x="345211" y="91680"/>
                  </a:cubicBezTo>
                  <a:lnTo>
                    <a:pt x="345211" y="91680"/>
                  </a:lnTo>
                  <a:cubicBezTo>
                    <a:pt x="345211" y="115996"/>
                    <a:pt x="335552" y="139315"/>
                    <a:pt x="318359" y="156508"/>
                  </a:cubicBezTo>
                  <a:cubicBezTo>
                    <a:pt x="301165" y="173702"/>
                    <a:pt x="277846" y="183361"/>
                    <a:pt x="253531" y="183361"/>
                  </a:cubicBezTo>
                  <a:lnTo>
                    <a:pt x="91680" y="183361"/>
                  </a:lnTo>
                  <a:cubicBezTo>
                    <a:pt x="67365" y="183361"/>
                    <a:pt x="44046" y="173702"/>
                    <a:pt x="26853" y="156508"/>
                  </a:cubicBezTo>
                  <a:cubicBezTo>
                    <a:pt x="9659" y="139315"/>
                    <a:pt x="0" y="115996"/>
                    <a:pt x="0" y="91680"/>
                  </a:cubicBezTo>
                  <a:lnTo>
                    <a:pt x="0" y="91680"/>
                  </a:lnTo>
                  <a:cubicBezTo>
                    <a:pt x="0" y="67365"/>
                    <a:pt x="9659" y="44046"/>
                    <a:pt x="26853" y="26853"/>
                  </a:cubicBezTo>
                  <a:cubicBezTo>
                    <a:pt x="44046" y="9659"/>
                    <a:pt x="67365" y="0"/>
                    <a:pt x="91680" y="0"/>
                  </a:cubicBezTo>
                  <a:close/>
                </a:path>
              </a:pathLst>
            </a:custGeom>
            <a:solidFill>
              <a:srgbClr val="FFCEB6">
                <a:alpha val="38824"/>
              </a:srgbClr>
            </a:solidFill>
          </p:spPr>
          <p:txBody>
            <a:bodyPr/>
            <a:lstStyle/>
            <a:p>
              <a:endParaRPr lang="en-SG" sz="1088"/>
            </a:p>
          </p:txBody>
        </p:sp>
        <p:sp>
          <p:nvSpPr>
            <p:cNvPr id="12" name="TextBox 12"/>
            <p:cNvSpPr txBox="1"/>
            <p:nvPr/>
          </p:nvSpPr>
          <p:spPr>
            <a:xfrm>
              <a:off x="0" y="-28575"/>
              <a:ext cx="345211" cy="211936"/>
            </a:xfrm>
            <a:prstGeom prst="rect">
              <a:avLst/>
            </a:prstGeom>
          </p:spPr>
          <p:txBody>
            <a:bodyPr lIns="40638" tIns="40638" rIns="40638" bIns="40638" rtlCol="0" anchor="ctr"/>
            <a:lstStyle/>
            <a:p>
              <a:pPr algn="ctr">
                <a:lnSpc>
                  <a:spcPts val="2016"/>
                </a:lnSpc>
              </a:pPr>
              <a:endParaRPr sz="1088"/>
            </a:p>
          </p:txBody>
        </p:sp>
      </p:grpSp>
      <p:sp>
        <p:nvSpPr>
          <p:cNvPr id="13" name="Freeform 13"/>
          <p:cNvSpPr/>
          <p:nvPr/>
        </p:nvSpPr>
        <p:spPr>
          <a:xfrm>
            <a:off x="3915850" y="950308"/>
            <a:ext cx="127586" cy="104793"/>
          </a:xfrm>
          <a:custGeom>
            <a:avLst/>
            <a:gdLst/>
            <a:ahLst/>
            <a:cxnLst/>
            <a:rect l="l" t="t" r="r" b="b"/>
            <a:pathLst>
              <a:path w="159489" h="130997">
                <a:moveTo>
                  <a:pt x="0" y="0"/>
                </a:moveTo>
                <a:lnTo>
                  <a:pt x="159488" y="0"/>
                </a:lnTo>
                <a:lnTo>
                  <a:pt x="159488" y="130997"/>
                </a:lnTo>
                <a:lnTo>
                  <a:pt x="0" y="130997"/>
                </a:lnTo>
                <a:lnTo>
                  <a:pt x="0" y="0"/>
                </a:lnTo>
                <a:close/>
              </a:path>
            </a:pathLst>
          </a:custGeom>
          <a:blipFill>
            <a:blip r:embed="rId12"/>
            <a:stretch>
              <a:fillRect t="-10875" b="-10875"/>
            </a:stretch>
          </a:blipFill>
        </p:spPr>
        <p:txBody>
          <a:bodyPr/>
          <a:lstStyle/>
          <a:p>
            <a:endParaRPr lang="en-SG" sz="1088"/>
          </a:p>
        </p:txBody>
      </p:sp>
      <p:sp>
        <p:nvSpPr>
          <p:cNvPr id="14" name="Freeform 14"/>
          <p:cNvSpPr/>
          <p:nvPr/>
        </p:nvSpPr>
        <p:spPr>
          <a:xfrm>
            <a:off x="3915850" y="1179429"/>
            <a:ext cx="127586" cy="26793"/>
          </a:xfrm>
          <a:custGeom>
            <a:avLst/>
            <a:gdLst/>
            <a:ahLst/>
            <a:cxnLst/>
            <a:rect l="l" t="t" r="r" b="b"/>
            <a:pathLst>
              <a:path w="159489" h="33493">
                <a:moveTo>
                  <a:pt x="0" y="0"/>
                </a:moveTo>
                <a:lnTo>
                  <a:pt x="159488" y="0"/>
                </a:lnTo>
                <a:lnTo>
                  <a:pt x="159488" y="33493"/>
                </a:lnTo>
                <a:lnTo>
                  <a:pt x="0" y="33493"/>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SG" sz="1088"/>
          </a:p>
        </p:txBody>
      </p:sp>
      <p:sp>
        <p:nvSpPr>
          <p:cNvPr id="15" name="Freeform 15"/>
          <p:cNvSpPr/>
          <p:nvPr/>
        </p:nvSpPr>
        <p:spPr>
          <a:xfrm>
            <a:off x="-80320" y="3528130"/>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grpSp>
        <p:nvGrpSpPr>
          <p:cNvPr id="16" name="Group 16"/>
          <p:cNvGrpSpPr/>
          <p:nvPr/>
        </p:nvGrpSpPr>
        <p:grpSpPr>
          <a:xfrm>
            <a:off x="2738816" y="1123123"/>
            <a:ext cx="803691" cy="199694"/>
            <a:chOff x="0" y="0"/>
            <a:chExt cx="1339544" cy="332839"/>
          </a:xfrm>
        </p:grpSpPr>
        <p:sp>
          <p:nvSpPr>
            <p:cNvPr id="17" name="Freeform 17"/>
            <p:cNvSpPr/>
            <p:nvPr/>
          </p:nvSpPr>
          <p:spPr>
            <a:xfrm>
              <a:off x="541419" y="0"/>
              <a:ext cx="332839" cy="332839"/>
            </a:xfrm>
            <a:custGeom>
              <a:avLst/>
              <a:gdLst/>
              <a:ahLst/>
              <a:cxnLst/>
              <a:rect l="l" t="t" r="r" b="b"/>
              <a:pathLst>
                <a:path w="332839" h="332839">
                  <a:moveTo>
                    <a:pt x="0" y="0"/>
                  </a:moveTo>
                  <a:lnTo>
                    <a:pt x="332838" y="0"/>
                  </a:lnTo>
                  <a:lnTo>
                    <a:pt x="332838" y="332839"/>
                  </a:lnTo>
                  <a:lnTo>
                    <a:pt x="0" y="332839"/>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SG" sz="1088"/>
            </a:p>
          </p:txBody>
        </p:sp>
        <p:sp>
          <p:nvSpPr>
            <p:cNvPr id="18" name="Freeform 18"/>
            <p:cNvSpPr/>
            <p:nvPr/>
          </p:nvSpPr>
          <p:spPr>
            <a:xfrm>
              <a:off x="0" y="0"/>
              <a:ext cx="398609" cy="332839"/>
            </a:xfrm>
            <a:custGeom>
              <a:avLst/>
              <a:gdLst/>
              <a:ahLst/>
              <a:cxnLst/>
              <a:rect l="l" t="t" r="r" b="b"/>
              <a:pathLst>
                <a:path w="398609" h="332839">
                  <a:moveTo>
                    <a:pt x="0" y="0"/>
                  </a:moveTo>
                  <a:lnTo>
                    <a:pt x="398609" y="0"/>
                  </a:lnTo>
                  <a:lnTo>
                    <a:pt x="398609" y="332839"/>
                  </a:lnTo>
                  <a:lnTo>
                    <a:pt x="0" y="332839"/>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en-SG" sz="1088"/>
            </a:p>
          </p:txBody>
        </p:sp>
        <p:sp>
          <p:nvSpPr>
            <p:cNvPr id="19" name="Freeform 19"/>
            <p:cNvSpPr/>
            <p:nvPr/>
          </p:nvSpPr>
          <p:spPr>
            <a:xfrm>
              <a:off x="1013957"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SG" sz="1088"/>
            </a:p>
          </p:txBody>
        </p:sp>
      </p:grpSp>
      <p:grpSp>
        <p:nvGrpSpPr>
          <p:cNvPr id="20" name="Group 20"/>
          <p:cNvGrpSpPr/>
          <p:nvPr/>
        </p:nvGrpSpPr>
        <p:grpSpPr>
          <a:xfrm>
            <a:off x="2738816" y="2848334"/>
            <a:ext cx="803691" cy="199694"/>
            <a:chOff x="0" y="0"/>
            <a:chExt cx="1339544" cy="332839"/>
          </a:xfrm>
        </p:grpSpPr>
        <p:sp>
          <p:nvSpPr>
            <p:cNvPr id="21" name="Freeform 21"/>
            <p:cNvSpPr/>
            <p:nvPr/>
          </p:nvSpPr>
          <p:spPr>
            <a:xfrm>
              <a:off x="541419" y="0"/>
              <a:ext cx="332839" cy="332839"/>
            </a:xfrm>
            <a:custGeom>
              <a:avLst/>
              <a:gdLst/>
              <a:ahLst/>
              <a:cxnLst/>
              <a:rect l="l" t="t" r="r" b="b"/>
              <a:pathLst>
                <a:path w="332839" h="332839">
                  <a:moveTo>
                    <a:pt x="0" y="0"/>
                  </a:moveTo>
                  <a:lnTo>
                    <a:pt x="332838" y="0"/>
                  </a:lnTo>
                  <a:lnTo>
                    <a:pt x="332838" y="332839"/>
                  </a:lnTo>
                  <a:lnTo>
                    <a:pt x="0" y="332839"/>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SG" sz="1088"/>
            </a:p>
          </p:txBody>
        </p:sp>
        <p:sp>
          <p:nvSpPr>
            <p:cNvPr id="22" name="Freeform 22"/>
            <p:cNvSpPr/>
            <p:nvPr/>
          </p:nvSpPr>
          <p:spPr>
            <a:xfrm>
              <a:off x="0" y="0"/>
              <a:ext cx="398609" cy="332839"/>
            </a:xfrm>
            <a:custGeom>
              <a:avLst/>
              <a:gdLst/>
              <a:ahLst/>
              <a:cxnLst/>
              <a:rect l="l" t="t" r="r" b="b"/>
              <a:pathLst>
                <a:path w="398609" h="332839">
                  <a:moveTo>
                    <a:pt x="0" y="0"/>
                  </a:moveTo>
                  <a:lnTo>
                    <a:pt x="398609" y="0"/>
                  </a:lnTo>
                  <a:lnTo>
                    <a:pt x="398609" y="332839"/>
                  </a:lnTo>
                  <a:lnTo>
                    <a:pt x="0" y="332839"/>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en-SG" sz="1088"/>
            </a:p>
          </p:txBody>
        </p:sp>
        <p:sp>
          <p:nvSpPr>
            <p:cNvPr id="23" name="Freeform 23"/>
            <p:cNvSpPr/>
            <p:nvPr/>
          </p:nvSpPr>
          <p:spPr>
            <a:xfrm>
              <a:off x="1013957"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SG" sz="1088"/>
            </a:p>
          </p:txBody>
        </p:sp>
      </p:grpSp>
      <p:grpSp>
        <p:nvGrpSpPr>
          <p:cNvPr id="24" name="Group 24"/>
          <p:cNvGrpSpPr/>
          <p:nvPr/>
        </p:nvGrpSpPr>
        <p:grpSpPr>
          <a:xfrm>
            <a:off x="2738818" y="6324678"/>
            <a:ext cx="783398" cy="199694"/>
            <a:chOff x="0" y="0"/>
            <a:chExt cx="1305721" cy="332839"/>
          </a:xfrm>
        </p:grpSpPr>
        <p:sp>
          <p:nvSpPr>
            <p:cNvPr id="25" name="Freeform 25"/>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SG" sz="1088"/>
            </a:p>
          </p:txBody>
        </p:sp>
        <p:sp>
          <p:nvSpPr>
            <p:cNvPr id="26" name="Freeform 26"/>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SG" sz="1088"/>
            </a:p>
          </p:txBody>
        </p:sp>
        <p:sp>
          <p:nvSpPr>
            <p:cNvPr id="27" name="Freeform 27"/>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SG" sz="1088"/>
            </a:p>
          </p:txBody>
        </p:sp>
      </p:grpSp>
      <p:grpSp>
        <p:nvGrpSpPr>
          <p:cNvPr id="28" name="Group 28"/>
          <p:cNvGrpSpPr/>
          <p:nvPr/>
        </p:nvGrpSpPr>
        <p:grpSpPr>
          <a:xfrm>
            <a:off x="2759112" y="5527586"/>
            <a:ext cx="783398" cy="199694"/>
            <a:chOff x="0" y="0"/>
            <a:chExt cx="1305721" cy="332839"/>
          </a:xfrm>
        </p:grpSpPr>
        <p:sp>
          <p:nvSpPr>
            <p:cNvPr id="29" name="Freeform 29"/>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SG" sz="1088"/>
            </a:p>
          </p:txBody>
        </p:sp>
        <p:sp>
          <p:nvSpPr>
            <p:cNvPr id="30" name="Freeform 30"/>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SG" sz="1088" dirty="0"/>
            </a:p>
          </p:txBody>
        </p:sp>
        <p:sp>
          <p:nvSpPr>
            <p:cNvPr id="31" name="Freeform 31"/>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SG" sz="1088"/>
            </a:p>
          </p:txBody>
        </p:sp>
      </p:grpSp>
      <p:grpSp>
        <p:nvGrpSpPr>
          <p:cNvPr id="32" name="Group 32"/>
          <p:cNvGrpSpPr/>
          <p:nvPr/>
        </p:nvGrpSpPr>
        <p:grpSpPr>
          <a:xfrm>
            <a:off x="2737793" y="6972925"/>
            <a:ext cx="783398" cy="199694"/>
            <a:chOff x="0" y="0"/>
            <a:chExt cx="1305721" cy="332839"/>
          </a:xfrm>
        </p:grpSpPr>
        <p:sp>
          <p:nvSpPr>
            <p:cNvPr id="33" name="Freeform 33"/>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SG" sz="1088"/>
            </a:p>
          </p:txBody>
        </p:sp>
        <p:sp>
          <p:nvSpPr>
            <p:cNvPr id="34" name="Freeform 34"/>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SG" sz="1088"/>
            </a:p>
          </p:txBody>
        </p:sp>
        <p:sp>
          <p:nvSpPr>
            <p:cNvPr id="35" name="Freeform 35"/>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SG" sz="1088"/>
            </a:p>
          </p:txBody>
        </p:sp>
      </p:grpSp>
      <p:grpSp>
        <p:nvGrpSpPr>
          <p:cNvPr id="36" name="Group 36"/>
          <p:cNvGrpSpPr/>
          <p:nvPr/>
        </p:nvGrpSpPr>
        <p:grpSpPr>
          <a:xfrm>
            <a:off x="2759112" y="1894293"/>
            <a:ext cx="783398" cy="199694"/>
            <a:chOff x="0" y="0"/>
            <a:chExt cx="1305721" cy="332839"/>
          </a:xfrm>
        </p:grpSpPr>
        <p:sp>
          <p:nvSpPr>
            <p:cNvPr id="37" name="Freeform 37"/>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SG" sz="1088"/>
            </a:p>
          </p:txBody>
        </p:sp>
        <p:sp>
          <p:nvSpPr>
            <p:cNvPr id="38" name="Freeform 38"/>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SG" sz="1088"/>
            </a:p>
          </p:txBody>
        </p:sp>
        <p:sp>
          <p:nvSpPr>
            <p:cNvPr id="39" name="Freeform 39"/>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SG" sz="1088"/>
            </a:p>
          </p:txBody>
        </p:sp>
      </p:grpSp>
      <p:grpSp>
        <p:nvGrpSpPr>
          <p:cNvPr id="40" name="Group 40"/>
          <p:cNvGrpSpPr/>
          <p:nvPr/>
        </p:nvGrpSpPr>
        <p:grpSpPr>
          <a:xfrm>
            <a:off x="2759112" y="4664981"/>
            <a:ext cx="783398" cy="199694"/>
            <a:chOff x="0" y="0"/>
            <a:chExt cx="1305721" cy="332839"/>
          </a:xfrm>
        </p:grpSpPr>
        <p:sp>
          <p:nvSpPr>
            <p:cNvPr id="41" name="Freeform 41"/>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SG" sz="1088"/>
            </a:p>
          </p:txBody>
        </p:sp>
        <p:sp>
          <p:nvSpPr>
            <p:cNvPr id="42" name="Freeform 42"/>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SG" sz="1088"/>
            </a:p>
          </p:txBody>
        </p:sp>
        <p:sp>
          <p:nvSpPr>
            <p:cNvPr id="43" name="Freeform 43"/>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SG" sz="1088"/>
            </a:p>
          </p:txBody>
        </p:sp>
      </p:grpSp>
      <p:grpSp>
        <p:nvGrpSpPr>
          <p:cNvPr id="44" name="Group 44"/>
          <p:cNvGrpSpPr/>
          <p:nvPr/>
        </p:nvGrpSpPr>
        <p:grpSpPr>
          <a:xfrm>
            <a:off x="2748965" y="3756658"/>
            <a:ext cx="783398" cy="199694"/>
            <a:chOff x="0" y="0"/>
            <a:chExt cx="1305721" cy="332839"/>
          </a:xfrm>
        </p:grpSpPr>
        <p:sp>
          <p:nvSpPr>
            <p:cNvPr id="45" name="Freeform 45"/>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SG" sz="1088"/>
            </a:p>
          </p:txBody>
        </p:sp>
        <p:sp>
          <p:nvSpPr>
            <p:cNvPr id="46" name="Freeform 46"/>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SG" sz="1088"/>
            </a:p>
          </p:txBody>
        </p:sp>
        <p:sp>
          <p:nvSpPr>
            <p:cNvPr id="47" name="Freeform 47"/>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SG" sz="1088"/>
            </a:p>
          </p:txBody>
        </p:sp>
      </p:grpSp>
      <p:sp>
        <p:nvSpPr>
          <p:cNvPr id="48" name="Freeform 48"/>
          <p:cNvSpPr/>
          <p:nvPr/>
        </p:nvSpPr>
        <p:spPr>
          <a:xfrm>
            <a:off x="-35398" y="907805"/>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sp>
        <p:nvSpPr>
          <p:cNvPr id="49" name="Freeform 49"/>
          <p:cNvSpPr/>
          <p:nvPr/>
        </p:nvSpPr>
        <p:spPr>
          <a:xfrm>
            <a:off x="-113080" y="4489543"/>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sp>
        <p:nvSpPr>
          <p:cNvPr id="50" name="Freeform 50"/>
          <p:cNvSpPr/>
          <p:nvPr/>
        </p:nvSpPr>
        <p:spPr>
          <a:xfrm>
            <a:off x="-93978" y="5292202"/>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sp>
        <p:nvSpPr>
          <p:cNvPr id="51" name="Freeform 51"/>
          <p:cNvSpPr/>
          <p:nvPr/>
        </p:nvSpPr>
        <p:spPr>
          <a:xfrm>
            <a:off x="-108354" y="6139396"/>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sp>
        <p:nvSpPr>
          <p:cNvPr id="52" name="Freeform 52"/>
          <p:cNvSpPr/>
          <p:nvPr/>
        </p:nvSpPr>
        <p:spPr>
          <a:xfrm>
            <a:off x="-68308" y="6815636"/>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sp>
        <p:nvSpPr>
          <p:cNvPr id="53" name="Freeform 53"/>
          <p:cNvSpPr/>
          <p:nvPr/>
        </p:nvSpPr>
        <p:spPr>
          <a:xfrm>
            <a:off x="-80320" y="2593098"/>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sp>
        <p:nvSpPr>
          <p:cNvPr id="54" name="Freeform 54"/>
          <p:cNvSpPr/>
          <p:nvPr/>
        </p:nvSpPr>
        <p:spPr>
          <a:xfrm>
            <a:off x="-80320" y="1734423"/>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grpSp>
        <p:nvGrpSpPr>
          <p:cNvPr id="58" name="Group 58"/>
          <p:cNvGrpSpPr/>
          <p:nvPr/>
        </p:nvGrpSpPr>
        <p:grpSpPr>
          <a:xfrm>
            <a:off x="-217488" y="6474198"/>
            <a:ext cx="4015980" cy="906484"/>
            <a:chOff x="-36833" y="-28575"/>
            <a:chExt cx="1447231" cy="322320"/>
          </a:xfrm>
        </p:grpSpPr>
        <p:sp>
          <p:nvSpPr>
            <p:cNvPr id="59" name="Freeform 59"/>
            <p:cNvSpPr/>
            <p:nvPr/>
          </p:nvSpPr>
          <p:spPr>
            <a:xfrm>
              <a:off x="-36833" y="4903"/>
              <a:ext cx="1356847" cy="288842"/>
            </a:xfrm>
            <a:custGeom>
              <a:avLst/>
              <a:gdLst/>
              <a:ahLst/>
              <a:cxnLst/>
              <a:rect l="l" t="t" r="r" b="b"/>
              <a:pathLst>
                <a:path w="1410398" h="288842">
                  <a:moveTo>
                    <a:pt x="0" y="0"/>
                  </a:moveTo>
                  <a:lnTo>
                    <a:pt x="1410398" y="0"/>
                  </a:lnTo>
                  <a:lnTo>
                    <a:pt x="1410398" y="288842"/>
                  </a:lnTo>
                  <a:lnTo>
                    <a:pt x="0" y="288842"/>
                  </a:lnTo>
                  <a:close/>
                </a:path>
              </a:pathLst>
            </a:custGeom>
            <a:solidFill>
              <a:srgbClr val="FFCEB6">
                <a:alpha val="38824"/>
              </a:srgbClr>
            </a:solidFill>
          </p:spPr>
          <p:txBody>
            <a:bodyPr/>
            <a:lstStyle/>
            <a:p>
              <a:endParaRPr lang="en-SG" sz="1088"/>
            </a:p>
          </p:txBody>
        </p:sp>
        <p:sp>
          <p:nvSpPr>
            <p:cNvPr id="60" name="TextBox 60"/>
            <p:cNvSpPr txBox="1"/>
            <p:nvPr/>
          </p:nvSpPr>
          <p:spPr>
            <a:xfrm>
              <a:off x="0" y="-28575"/>
              <a:ext cx="1410398" cy="317417"/>
            </a:xfrm>
            <a:prstGeom prst="rect">
              <a:avLst/>
            </a:prstGeom>
          </p:spPr>
          <p:txBody>
            <a:bodyPr lIns="40638" tIns="40638" rIns="40638" bIns="40638" rtlCol="0" anchor="ctr"/>
            <a:lstStyle/>
            <a:p>
              <a:pPr algn="ctr">
                <a:lnSpc>
                  <a:spcPts val="2016"/>
                </a:lnSpc>
              </a:pPr>
              <a:endParaRPr sz="1088"/>
            </a:p>
          </p:txBody>
        </p:sp>
      </p:grpSp>
      <p:sp>
        <p:nvSpPr>
          <p:cNvPr id="61" name="Freeform 61">
            <a:hlinkClick r:id="rId25" action="ppaction://hlinksldjump"/>
          </p:cNvPr>
          <p:cNvSpPr/>
          <p:nvPr/>
        </p:nvSpPr>
        <p:spPr>
          <a:xfrm>
            <a:off x="9612112" y="-89747"/>
            <a:ext cx="492592" cy="492592"/>
          </a:xfrm>
          <a:custGeom>
            <a:avLst/>
            <a:gdLst/>
            <a:ahLst/>
            <a:cxnLst/>
            <a:rect l="l" t="t" r="r" b="b"/>
            <a:pathLst>
              <a:path w="615767" h="615767">
                <a:moveTo>
                  <a:pt x="0" y="0"/>
                </a:moveTo>
                <a:lnTo>
                  <a:pt x="615767" y="0"/>
                </a:lnTo>
                <a:lnTo>
                  <a:pt x="615767" y="615767"/>
                </a:lnTo>
                <a:lnTo>
                  <a:pt x="0" y="615767"/>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txBody>
          <a:bodyPr/>
          <a:lstStyle/>
          <a:p>
            <a:endParaRPr lang="en-SG" sz="1088"/>
          </a:p>
        </p:txBody>
      </p:sp>
      <p:grpSp>
        <p:nvGrpSpPr>
          <p:cNvPr id="62" name="Group 62"/>
          <p:cNvGrpSpPr/>
          <p:nvPr/>
        </p:nvGrpSpPr>
        <p:grpSpPr>
          <a:xfrm>
            <a:off x="3738481" y="6297246"/>
            <a:ext cx="1997447" cy="797093"/>
            <a:chOff x="0" y="0"/>
            <a:chExt cx="710235" cy="283423"/>
          </a:xfrm>
        </p:grpSpPr>
        <p:sp>
          <p:nvSpPr>
            <p:cNvPr id="63" name="Freeform 63"/>
            <p:cNvSpPr/>
            <p:nvPr/>
          </p:nvSpPr>
          <p:spPr>
            <a:xfrm>
              <a:off x="0" y="0"/>
              <a:ext cx="710235" cy="283423"/>
            </a:xfrm>
            <a:custGeom>
              <a:avLst/>
              <a:gdLst/>
              <a:ahLst/>
              <a:cxnLst/>
              <a:rect l="l" t="t" r="r" b="b"/>
              <a:pathLst>
                <a:path w="710235" h="283423">
                  <a:moveTo>
                    <a:pt x="99219" y="0"/>
                  </a:moveTo>
                  <a:lnTo>
                    <a:pt x="611016" y="0"/>
                  </a:lnTo>
                  <a:cubicBezTo>
                    <a:pt x="637330" y="0"/>
                    <a:pt x="662567" y="10453"/>
                    <a:pt x="681174" y="29061"/>
                  </a:cubicBezTo>
                  <a:cubicBezTo>
                    <a:pt x="699781" y="47668"/>
                    <a:pt x="710235" y="72904"/>
                    <a:pt x="710235" y="99219"/>
                  </a:cubicBezTo>
                  <a:lnTo>
                    <a:pt x="710235" y="184204"/>
                  </a:lnTo>
                  <a:cubicBezTo>
                    <a:pt x="710235" y="210519"/>
                    <a:pt x="699781" y="235756"/>
                    <a:pt x="681174" y="254363"/>
                  </a:cubicBezTo>
                  <a:cubicBezTo>
                    <a:pt x="662567" y="272970"/>
                    <a:pt x="637330" y="283423"/>
                    <a:pt x="611016" y="283423"/>
                  </a:cubicBezTo>
                  <a:lnTo>
                    <a:pt x="99219" y="283423"/>
                  </a:lnTo>
                  <a:cubicBezTo>
                    <a:pt x="72904" y="283423"/>
                    <a:pt x="47668" y="272970"/>
                    <a:pt x="29061" y="254363"/>
                  </a:cubicBezTo>
                  <a:cubicBezTo>
                    <a:pt x="10453" y="235756"/>
                    <a:pt x="0" y="210519"/>
                    <a:pt x="0" y="184204"/>
                  </a:cubicBezTo>
                  <a:lnTo>
                    <a:pt x="0" y="99219"/>
                  </a:lnTo>
                  <a:cubicBezTo>
                    <a:pt x="0" y="72904"/>
                    <a:pt x="10453" y="47668"/>
                    <a:pt x="29061" y="29061"/>
                  </a:cubicBezTo>
                  <a:cubicBezTo>
                    <a:pt x="47668" y="10453"/>
                    <a:pt x="72904" y="0"/>
                    <a:pt x="99219" y="0"/>
                  </a:cubicBezTo>
                  <a:close/>
                </a:path>
              </a:pathLst>
            </a:custGeom>
            <a:solidFill>
              <a:srgbClr val="F34336"/>
            </a:solidFill>
          </p:spPr>
          <p:txBody>
            <a:bodyPr/>
            <a:lstStyle/>
            <a:p>
              <a:endParaRPr lang="en-SG" sz="1088"/>
            </a:p>
          </p:txBody>
        </p:sp>
        <p:sp>
          <p:nvSpPr>
            <p:cNvPr id="64" name="TextBox 64"/>
            <p:cNvSpPr txBox="1"/>
            <p:nvPr/>
          </p:nvSpPr>
          <p:spPr>
            <a:xfrm>
              <a:off x="0" y="-28575"/>
              <a:ext cx="710235" cy="311998"/>
            </a:xfrm>
            <a:prstGeom prst="rect">
              <a:avLst/>
            </a:prstGeom>
          </p:spPr>
          <p:txBody>
            <a:bodyPr lIns="40638" tIns="40638" rIns="40638" bIns="40638" rtlCol="0" anchor="ctr"/>
            <a:lstStyle/>
            <a:p>
              <a:pPr algn="ctr">
                <a:lnSpc>
                  <a:spcPts val="2016"/>
                </a:lnSpc>
              </a:pPr>
              <a:endParaRPr sz="1088"/>
            </a:p>
          </p:txBody>
        </p:sp>
      </p:grpSp>
      <p:grpSp>
        <p:nvGrpSpPr>
          <p:cNvPr id="65" name="Group 65"/>
          <p:cNvGrpSpPr/>
          <p:nvPr/>
        </p:nvGrpSpPr>
        <p:grpSpPr>
          <a:xfrm>
            <a:off x="5929681" y="6315759"/>
            <a:ext cx="2075572" cy="778581"/>
            <a:chOff x="0" y="0"/>
            <a:chExt cx="738014" cy="276841"/>
          </a:xfrm>
        </p:grpSpPr>
        <p:sp>
          <p:nvSpPr>
            <p:cNvPr id="66" name="Freeform 66"/>
            <p:cNvSpPr/>
            <p:nvPr/>
          </p:nvSpPr>
          <p:spPr>
            <a:xfrm>
              <a:off x="0" y="0"/>
              <a:ext cx="738014" cy="276841"/>
            </a:xfrm>
            <a:custGeom>
              <a:avLst/>
              <a:gdLst/>
              <a:ahLst/>
              <a:cxnLst/>
              <a:rect l="l" t="t" r="r" b="b"/>
              <a:pathLst>
                <a:path w="738014" h="276841">
                  <a:moveTo>
                    <a:pt x="95484" y="0"/>
                  </a:moveTo>
                  <a:lnTo>
                    <a:pt x="642529" y="0"/>
                  </a:lnTo>
                  <a:cubicBezTo>
                    <a:pt x="667853" y="0"/>
                    <a:pt x="692140" y="10060"/>
                    <a:pt x="710047" y="27967"/>
                  </a:cubicBezTo>
                  <a:cubicBezTo>
                    <a:pt x="727954" y="45873"/>
                    <a:pt x="738014" y="70160"/>
                    <a:pt x="738014" y="95484"/>
                  </a:cubicBezTo>
                  <a:lnTo>
                    <a:pt x="738014" y="181357"/>
                  </a:lnTo>
                  <a:cubicBezTo>
                    <a:pt x="738014" y="206681"/>
                    <a:pt x="727954" y="230968"/>
                    <a:pt x="710047" y="248874"/>
                  </a:cubicBezTo>
                  <a:cubicBezTo>
                    <a:pt x="692140" y="266781"/>
                    <a:pt x="667853" y="276841"/>
                    <a:pt x="642529" y="276841"/>
                  </a:cubicBezTo>
                  <a:lnTo>
                    <a:pt x="95484" y="276841"/>
                  </a:lnTo>
                  <a:cubicBezTo>
                    <a:pt x="42750" y="276841"/>
                    <a:pt x="0" y="234091"/>
                    <a:pt x="0" y="181357"/>
                  </a:cubicBezTo>
                  <a:lnTo>
                    <a:pt x="0" y="95484"/>
                  </a:lnTo>
                  <a:cubicBezTo>
                    <a:pt x="0" y="70160"/>
                    <a:pt x="10060" y="45873"/>
                    <a:pt x="27967" y="27967"/>
                  </a:cubicBezTo>
                  <a:cubicBezTo>
                    <a:pt x="45873" y="10060"/>
                    <a:pt x="70160" y="0"/>
                    <a:pt x="95484" y="0"/>
                  </a:cubicBezTo>
                  <a:close/>
                </a:path>
              </a:pathLst>
            </a:custGeom>
            <a:solidFill>
              <a:srgbClr val="F34336"/>
            </a:solidFill>
          </p:spPr>
          <p:txBody>
            <a:bodyPr/>
            <a:lstStyle/>
            <a:p>
              <a:endParaRPr lang="en-SG" sz="1088"/>
            </a:p>
          </p:txBody>
        </p:sp>
        <p:sp>
          <p:nvSpPr>
            <p:cNvPr id="67" name="TextBox 67"/>
            <p:cNvSpPr txBox="1"/>
            <p:nvPr/>
          </p:nvSpPr>
          <p:spPr>
            <a:xfrm>
              <a:off x="0" y="-28575"/>
              <a:ext cx="738014" cy="305416"/>
            </a:xfrm>
            <a:prstGeom prst="rect">
              <a:avLst/>
            </a:prstGeom>
          </p:spPr>
          <p:txBody>
            <a:bodyPr lIns="40638" tIns="40638" rIns="40638" bIns="40638" rtlCol="0" anchor="ctr"/>
            <a:lstStyle/>
            <a:p>
              <a:pPr algn="ctr">
                <a:lnSpc>
                  <a:spcPts val="2016"/>
                </a:lnSpc>
              </a:pPr>
              <a:endParaRPr sz="1088"/>
            </a:p>
          </p:txBody>
        </p:sp>
      </p:grpSp>
      <p:grpSp>
        <p:nvGrpSpPr>
          <p:cNvPr id="68" name="Group 68"/>
          <p:cNvGrpSpPr/>
          <p:nvPr/>
        </p:nvGrpSpPr>
        <p:grpSpPr>
          <a:xfrm>
            <a:off x="8199005" y="6315759"/>
            <a:ext cx="1869822" cy="778581"/>
            <a:chOff x="0" y="0"/>
            <a:chExt cx="664855" cy="276841"/>
          </a:xfrm>
        </p:grpSpPr>
        <p:sp>
          <p:nvSpPr>
            <p:cNvPr id="69" name="Freeform 69"/>
            <p:cNvSpPr/>
            <p:nvPr/>
          </p:nvSpPr>
          <p:spPr>
            <a:xfrm>
              <a:off x="0" y="0"/>
              <a:ext cx="664855" cy="276841"/>
            </a:xfrm>
            <a:custGeom>
              <a:avLst/>
              <a:gdLst/>
              <a:ahLst/>
              <a:cxnLst/>
              <a:rect l="l" t="t" r="r" b="b"/>
              <a:pathLst>
                <a:path w="664855" h="276841">
                  <a:moveTo>
                    <a:pt x="105991" y="0"/>
                  </a:moveTo>
                  <a:lnTo>
                    <a:pt x="558864" y="0"/>
                  </a:lnTo>
                  <a:cubicBezTo>
                    <a:pt x="617401" y="0"/>
                    <a:pt x="664855" y="47454"/>
                    <a:pt x="664855" y="105991"/>
                  </a:cubicBezTo>
                  <a:lnTo>
                    <a:pt x="664855" y="170850"/>
                  </a:lnTo>
                  <a:cubicBezTo>
                    <a:pt x="664855" y="229387"/>
                    <a:pt x="617401" y="276841"/>
                    <a:pt x="558864" y="276841"/>
                  </a:cubicBezTo>
                  <a:lnTo>
                    <a:pt x="105991" y="276841"/>
                  </a:lnTo>
                  <a:cubicBezTo>
                    <a:pt x="47454" y="276841"/>
                    <a:pt x="0" y="229387"/>
                    <a:pt x="0" y="170850"/>
                  </a:cubicBezTo>
                  <a:lnTo>
                    <a:pt x="0" y="105991"/>
                  </a:lnTo>
                  <a:cubicBezTo>
                    <a:pt x="0" y="47454"/>
                    <a:pt x="47454" y="0"/>
                    <a:pt x="105991" y="0"/>
                  </a:cubicBezTo>
                  <a:close/>
                </a:path>
              </a:pathLst>
            </a:custGeom>
            <a:solidFill>
              <a:srgbClr val="F34336"/>
            </a:solidFill>
          </p:spPr>
          <p:txBody>
            <a:bodyPr/>
            <a:lstStyle/>
            <a:p>
              <a:endParaRPr lang="en-SG" sz="1088"/>
            </a:p>
          </p:txBody>
        </p:sp>
        <p:sp>
          <p:nvSpPr>
            <p:cNvPr id="70" name="TextBox 70"/>
            <p:cNvSpPr txBox="1"/>
            <p:nvPr/>
          </p:nvSpPr>
          <p:spPr>
            <a:xfrm>
              <a:off x="0" y="-28575"/>
              <a:ext cx="664855" cy="305416"/>
            </a:xfrm>
            <a:prstGeom prst="rect">
              <a:avLst/>
            </a:prstGeom>
          </p:spPr>
          <p:txBody>
            <a:bodyPr lIns="40638" tIns="40638" rIns="40638" bIns="40638" rtlCol="0" anchor="ctr"/>
            <a:lstStyle/>
            <a:p>
              <a:pPr algn="ctr">
                <a:lnSpc>
                  <a:spcPts val="2016"/>
                </a:lnSpc>
              </a:pPr>
              <a:endParaRPr sz="1088"/>
            </a:p>
          </p:txBody>
        </p:sp>
      </p:grpSp>
      <p:grpSp>
        <p:nvGrpSpPr>
          <p:cNvPr id="71" name="Group 71"/>
          <p:cNvGrpSpPr/>
          <p:nvPr/>
        </p:nvGrpSpPr>
        <p:grpSpPr>
          <a:xfrm>
            <a:off x="3860669" y="5025164"/>
            <a:ext cx="6330349" cy="1130108"/>
            <a:chOff x="0" y="0"/>
            <a:chExt cx="2250890" cy="401834"/>
          </a:xfrm>
        </p:grpSpPr>
        <p:sp>
          <p:nvSpPr>
            <p:cNvPr id="72" name="Freeform 72"/>
            <p:cNvSpPr/>
            <p:nvPr/>
          </p:nvSpPr>
          <p:spPr>
            <a:xfrm>
              <a:off x="0" y="0"/>
              <a:ext cx="2250890" cy="401834"/>
            </a:xfrm>
            <a:custGeom>
              <a:avLst/>
              <a:gdLst/>
              <a:ahLst/>
              <a:cxnLst/>
              <a:rect l="l" t="t" r="r" b="b"/>
              <a:pathLst>
                <a:path w="2250890" h="401834">
                  <a:moveTo>
                    <a:pt x="41090" y="0"/>
                  </a:moveTo>
                  <a:lnTo>
                    <a:pt x="2209799" y="0"/>
                  </a:lnTo>
                  <a:cubicBezTo>
                    <a:pt x="2220697" y="0"/>
                    <a:pt x="2231149" y="4329"/>
                    <a:pt x="2238855" y="12035"/>
                  </a:cubicBezTo>
                  <a:cubicBezTo>
                    <a:pt x="2246561" y="19741"/>
                    <a:pt x="2250890" y="30193"/>
                    <a:pt x="2250890" y="41090"/>
                  </a:cubicBezTo>
                  <a:lnTo>
                    <a:pt x="2250890" y="360743"/>
                  </a:lnTo>
                  <a:cubicBezTo>
                    <a:pt x="2250890" y="371641"/>
                    <a:pt x="2246561" y="382093"/>
                    <a:pt x="2238855" y="389799"/>
                  </a:cubicBezTo>
                  <a:cubicBezTo>
                    <a:pt x="2231149" y="397505"/>
                    <a:pt x="2220697" y="401834"/>
                    <a:pt x="2209799" y="401834"/>
                  </a:cubicBezTo>
                  <a:lnTo>
                    <a:pt x="41090" y="401834"/>
                  </a:lnTo>
                  <a:cubicBezTo>
                    <a:pt x="30193" y="401834"/>
                    <a:pt x="19741" y="397505"/>
                    <a:pt x="12035" y="389799"/>
                  </a:cubicBezTo>
                  <a:cubicBezTo>
                    <a:pt x="4329" y="382093"/>
                    <a:pt x="0" y="371641"/>
                    <a:pt x="0" y="360743"/>
                  </a:cubicBezTo>
                  <a:lnTo>
                    <a:pt x="0" y="41090"/>
                  </a:lnTo>
                  <a:cubicBezTo>
                    <a:pt x="0" y="30193"/>
                    <a:pt x="4329" y="19741"/>
                    <a:pt x="12035" y="12035"/>
                  </a:cubicBezTo>
                  <a:cubicBezTo>
                    <a:pt x="19741" y="4329"/>
                    <a:pt x="30193" y="0"/>
                    <a:pt x="41090" y="0"/>
                  </a:cubicBezTo>
                  <a:close/>
                </a:path>
              </a:pathLst>
            </a:custGeom>
            <a:solidFill>
              <a:srgbClr val="FFC431">
                <a:alpha val="66667"/>
              </a:srgbClr>
            </a:solidFill>
            <a:ln cap="rnd">
              <a:noFill/>
              <a:prstDash val="solid"/>
              <a:round/>
            </a:ln>
          </p:spPr>
          <p:txBody>
            <a:bodyPr/>
            <a:lstStyle/>
            <a:p>
              <a:endParaRPr lang="en-SG" sz="1088"/>
            </a:p>
          </p:txBody>
        </p:sp>
        <p:sp>
          <p:nvSpPr>
            <p:cNvPr id="73" name="TextBox 73"/>
            <p:cNvSpPr txBox="1"/>
            <p:nvPr/>
          </p:nvSpPr>
          <p:spPr>
            <a:xfrm>
              <a:off x="0" y="-28575"/>
              <a:ext cx="2250890" cy="430409"/>
            </a:xfrm>
            <a:prstGeom prst="rect">
              <a:avLst/>
            </a:prstGeom>
          </p:spPr>
          <p:txBody>
            <a:bodyPr lIns="40638" tIns="40638" rIns="40638" bIns="40638" rtlCol="0" anchor="ctr"/>
            <a:lstStyle/>
            <a:p>
              <a:pPr algn="ctr">
                <a:lnSpc>
                  <a:spcPts val="2016"/>
                </a:lnSpc>
                <a:spcBef>
                  <a:spcPct val="0"/>
                </a:spcBef>
              </a:pPr>
              <a:endParaRPr sz="1088"/>
            </a:p>
          </p:txBody>
        </p:sp>
      </p:grpSp>
      <p:sp>
        <p:nvSpPr>
          <p:cNvPr id="74" name="TextBox 74"/>
          <p:cNvSpPr txBox="1"/>
          <p:nvPr/>
        </p:nvSpPr>
        <p:spPr>
          <a:xfrm>
            <a:off x="3798492" y="5068941"/>
            <a:ext cx="6206799" cy="615553"/>
          </a:xfrm>
          <a:prstGeom prst="rect">
            <a:avLst/>
          </a:prstGeom>
        </p:spPr>
        <p:txBody>
          <a:bodyPr wrap="square" lIns="0" tIns="0" rIns="0" bIns="0" rtlCol="0" anchor="t">
            <a:spAutoFit/>
          </a:bodyPr>
          <a:lstStyle/>
          <a:p>
            <a:pPr algn="ctr">
              <a:lnSpc>
                <a:spcPts val="1584"/>
              </a:lnSpc>
            </a:pPr>
            <a:r>
              <a:rPr lang="en-US" sz="1440" dirty="0">
                <a:solidFill>
                  <a:srgbClr val="000000"/>
                </a:solidFill>
                <a:latin typeface="Roboto Mono"/>
                <a:ea typeface="Roboto Mono"/>
                <a:cs typeface="Roboto Mono"/>
                <a:sym typeface="Roboto Mono"/>
              </a:rPr>
              <a:t>Quick Tip: </a:t>
            </a:r>
          </a:p>
          <a:p>
            <a:pPr algn="ctr">
              <a:lnSpc>
                <a:spcPts val="1584"/>
              </a:lnSpc>
            </a:pPr>
            <a:r>
              <a:rPr lang="en-US" sz="1440" dirty="0">
                <a:solidFill>
                  <a:srgbClr val="000000"/>
                </a:solidFill>
                <a:latin typeface="Roboto Mono"/>
                <a:ea typeface="Roboto Mono"/>
                <a:cs typeface="Roboto Mono"/>
                <a:sym typeface="Roboto Mono"/>
              </a:rPr>
              <a:t>You may add places you like to ‘</a:t>
            </a:r>
            <a:r>
              <a:rPr lang="en-US" sz="1440" dirty="0" err="1">
                <a:solidFill>
                  <a:srgbClr val="000000"/>
                </a:solidFill>
                <a:latin typeface="Roboto Mono"/>
                <a:ea typeface="Roboto Mono"/>
                <a:cs typeface="Roboto Mono"/>
                <a:sym typeface="Roboto Mono"/>
              </a:rPr>
              <a:t>Favourites</a:t>
            </a:r>
            <a:r>
              <a:rPr lang="en-US" sz="1440" dirty="0">
                <a:solidFill>
                  <a:srgbClr val="000000"/>
                </a:solidFill>
                <a:latin typeface="Roboto Mono"/>
                <a:ea typeface="Roboto Mono"/>
                <a:cs typeface="Roboto Mono"/>
                <a:sym typeface="Roboto Mono"/>
              </a:rPr>
              <a:t>  ’ to plan your trip quickly. </a:t>
            </a:r>
          </a:p>
        </p:txBody>
      </p:sp>
      <p:sp>
        <p:nvSpPr>
          <p:cNvPr id="75" name="Freeform 75"/>
          <p:cNvSpPr/>
          <p:nvPr/>
        </p:nvSpPr>
        <p:spPr>
          <a:xfrm>
            <a:off x="8623577" y="5303603"/>
            <a:ext cx="184244" cy="153844"/>
          </a:xfrm>
          <a:custGeom>
            <a:avLst/>
            <a:gdLst/>
            <a:ahLst/>
            <a:cxnLst/>
            <a:rect l="l" t="t" r="r" b="b"/>
            <a:pathLst>
              <a:path w="230315" h="192313">
                <a:moveTo>
                  <a:pt x="0" y="0"/>
                </a:moveTo>
                <a:lnTo>
                  <a:pt x="230315" y="0"/>
                </a:lnTo>
                <a:lnTo>
                  <a:pt x="230315" y="192313"/>
                </a:lnTo>
                <a:lnTo>
                  <a:pt x="0" y="192313"/>
                </a:lnTo>
                <a:lnTo>
                  <a:pt x="0" y="0"/>
                </a:lnTo>
                <a:close/>
              </a:path>
            </a:pathLst>
          </a:custGeom>
          <a:blipFill>
            <a:blip r:embed="rId19">
              <a:extLst>
                <a:ext uri="{96DAC541-7B7A-43D3-8B79-37D633B846F1}">
                  <asvg:svgBlip xmlns:asvg="http://schemas.microsoft.com/office/drawing/2016/SVG/main" r:embed="rId20"/>
                </a:ext>
              </a:extLst>
            </a:blip>
            <a:stretch>
              <a:fillRect/>
            </a:stretch>
          </a:blipFill>
          <a:ln cap="sq">
            <a:noFill/>
            <a:prstDash val="solid"/>
            <a:miter/>
          </a:ln>
        </p:spPr>
        <p:txBody>
          <a:bodyPr/>
          <a:lstStyle/>
          <a:p>
            <a:endParaRPr lang="en-SG" sz="1088"/>
          </a:p>
        </p:txBody>
      </p:sp>
      <p:sp>
        <p:nvSpPr>
          <p:cNvPr id="76" name="Freeform 76"/>
          <p:cNvSpPr/>
          <p:nvPr/>
        </p:nvSpPr>
        <p:spPr>
          <a:xfrm>
            <a:off x="3860669" y="4345147"/>
            <a:ext cx="960642" cy="839361"/>
          </a:xfrm>
          <a:custGeom>
            <a:avLst/>
            <a:gdLst/>
            <a:ahLst/>
            <a:cxnLst/>
            <a:rect l="l" t="t" r="r" b="b"/>
            <a:pathLst>
              <a:path w="1200855" h="1049247">
                <a:moveTo>
                  <a:pt x="0" y="0"/>
                </a:moveTo>
                <a:lnTo>
                  <a:pt x="1200855" y="0"/>
                </a:lnTo>
                <a:lnTo>
                  <a:pt x="1200855" y="1049246"/>
                </a:lnTo>
                <a:lnTo>
                  <a:pt x="0" y="1049246"/>
                </a:lnTo>
                <a:lnTo>
                  <a:pt x="0" y="0"/>
                </a:lnTo>
                <a:close/>
              </a:path>
            </a:pathLst>
          </a:custGeom>
          <a:blipFill>
            <a:blip r:embed="rId28"/>
            <a:stretch>
              <a:fillRect/>
            </a:stretch>
          </a:blipFill>
          <a:ln cap="sq">
            <a:noFill/>
            <a:prstDash val="solid"/>
            <a:miter/>
          </a:ln>
        </p:spPr>
        <p:txBody>
          <a:bodyPr/>
          <a:lstStyle/>
          <a:p>
            <a:endParaRPr lang="en-SG" sz="1088"/>
          </a:p>
        </p:txBody>
      </p:sp>
      <p:sp>
        <p:nvSpPr>
          <p:cNvPr id="77" name="Freeform 77"/>
          <p:cNvSpPr/>
          <p:nvPr/>
        </p:nvSpPr>
        <p:spPr>
          <a:xfrm>
            <a:off x="8928072" y="6347377"/>
            <a:ext cx="357671" cy="357671"/>
          </a:xfrm>
          <a:custGeom>
            <a:avLst/>
            <a:gdLst/>
            <a:ahLst/>
            <a:cxnLst/>
            <a:rect l="l" t="t" r="r" b="b"/>
            <a:pathLst>
              <a:path w="447108" h="447108">
                <a:moveTo>
                  <a:pt x="0" y="0"/>
                </a:moveTo>
                <a:lnTo>
                  <a:pt x="447107" y="0"/>
                </a:lnTo>
                <a:lnTo>
                  <a:pt x="447107" y="447108"/>
                </a:lnTo>
                <a:lnTo>
                  <a:pt x="0" y="447108"/>
                </a:lnTo>
                <a:lnTo>
                  <a:pt x="0" y="0"/>
                </a:lnTo>
                <a:close/>
              </a:path>
            </a:pathLst>
          </a:custGeom>
          <a:blipFill>
            <a:blip r:embed="rId29">
              <a:extLst>
                <a:ext uri="{96DAC541-7B7A-43D3-8B79-37D633B846F1}">
                  <asvg:svgBlip xmlns:asvg="http://schemas.microsoft.com/office/drawing/2016/SVG/main" r:embed="rId30"/>
                </a:ext>
              </a:extLst>
            </a:blip>
            <a:stretch>
              <a:fillRect/>
            </a:stretch>
          </a:blipFill>
        </p:spPr>
        <p:txBody>
          <a:bodyPr/>
          <a:lstStyle/>
          <a:p>
            <a:endParaRPr lang="en-SG" sz="1088"/>
          </a:p>
        </p:txBody>
      </p:sp>
      <p:sp>
        <p:nvSpPr>
          <p:cNvPr id="78" name="Freeform 78"/>
          <p:cNvSpPr/>
          <p:nvPr/>
        </p:nvSpPr>
        <p:spPr>
          <a:xfrm>
            <a:off x="6897922" y="6450641"/>
            <a:ext cx="254409" cy="254409"/>
          </a:xfrm>
          <a:custGeom>
            <a:avLst/>
            <a:gdLst/>
            <a:ahLst/>
            <a:cxnLst/>
            <a:rect l="l" t="t" r="r" b="b"/>
            <a:pathLst>
              <a:path w="318025" h="318025">
                <a:moveTo>
                  <a:pt x="0" y="0"/>
                </a:moveTo>
                <a:lnTo>
                  <a:pt x="318025" y="0"/>
                </a:lnTo>
                <a:lnTo>
                  <a:pt x="318025" y="318025"/>
                </a:lnTo>
                <a:lnTo>
                  <a:pt x="0" y="318025"/>
                </a:lnTo>
                <a:lnTo>
                  <a:pt x="0" y="0"/>
                </a:lnTo>
                <a:close/>
              </a:path>
            </a:pathLst>
          </a:custGeom>
          <a:blipFill>
            <a:blip r:embed="rId31">
              <a:extLst>
                <a:ext uri="{96DAC541-7B7A-43D3-8B79-37D633B846F1}">
                  <asvg:svgBlip xmlns:asvg="http://schemas.microsoft.com/office/drawing/2016/SVG/main" r:embed="rId32"/>
                </a:ext>
              </a:extLst>
            </a:blip>
            <a:stretch>
              <a:fillRect/>
            </a:stretch>
          </a:blipFill>
        </p:spPr>
        <p:txBody>
          <a:bodyPr/>
          <a:lstStyle/>
          <a:p>
            <a:endParaRPr lang="en-SG" sz="1088"/>
          </a:p>
        </p:txBody>
      </p:sp>
      <p:sp>
        <p:nvSpPr>
          <p:cNvPr id="79" name="Freeform 79"/>
          <p:cNvSpPr/>
          <p:nvPr/>
        </p:nvSpPr>
        <p:spPr>
          <a:xfrm>
            <a:off x="4491882" y="6441385"/>
            <a:ext cx="420510" cy="254409"/>
          </a:xfrm>
          <a:custGeom>
            <a:avLst/>
            <a:gdLst/>
            <a:ahLst/>
            <a:cxnLst/>
            <a:rect l="l" t="t" r="r" b="b"/>
            <a:pathLst>
              <a:path w="525661" h="318025">
                <a:moveTo>
                  <a:pt x="0" y="0"/>
                </a:moveTo>
                <a:lnTo>
                  <a:pt x="525661" y="0"/>
                </a:lnTo>
                <a:lnTo>
                  <a:pt x="525661" y="318025"/>
                </a:lnTo>
                <a:lnTo>
                  <a:pt x="0" y="318025"/>
                </a:lnTo>
                <a:lnTo>
                  <a:pt x="0" y="0"/>
                </a:lnTo>
                <a:close/>
              </a:path>
            </a:pathLst>
          </a:custGeom>
          <a:blipFill>
            <a:blip r:embed="rId33">
              <a:extLst>
                <a:ext uri="{96DAC541-7B7A-43D3-8B79-37D633B846F1}">
                  <asvg:svgBlip xmlns:asvg="http://schemas.microsoft.com/office/drawing/2016/SVG/main" r:embed="rId34"/>
                </a:ext>
              </a:extLst>
            </a:blip>
            <a:stretch>
              <a:fillRect/>
            </a:stretch>
          </a:blipFill>
        </p:spPr>
        <p:txBody>
          <a:bodyPr/>
          <a:lstStyle/>
          <a:p>
            <a:endParaRPr lang="en-SG" sz="1088"/>
          </a:p>
        </p:txBody>
      </p:sp>
      <p:grpSp>
        <p:nvGrpSpPr>
          <p:cNvPr id="80" name="Group 80"/>
          <p:cNvGrpSpPr/>
          <p:nvPr/>
        </p:nvGrpSpPr>
        <p:grpSpPr>
          <a:xfrm>
            <a:off x="3571120" y="570508"/>
            <a:ext cx="105455" cy="7887829"/>
            <a:chOff x="0" y="0"/>
            <a:chExt cx="37497" cy="2804685"/>
          </a:xfrm>
        </p:grpSpPr>
        <p:sp>
          <p:nvSpPr>
            <p:cNvPr id="81" name="Freeform 81"/>
            <p:cNvSpPr/>
            <p:nvPr/>
          </p:nvSpPr>
          <p:spPr>
            <a:xfrm>
              <a:off x="0" y="0"/>
              <a:ext cx="37497" cy="2804685"/>
            </a:xfrm>
            <a:custGeom>
              <a:avLst/>
              <a:gdLst/>
              <a:ahLst/>
              <a:cxnLst/>
              <a:rect l="l" t="t" r="r" b="b"/>
              <a:pathLst>
                <a:path w="37497" h="2804685">
                  <a:moveTo>
                    <a:pt x="0" y="0"/>
                  </a:moveTo>
                  <a:lnTo>
                    <a:pt x="37497" y="0"/>
                  </a:lnTo>
                  <a:lnTo>
                    <a:pt x="37497" y="2804685"/>
                  </a:lnTo>
                  <a:lnTo>
                    <a:pt x="0" y="2804685"/>
                  </a:lnTo>
                  <a:close/>
                </a:path>
              </a:pathLst>
            </a:custGeom>
            <a:solidFill>
              <a:srgbClr val="FDFDFD"/>
            </a:solidFill>
            <a:ln w="9525" cap="sq">
              <a:solidFill>
                <a:srgbClr val="000000"/>
              </a:solidFill>
              <a:prstDash val="solid"/>
              <a:miter/>
            </a:ln>
          </p:spPr>
          <p:txBody>
            <a:bodyPr/>
            <a:lstStyle/>
            <a:p>
              <a:endParaRPr lang="en-SG" sz="1088"/>
            </a:p>
          </p:txBody>
        </p:sp>
        <p:sp>
          <p:nvSpPr>
            <p:cNvPr id="82" name="TextBox 82"/>
            <p:cNvSpPr txBox="1"/>
            <p:nvPr/>
          </p:nvSpPr>
          <p:spPr>
            <a:xfrm>
              <a:off x="0" y="-28575"/>
              <a:ext cx="37497" cy="2833260"/>
            </a:xfrm>
            <a:prstGeom prst="rect">
              <a:avLst/>
            </a:prstGeom>
          </p:spPr>
          <p:txBody>
            <a:bodyPr lIns="40638" tIns="40638" rIns="40638" bIns="40638" rtlCol="0" anchor="ctr"/>
            <a:lstStyle/>
            <a:p>
              <a:pPr algn="ctr">
                <a:lnSpc>
                  <a:spcPts val="2016"/>
                </a:lnSpc>
              </a:pPr>
              <a:endParaRPr sz="1088"/>
            </a:p>
          </p:txBody>
        </p:sp>
      </p:grpSp>
      <p:grpSp>
        <p:nvGrpSpPr>
          <p:cNvPr id="83" name="Group 83"/>
          <p:cNvGrpSpPr/>
          <p:nvPr/>
        </p:nvGrpSpPr>
        <p:grpSpPr>
          <a:xfrm>
            <a:off x="3571122" y="2206140"/>
            <a:ext cx="99056" cy="1284383"/>
            <a:chOff x="0" y="0"/>
            <a:chExt cx="35221" cy="456690"/>
          </a:xfrm>
        </p:grpSpPr>
        <p:sp>
          <p:nvSpPr>
            <p:cNvPr id="84" name="Freeform 84"/>
            <p:cNvSpPr/>
            <p:nvPr/>
          </p:nvSpPr>
          <p:spPr>
            <a:xfrm>
              <a:off x="0" y="0"/>
              <a:ext cx="35221" cy="456690"/>
            </a:xfrm>
            <a:custGeom>
              <a:avLst/>
              <a:gdLst/>
              <a:ahLst/>
              <a:cxnLst/>
              <a:rect l="l" t="t" r="r" b="b"/>
              <a:pathLst>
                <a:path w="35221" h="456690">
                  <a:moveTo>
                    <a:pt x="0" y="0"/>
                  </a:moveTo>
                  <a:lnTo>
                    <a:pt x="35221" y="0"/>
                  </a:lnTo>
                  <a:lnTo>
                    <a:pt x="35221" y="456690"/>
                  </a:lnTo>
                  <a:lnTo>
                    <a:pt x="0" y="456690"/>
                  </a:lnTo>
                  <a:close/>
                </a:path>
              </a:pathLst>
            </a:custGeom>
            <a:solidFill>
              <a:srgbClr val="F34336"/>
            </a:solidFill>
            <a:ln cap="sq">
              <a:noFill/>
              <a:prstDash val="solid"/>
              <a:miter/>
            </a:ln>
          </p:spPr>
          <p:txBody>
            <a:bodyPr/>
            <a:lstStyle/>
            <a:p>
              <a:endParaRPr lang="en-SG" sz="1088"/>
            </a:p>
          </p:txBody>
        </p:sp>
        <p:sp>
          <p:nvSpPr>
            <p:cNvPr id="85" name="TextBox 85"/>
            <p:cNvSpPr txBox="1"/>
            <p:nvPr/>
          </p:nvSpPr>
          <p:spPr>
            <a:xfrm>
              <a:off x="0" y="-28575"/>
              <a:ext cx="35221" cy="485265"/>
            </a:xfrm>
            <a:prstGeom prst="rect">
              <a:avLst/>
            </a:prstGeom>
          </p:spPr>
          <p:txBody>
            <a:bodyPr lIns="40638" tIns="40638" rIns="40638" bIns="40638" rtlCol="0" anchor="ctr"/>
            <a:lstStyle/>
            <a:p>
              <a:pPr algn="ctr">
                <a:lnSpc>
                  <a:spcPts val="2016"/>
                </a:lnSpc>
              </a:pPr>
              <a:endParaRPr sz="1088"/>
            </a:p>
          </p:txBody>
        </p:sp>
      </p:grpSp>
      <p:grpSp>
        <p:nvGrpSpPr>
          <p:cNvPr id="86" name="Group 86"/>
          <p:cNvGrpSpPr/>
          <p:nvPr/>
        </p:nvGrpSpPr>
        <p:grpSpPr>
          <a:xfrm>
            <a:off x="3571120" y="572833"/>
            <a:ext cx="105455" cy="304554"/>
            <a:chOff x="0" y="0"/>
            <a:chExt cx="37497" cy="108291"/>
          </a:xfrm>
        </p:grpSpPr>
        <p:sp>
          <p:nvSpPr>
            <p:cNvPr id="87" name="Freeform 87"/>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88" name="TextBox 88"/>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89" name="Group 89"/>
          <p:cNvGrpSpPr/>
          <p:nvPr/>
        </p:nvGrpSpPr>
        <p:grpSpPr>
          <a:xfrm>
            <a:off x="3571120" y="7100511"/>
            <a:ext cx="105455" cy="304554"/>
            <a:chOff x="0" y="0"/>
            <a:chExt cx="37497" cy="108291"/>
          </a:xfrm>
        </p:grpSpPr>
        <p:sp>
          <p:nvSpPr>
            <p:cNvPr id="90" name="Freeform 90"/>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91" name="TextBox 91"/>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92" name="Group 92"/>
          <p:cNvGrpSpPr/>
          <p:nvPr/>
        </p:nvGrpSpPr>
        <p:grpSpPr>
          <a:xfrm>
            <a:off x="3592699" y="675840"/>
            <a:ext cx="83877" cy="73393"/>
            <a:chOff x="0" y="0"/>
            <a:chExt cx="812800" cy="711200"/>
          </a:xfrm>
        </p:grpSpPr>
        <p:sp>
          <p:nvSpPr>
            <p:cNvPr id="93" name="Freeform 9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34336"/>
            </a:solidFill>
          </p:spPr>
          <p:txBody>
            <a:bodyPr/>
            <a:lstStyle/>
            <a:p>
              <a:endParaRPr lang="en-SG" sz="1088"/>
            </a:p>
          </p:txBody>
        </p:sp>
        <p:sp>
          <p:nvSpPr>
            <p:cNvPr id="94" name="TextBox 94"/>
            <p:cNvSpPr txBox="1"/>
            <p:nvPr/>
          </p:nvSpPr>
          <p:spPr>
            <a:xfrm>
              <a:off x="127000" y="301625"/>
              <a:ext cx="558800" cy="358775"/>
            </a:xfrm>
            <a:prstGeom prst="rect">
              <a:avLst/>
            </a:prstGeom>
          </p:spPr>
          <p:txBody>
            <a:bodyPr lIns="40638" tIns="40638" rIns="40638" bIns="40638" rtlCol="0" anchor="ctr"/>
            <a:lstStyle/>
            <a:p>
              <a:pPr algn="ctr">
                <a:lnSpc>
                  <a:spcPts val="2016"/>
                </a:lnSpc>
              </a:pPr>
              <a:endParaRPr sz="1088"/>
            </a:p>
          </p:txBody>
        </p:sp>
      </p:grpSp>
      <p:grpSp>
        <p:nvGrpSpPr>
          <p:cNvPr id="95" name="Group 95"/>
          <p:cNvGrpSpPr/>
          <p:nvPr/>
        </p:nvGrpSpPr>
        <p:grpSpPr>
          <a:xfrm>
            <a:off x="3565641" y="7221617"/>
            <a:ext cx="104535" cy="91468"/>
            <a:chOff x="0" y="0"/>
            <a:chExt cx="812800" cy="711200"/>
          </a:xfrm>
        </p:grpSpPr>
        <p:sp>
          <p:nvSpPr>
            <p:cNvPr id="96" name="Freeform 9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97" name="TextBox 97"/>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a:p>
          </p:txBody>
        </p:sp>
      </p:grpSp>
      <p:grpSp>
        <p:nvGrpSpPr>
          <p:cNvPr id="98" name="Group 98"/>
          <p:cNvGrpSpPr/>
          <p:nvPr/>
        </p:nvGrpSpPr>
        <p:grpSpPr>
          <a:xfrm>
            <a:off x="9197536" y="4053339"/>
            <a:ext cx="829153" cy="779169"/>
            <a:chOff x="0" y="0"/>
            <a:chExt cx="1381982" cy="1298672"/>
          </a:xfrm>
        </p:grpSpPr>
        <p:grpSp>
          <p:nvGrpSpPr>
            <p:cNvPr id="99" name="Group 99"/>
            <p:cNvGrpSpPr/>
            <p:nvPr/>
          </p:nvGrpSpPr>
          <p:grpSpPr>
            <a:xfrm>
              <a:off x="0" y="0"/>
              <a:ext cx="1195761" cy="1298672"/>
              <a:chOff x="0" y="0"/>
              <a:chExt cx="650486" cy="706469"/>
            </a:xfrm>
          </p:grpSpPr>
          <p:sp>
            <p:nvSpPr>
              <p:cNvPr id="100" name="Freeform 100"/>
              <p:cNvSpPr/>
              <p:nvPr/>
            </p:nvSpPr>
            <p:spPr>
              <a:xfrm>
                <a:off x="0" y="0"/>
                <a:ext cx="650486" cy="706469"/>
              </a:xfrm>
              <a:custGeom>
                <a:avLst/>
                <a:gdLst/>
                <a:ahLst/>
                <a:cxnLst/>
                <a:rect l="l" t="t" r="r" b="b"/>
                <a:pathLst>
                  <a:path w="650486" h="706469">
                    <a:moveTo>
                      <a:pt x="0" y="0"/>
                    </a:moveTo>
                    <a:lnTo>
                      <a:pt x="650486" y="0"/>
                    </a:lnTo>
                    <a:lnTo>
                      <a:pt x="650486" y="706469"/>
                    </a:lnTo>
                    <a:lnTo>
                      <a:pt x="0" y="706469"/>
                    </a:lnTo>
                    <a:close/>
                  </a:path>
                </a:pathLst>
              </a:custGeom>
              <a:solidFill>
                <a:srgbClr val="FFCEB6">
                  <a:alpha val="38824"/>
                </a:srgbClr>
              </a:solidFill>
            </p:spPr>
            <p:txBody>
              <a:bodyPr/>
              <a:lstStyle/>
              <a:p>
                <a:endParaRPr lang="en-SG" sz="1088"/>
              </a:p>
            </p:txBody>
          </p:sp>
          <p:sp>
            <p:nvSpPr>
              <p:cNvPr id="101" name="TextBox 101"/>
              <p:cNvSpPr txBox="1"/>
              <p:nvPr/>
            </p:nvSpPr>
            <p:spPr>
              <a:xfrm>
                <a:off x="0" y="-28575"/>
                <a:ext cx="650486" cy="735044"/>
              </a:xfrm>
              <a:prstGeom prst="rect">
                <a:avLst/>
              </a:prstGeom>
            </p:spPr>
            <p:txBody>
              <a:bodyPr lIns="15937" tIns="15937" rIns="15937" bIns="15937" rtlCol="0" anchor="ctr"/>
              <a:lstStyle/>
              <a:p>
                <a:pPr algn="ctr">
                  <a:lnSpc>
                    <a:spcPts val="2016"/>
                  </a:lnSpc>
                </a:pPr>
                <a:endParaRPr sz="1088"/>
              </a:p>
            </p:txBody>
          </p:sp>
        </p:grpSp>
        <p:sp>
          <p:nvSpPr>
            <p:cNvPr id="102" name="Freeform 102"/>
            <p:cNvSpPr/>
            <p:nvPr/>
          </p:nvSpPr>
          <p:spPr>
            <a:xfrm>
              <a:off x="90494" y="89424"/>
              <a:ext cx="163477" cy="199666"/>
            </a:xfrm>
            <a:custGeom>
              <a:avLst/>
              <a:gdLst/>
              <a:ahLst/>
              <a:cxnLst/>
              <a:rect l="l" t="t" r="r" b="b"/>
              <a:pathLst>
                <a:path w="163477" h="199666">
                  <a:moveTo>
                    <a:pt x="0" y="0"/>
                  </a:moveTo>
                  <a:lnTo>
                    <a:pt x="163476" y="0"/>
                  </a:lnTo>
                  <a:lnTo>
                    <a:pt x="163476" y="199666"/>
                  </a:lnTo>
                  <a:lnTo>
                    <a:pt x="0" y="199666"/>
                  </a:lnTo>
                  <a:lnTo>
                    <a:pt x="0" y="0"/>
                  </a:lnTo>
                  <a:close/>
                </a:path>
              </a:pathLst>
            </a:custGeom>
            <a:blipFill>
              <a:blip r:embed="rId35">
                <a:extLst>
                  <a:ext uri="{96DAC541-7B7A-43D3-8B79-37D633B846F1}">
                    <asvg:svgBlip xmlns:asvg="http://schemas.microsoft.com/office/drawing/2016/SVG/main" r:embed="rId36"/>
                  </a:ext>
                </a:extLst>
              </a:blip>
              <a:stretch>
                <a:fillRect/>
              </a:stretch>
            </a:blipFill>
          </p:spPr>
          <p:txBody>
            <a:bodyPr/>
            <a:lstStyle/>
            <a:p>
              <a:endParaRPr lang="en-SG" sz="1088"/>
            </a:p>
          </p:txBody>
        </p:sp>
        <p:sp>
          <p:nvSpPr>
            <p:cNvPr id="103" name="Freeform 103"/>
            <p:cNvSpPr/>
            <p:nvPr/>
          </p:nvSpPr>
          <p:spPr>
            <a:xfrm>
              <a:off x="8359" y="289090"/>
              <a:ext cx="327746" cy="327746"/>
            </a:xfrm>
            <a:custGeom>
              <a:avLst/>
              <a:gdLst/>
              <a:ahLst/>
              <a:cxnLst/>
              <a:rect l="l" t="t" r="r" b="b"/>
              <a:pathLst>
                <a:path w="327746" h="327746">
                  <a:moveTo>
                    <a:pt x="0" y="0"/>
                  </a:moveTo>
                  <a:lnTo>
                    <a:pt x="327746" y="0"/>
                  </a:lnTo>
                  <a:lnTo>
                    <a:pt x="327746" y="327746"/>
                  </a:lnTo>
                  <a:lnTo>
                    <a:pt x="0" y="327746"/>
                  </a:lnTo>
                  <a:lnTo>
                    <a:pt x="0" y="0"/>
                  </a:lnTo>
                  <a:close/>
                </a:path>
              </a:pathLst>
            </a:custGeom>
            <a:blipFill>
              <a:blip r:embed="rId37">
                <a:extLst>
                  <a:ext uri="{96DAC541-7B7A-43D3-8B79-37D633B846F1}">
                    <asvg:svgBlip xmlns:asvg="http://schemas.microsoft.com/office/drawing/2016/SVG/main" r:embed="rId38"/>
                  </a:ext>
                </a:extLst>
              </a:blip>
              <a:stretch>
                <a:fillRect/>
              </a:stretch>
            </a:blipFill>
          </p:spPr>
          <p:txBody>
            <a:bodyPr/>
            <a:lstStyle/>
            <a:p>
              <a:endParaRPr lang="en-SG" sz="1088"/>
            </a:p>
          </p:txBody>
        </p:sp>
        <p:sp>
          <p:nvSpPr>
            <p:cNvPr id="104" name="Freeform 104"/>
            <p:cNvSpPr/>
            <p:nvPr/>
          </p:nvSpPr>
          <p:spPr>
            <a:xfrm>
              <a:off x="30009" y="681860"/>
              <a:ext cx="284447" cy="227913"/>
            </a:xfrm>
            <a:custGeom>
              <a:avLst/>
              <a:gdLst/>
              <a:ahLst/>
              <a:cxnLst/>
              <a:rect l="l" t="t" r="r" b="b"/>
              <a:pathLst>
                <a:path w="284447" h="227913">
                  <a:moveTo>
                    <a:pt x="0" y="0"/>
                  </a:moveTo>
                  <a:lnTo>
                    <a:pt x="284446" y="0"/>
                  </a:lnTo>
                  <a:lnTo>
                    <a:pt x="284446" y="227913"/>
                  </a:lnTo>
                  <a:lnTo>
                    <a:pt x="0" y="227913"/>
                  </a:lnTo>
                  <a:lnTo>
                    <a:pt x="0" y="0"/>
                  </a:lnTo>
                  <a:close/>
                </a:path>
              </a:pathLst>
            </a:custGeom>
            <a:blipFill>
              <a:blip r:embed="rId39">
                <a:extLst>
                  <a:ext uri="{96DAC541-7B7A-43D3-8B79-37D633B846F1}">
                    <asvg:svgBlip xmlns:asvg="http://schemas.microsoft.com/office/drawing/2016/SVG/main" r:embed="rId40"/>
                  </a:ext>
                </a:extLst>
              </a:blip>
              <a:stretch>
                <a:fillRect/>
              </a:stretch>
            </a:blipFill>
          </p:spPr>
          <p:txBody>
            <a:bodyPr/>
            <a:lstStyle/>
            <a:p>
              <a:endParaRPr lang="en-SG" sz="1088"/>
            </a:p>
          </p:txBody>
        </p:sp>
        <p:sp>
          <p:nvSpPr>
            <p:cNvPr id="105" name="Freeform 105"/>
            <p:cNvSpPr/>
            <p:nvPr/>
          </p:nvSpPr>
          <p:spPr>
            <a:xfrm>
              <a:off x="72049" y="974796"/>
              <a:ext cx="181921" cy="240160"/>
            </a:xfrm>
            <a:custGeom>
              <a:avLst/>
              <a:gdLst/>
              <a:ahLst/>
              <a:cxnLst/>
              <a:rect l="l" t="t" r="r" b="b"/>
              <a:pathLst>
                <a:path w="181921" h="240160">
                  <a:moveTo>
                    <a:pt x="0" y="0"/>
                  </a:moveTo>
                  <a:lnTo>
                    <a:pt x="181921" y="0"/>
                  </a:lnTo>
                  <a:lnTo>
                    <a:pt x="181921" y="240161"/>
                  </a:lnTo>
                  <a:lnTo>
                    <a:pt x="0" y="240161"/>
                  </a:lnTo>
                  <a:lnTo>
                    <a:pt x="0" y="0"/>
                  </a:lnTo>
                  <a:close/>
                </a:path>
              </a:pathLst>
            </a:custGeom>
            <a:blipFill>
              <a:blip r:embed="rId41">
                <a:extLst>
                  <a:ext uri="{96DAC541-7B7A-43D3-8B79-37D633B846F1}">
                    <asvg:svgBlip xmlns:asvg="http://schemas.microsoft.com/office/drawing/2016/SVG/main" r:embed="rId42"/>
                  </a:ext>
                </a:extLst>
              </a:blip>
              <a:stretch>
                <a:fillRect/>
              </a:stretch>
            </a:blipFill>
          </p:spPr>
          <p:txBody>
            <a:bodyPr/>
            <a:lstStyle/>
            <a:p>
              <a:endParaRPr lang="en-SG" sz="1088"/>
            </a:p>
          </p:txBody>
        </p:sp>
        <p:sp>
          <p:nvSpPr>
            <p:cNvPr id="106" name="TextBox 106"/>
            <p:cNvSpPr txBox="1"/>
            <p:nvPr/>
          </p:nvSpPr>
          <p:spPr>
            <a:xfrm>
              <a:off x="460225" y="955747"/>
              <a:ext cx="596473"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Others</a:t>
              </a:r>
            </a:p>
          </p:txBody>
        </p:sp>
        <p:sp>
          <p:nvSpPr>
            <p:cNvPr id="107" name="TextBox 107"/>
            <p:cNvSpPr txBox="1"/>
            <p:nvPr/>
          </p:nvSpPr>
          <p:spPr>
            <a:xfrm>
              <a:off x="460225" y="48570"/>
              <a:ext cx="921757"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Dining</a:t>
              </a:r>
            </a:p>
          </p:txBody>
        </p:sp>
        <p:sp>
          <p:nvSpPr>
            <p:cNvPr id="108" name="TextBox 108"/>
            <p:cNvSpPr txBox="1"/>
            <p:nvPr/>
          </p:nvSpPr>
          <p:spPr>
            <a:xfrm>
              <a:off x="460972" y="362219"/>
              <a:ext cx="460132"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Rides</a:t>
              </a:r>
            </a:p>
          </p:txBody>
        </p:sp>
        <p:grpSp>
          <p:nvGrpSpPr>
            <p:cNvPr id="109" name="Group 109"/>
            <p:cNvGrpSpPr/>
            <p:nvPr/>
          </p:nvGrpSpPr>
          <p:grpSpPr>
            <a:xfrm>
              <a:off x="7598" y="10649"/>
              <a:ext cx="1188163" cy="307120"/>
              <a:chOff x="0" y="0"/>
              <a:chExt cx="253475" cy="65519"/>
            </a:xfrm>
          </p:grpSpPr>
          <p:sp>
            <p:nvSpPr>
              <p:cNvPr id="110" name="Freeform 110"/>
              <p:cNvSpPr/>
              <p:nvPr/>
            </p:nvSpPr>
            <p:spPr>
              <a:xfrm>
                <a:off x="0" y="0"/>
                <a:ext cx="253475" cy="65519"/>
              </a:xfrm>
              <a:custGeom>
                <a:avLst/>
                <a:gdLst/>
                <a:ahLst/>
                <a:cxnLst/>
                <a:rect l="l" t="t" r="r" b="b"/>
                <a:pathLst>
                  <a:path w="253475" h="65519">
                    <a:moveTo>
                      <a:pt x="0" y="0"/>
                    </a:moveTo>
                    <a:lnTo>
                      <a:pt x="253475" y="0"/>
                    </a:lnTo>
                    <a:lnTo>
                      <a:pt x="253475" y="65519"/>
                    </a:lnTo>
                    <a:lnTo>
                      <a:pt x="0" y="65519"/>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11" name="TextBox 111"/>
              <p:cNvSpPr txBox="1"/>
              <p:nvPr/>
            </p:nvSpPr>
            <p:spPr>
              <a:xfrm>
                <a:off x="0" y="-28575"/>
                <a:ext cx="253475" cy="94094"/>
              </a:xfrm>
              <a:prstGeom prst="rect">
                <a:avLst/>
              </a:prstGeom>
            </p:spPr>
            <p:txBody>
              <a:bodyPr lIns="40638" tIns="40638" rIns="40638" bIns="40638" rtlCol="0" anchor="ctr"/>
              <a:lstStyle/>
              <a:p>
                <a:pPr algn="ctr">
                  <a:lnSpc>
                    <a:spcPts val="2016"/>
                  </a:lnSpc>
                </a:pPr>
                <a:endParaRPr sz="1088"/>
              </a:p>
            </p:txBody>
          </p:sp>
        </p:grpSp>
        <p:sp>
          <p:nvSpPr>
            <p:cNvPr id="112" name="TextBox 112"/>
            <p:cNvSpPr txBox="1"/>
            <p:nvPr/>
          </p:nvSpPr>
          <p:spPr>
            <a:xfrm>
              <a:off x="460225" y="662811"/>
              <a:ext cx="525250"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Shows</a:t>
              </a:r>
            </a:p>
          </p:txBody>
        </p:sp>
        <p:grpSp>
          <p:nvGrpSpPr>
            <p:cNvPr id="113" name="Group 113"/>
            <p:cNvGrpSpPr/>
            <p:nvPr/>
          </p:nvGrpSpPr>
          <p:grpSpPr>
            <a:xfrm>
              <a:off x="8359" y="299404"/>
              <a:ext cx="1188163" cy="307120"/>
              <a:chOff x="0" y="0"/>
              <a:chExt cx="253475" cy="65519"/>
            </a:xfrm>
          </p:grpSpPr>
          <p:sp>
            <p:nvSpPr>
              <p:cNvPr id="114" name="Freeform 114"/>
              <p:cNvSpPr/>
              <p:nvPr/>
            </p:nvSpPr>
            <p:spPr>
              <a:xfrm>
                <a:off x="0" y="0"/>
                <a:ext cx="253475" cy="65519"/>
              </a:xfrm>
              <a:custGeom>
                <a:avLst/>
                <a:gdLst/>
                <a:ahLst/>
                <a:cxnLst/>
                <a:rect l="l" t="t" r="r" b="b"/>
                <a:pathLst>
                  <a:path w="253475" h="65519">
                    <a:moveTo>
                      <a:pt x="0" y="0"/>
                    </a:moveTo>
                    <a:lnTo>
                      <a:pt x="253475" y="0"/>
                    </a:lnTo>
                    <a:lnTo>
                      <a:pt x="253475" y="65519"/>
                    </a:lnTo>
                    <a:lnTo>
                      <a:pt x="0" y="65519"/>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15" name="TextBox 115"/>
              <p:cNvSpPr txBox="1"/>
              <p:nvPr/>
            </p:nvSpPr>
            <p:spPr>
              <a:xfrm>
                <a:off x="0" y="-28575"/>
                <a:ext cx="253475" cy="94094"/>
              </a:xfrm>
              <a:prstGeom prst="rect">
                <a:avLst/>
              </a:prstGeom>
            </p:spPr>
            <p:txBody>
              <a:bodyPr lIns="40638" tIns="40638" rIns="40638" bIns="40638" rtlCol="0" anchor="ctr"/>
              <a:lstStyle/>
              <a:p>
                <a:pPr algn="ctr">
                  <a:lnSpc>
                    <a:spcPts val="2016"/>
                  </a:lnSpc>
                </a:pPr>
                <a:endParaRPr sz="1088"/>
              </a:p>
            </p:txBody>
          </p:sp>
        </p:grpSp>
        <p:grpSp>
          <p:nvGrpSpPr>
            <p:cNvPr id="116" name="Group 116"/>
            <p:cNvGrpSpPr/>
            <p:nvPr/>
          </p:nvGrpSpPr>
          <p:grpSpPr>
            <a:xfrm>
              <a:off x="8359" y="589938"/>
              <a:ext cx="1188163" cy="332535"/>
              <a:chOff x="0" y="0"/>
              <a:chExt cx="253475" cy="70941"/>
            </a:xfrm>
          </p:grpSpPr>
          <p:sp>
            <p:nvSpPr>
              <p:cNvPr id="117" name="Freeform 117"/>
              <p:cNvSpPr/>
              <p:nvPr/>
            </p:nvSpPr>
            <p:spPr>
              <a:xfrm>
                <a:off x="0" y="0"/>
                <a:ext cx="253475" cy="70941"/>
              </a:xfrm>
              <a:custGeom>
                <a:avLst/>
                <a:gdLst/>
                <a:ahLst/>
                <a:cxnLst/>
                <a:rect l="l" t="t" r="r" b="b"/>
                <a:pathLst>
                  <a:path w="253475" h="70941">
                    <a:moveTo>
                      <a:pt x="0" y="0"/>
                    </a:moveTo>
                    <a:lnTo>
                      <a:pt x="253475" y="0"/>
                    </a:lnTo>
                    <a:lnTo>
                      <a:pt x="253475" y="70941"/>
                    </a:lnTo>
                    <a:lnTo>
                      <a:pt x="0" y="70941"/>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18" name="TextBox 118"/>
              <p:cNvSpPr txBox="1"/>
              <p:nvPr/>
            </p:nvSpPr>
            <p:spPr>
              <a:xfrm>
                <a:off x="0" y="-28575"/>
                <a:ext cx="253475" cy="99516"/>
              </a:xfrm>
              <a:prstGeom prst="rect">
                <a:avLst/>
              </a:prstGeom>
            </p:spPr>
            <p:txBody>
              <a:bodyPr lIns="40638" tIns="40638" rIns="40638" bIns="40638" rtlCol="0" anchor="ctr"/>
              <a:lstStyle/>
              <a:p>
                <a:pPr algn="ctr">
                  <a:lnSpc>
                    <a:spcPts val="2016"/>
                  </a:lnSpc>
                </a:pPr>
                <a:endParaRPr sz="1088"/>
              </a:p>
            </p:txBody>
          </p:sp>
        </p:grpSp>
        <p:grpSp>
          <p:nvGrpSpPr>
            <p:cNvPr id="119" name="Group 119"/>
            <p:cNvGrpSpPr/>
            <p:nvPr/>
          </p:nvGrpSpPr>
          <p:grpSpPr>
            <a:xfrm>
              <a:off x="8359" y="907837"/>
              <a:ext cx="1188163" cy="390835"/>
              <a:chOff x="0" y="0"/>
              <a:chExt cx="253475" cy="83378"/>
            </a:xfrm>
          </p:grpSpPr>
          <p:sp>
            <p:nvSpPr>
              <p:cNvPr id="120" name="Freeform 120"/>
              <p:cNvSpPr/>
              <p:nvPr/>
            </p:nvSpPr>
            <p:spPr>
              <a:xfrm>
                <a:off x="0" y="0"/>
                <a:ext cx="253475" cy="83378"/>
              </a:xfrm>
              <a:custGeom>
                <a:avLst/>
                <a:gdLst/>
                <a:ahLst/>
                <a:cxnLst/>
                <a:rect l="l" t="t" r="r" b="b"/>
                <a:pathLst>
                  <a:path w="253475" h="83378">
                    <a:moveTo>
                      <a:pt x="0" y="0"/>
                    </a:moveTo>
                    <a:lnTo>
                      <a:pt x="253475" y="0"/>
                    </a:lnTo>
                    <a:lnTo>
                      <a:pt x="253475" y="83378"/>
                    </a:lnTo>
                    <a:lnTo>
                      <a:pt x="0" y="83378"/>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21" name="TextBox 121"/>
              <p:cNvSpPr txBox="1"/>
              <p:nvPr/>
            </p:nvSpPr>
            <p:spPr>
              <a:xfrm>
                <a:off x="0" y="-28575"/>
                <a:ext cx="253475" cy="111953"/>
              </a:xfrm>
              <a:prstGeom prst="rect">
                <a:avLst/>
              </a:prstGeom>
            </p:spPr>
            <p:txBody>
              <a:bodyPr lIns="40638" tIns="40638" rIns="40638" bIns="40638" rtlCol="0" anchor="ctr"/>
              <a:lstStyle/>
              <a:p>
                <a:pPr algn="ctr">
                  <a:lnSpc>
                    <a:spcPts val="2016"/>
                  </a:lnSpc>
                </a:pPr>
                <a:endParaRPr sz="1088"/>
              </a:p>
            </p:txBody>
          </p:sp>
        </p:grpSp>
      </p:grpSp>
      <p:grpSp>
        <p:nvGrpSpPr>
          <p:cNvPr id="122" name="Group 122"/>
          <p:cNvGrpSpPr/>
          <p:nvPr/>
        </p:nvGrpSpPr>
        <p:grpSpPr>
          <a:xfrm>
            <a:off x="5492559" y="5707549"/>
            <a:ext cx="1533283" cy="422129"/>
            <a:chOff x="0" y="0"/>
            <a:chExt cx="545191" cy="150097"/>
          </a:xfrm>
        </p:grpSpPr>
        <p:sp>
          <p:nvSpPr>
            <p:cNvPr id="123" name="Freeform 123"/>
            <p:cNvSpPr/>
            <p:nvPr/>
          </p:nvSpPr>
          <p:spPr>
            <a:xfrm>
              <a:off x="0" y="0"/>
              <a:ext cx="545191" cy="150097"/>
            </a:xfrm>
            <a:custGeom>
              <a:avLst/>
              <a:gdLst/>
              <a:ahLst/>
              <a:cxnLst/>
              <a:rect l="l" t="t" r="r" b="b"/>
              <a:pathLst>
                <a:path w="545191" h="150097">
                  <a:moveTo>
                    <a:pt x="75049" y="0"/>
                  </a:moveTo>
                  <a:lnTo>
                    <a:pt x="470143" y="0"/>
                  </a:lnTo>
                  <a:cubicBezTo>
                    <a:pt x="511591" y="0"/>
                    <a:pt x="545191" y="33600"/>
                    <a:pt x="545191" y="75049"/>
                  </a:cubicBezTo>
                  <a:lnTo>
                    <a:pt x="545191" y="75049"/>
                  </a:lnTo>
                  <a:cubicBezTo>
                    <a:pt x="545191" y="94953"/>
                    <a:pt x="537284" y="114042"/>
                    <a:pt x="523210" y="128116"/>
                  </a:cubicBezTo>
                  <a:cubicBezTo>
                    <a:pt x="509136" y="142190"/>
                    <a:pt x="490047" y="150097"/>
                    <a:pt x="470143" y="150097"/>
                  </a:cubicBezTo>
                  <a:lnTo>
                    <a:pt x="75049" y="150097"/>
                  </a:lnTo>
                  <a:cubicBezTo>
                    <a:pt x="33600" y="150097"/>
                    <a:pt x="0" y="116497"/>
                    <a:pt x="0" y="75049"/>
                  </a:cubicBezTo>
                  <a:lnTo>
                    <a:pt x="0" y="75049"/>
                  </a:lnTo>
                  <a:cubicBezTo>
                    <a:pt x="0" y="33600"/>
                    <a:pt x="33600" y="0"/>
                    <a:pt x="75049" y="0"/>
                  </a:cubicBezTo>
                  <a:close/>
                </a:path>
              </a:pathLst>
            </a:custGeom>
            <a:solidFill>
              <a:srgbClr val="FFBB54">
                <a:alpha val="0"/>
              </a:srgbClr>
            </a:solidFill>
            <a:ln w="9525" cap="sq">
              <a:solidFill>
                <a:srgbClr val="EF5E3B">
                  <a:alpha val="0"/>
                </a:srgbClr>
              </a:solidFill>
              <a:prstDash val="solid"/>
              <a:miter/>
            </a:ln>
          </p:spPr>
          <p:txBody>
            <a:bodyPr/>
            <a:lstStyle/>
            <a:p>
              <a:endParaRPr lang="en-SG" sz="1088"/>
            </a:p>
          </p:txBody>
        </p:sp>
        <p:sp>
          <p:nvSpPr>
            <p:cNvPr id="124" name="TextBox 124"/>
            <p:cNvSpPr txBox="1"/>
            <p:nvPr/>
          </p:nvSpPr>
          <p:spPr>
            <a:xfrm>
              <a:off x="0" y="-28575"/>
              <a:ext cx="545191" cy="178672"/>
            </a:xfrm>
            <a:prstGeom prst="rect">
              <a:avLst/>
            </a:prstGeom>
          </p:spPr>
          <p:txBody>
            <a:bodyPr lIns="40638" tIns="40638" rIns="40638" bIns="40638" rtlCol="0" anchor="ctr"/>
            <a:lstStyle/>
            <a:p>
              <a:pPr algn="ctr">
                <a:lnSpc>
                  <a:spcPts val="2016"/>
                </a:lnSpc>
              </a:pPr>
              <a:endParaRPr sz="1088"/>
            </a:p>
          </p:txBody>
        </p:sp>
      </p:grpSp>
      <p:sp>
        <p:nvSpPr>
          <p:cNvPr id="125" name="TextBox 125"/>
          <p:cNvSpPr txBox="1"/>
          <p:nvPr/>
        </p:nvSpPr>
        <p:spPr>
          <a:xfrm>
            <a:off x="4117486" y="131129"/>
            <a:ext cx="4367472" cy="444737"/>
          </a:xfrm>
          <a:prstGeom prst="rect">
            <a:avLst/>
          </a:prstGeom>
        </p:spPr>
        <p:txBody>
          <a:bodyPr wrap="square" lIns="0" tIns="0" rIns="0" bIns="0" rtlCol="0" anchor="t">
            <a:spAutoFit/>
          </a:bodyPr>
          <a:lstStyle/>
          <a:p>
            <a:pPr algn="ctr">
              <a:lnSpc>
                <a:spcPts val="3583"/>
              </a:lnSpc>
              <a:spcBef>
                <a:spcPct val="0"/>
              </a:spcBef>
            </a:pPr>
            <a:r>
              <a:rPr lang="en-US" sz="2559" dirty="0">
                <a:solidFill>
                  <a:srgbClr val="000000"/>
                </a:solidFill>
                <a:latin typeface="League Spartan"/>
                <a:ea typeface="League Spartan"/>
                <a:cs typeface="League Spartan"/>
                <a:sym typeface="League Spartan"/>
              </a:rPr>
              <a:t>Multiversal Studios Map</a:t>
            </a:r>
          </a:p>
        </p:txBody>
      </p:sp>
      <p:sp>
        <p:nvSpPr>
          <p:cNvPr id="126" name="TextBox 126"/>
          <p:cNvSpPr txBox="1"/>
          <p:nvPr/>
        </p:nvSpPr>
        <p:spPr>
          <a:xfrm>
            <a:off x="7547328" y="5765378"/>
            <a:ext cx="987699" cy="314830"/>
          </a:xfrm>
          <a:prstGeom prst="rect">
            <a:avLst/>
          </a:prstGeom>
        </p:spPr>
        <p:txBody>
          <a:bodyPr wrap="square" lIns="0" tIns="0" rIns="0" bIns="0" rtlCol="0" anchor="t">
            <a:spAutoFit/>
          </a:bodyPr>
          <a:lstStyle/>
          <a:p>
            <a:pPr algn="ctr">
              <a:lnSpc>
                <a:spcPts val="1224"/>
              </a:lnSpc>
              <a:spcBef>
                <a:spcPct val="0"/>
              </a:spcBef>
            </a:pPr>
            <a:r>
              <a:rPr lang="en-US" sz="1440">
                <a:solidFill>
                  <a:srgbClr val="000000"/>
                </a:solidFill>
                <a:latin typeface="Roboto Mono"/>
                <a:ea typeface="Roboto Mono"/>
                <a:cs typeface="Roboto Mono"/>
                <a:sym typeface="Roboto Mono"/>
              </a:rPr>
              <a:t>Ok</a:t>
            </a:r>
          </a:p>
          <a:p>
            <a:pPr algn="ctr">
              <a:lnSpc>
                <a:spcPts val="1224"/>
              </a:lnSpc>
              <a:spcBef>
                <a:spcPct val="0"/>
              </a:spcBef>
            </a:pPr>
            <a:r>
              <a:rPr lang="en-US" sz="1440">
                <a:solidFill>
                  <a:srgbClr val="000000"/>
                </a:solidFill>
                <a:latin typeface="Roboto Mono"/>
                <a:ea typeface="Roboto Mono"/>
                <a:cs typeface="Roboto Mono"/>
                <a:sym typeface="Roboto Mono"/>
              </a:rPr>
              <a:t>More tips</a:t>
            </a:r>
          </a:p>
        </p:txBody>
      </p:sp>
      <p:sp>
        <p:nvSpPr>
          <p:cNvPr id="127" name="TextBox 127"/>
          <p:cNvSpPr txBox="1"/>
          <p:nvPr/>
        </p:nvSpPr>
        <p:spPr>
          <a:xfrm>
            <a:off x="5600720" y="5765378"/>
            <a:ext cx="1316964" cy="314830"/>
          </a:xfrm>
          <a:prstGeom prst="rect">
            <a:avLst/>
          </a:prstGeom>
        </p:spPr>
        <p:txBody>
          <a:bodyPr wrap="square" lIns="0" tIns="0" rIns="0" bIns="0" rtlCol="0" anchor="t">
            <a:spAutoFit/>
          </a:bodyPr>
          <a:lstStyle/>
          <a:p>
            <a:pPr algn="ctr">
              <a:lnSpc>
                <a:spcPts val="1224"/>
              </a:lnSpc>
            </a:pPr>
            <a:r>
              <a:rPr lang="en-US" sz="1440">
                <a:solidFill>
                  <a:srgbClr val="000000"/>
                </a:solidFill>
                <a:latin typeface="Roboto Mono"/>
                <a:ea typeface="Roboto Mono"/>
                <a:cs typeface="Roboto Mono"/>
                <a:sym typeface="Roboto Mono"/>
              </a:rPr>
              <a:t>Ok</a:t>
            </a:r>
          </a:p>
          <a:p>
            <a:pPr algn="ctr">
              <a:lnSpc>
                <a:spcPts val="1224"/>
              </a:lnSpc>
            </a:pPr>
            <a:r>
              <a:rPr lang="en-US" sz="1440">
                <a:solidFill>
                  <a:srgbClr val="000000"/>
                </a:solidFill>
                <a:latin typeface="Roboto Mono"/>
                <a:ea typeface="Roboto Mono"/>
                <a:cs typeface="Roboto Mono"/>
                <a:sym typeface="Roboto Mono"/>
              </a:rPr>
              <a:t>No More tips</a:t>
            </a:r>
          </a:p>
        </p:txBody>
      </p:sp>
      <p:sp>
        <p:nvSpPr>
          <p:cNvPr id="128" name="TextBox 128"/>
          <p:cNvSpPr txBox="1"/>
          <p:nvPr/>
        </p:nvSpPr>
        <p:spPr>
          <a:xfrm>
            <a:off x="436763" y="696845"/>
            <a:ext cx="1475928"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Burger Queen</a:t>
            </a:r>
          </a:p>
        </p:txBody>
      </p:sp>
      <p:sp>
        <p:nvSpPr>
          <p:cNvPr id="129" name="TextBox 129"/>
          <p:cNvSpPr txBox="1"/>
          <p:nvPr/>
        </p:nvSpPr>
        <p:spPr>
          <a:xfrm>
            <a:off x="87977" y="117046"/>
            <a:ext cx="2478963" cy="419346"/>
          </a:xfrm>
          <a:prstGeom prst="rect">
            <a:avLst/>
          </a:prstGeom>
        </p:spPr>
        <p:txBody>
          <a:bodyPr wrap="square" lIns="0" tIns="0" rIns="0" bIns="0" rtlCol="0" anchor="t">
            <a:spAutoFit/>
          </a:bodyPr>
          <a:lstStyle/>
          <a:p>
            <a:pPr>
              <a:lnSpc>
                <a:spcPts val="3359"/>
              </a:lnSpc>
              <a:spcBef>
                <a:spcPct val="0"/>
              </a:spcBef>
            </a:pPr>
            <a:r>
              <a:rPr lang="en-US" sz="2399" dirty="0">
                <a:solidFill>
                  <a:srgbClr val="FFFFFF"/>
                </a:solidFill>
                <a:latin typeface="League Spartan"/>
                <a:ea typeface="League Spartan"/>
                <a:cs typeface="League Spartan"/>
                <a:sym typeface="League Spartan"/>
              </a:rPr>
              <a:t>List of all places</a:t>
            </a:r>
          </a:p>
        </p:txBody>
      </p:sp>
      <p:sp>
        <p:nvSpPr>
          <p:cNvPr id="130" name="TextBox 130"/>
          <p:cNvSpPr txBox="1"/>
          <p:nvPr/>
        </p:nvSpPr>
        <p:spPr>
          <a:xfrm>
            <a:off x="459907" y="1062340"/>
            <a:ext cx="2161323"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19 mins</a:t>
            </a:r>
          </a:p>
        </p:txBody>
      </p:sp>
      <p:sp>
        <p:nvSpPr>
          <p:cNvPr id="131" name="TextBox 131"/>
          <p:cNvSpPr txBox="1"/>
          <p:nvPr/>
        </p:nvSpPr>
        <p:spPr>
          <a:xfrm>
            <a:off x="484610" y="4255862"/>
            <a:ext cx="1355302"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Music show</a:t>
            </a:r>
          </a:p>
        </p:txBody>
      </p:sp>
      <p:sp>
        <p:nvSpPr>
          <p:cNvPr id="132" name="TextBox 132"/>
          <p:cNvSpPr txBox="1"/>
          <p:nvPr/>
        </p:nvSpPr>
        <p:spPr>
          <a:xfrm>
            <a:off x="459909" y="2402105"/>
            <a:ext cx="1193430" cy="252249"/>
          </a:xfrm>
          <a:prstGeom prst="rect">
            <a:avLst/>
          </a:prstGeom>
        </p:spPr>
        <p:txBody>
          <a:bodyPr wrap="square" lIns="0" tIns="0" rIns="0" bIns="0" rtlCol="0" anchor="t">
            <a:spAutoFit/>
          </a:bodyPr>
          <a:lstStyle/>
          <a:p>
            <a:pPr>
              <a:lnSpc>
                <a:spcPts val="2127"/>
              </a:lnSpc>
              <a:spcBef>
                <a:spcPct val="0"/>
              </a:spcBef>
            </a:pPr>
            <a:r>
              <a:rPr lang="en-US" sz="1519" b="1">
                <a:solidFill>
                  <a:srgbClr val="000000"/>
                </a:solidFill>
                <a:latin typeface="Canva Sans Bold"/>
                <a:ea typeface="Canva Sans Bold"/>
                <a:cs typeface="Canva Sans Bold"/>
                <a:sym typeface="Canva Sans Bold"/>
              </a:rPr>
              <a:t>Bumper cars</a:t>
            </a:r>
          </a:p>
        </p:txBody>
      </p:sp>
      <p:sp>
        <p:nvSpPr>
          <p:cNvPr id="133" name="TextBox 133"/>
          <p:cNvSpPr txBox="1"/>
          <p:nvPr/>
        </p:nvSpPr>
        <p:spPr>
          <a:xfrm>
            <a:off x="459907" y="2736862"/>
            <a:ext cx="2116328"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15 mins</a:t>
            </a:r>
          </a:p>
        </p:txBody>
      </p:sp>
      <p:sp>
        <p:nvSpPr>
          <p:cNvPr id="134" name="TextBox 134"/>
          <p:cNvSpPr txBox="1"/>
          <p:nvPr/>
        </p:nvSpPr>
        <p:spPr>
          <a:xfrm>
            <a:off x="454246" y="6995665"/>
            <a:ext cx="2248150"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23 mins</a:t>
            </a:r>
          </a:p>
        </p:txBody>
      </p:sp>
      <p:sp>
        <p:nvSpPr>
          <p:cNvPr id="135" name="TextBox 135"/>
          <p:cNvSpPr txBox="1"/>
          <p:nvPr/>
        </p:nvSpPr>
        <p:spPr>
          <a:xfrm>
            <a:off x="468516" y="6683812"/>
            <a:ext cx="1475926"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Ferris wheels</a:t>
            </a:r>
          </a:p>
        </p:txBody>
      </p:sp>
      <p:sp>
        <p:nvSpPr>
          <p:cNvPr id="136" name="TextBox 136"/>
          <p:cNvSpPr txBox="1"/>
          <p:nvPr/>
        </p:nvSpPr>
        <p:spPr>
          <a:xfrm>
            <a:off x="484610" y="4621098"/>
            <a:ext cx="2136620"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14 mins</a:t>
            </a:r>
          </a:p>
        </p:txBody>
      </p:sp>
      <p:sp>
        <p:nvSpPr>
          <p:cNvPr id="137" name="TextBox 137"/>
          <p:cNvSpPr txBox="1"/>
          <p:nvPr/>
        </p:nvSpPr>
        <p:spPr>
          <a:xfrm>
            <a:off x="459908" y="5121964"/>
            <a:ext cx="999004"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Fireworks</a:t>
            </a:r>
          </a:p>
        </p:txBody>
      </p:sp>
      <p:sp>
        <p:nvSpPr>
          <p:cNvPr id="138" name="TextBox 138"/>
          <p:cNvSpPr txBox="1"/>
          <p:nvPr/>
        </p:nvSpPr>
        <p:spPr>
          <a:xfrm>
            <a:off x="500450" y="5410070"/>
            <a:ext cx="218446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50 mins</a:t>
            </a:r>
          </a:p>
        </p:txBody>
      </p:sp>
      <p:sp>
        <p:nvSpPr>
          <p:cNvPr id="139" name="TextBox 139"/>
          <p:cNvSpPr txBox="1"/>
          <p:nvPr/>
        </p:nvSpPr>
        <p:spPr>
          <a:xfrm>
            <a:off x="468516" y="5977937"/>
            <a:ext cx="1797733"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Ice Cream Corner</a:t>
            </a:r>
          </a:p>
        </p:txBody>
      </p:sp>
      <p:sp>
        <p:nvSpPr>
          <p:cNvPr id="140" name="TextBox 140"/>
          <p:cNvSpPr txBox="1"/>
          <p:nvPr/>
        </p:nvSpPr>
        <p:spPr>
          <a:xfrm>
            <a:off x="459909" y="6301818"/>
            <a:ext cx="211632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5 mins</a:t>
            </a:r>
          </a:p>
        </p:txBody>
      </p:sp>
      <p:sp>
        <p:nvSpPr>
          <p:cNvPr id="141" name="TextBox 141"/>
          <p:cNvSpPr txBox="1"/>
          <p:nvPr/>
        </p:nvSpPr>
        <p:spPr>
          <a:xfrm>
            <a:off x="468516" y="3295323"/>
            <a:ext cx="1124377" cy="252249"/>
          </a:xfrm>
          <a:prstGeom prst="rect">
            <a:avLst/>
          </a:prstGeom>
        </p:spPr>
        <p:txBody>
          <a:bodyPr wrap="square" lIns="0" tIns="0" rIns="0" bIns="0" rtlCol="0" anchor="t">
            <a:spAutoFit/>
          </a:bodyPr>
          <a:lstStyle/>
          <a:p>
            <a:pPr>
              <a:lnSpc>
                <a:spcPts val="2127"/>
              </a:lnSpc>
              <a:spcBef>
                <a:spcPct val="0"/>
              </a:spcBef>
            </a:pPr>
            <a:r>
              <a:rPr lang="en-US" sz="1519" b="1">
                <a:solidFill>
                  <a:srgbClr val="000000"/>
                </a:solidFill>
                <a:latin typeface="Canva Sans Bold"/>
                <a:ea typeface="Canva Sans Bold"/>
                <a:cs typeface="Canva Sans Bold"/>
                <a:sym typeface="Canva Sans Bold"/>
              </a:rPr>
              <a:t>Pizza House</a:t>
            </a:r>
          </a:p>
        </p:txBody>
      </p:sp>
      <p:sp>
        <p:nvSpPr>
          <p:cNvPr id="142" name="TextBox 142"/>
          <p:cNvSpPr txBox="1"/>
          <p:nvPr/>
        </p:nvSpPr>
        <p:spPr>
          <a:xfrm>
            <a:off x="436765" y="3685419"/>
            <a:ext cx="218446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17 mins</a:t>
            </a:r>
          </a:p>
        </p:txBody>
      </p:sp>
      <p:sp>
        <p:nvSpPr>
          <p:cNvPr id="143" name="TextBox 143"/>
          <p:cNvSpPr txBox="1"/>
          <p:nvPr/>
        </p:nvSpPr>
        <p:spPr>
          <a:xfrm>
            <a:off x="422519" y="1561519"/>
            <a:ext cx="1475929" cy="252249"/>
          </a:xfrm>
          <a:prstGeom prst="rect">
            <a:avLst/>
          </a:prstGeom>
        </p:spPr>
        <p:txBody>
          <a:bodyPr wrap="square" lIns="0" tIns="0" rIns="0" bIns="0" rtlCol="0" anchor="t">
            <a:spAutoFit/>
          </a:bodyPr>
          <a:lstStyle/>
          <a:p>
            <a:pPr>
              <a:lnSpc>
                <a:spcPts val="2127"/>
              </a:lnSpc>
              <a:spcBef>
                <a:spcPct val="0"/>
              </a:spcBef>
            </a:pPr>
            <a:r>
              <a:rPr lang="en-US" sz="1519" b="1">
                <a:solidFill>
                  <a:srgbClr val="000000"/>
                </a:solidFill>
                <a:latin typeface="Canva Sans Bold"/>
                <a:ea typeface="Canva Sans Bold"/>
                <a:cs typeface="Canva Sans Bold"/>
                <a:sym typeface="Canva Sans Bold"/>
              </a:rPr>
              <a:t>Castle Playtime</a:t>
            </a:r>
          </a:p>
        </p:txBody>
      </p:sp>
      <p:sp>
        <p:nvSpPr>
          <p:cNvPr id="144" name="TextBox 144"/>
          <p:cNvSpPr txBox="1"/>
          <p:nvPr/>
        </p:nvSpPr>
        <p:spPr>
          <a:xfrm>
            <a:off x="459909" y="1936406"/>
            <a:ext cx="2116328"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20 mins</a:t>
            </a:r>
          </a:p>
        </p:txBody>
      </p:sp>
      <p:sp>
        <p:nvSpPr>
          <p:cNvPr id="145" name="TextBox 145">
            <a:hlinkClick r:id="rId43" action="ppaction://hlinksldjump"/>
          </p:cNvPr>
          <p:cNvSpPr txBox="1"/>
          <p:nvPr/>
        </p:nvSpPr>
        <p:spPr>
          <a:xfrm>
            <a:off x="4109768" y="6736609"/>
            <a:ext cx="1363029" cy="228524"/>
          </a:xfrm>
          <a:prstGeom prst="rect">
            <a:avLst/>
          </a:prstGeom>
        </p:spPr>
        <p:txBody>
          <a:bodyPr wrap="square" lIns="0" tIns="0" rIns="0" bIns="0" rtlCol="0" anchor="t">
            <a:spAutoFit/>
          </a:bodyPr>
          <a:lstStyle/>
          <a:p>
            <a:pPr>
              <a:lnSpc>
                <a:spcPts val="1936"/>
              </a:lnSpc>
              <a:spcBef>
                <a:spcPct val="0"/>
              </a:spcBef>
            </a:pPr>
            <a:r>
              <a:rPr lang="en-US" sz="1383" b="1" dirty="0">
                <a:solidFill>
                  <a:srgbClr val="FDFDFD"/>
                </a:solidFill>
                <a:latin typeface="Canva Sans Bold"/>
                <a:ea typeface="Canva Sans Bold"/>
                <a:cs typeface="Canva Sans Bold"/>
                <a:sym typeface="Canva Sans Bold"/>
              </a:rPr>
              <a:t>Browse Videos</a:t>
            </a:r>
          </a:p>
        </p:txBody>
      </p:sp>
      <p:sp>
        <p:nvSpPr>
          <p:cNvPr id="146" name="TextBox 146">
            <a:hlinkClick r:id="rId44" action="ppaction://hlinksldjump"/>
          </p:cNvPr>
          <p:cNvSpPr txBox="1"/>
          <p:nvPr/>
        </p:nvSpPr>
        <p:spPr>
          <a:xfrm>
            <a:off x="6359778" y="6733831"/>
            <a:ext cx="1524411" cy="228524"/>
          </a:xfrm>
          <a:prstGeom prst="rect">
            <a:avLst/>
          </a:prstGeom>
        </p:spPr>
        <p:txBody>
          <a:bodyPr wrap="square" lIns="0" tIns="0" rIns="0" bIns="0" rtlCol="0" anchor="t">
            <a:spAutoFit/>
          </a:bodyPr>
          <a:lstStyle/>
          <a:p>
            <a:pPr>
              <a:lnSpc>
                <a:spcPts val="1936"/>
              </a:lnSpc>
              <a:spcBef>
                <a:spcPct val="0"/>
              </a:spcBef>
            </a:pPr>
            <a:r>
              <a:rPr lang="en-US" sz="1383" b="1" dirty="0">
                <a:solidFill>
                  <a:srgbClr val="FDFDFD"/>
                </a:solidFill>
                <a:latin typeface="Canva Sans Bold"/>
                <a:ea typeface="Canva Sans Bold"/>
                <a:cs typeface="Canva Sans Bold"/>
                <a:sym typeface="Canva Sans Bold"/>
              </a:rPr>
              <a:t>Browse Photos</a:t>
            </a:r>
          </a:p>
        </p:txBody>
      </p:sp>
      <p:sp>
        <p:nvSpPr>
          <p:cNvPr id="147" name="TextBox 147">
            <a:hlinkClick r:id="rId45" action="ppaction://hlinksldjump"/>
          </p:cNvPr>
          <p:cNvSpPr txBox="1"/>
          <p:nvPr/>
        </p:nvSpPr>
        <p:spPr>
          <a:xfrm>
            <a:off x="8756529" y="6720289"/>
            <a:ext cx="1120839" cy="228524"/>
          </a:xfrm>
          <a:prstGeom prst="rect">
            <a:avLst/>
          </a:prstGeom>
        </p:spPr>
        <p:txBody>
          <a:bodyPr wrap="square" lIns="0" tIns="0" rIns="0" bIns="0" rtlCol="0" anchor="t">
            <a:spAutoFit/>
          </a:bodyPr>
          <a:lstStyle/>
          <a:p>
            <a:pPr>
              <a:lnSpc>
                <a:spcPts val="1936"/>
              </a:lnSpc>
              <a:spcBef>
                <a:spcPct val="0"/>
              </a:spcBef>
            </a:pPr>
            <a:r>
              <a:rPr lang="en-US" sz="1383" b="1" dirty="0">
                <a:solidFill>
                  <a:srgbClr val="FDFDFD"/>
                </a:solidFill>
                <a:latin typeface="Canva Sans Bold"/>
                <a:ea typeface="Canva Sans Bold"/>
                <a:cs typeface="Canva Sans Bold"/>
                <a:sym typeface="Canva Sans Bold"/>
              </a:rPr>
              <a:t>Plan Trip</a:t>
            </a:r>
          </a:p>
        </p:txBody>
      </p:sp>
      <p:grpSp>
        <p:nvGrpSpPr>
          <p:cNvPr id="148" name="Group 148"/>
          <p:cNvGrpSpPr/>
          <p:nvPr/>
        </p:nvGrpSpPr>
        <p:grpSpPr>
          <a:xfrm>
            <a:off x="5492559" y="5727280"/>
            <a:ext cx="1533283" cy="395177"/>
            <a:chOff x="0" y="0"/>
            <a:chExt cx="545191" cy="140514"/>
          </a:xfrm>
        </p:grpSpPr>
        <p:sp>
          <p:nvSpPr>
            <p:cNvPr id="149" name="Freeform 149">
              <a:hlinkClick r:id="rId46" action="ppaction://hlinksldjump"/>
            </p:cNvPr>
            <p:cNvSpPr/>
            <p:nvPr/>
          </p:nvSpPr>
          <p:spPr>
            <a:xfrm>
              <a:off x="0" y="0"/>
              <a:ext cx="545191" cy="140514"/>
            </a:xfrm>
            <a:custGeom>
              <a:avLst/>
              <a:gdLst/>
              <a:ahLst/>
              <a:cxnLst/>
              <a:rect l="l" t="t" r="r" b="b"/>
              <a:pathLst>
                <a:path w="545191" h="140514">
                  <a:moveTo>
                    <a:pt x="70257" y="0"/>
                  </a:moveTo>
                  <a:lnTo>
                    <a:pt x="474934" y="0"/>
                  </a:lnTo>
                  <a:cubicBezTo>
                    <a:pt x="513736" y="0"/>
                    <a:pt x="545191" y="31455"/>
                    <a:pt x="545191" y="70257"/>
                  </a:cubicBezTo>
                  <a:lnTo>
                    <a:pt x="545191" y="70257"/>
                  </a:lnTo>
                  <a:cubicBezTo>
                    <a:pt x="545191" y="109059"/>
                    <a:pt x="513736" y="140514"/>
                    <a:pt x="474934" y="140514"/>
                  </a:cubicBezTo>
                  <a:lnTo>
                    <a:pt x="70257" y="140514"/>
                  </a:lnTo>
                  <a:cubicBezTo>
                    <a:pt x="31455" y="140514"/>
                    <a:pt x="0" y="109059"/>
                    <a:pt x="0" y="70257"/>
                  </a:cubicBezTo>
                  <a:lnTo>
                    <a:pt x="0" y="70257"/>
                  </a:lnTo>
                  <a:cubicBezTo>
                    <a:pt x="0" y="31455"/>
                    <a:pt x="31455" y="0"/>
                    <a:pt x="70257" y="0"/>
                  </a:cubicBezTo>
                  <a:close/>
                </a:path>
              </a:pathLst>
            </a:custGeom>
            <a:solidFill>
              <a:srgbClr val="000000">
                <a:alpha val="0"/>
              </a:srgbClr>
            </a:solidFill>
            <a:ln w="9525" cap="rnd">
              <a:solidFill>
                <a:srgbClr val="F34336"/>
              </a:solidFill>
              <a:prstDash val="solid"/>
              <a:round/>
            </a:ln>
          </p:spPr>
          <p:txBody>
            <a:bodyPr/>
            <a:lstStyle/>
            <a:p>
              <a:endParaRPr lang="en-SG" sz="1088"/>
            </a:p>
          </p:txBody>
        </p:sp>
        <p:sp>
          <p:nvSpPr>
            <p:cNvPr id="150" name="TextBox 150"/>
            <p:cNvSpPr txBox="1"/>
            <p:nvPr/>
          </p:nvSpPr>
          <p:spPr>
            <a:xfrm>
              <a:off x="0" y="-28575"/>
              <a:ext cx="545191" cy="169089"/>
            </a:xfrm>
            <a:prstGeom prst="rect">
              <a:avLst/>
            </a:prstGeom>
          </p:spPr>
          <p:txBody>
            <a:bodyPr lIns="40638" tIns="40638" rIns="40638" bIns="40638" rtlCol="0" anchor="ctr"/>
            <a:lstStyle/>
            <a:p>
              <a:pPr algn="ctr">
                <a:lnSpc>
                  <a:spcPts val="2016"/>
                </a:lnSpc>
              </a:pPr>
              <a:endParaRPr sz="1088"/>
            </a:p>
          </p:txBody>
        </p:sp>
      </p:grpSp>
      <p:grpSp>
        <p:nvGrpSpPr>
          <p:cNvPr id="151" name="Group 151"/>
          <p:cNvGrpSpPr/>
          <p:nvPr/>
        </p:nvGrpSpPr>
        <p:grpSpPr>
          <a:xfrm>
            <a:off x="7274536" y="5721025"/>
            <a:ext cx="1533283" cy="395177"/>
            <a:chOff x="0" y="0"/>
            <a:chExt cx="545191" cy="140514"/>
          </a:xfrm>
        </p:grpSpPr>
        <p:sp>
          <p:nvSpPr>
            <p:cNvPr id="152" name="Freeform 152">
              <a:hlinkClick r:id="rId47" action="ppaction://hlinksldjump"/>
            </p:cNvPr>
            <p:cNvSpPr/>
            <p:nvPr/>
          </p:nvSpPr>
          <p:spPr>
            <a:xfrm>
              <a:off x="0" y="0"/>
              <a:ext cx="545191" cy="140514"/>
            </a:xfrm>
            <a:custGeom>
              <a:avLst/>
              <a:gdLst/>
              <a:ahLst/>
              <a:cxnLst/>
              <a:rect l="l" t="t" r="r" b="b"/>
              <a:pathLst>
                <a:path w="545191" h="140514">
                  <a:moveTo>
                    <a:pt x="70257" y="0"/>
                  </a:moveTo>
                  <a:lnTo>
                    <a:pt x="474934" y="0"/>
                  </a:lnTo>
                  <a:cubicBezTo>
                    <a:pt x="513736" y="0"/>
                    <a:pt x="545191" y="31455"/>
                    <a:pt x="545191" y="70257"/>
                  </a:cubicBezTo>
                  <a:lnTo>
                    <a:pt x="545191" y="70257"/>
                  </a:lnTo>
                  <a:cubicBezTo>
                    <a:pt x="545191" y="109059"/>
                    <a:pt x="513736" y="140514"/>
                    <a:pt x="474934" y="140514"/>
                  </a:cubicBezTo>
                  <a:lnTo>
                    <a:pt x="70257" y="140514"/>
                  </a:lnTo>
                  <a:cubicBezTo>
                    <a:pt x="31455" y="140514"/>
                    <a:pt x="0" y="109059"/>
                    <a:pt x="0" y="70257"/>
                  </a:cubicBezTo>
                  <a:lnTo>
                    <a:pt x="0" y="70257"/>
                  </a:lnTo>
                  <a:cubicBezTo>
                    <a:pt x="0" y="31455"/>
                    <a:pt x="31455" y="0"/>
                    <a:pt x="70257" y="0"/>
                  </a:cubicBezTo>
                  <a:close/>
                </a:path>
              </a:pathLst>
            </a:custGeom>
            <a:solidFill>
              <a:srgbClr val="000000">
                <a:alpha val="0"/>
              </a:srgbClr>
            </a:solidFill>
            <a:ln w="9525" cap="rnd">
              <a:solidFill>
                <a:srgbClr val="F34336"/>
              </a:solidFill>
              <a:prstDash val="solid"/>
              <a:round/>
            </a:ln>
          </p:spPr>
          <p:txBody>
            <a:bodyPr/>
            <a:lstStyle/>
            <a:p>
              <a:endParaRPr lang="en-SG" sz="1088"/>
            </a:p>
          </p:txBody>
        </p:sp>
        <p:sp>
          <p:nvSpPr>
            <p:cNvPr id="153" name="TextBox 153"/>
            <p:cNvSpPr txBox="1"/>
            <p:nvPr/>
          </p:nvSpPr>
          <p:spPr>
            <a:xfrm>
              <a:off x="0" y="-28575"/>
              <a:ext cx="545191" cy="169089"/>
            </a:xfrm>
            <a:prstGeom prst="rect">
              <a:avLst/>
            </a:prstGeom>
          </p:spPr>
          <p:txBody>
            <a:bodyPr lIns="40638" tIns="40638" rIns="40638" bIns="40638" rtlCol="0" anchor="ctr"/>
            <a:lstStyle/>
            <a:p>
              <a:pPr algn="ctr">
                <a:lnSpc>
                  <a:spcPts val="2016"/>
                </a:lnSpc>
              </a:pPr>
              <a:endParaRPr sz="1088"/>
            </a:p>
          </p:txBody>
        </p:sp>
      </p:grpSp>
      <p:grpSp>
        <p:nvGrpSpPr>
          <p:cNvPr id="154" name="Group 151"/>
          <p:cNvGrpSpPr/>
          <p:nvPr/>
        </p:nvGrpSpPr>
        <p:grpSpPr>
          <a:xfrm>
            <a:off x="4309408" y="2492170"/>
            <a:ext cx="2716694" cy="920399"/>
            <a:chOff x="0" y="0"/>
            <a:chExt cx="4528022" cy="1534065"/>
          </a:xfrm>
        </p:grpSpPr>
        <p:grpSp>
          <p:nvGrpSpPr>
            <p:cNvPr id="155" name="Group 152"/>
            <p:cNvGrpSpPr/>
            <p:nvPr/>
          </p:nvGrpSpPr>
          <p:grpSpPr>
            <a:xfrm>
              <a:off x="0" y="0"/>
              <a:ext cx="4528022" cy="1534065"/>
              <a:chOff x="0" y="0"/>
              <a:chExt cx="1663910" cy="563722"/>
            </a:xfrm>
          </p:grpSpPr>
          <p:sp>
            <p:nvSpPr>
              <p:cNvPr id="162" name="Freeform 153"/>
              <p:cNvSpPr/>
              <p:nvPr/>
            </p:nvSpPr>
            <p:spPr>
              <a:xfrm>
                <a:off x="0" y="0"/>
                <a:ext cx="1663910" cy="563722"/>
              </a:xfrm>
              <a:custGeom>
                <a:avLst/>
                <a:gdLst/>
                <a:ahLst/>
                <a:cxnLst/>
                <a:rect l="l" t="t" r="r" b="b"/>
                <a:pathLst>
                  <a:path w="1663910" h="563722">
                    <a:moveTo>
                      <a:pt x="78248" y="0"/>
                    </a:moveTo>
                    <a:lnTo>
                      <a:pt x="1585662" y="0"/>
                    </a:lnTo>
                    <a:cubicBezTo>
                      <a:pt x="1606415" y="0"/>
                      <a:pt x="1626317" y="8244"/>
                      <a:pt x="1640992" y="22918"/>
                    </a:cubicBezTo>
                    <a:cubicBezTo>
                      <a:pt x="1655666" y="37593"/>
                      <a:pt x="1663910" y="57495"/>
                      <a:pt x="1663910" y="78248"/>
                    </a:cubicBezTo>
                    <a:lnTo>
                      <a:pt x="1663910" y="485474"/>
                    </a:lnTo>
                    <a:cubicBezTo>
                      <a:pt x="1663910" y="528689"/>
                      <a:pt x="1628877" y="563722"/>
                      <a:pt x="1585662" y="563722"/>
                    </a:cubicBezTo>
                    <a:lnTo>
                      <a:pt x="78248" y="563722"/>
                    </a:lnTo>
                    <a:cubicBezTo>
                      <a:pt x="35033" y="563722"/>
                      <a:pt x="0" y="528689"/>
                      <a:pt x="0" y="485474"/>
                    </a:cubicBezTo>
                    <a:lnTo>
                      <a:pt x="0" y="78248"/>
                    </a:lnTo>
                    <a:cubicBezTo>
                      <a:pt x="0" y="35033"/>
                      <a:pt x="35033" y="0"/>
                      <a:pt x="78248" y="0"/>
                    </a:cubicBezTo>
                    <a:close/>
                  </a:path>
                </a:pathLst>
              </a:custGeom>
              <a:solidFill>
                <a:srgbClr val="FFFFFF"/>
              </a:solidFill>
              <a:ln w="9525" cap="rnd">
                <a:solidFill>
                  <a:srgbClr val="A6A6A6"/>
                </a:solidFill>
                <a:prstDash val="solid"/>
                <a:round/>
              </a:ln>
            </p:spPr>
            <p:txBody>
              <a:bodyPr/>
              <a:lstStyle/>
              <a:p>
                <a:endParaRPr lang="en-SG" sz="1088"/>
              </a:p>
            </p:txBody>
          </p:sp>
          <p:sp>
            <p:nvSpPr>
              <p:cNvPr id="163" name="TextBox 154"/>
              <p:cNvSpPr txBox="1"/>
              <p:nvPr/>
            </p:nvSpPr>
            <p:spPr>
              <a:xfrm>
                <a:off x="0" y="-28575"/>
                <a:ext cx="1663910" cy="592297"/>
              </a:xfrm>
              <a:prstGeom prst="rect">
                <a:avLst/>
              </a:prstGeom>
            </p:spPr>
            <p:txBody>
              <a:bodyPr lIns="31618" tIns="31618" rIns="31618" bIns="31618" rtlCol="0" anchor="ctr"/>
              <a:lstStyle/>
              <a:p>
                <a:pPr algn="ctr">
                  <a:lnSpc>
                    <a:spcPts val="2016"/>
                  </a:lnSpc>
                </a:pPr>
                <a:endParaRPr sz="1088"/>
              </a:p>
            </p:txBody>
          </p:sp>
        </p:grpSp>
        <p:sp>
          <p:nvSpPr>
            <p:cNvPr id="156" name="Freeform 155"/>
            <p:cNvSpPr/>
            <p:nvPr/>
          </p:nvSpPr>
          <p:spPr>
            <a:xfrm>
              <a:off x="3616341" y="181352"/>
              <a:ext cx="492269" cy="492269"/>
            </a:xfrm>
            <a:custGeom>
              <a:avLst/>
              <a:gdLst/>
              <a:ahLst/>
              <a:cxnLst/>
              <a:rect l="l" t="t" r="r" b="b"/>
              <a:pathLst>
                <a:path w="492269" h="492269">
                  <a:moveTo>
                    <a:pt x="0" y="0"/>
                  </a:moveTo>
                  <a:lnTo>
                    <a:pt x="492269" y="0"/>
                  </a:lnTo>
                  <a:lnTo>
                    <a:pt x="492269" y="492268"/>
                  </a:lnTo>
                  <a:lnTo>
                    <a:pt x="0" y="492268"/>
                  </a:lnTo>
                  <a:lnTo>
                    <a:pt x="0" y="0"/>
                  </a:lnTo>
                  <a:close/>
                </a:path>
              </a:pathLst>
            </a:custGeom>
            <a:blipFill>
              <a:blip r:embed="rId48">
                <a:extLst>
                  <a:ext uri="{96DAC541-7B7A-43D3-8B79-37D633B846F1}">
                    <asvg:svgBlip xmlns:asvg="http://schemas.microsoft.com/office/drawing/2016/SVG/main" r:embed="rId49"/>
                  </a:ext>
                </a:extLst>
              </a:blip>
              <a:stretch>
                <a:fillRect/>
              </a:stretch>
            </a:blipFill>
          </p:spPr>
          <p:txBody>
            <a:bodyPr/>
            <a:lstStyle/>
            <a:p>
              <a:endParaRPr lang="en-SG" sz="1088"/>
            </a:p>
          </p:txBody>
        </p:sp>
        <p:sp>
          <p:nvSpPr>
            <p:cNvPr id="157" name="Freeform 156"/>
            <p:cNvSpPr/>
            <p:nvPr/>
          </p:nvSpPr>
          <p:spPr>
            <a:xfrm>
              <a:off x="3318512" y="1054389"/>
              <a:ext cx="306531" cy="271280"/>
            </a:xfrm>
            <a:custGeom>
              <a:avLst/>
              <a:gdLst/>
              <a:ahLst/>
              <a:cxnLst/>
              <a:rect l="l" t="t" r="r" b="b"/>
              <a:pathLst>
                <a:path w="306531" h="271280">
                  <a:moveTo>
                    <a:pt x="0" y="0"/>
                  </a:moveTo>
                  <a:lnTo>
                    <a:pt x="306530" y="0"/>
                  </a:lnTo>
                  <a:lnTo>
                    <a:pt x="306530" y="271280"/>
                  </a:lnTo>
                  <a:lnTo>
                    <a:pt x="0" y="271280"/>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SG" sz="1088"/>
            </a:p>
          </p:txBody>
        </p:sp>
        <p:sp>
          <p:nvSpPr>
            <p:cNvPr id="158" name="Freeform 157"/>
            <p:cNvSpPr/>
            <p:nvPr/>
          </p:nvSpPr>
          <p:spPr>
            <a:xfrm>
              <a:off x="3741440" y="1054389"/>
              <a:ext cx="277322" cy="277322"/>
            </a:xfrm>
            <a:custGeom>
              <a:avLst/>
              <a:gdLst/>
              <a:ahLst/>
              <a:cxnLst/>
              <a:rect l="l" t="t" r="r" b="b"/>
              <a:pathLst>
                <a:path w="277322" h="277322">
                  <a:moveTo>
                    <a:pt x="0" y="0"/>
                  </a:moveTo>
                  <a:lnTo>
                    <a:pt x="277322" y="0"/>
                  </a:lnTo>
                  <a:lnTo>
                    <a:pt x="277322" y="277322"/>
                  </a:lnTo>
                  <a:lnTo>
                    <a:pt x="0" y="277322"/>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SG" sz="1088"/>
            </a:p>
          </p:txBody>
        </p:sp>
        <p:sp>
          <p:nvSpPr>
            <p:cNvPr id="159" name="Freeform 158"/>
            <p:cNvSpPr/>
            <p:nvPr/>
          </p:nvSpPr>
          <p:spPr>
            <a:xfrm>
              <a:off x="4135160" y="1054389"/>
              <a:ext cx="271280" cy="271280"/>
            </a:xfrm>
            <a:custGeom>
              <a:avLst/>
              <a:gdLst/>
              <a:ahLst/>
              <a:cxnLst/>
              <a:rect l="l" t="t" r="r" b="b"/>
              <a:pathLst>
                <a:path w="271280" h="271280">
                  <a:moveTo>
                    <a:pt x="0" y="0"/>
                  </a:moveTo>
                  <a:lnTo>
                    <a:pt x="271279" y="0"/>
                  </a:lnTo>
                  <a:lnTo>
                    <a:pt x="271279" y="271280"/>
                  </a:lnTo>
                  <a:lnTo>
                    <a:pt x="0" y="271280"/>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SG" sz="1088"/>
            </a:p>
          </p:txBody>
        </p:sp>
        <p:sp>
          <p:nvSpPr>
            <p:cNvPr id="160" name="TextBox 159"/>
            <p:cNvSpPr txBox="1"/>
            <p:nvPr/>
          </p:nvSpPr>
          <p:spPr>
            <a:xfrm>
              <a:off x="121582" y="946043"/>
              <a:ext cx="3094984" cy="299348"/>
            </a:xfrm>
            <a:prstGeom prst="rect">
              <a:avLst/>
            </a:prstGeom>
          </p:spPr>
          <p:txBody>
            <a:bodyPr wrap="square" lIns="0" tIns="0" rIns="0" bIns="0" rtlCol="0" anchor="t">
              <a:spAutoFit/>
            </a:bodyPr>
            <a:lstStyle/>
            <a:p>
              <a:pPr>
                <a:lnSpc>
                  <a:spcPts val="1493"/>
                </a:lnSpc>
                <a:spcBef>
                  <a:spcPct val="0"/>
                </a:spcBef>
              </a:pPr>
              <a:r>
                <a:rPr lang="en-US" sz="1066" dirty="0">
                  <a:solidFill>
                    <a:srgbClr val="000000"/>
                  </a:solidFill>
                  <a:latin typeface="Canva Sans"/>
                  <a:ea typeface="Canva Sans"/>
                  <a:cs typeface="Canva Sans"/>
                  <a:sym typeface="Canva Sans"/>
                </a:rPr>
                <a:t>Avg. Waiting Time: 23 mins</a:t>
              </a:r>
            </a:p>
          </p:txBody>
        </p:sp>
        <p:sp>
          <p:nvSpPr>
            <p:cNvPr id="161" name="TextBox 160"/>
            <p:cNvSpPr txBox="1"/>
            <p:nvPr/>
          </p:nvSpPr>
          <p:spPr>
            <a:xfrm>
              <a:off x="167789" y="234284"/>
              <a:ext cx="3048779" cy="535962"/>
            </a:xfrm>
            <a:prstGeom prst="rect">
              <a:avLst/>
            </a:prstGeom>
          </p:spPr>
          <p:txBody>
            <a:bodyPr wrap="square" lIns="0" tIns="0" rIns="0" bIns="0" rtlCol="0" anchor="t">
              <a:spAutoFit/>
            </a:bodyPr>
            <a:lstStyle/>
            <a:p>
              <a:pPr>
                <a:lnSpc>
                  <a:spcPts val="2601"/>
                </a:lnSpc>
                <a:spcBef>
                  <a:spcPct val="0"/>
                </a:spcBef>
              </a:pPr>
              <a:r>
                <a:rPr lang="en-US" sz="1858" dirty="0">
                  <a:solidFill>
                    <a:srgbClr val="000000"/>
                  </a:solidFill>
                  <a:latin typeface="League Spartan"/>
                  <a:ea typeface="League Spartan"/>
                  <a:cs typeface="League Spartan"/>
                  <a:sym typeface="League Spartan"/>
                </a:rPr>
                <a:t>Ferris wheels</a:t>
              </a: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a:extLst>
            <a:ext uri="{FF2B5EF4-FFF2-40B4-BE49-F238E27FC236}">
              <a16:creationId xmlns:a16="http://schemas.microsoft.com/office/drawing/2014/main" id="{A46DB3EE-7B22-C1A7-3302-148EB9AEA0D1}"/>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C24CEE1F-A60D-38B3-7257-890625CA505D}"/>
              </a:ext>
            </a:extLst>
          </p:cNvPr>
          <p:cNvGrpSpPr/>
          <p:nvPr/>
        </p:nvGrpSpPr>
        <p:grpSpPr>
          <a:xfrm>
            <a:off x="-1" y="-50220"/>
            <a:ext cx="3698546" cy="602010"/>
            <a:chOff x="0" y="0"/>
            <a:chExt cx="1561326" cy="812800"/>
          </a:xfrm>
        </p:grpSpPr>
        <p:sp>
          <p:nvSpPr>
            <p:cNvPr id="4" name="Freeform 4">
              <a:extLst>
                <a:ext uri="{FF2B5EF4-FFF2-40B4-BE49-F238E27FC236}">
                  <a16:creationId xmlns:a16="http://schemas.microsoft.com/office/drawing/2014/main" id="{3C2079FE-051A-7940-38B8-2BCEF2400DE5}"/>
                </a:ext>
              </a:extLst>
            </p:cNvPr>
            <p:cNvSpPr/>
            <p:nvPr/>
          </p:nvSpPr>
          <p:spPr>
            <a:xfrm>
              <a:off x="0" y="0"/>
              <a:ext cx="1561326" cy="812800"/>
            </a:xfrm>
            <a:custGeom>
              <a:avLst/>
              <a:gdLst/>
              <a:ahLst/>
              <a:cxnLst/>
              <a:rect l="l" t="t" r="r" b="b"/>
              <a:pathLst>
                <a:path w="1561326" h="812800">
                  <a:moveTo>
                    <a:pt x="0" y="0"/>
                  </a:moveTo>
                  <a:lnTo>
                    <a:pt x="1561326" y="0"/>
                  </a:lnTo>
                  <a:lnTo>
                    <a:pt x="1561326" y="812800"/>
                  </a:lnTo>
                  <a:lnTo>
                    <a:pt x="0" y="812800"/>
                  </a:lnTo>
                  <a:close/>
                </a:path>
              </a:pathLst>
            </a:custGeom>
            <a:solidFill>
              <a:srgbClr val="F34336"/>
            </a:solidFill>
          </p:spPr>
          <p:txBody>
            <a:bodyPr/>
            <a:lstStyle/>
            <a:p>
              <a:endParaRPr lang="en-SG" sz="1088"/>
            </a:p>
          </p:txBody>
        </p:sp>
        <p:sp>
          <p:nvSpPr>
            <p:cNvPr id="5" name="TextBox 5">
              <a:extLst>
                <a:ext uri="{FF2B5EF4-FFF2-40B4-BE49-F238E27FC236}">
                  <a16:creationId xmlns:a16="http://schemas.microsoft.com/office/drawing/2014/main" id="{FF871C23-E1D1-D0E3-1D42-420C6B40E3A5}"/>
                </a:ext>
              </a:extLst>
            </p:cNvPr>
            <p:cNvSpPr txBox="1"/>
            <p:nvPr/>
          </p:nvSpPr>
          <p:spPr>
            <a:xfrm>
              <a:off x="0" y="-28575"/>
              <a:ext cx="1561326" cy="841375"/>
            </a:xfrm>
            <a:prstGeom prst="rect">
              <a:avLst/>
            </a:prstGeom>
          </p:spPr>
          <p:txBody>
            <a:bodyPr lIns="40638" tIns="40638" rIns="40638" bIns="40638" rtlCol="0" anchor="ctr"/>
            <a:lstStyle/>
            <a:p>
              <a:pPr algn="ctr">
                <a:lnSpc>
                  <a:spcPts val="2016"/>
                </a:lnSpc>
              </a:pPr>
              <a:endParaRPr sz="1088"/>
            </a:p>
          </p:txBody>
        </p:sp>
      </p:grpSp>
      <p:graphicFrame>
        <p:nvGraphicFramePr>
          <p:cNvPr id="6" name="Table 6">
            <a:extLst>
              <a:ext uri="{FF2B5EF4-FFF2-40B4-BE49-F238E27FC236}">
                <a16:creationId xmlns:a16="http://schemas.microsoft.com/office/drawing/2014/main" id="{FAD8F2FA-5F60-C75B-9FBD-BBD4279F04E0}"/>
              </a:ext>
            </a:extLst>
          </p:cNvPr>
          <p:cNvGraphicFramePr>
            <a:graphicFrameLocks noGrp="1"/>
          </p:cNvGraphicFramePr>
          <p:nvPr/>
        </p:nvGraphicFramePr>
        <p:xfrm>
          <a:off x="-1" y="551791"/>
          <a:ext cx="3670175" cy="6699488"/>
        </p:xfrm>
        <a:graphic>
          <a:graphicData uri="http://schemas.openxmlformats.org/drawingml/2006/table">
            <a:tbl>
              <a:tblPr/>
              <a:tblGrid>
                <a:gridCol w="3670175">
                  <a:extLst>
                    <a:ext uri="{9D8B030D-6E8A-4147-A177-3AD203B41FA5}">
                      <a16:colId xmlns:a16="http://schemas.microsoft.com/office/drawing/2014/main" val="20000"/>
                    </a:ext>
                  </a:extLst>
                </a:gridCol>
              </a:tblGrid>
              <a:tr h="815366">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39540">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39540">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960982">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39563">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27582">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84124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735674">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Freeform 7">
            <a:hlinkClick r:id="rId3" action="ppaction://hlinksldjump"/>
            <a:extLst>
              <a:ext uri="{FF2B5EF4-FFF2-40B4-BE49-F238E27FC236}">
                <a16:creationId xmlns:a16="http://schemas.microsoft.com/office/drawing/2014/main" id="{7EE5DD71-6959-4E7E-3F22-47AAE9B3CFA4}"/>
              </a:ext>
            </a:extLst>
          </p:cNvPr>
          <p:cNvSpPr/>
          <p:nvPr/>
        </p:nvSpPr>
        <p:spPr>
          <a:xfrm>
            <a:off x="3252122" y="156549"/>
            <a:ext cx="261167" cy="280824"/>
          </a:xfrm>
          <a:custGeom>
            <a:avLst/>
            <a:gdLst/>
            <a:ahLst/>
            <a:cxnLst/>
            <a:rect l="l" t="t" r="r" b="b"/>
            <a:pathLst>
              <a:path w="326473" h="351046">
                <a:moveTo>
                  <a:pt x="0" y="0"/>
                </a:moveTo>
                <a:lnTo>
                  <a:pt x="326473" y="0"/>
                </a:lnTo>
                <a:lnTo>
                  <a:pt x="326473" y="351046"/>
                </a:lnTo>
                <a:lnTo>
                  <a:pt x="0" y="35104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8" name="Freeform 8">
            <a:extLst>
              <a:ext uri="{FF2B5EF4-FFF2-40B4-BE49-F238E27FC236}">
                <a16:creationId xmlns:a16="http://schemas.microsoft.com/office/drawing/2014/main" id="{6755BC37-E032-0EA7-548C-FAB4B6AAE7EC}"/>
              </a:ext>
            </a:extLst>
          </p:cNvPr>
          <p:cNvSpPr/>
          <p:nvPr/>
        </p:nvSpPr>
        <p:spPr>
          <a:xfrm>
            <a:off x="2742836" y="156549"/>
            <a:ext cx="275756" cy="286499"/>
          </a:xfrm>
          <a:custGeom>
            <a:avLst/>
            <a:gdLst/>
            <a:ahLst/>
            <a:cxnLst/>
            <a:rect l="l" t="t" r="r" b="b"/>
            <a:pathLst>
              <a:path w="344710" h="358140">
                <a:moveTo>
                  <a:pt x="0" y="0"/>
                </a:moveTo>
                <a:lnTo>
                  <a:pt x="344710" y="0"/>
                </a:lnTo>
                <a:lnTo>
                  <a:pt x="344710" y="358141"/>
                </a:lnTo>
                <a:lnTo>
                  <a:pt x="0" y="35814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SG" sz="1088"/>
          </a:p>
        </p:txBody>
      </p:sp>
      <p:sp>
        <p:nvSpPr>
          <p:cNvPr id="9" name="Freeform 9">
            <a:hlinkClick r:id="rId8" action="ppaction://hlinksldjump"/>
            <a:extLst>
              <a:ext uri="{FF2B5EF4-FFF2-40B4-BE49-F238E27FC236}">
                <a16:creationId xmlns:a16="http://schemas.microsoft.com/office/drawing/2014/main" id="{FB777ED6-8B87-119C-E007-F0745777C61F}"/>
              </a:ext>
            </a:extLst>
          </p:cNvPr>
          <p:cNvSpPr/>
          <p:nvPr/>
        </p:nvSpPr>
        <p:spPr>
          <a:xfrm>
            <a:off x="8928072" y="117046"/>
            <a:ext cx="255177" cy="255177"/>
          </a:xfrm>
          <a:custGeom>
            <a:avLst/>
            <a:gdLst/>
            <a:ahLst/>
            <a:cxnLst/>
            <a:rect l="l" t="t" r="r" b="b"/>
            <a:pathLst>
              <a:path w="318985" h="318985">
                <a:moveTo>
                  <a:pt x="0" y="0"/>
                </a:moveTo>
                <a:lnTo>
                  <a:pt x="318984" y="0"/>
                </a:lnTo>
                <a:lnTo>
                  <a:pt x="318984" y="318985"/>
                </a:lnTo>
                <a:lnTo>
                  <a:pt x="0" y="31898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SG" sz="1088"/>
          </a:p>
        </p:txBody>
      </p:sp>
      <p:grpSp>
        <p:nvGrpSpPr>
          <p:cNvPr id="10" name="Group 10">
            <a:extLst>
              <a:ext uri="{FF2B5EF4-FFF2-40B4-BE49-F238E27FC236}">
                <a16:creationId xmlns:a16="http://schemas.microsoft.com/office/drawing/2014/main" id="{F8ADEC26-3AFE-0327-8BFB-B3AE2D74BA2C}"/>
              </a:ext>
            </a:extLst>
          </p:cNvPr>
          <p:cNvGrpSpPr/>
          <p:nvPr/>
        </p:nvGrpSpPr>
        <p:grpSpPr>
          <a:xfrm rot="-5400000">
            <a:off x="3773834" y="985131"/>
            <a:ext cx="394881" cy="209744"/>
            <a:chOff x="0" y="0"/>
            <a:chExt cx="345211" cy="183361"/>
          </a:xfrm>
        </p:grpSpPr>
        <p:sp>
          <p:nvSpPr>
            <p:cNvPr id="11" name="Freeform 11">
              <a:extLst>
                <a:ext uri="{FF2B5EF4-FFF2-40B4-BE49-F238E27FC236}">
                  <a16:creationId xmlns:a16="http://schemas.microsoft.com/office/drawing/2014/main" id="{85746D01-E542-939E-E45C-E073C91EF3BD}"/>
                </a:ext>
              </a:extLst>
            </p:cNvPr>
            <p:cNvSpPr/>
            <p:nvPr/>
          </p:nvSpPr>
          <p:spPr>
            <a:xfrm>
              <a:off x="0" y="0"/>
              <a:ext cx="345211" cy="183361"/>
            </a:xfrm>
            <a:custGeom>
              <a:avLst/>
              <a:gdLst/>
              <a:ahLst/>
              <a:cxnLst/>
              <a:rect l="l" t="t" r="r" b="b"/>
              <a:pathLst>
                <a:path w="345211" h="183361">
                  <a:moveTo>
                    <a:pt x="91680" y="0"/>
                  </a:moveTo>
                  <a:lnTo>
                    <a:pt x="253531" y="0"/>
                  </a:lnTo>
                  <a:cubicBezTo>
                    <a:pt x="304164" y="0"/>
                    <a:pt x="345211" y="41047"/>
                    <a:pt x="345211" y="91680"/>
                  </a:cubicBezTo>
                  <a:lnTo>
                    <a:pt x="345211" y="91680"/>
                  </a:lnTo>
                  <a:cubicBezTo>
                    <a:pt x="345211" y="115996"/>
                    <a:pt x="335552" y="139315"/>
                    <a:pt x="318359" y="156508"/>
                  </a:cubicBezTo>
                  <a:cubicBezTo>
                    <a:pt x="301165" y="173702"/>
                    <a:pt x="277846" y="183361"/>
                    <a:pt x="253531" y="183361"/>
                  </a:cubicBezTo>
                  <a:lnTo>
                    <a:pt x="91680" y="183361"/>
                  </a:lnTo>
                  <a:cubicBezTo>
                    <a:pt x="67365" y="183361"/>
                    <a:pt x="44046" y="173702"/>
                    <a:pt x="26853" y="156508"/>
                  </a:cubicBezTo>
                  <a:cubicBezTo>
                    <a:pt x="9659" y="139315"/>
                    <a:pt x="0" y="115996"/>
                    <a:pt x="0" y="91680"/>
                  </a:cubicBezTo>
                  <a:lnTo>
                    <a:pt x="0" y="91680"/>
                  </a:lnTo>
                  <a:cubicBezTo>
                    <a:pt x="0" y="67365"/>
                    <a:pt x="9659" y="44046"/>
                    <a:pt x="26853" y="26853"/>
                  </a:cubicBezTo>
                  <a:cubicBezTo>
                    <a:pt x="44046" y="9659"/>
                    <a:pt x="67365" y="0"/>
                    <a:pt x="91680" y="0"/>
                  </a:cubicBezTo>
                  <a:close/>
                </a:path>
              </a:pathLst>
            </a:custGeom>
            <a:solidFill>
              <a:srgbClr val="FFCEB6">
                <a:alpha val="38824"/>
              </a:srgbClr>
            </a:solidFill>
          </p:spPr>
          <p:txBody>
            <a:bodyPr/>
            <a:lstStyle/>
            <a:p>
              <a:endParaRPr lang="en-SG" sz="1088"/>
            </a:p>
          </p:txBody>
        </p:sp>
        <p:sp>
          <p:nvSpPr>
            <p:cNvPr id="12" name="TextBox 12">
              <a:extLst>
                <a:ext uri="{FF2B5EF4-FFF2-40B4-BE49-F238E27FC236}">
                  <a16:creationId xmlns:a16="http://schemas.microsoft.com/office/drawing/2014/main" id="{02F10386-329A-E7B4-FD2B-C8CD8B6D9FBB}"/>
                </a:ext>
              </a:extLst>
            </p:cNvPr>
            <p:cNvSpPr txBox="1"/>
            <p:nvPr/>
          </p:nvSpPr>
          <p:spPr>
            <a:xfrm>
              <a:off x="0" y="-28575"/>
              <a:ext cx="345211" cy="211936"/>
            </a:xfrm>
            <a:prstGeom prst="rect">
              <a:avLst/>
            </a:prstGeom>
          </p:spPr>
          <p:txBody>
            <a:bodyPr lIns="40638" tIns="40638" rIns="40638" bIns="40638" rtlCol="0" anchor="ctr"/>
            <a:lstStyle/>
            <a:p>
              <a:pPr algn="ctr">
                <a:lnSpc>
                  <a:spcPts val="2016"/>
                </a:lnSpc>
              </a:pPr>
              <a:endParaRPr sz="1088"/>
            </a:p>
          </p:txBody>
        </p:sp>
      </p:grpSp>
      <p:sp>
        <p:nvSpPr>
          <p:cNvPr id="13" name="Freeform 13">
            <a:extLst>
              <a:ext uri="{FF2B5EF4-FFF2-40B4-BE49-F238E27FC236}">
                <a16:creationId xmlns:a16="http://schemas.microsoft.com/office/drawing/2014/main" id="{4D3B6172-C7B8-2E04-343C-45B8A43B1104}"/>
              </a:ext>
            </a:extLst>
          </p:cNvPr>
          <p:cNvSpPr/>
          <p:nvPr/>
        </p:nvSpPr>
        <p:spPr>
          <a:xfrm>
            <a:off x="3915850" y="950308"/>
            <a:ext cx="127586" cy="104793"/>
          </a:xfrm>
          <a:custGeom>
            <a:avLst/>
            <a:gdLst/>
            <a:ahLst/>
            <a:cxnLst/>
            <a:rect l="l" t="t" r="r" b="b"/>
            <a:pathLst>
              <a:path w="159489" h="130997">
                <a:moveTo>
                  <a:pt x="0" y="0"/>
                </a:moveTo>
                <a:lnTo>
                  <a:pt x="159488" y="0"/>
                </a:lnTo>
                <a:lnTo>
                  <a:pt x="159488" y="130997"/>
                </a:lnTo>
                <a:lnTo>
                  <a:pt x="0" y="130997"/>
                </a:lnTo>
                <a:lnTo>
                  <a:pt x="0" y="0"/>
                </a:lnTo>
                <a:close/>
              </a:path>
            </a:pathLst>
          </a:custGeom>
          <a:blipFill>
            <a:blip r:embed="rId11"/>
            <a:stretch>
              <a:fillRect t="-10875" b="-10875"/>
            </a:stretch>
          </a:blipFill>
        </p:spPr>
        <p:txBody>
          <a:bodyPr/>
          <a:lstStyle/>
          <a:p>
            <a:endParaRPr lang="en-SG" sz="1088"/>
          </a:p>
        </p:txBody>
      </p:sp>
      <p:sp>
        <p:nvSpPr>
          <p:cNvPr id="14" name="Freeform 14">
            <a:extLst>
              <a:ext uri="{FF2B5EF4-FFF2-40B4-BE49-F238E27FC236}">
                <a16:creationId xmlns:a16="http://schemas.microsoft.com/office/drawing/2014/main" id="{0090478A-FEE0-4D62-1D36-10C42D581A51}"/>
              </a:ext>
            </a:extLst>
          </p:cNvPr>
          <p:cNvSpPr/>
          <p:nvPr/>
        </p:nvSpPr>
        <p:spPr>
          <a:xfrm>
            <a:off x="3915850" y="1179429"/>
            <a:ext cx="127586" cy="26793"/>
          </a:xfrm>
          <a:custGeom>
            <a:avLst/>
            <a:gdLst/>
            <a:ahLst/>
            <a:cxnLst/>
            <a:rect l="l" t="t" r="r" b="b"/>
            <a:pathLst>
              <a:path w="159489" h="33493">
                <a:moveTo>
                  <a:pt x="0" y="0"/>
                </a:moveTo>
                <a:lnTo>
                  <a:pt x="159488" y="0"/>
                </a:lnTo>
                <a:lnTo>
                  <a:pt x="159488" y="33493"/>
                </a:lnTo>
                <a:lnTo>
                  <a:pt x="0" y="3349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SG" sz="1088"/>
          </a:p>
        </p:txBody>
      </p:sp>
      <p:sp>
        <p:nvSpPr>
          <p:cNvPr id="15" name="Freeform 15">
            <a:extLst>
              <a:ext uri="{FF2B5EF4-FFF2-40B4-BE49-F238E27FC236}">
                <a16:creationId xmlns:a16="http://schemas.microsoft.com/office/drawing/2014/main" id="{6F91E6BE-2247-7B77-4B46-47C4FBC0BA2C}"/>
              </a:ext>
            </a:extLst>
          </p:cNvPr>
          <p:cNvSpPr/>
          <p:nvPr/>
        </p:nvSpPr>
        <p:spPr>
          <a:xfrm>
            <a:off x="-80320" y="3528130"/>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grpSp>
        <p:nvGrpSpPr>
          <p:cNvPr id="16" name="Group 16">
            <a:extLst>
              <a:ext uri="{FF2B5EF4-FFF2-40B4-BE49-F238E27FC236}">
                <a16:creationId xmlns:a16="http://schemas.microsoft.com/office/drawing/2014/main" id="{1EB574CA-645C-8FF8-5E8C-15884BBCE32E}"/>
              </a:ext>
            </a:extLst>
          </p:cNvPr>
          <p:cNvGrpSpPr/>
          <p:nvPr/>
        </p:nvGrpSpPr>
        <p:grpSpPr>
          <a:xfrm>
            <a:off x="2738816" y="1123123"/>
            <a:ext cx="803691" cy="199694"/>
            <a:chOff x="0" y="0"/>
            <a:chExt cx="1339544" cy="332839"/>
          </a:xfrm>
        </p:grpSpPr>
        <p:sp>
          <p:nvSpPr>
            <p:cNvPr id="17" name="Freeform 17">
              <a:extLst>
                <a:ext uri="{FF2B5EF4-FFF2-40B4-BE49-F238E27FC236}">
                  <a16:creationId xmlns:a16="http://schemas.microsoft.com/office/drawing/2014/main" id="{E0DC50C1-3A57-AA10-16EC-5D3DE15C2A8C}"/>
                </a:ext>
              </a:extLst>
            </p:cNvPr>
            <p:cNvSpPr/>
            <p:nvPr/>
          </p:nvSpPr>
          <p:spPr>
            <a:xfrm>
              <a:off x="541419" y="0"/>
              <a:ext cx="332839" cy="332839"/>
            </a:xfrm>
            <a:custGeom>
              <a:avLst/>
              <a:gdLst/>
              <a:ahLst/>
              <a:cxnLst/>
              <a:rect l="l" t="t" r="r" b="b"/>
              <a:pathLst>
                <a:path w="332839" h="332839">
                  <a:moveTo>
                    <a:pt x="0" y="0"/>
                  </a:moveTo>
                  <a:lnTo>
                    <a:pt x="332838" y="0"/>
                  </a:lnTo>
                  <a:lnTo>
                    <a:pt x="332838"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18" name="Freeform 18">
              <a:extLst>
                <a:ext uri="{FF2B5EF4-FFF2-40B4-BE49-F238E27FC236}">
                  <a16:creationId xmlns:a16="http://schemas.microsoft.com/office/drawing/2014/main" id="{63BA7681-0C44-BB98-B512-172CC19EE828}"/>
                </a:ext>
              </a:extLst>
            </p:cNvPr>
            <p:cNvSpPr/>
            <p:nvPr/>
          </p:nvSpPr>
          <p:spPr>
            <a:xfrm>
              <a:off x="0" y="0"/>
              <a:ext cx="398609" cy="332839"/>
            </a:xfrm>
            <a:custGeom>
              <a:avLst/>
              <a:gdLst/>
              <a:ahLst/>
              <a:cxnLst/>
              <a:rect l="l" t="t" r="r" b="b"/>
              <a:pathLst>
                <a:path w="398609" h="332839">
                  <a:moveTo>
                    <a:pt x="0" y="0"/>
                  </a:moveTo>
                  <a:lnTo>
                    <a:pt x="398609" y="0"/>
                  </a:lnTo>
                  <a:lnTo>
                    <a:pt x="398609" y="332839"/>
                  </a:lnTo>
                  <a:lnTo>
                    <a:pt x="0" y="33283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19" name="Freeform 19">
              <a:extLst>
                <a:ext uri="{FF2B5EF4-FFF2-40B4-BE49-F238E27FC236}">
                  <a16:creationId xmlns:a16="http://schemas.microsoft.com/office/drawing/2014/main" id="{F24979CA-7CA6-354D-936E-1E83DD80F88A}"/>
                </a:ext>
              </a:extLst>
            </p:cNvPr>
            <p:cNvSpPr/>
            <p:nvPr/>
          </p:nvSpPr>
          <p:spPr>
            <a:xfrm>
              <a:off x="1013957"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20" name="Group 20">
            <a:extLst>
              <a:ext uri="{FF2B5EF4-FFF2-40B4-BE49-F238E27FC236}">
                <a16:creationId xmlns:a16="http://schemas.microsoft.com/office/drawing/2014/main" id="{F5F50F33-85B1-52D1-969C-0D2A8C12BB78}"/>
              </a:ext>
            </a:extLst>
          </p:cNvPr>
          <p:cNvGrpSpPr/>
          <p:nvPr/>
        </p:nvGrpSpPr>
        <p:grpSpPr>
          <a:xfrm>
            <a:off x="2738816" y="2848334"/>
            <a:ext cx="803691" cy="199694"/>
            <a:chOff x="0" y="0"/>
            <a:chExt cx="1339544" cy="332839"/>
          </a:xfrm>
        </p:grpSpPr>
        <p:sp>
          <p:nvSpPr>
            <p:cNvPr id="21" name="Freeform 21">
              <a:extLst>
                <a:ext uri="{FF2B5EF4-FFF2-40B4-BE49-F238E27FC236}">
                  <a16:creationId xmlns:a16="http://schemas.microsoft.com/office/drawing/2014/main" id="{193E3A57-D8E9-778E-A777-EE457A08FB3B}"/>
                </a:ext>
              </a:extLst>
            </p:cNvPr>
            <p:cNvSpPr/>
            <p:nvPr/>
          </p:nvSpPr>
          <p:spPr>
            <a:xfrm>
              <a:off x="541419" y="0"/>
              <a:ext cx="332839" cy="332839"/>
            </a:xfrm>
            <a:custGeom>
              <a:avLst/>
              <a:gdLst/>
              <a:ahLst/>
              <a:cxnLst/>
              <a:rect l="l" t="t" r="r" b="b"/>
              <a:pathLst>
                <a:path w="332839" h="332839">
                  <a:moveTo>
                    <a:pt x="0" y="0"/>
                  </a:moveTo>
                  <a:lnTo>
                    <a:pt x="332838" y="0"/>
                  </a:lnTo>
                  <a:lnTo>
                    <a:pt x="332838"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22" name="Freeform 22">
              <a:extLst>
                <a:ext uri="{FF2B5EF4-FFF2-40B4-BE49-F238E27FC236}">
                  <a16:creationId xmlns:a16="http://schemas.microsoft.com/office/drawing/2014/main" id="{0A0C43D1-C63D-FFFC-5B80-07B19DB3FDF4}"/>
                </a:ext>
              </a:extLst>
            </p:cNvPr>
            <p:cNvSpPr/>
            <p:nvPr/>
          </p:nvSpPr>
          <p:spPr>
            <a:xfrm>
              <a:off x="0" y="0"/>
              <a:ext cx="398609" cy="332839"/>
            </a:xfrm>
            <a:custGeom>
              <a:avLst/>
              <a:gdLst/>
              <a:ahLst/>
              <a:cxnLst/>
              <a:rect l="l" t="t" r="r" b="b"/>
              <a:pathLst>
                <a:path w="398609" h="332839">
                  <a:moveTo>
                    <a:pt x="0" y="0"/>
                  </a:moveTo>
                  <a:lnTo>
                    <a:pt x="398609" y="0"/>
                  </a:lnTo>
                  <a:lnTo>
                    <a:pt x="398609" y="332839"/>
                  </a:lnTo>
                  <a:lnTo>
                    <a:pt x="0" y="33283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23" name="Freeform 23">
              <a:extLst>
                <a:ext uri="{FF2B5EF4-FFF2-40B4-BE49-F238E27FC236}">
                  <a16:creationId xmlns:a16="http://schemas.microsoft.com/office/drawing/2014/main" id="{DA9A9A6F-D1D4-8ACE-E253-90B0D1EE3D01}"/>
                </a:ext>
              </a:extLst>
            </p:cNvPr>
            <p:cNvSpPr/>
            <p:nvPr/>
          </p:nvSpPr>
          <p:spPr>
            <a:xfrm>
              <a:off x="1013957"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24" name="Group 24">
            <a:extLst>
              <a:ext uri="{FF2B5EF4-FFF2-40B4-BE49-F238E27FC236}">
                <a16:creationId xmlns:a16="http://schemas.microsoft.com/office/drawing/2014/main" id="{1DE3E583-259A-1E57-677E-E3F266C5F3D3}"/>
              </a:ext>
            </a:extLst>
          </p:cNvPr>
          <p:cNvGrpSpPr/>
          <p:nvPr/>
        </p:nvGrpSpPr>
        <p:grpSpPr>
          <a:xfrm>
            <a:off x="2738818" y="6324678"/>
            <a:ext cx="783398" cy="199694"/>
            <a:chOff x="0" y="0"/>
            <a:chExt cx="1305721" cy="332839"/>
          </a:xfrm>
        </p:grpSpPr>
        <p:sp>
          <p:nvSpPr>
            <p:cNvPr id="25" name="Freeform 25">
              <a:extLst>
                <a:ext uri="{FF2B5EF4-FFF2-40B4-BE49-F238E27FC236}">
                  <a16:creationId xmlns:a16="http://schemas.microsoft.com/office/drawing/2014/main" id="{26DCC6C7-B60B-09F9-D388-2D5353671457}"/>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26" name="Freeform 26">
              <a:extLst>
                <a:ext uri="{FF2B5EF4-FFF2-40B4-BE49-F238E27FC236}">
                  <a16:creationId xmlns:a16="http://schemas.microsoft.com/office/drawing/2014/main" id="{53EA3A95-D464-27C4-40E1-A04EA83EBDED}"/>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27" name="Freeform 27">
              <a:extLst>
                <a:ext uri="{FF2B5EF4-FFF2-40B4-BE49-F238E27FC236}">
                  <a16:creationId xmlns:a16="http://schemas.microsoft.com/office/drawing/2014/main" id="{FD4C2ABB-22A1-F94D-E514-9D971A81FAB0}"/>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28" name="Group 28">
            <a:extLst>
              <a:ext uri="{FF2B5EF4-FFF2-40B4-BE49-F238E27FC236}">
                <a16:creationId xmlns:a16="http://schemas.microsoft.com/office/drawing/2014/main" id="{A5415E2E-3C50-2491-2C50-74D1DD6495F8}"/>
              </a:ext>
            </a:extLst>
          </p:cNvPr>
          <p:cNvGrpSpPr/>
          <p:nvPr/>
        </p:nvGrpSpPr>
        <p:grpSpPr>
          <a:xfrm>
            <a:off x="2759112" y="5527586"/>
            <a:ext cx="783398" cy="199694"/>
            <a:chOff x="0" y="0"/>
            <a:chExt cx="1305721" cy="332839"/>
          </a:xfrm>
        </p:grpSpPr>
        <p:sp>
          <p:nvSpPr>
            <p:cNvPr id="29" name="Freeform 29">
              <a:extLst>
                <a:ext uri="{FF2B5EF4-FFF2-40B4-BE49-F238E27FC236}">
                  <a16:creationId xmlns:a16="http://schemas.microsoft.com/office/drawing/2014/main" id="{A5656448-A797-A4CD-BE5F-B1033A123097}"/>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0" name="Freeform 30">
              <a:extLst>
                <a:ext uri="{FF2B5EF4-FFF2-40B4-BE49-F238E27FC236}">
                  <a16:creationId xmlns:a16="http://schemas.microsoft.com/office/drawing/2014/main" id="{AE361D1D-0AE1-2056-89B9-6BF88FF9B0B0}"/>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dirty="0"/>
            </a:p>
          </p:txBody>
        </p:sp>
        <p:sp>
          <p:nvSpPr>
            <p:cNvPr id="31" name="Freeform 31">
              <a:extLst>
                <a:ext uri="{FF2B5EF4-FFF2-40B4-BE49-F238E27FC236}">
                  <a16:creationId xmlns:a16="http://schemas.microsoft.com/office/drawing/2014/main" id="{35DE9C14-1068-0060-B7C3-EDDC6F6D7728}"/>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32" name="Group 32">
            <a:extLst>
              <a:ext uri="{FF2B5EF4-FFF2-40B4-BE49-F238E27FC236}">
                <a16:creationId xmlns:a16="http://schemas.microsoft.com/office/drawing/2014/main" id="{667CF441-161D-0572-93BF-5EF1BE67CE8A}"/>
              </a:ext>
            </a:extLst>
          </p:cNvPr>
          <p:cNvGrpSpPr/>
          <p:nvPr/>
        </p:nvGrpSpPr>
        <p:grpSpPr>
          <a:xfrm>
            <a:off x="2737793" y="6972925"/>
            <a:ext cx="783398" cy="199694"/>
            <a:chOff x="0" y="0"/>
            <a:chExt cx="1305721" cy="332839"/>
          </a:xfrm>
        </p:grpSpPr>
        <p:sp>
          <p:nvSpPr>
            <p:cNvPr id="33" name="Freeform 33">
              <a:extLst>
                <a:ext uri="{FF2B5EF4-FFF2-40B4-BE49-F238E27FC236}">
                  <a16:creationId xmlns:a16="http://schemas.microsoft.com/office/drawing/2014/main" id="{C8AB1884-F32B-6D63-75B6-40EE847CB3B2}"/>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4" name="Freeform 34">
              <a:extLst>
                <a:ext uri="{FF2B5EF4-FFF2-40B4-BE49-F238E27FC236}">
                  <a16:creationId xmlns:a16="http://schemas.microsoft.com/office/drawing/2014/main" id="{7B8F164B-C129-C443-5160-2CC0ACFFE5E2}"/>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35" name="Freeform 35">
              <a:extLst>
                <a:ext uri="{FF2B5EF4-FFF2-40B4-BE49-F238E27FC236}">
                  <a16:creationId xmlns:a16="http://schemas.microsoft.com/office/drawing/2014/main" id="{E32CC109-4864-5691-4584-91647536A5CD}"/>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36" name="Group 36">
            <a:extLst>
              <a:ext uri="{FF2B5EF4-FFF2-40B4-BE49-F238E27FC236}">
                <a16:creationId xmlns:a16="http://schemas.microsoft.com/office/drawing/2014/main" id="{1EA58B42-C7A2-90A7-00D1-ED46EA1E139E}"/>
              </a:ext>
            </a:extLst>
          </p:cNvPr>
          <p:cNvGrpSpPr/>
          <p:nvPr/>
        </p:nvGrpSpPr>
        <p:grpSpPr>
          <a:xfrm>
            <a:off x="2759112" y="1894293"/>
            <a:ext cx="783398" cy="199694"/>
            <a:chOff x="0" y="0"/>
            <a:chExt cx="1305721" cy="332839"/>
          </a:xfrm>
        </p:grpSpPr>
        <p:sp>
          <p:nvSpPr>
            <p:cNvPr id="37" name="Freeform 37">
              <a:extLst>
                <a:ext uri="{FF2B5EF4-FFF2-40B4-BE49-F238E27FC236}">
                  <a16:creationId xmlns:a16="http://schemas.microsoft.com/office/drawing/2014/main" id="{84E4D7CD-A877-F40D-9377-84723E893AFD}"/>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8" name="Freeform 38">
              <a:extLst>
                <a:ext uri="{FF2B5EF4-FFF2-40B4-BE49-F238E27FC236}">
                  <a16:creationId xmlns:a16="http://schemas.microsoft.com/office/drawing/2014/main" id="{1C334A2F-B7A8-5759-9A14-93183ACDDF3A}"/>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39" name="Freeform 39">
              <a:extLst>
                <a:ext uri="{FF2B5EF4-FFF2-40B4-BE49-F238E27FC236}">
                  <a16:creationId xmlns:a16="http://schemas.microsoft.com/office/drawing/2014/main" id="{1F5470AA-5B06-964D-75F8-57EE1C2F40EB}"/>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40" name="Group 40">
            <a:extLst>
              <a:ext uri="{FF2B5EF4-FFF2-40B4-BE49-F238E27FC236}">
                <a16:creationId xmlns:a16="http://schemas.microsoft.com/office/drawing/2014/main" id="{5248D60E-F96B-1BE8-2131-F72B2F2B51C6}"/>
              </a:ext>
            </a:extLst>
          </p:cNvPr>
          <p:cNvGrpSpPr/>
          <p:nvPr/>
        </p:nvGrpSpPr>
        <p:grpSpPr>
          <a:xfrm>
            <a:off x="2759112" y="4664981"/>
            <a:ext cx="783398" cy="199694"/>
            <a:chOff x="0" y="0"/>
            <a:chExt cx="1305721" cy="332839"/>
          </a:xfrm>
        </p:grpSpPr>
        <p:sp>
          <p:nvSpPr>
            <p:cNvPr id="41" name="Freeform 41">
              <a:extLst>
                <a:ext uri="{FF2B5EF4-FFF2-40B4-BE49-F238E27FC236}">
                  <a16:creationId xmlns:a16="http://schemas.microsoft.com/office/drawing/2014/main" id="{05519CA6-FB18-B112-1C39-A6B4320ABB42}"/>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42" name="Freeform 42">
              <a:extLst>
                <a:ext uri="{FF2B5EF4-FFF2-40B4-BE49-F238E27FC236}">
                  <a16:creationId xmlns:a16="http://schemas.microsoft.com/office/drawing/2014/main" id="{BDC52CF8-98AF-56D2-96A0-72790FEA8BCD}"/>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43" name="Freeform 43">
              <a:extLst>
                <a:ext uri="{FF2B5EF4-FFF2-40B4-BE49-F238E27FC236}">
                  <a16:creationId xmlns:a16="http://schemas.microsoft.com/office/drawing/2014/main" id="{3EFA3BF9-9E9E-B6B1-A9A2-3F289A7F6159}"/>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44" name="Group 44">
            <a:extLst>
              <a:ext uri="{FF2B5EF4-FFF2-40B4-BE49-F238E27FC236}">
                <a16:creationId xmlns:a16="http://schemas.microsoft.com/office/drawing/2014/main" id="{A65B5ABC-F1B1-9B29-03FC-9C33EA99D297}"/>
              </a:ext>
            </a:extLst>
          </p:cNvPr>
          <p:cNvGrpSpPr/>
          <p:nvPr/>
        </p:nvGrpSpPr>
        <p:grpSpPr>
          <a:xfrm>
            <a:off x="2748965" y="3756658"/>
            <a:ext cx="783398" cy="199694"/>
            <a:chOff x="0" y="0"/>
            <a:chExt cx="1305721" cy="332839"/>
          </a:xfrm>
        </p:grpSpPr>
        <p:sp>
          <p:nvSpPr>
            <p:cNvPr id="45" name="Freeform 45">
              <a:extLst>
                <a:ext uri="{FF2B5EF4-FFF2-40B4-BE49-F238E27FC236}">
                  <a16:creationId xmlns:a16="http://schemas.microsoft.com/office/drawing/2014/main" id="{7D01D6F4-24FC-CD45-DE1B-4C7D1F4A0C6B}"/>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46" name="Freeform 46">
              <a:extLst>
                <a:ext uri="{FF2B5EF4-FFF2-40B4-BE49-F238E27FC236}">
                  <a16:creationId xmlns:a16="http://schemas.microsoft.com/office/drawing/2014/main" id="{2BD19884-1698-7B38-49CB-121E5A68AFA1}"/>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47" name="Freeform 47">
              <a:extLst>
                <a:ext uri="{FF2B5EF4-FFF2-40B4-BE49-F238E27FC236}">
                  <a16:creationId xmlns:a16="http://schemas.microsoft.com/office/drawing/2014/main" id="{0A8B8EC6-F09D-63C8-837C-9E1B27952EAA}"/>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sp>
        <p:nvSpPr>
          <p:cNvPr id="48" name="Freeform 48">
            <a:extLst>
              <a:ext uri="{FF2B5EF4-FFF2-40B4-BE49-F238E27FC236}">
                <a16:creationId xmlns:a16="http://schemas.microsoft.com/office/drawing/2014/main" id="{887DE390-99C9-78C3-BE68-C663739E9AAF}"/>
              </a:ext>
            </a:extLst>
          </p:cNvPr>
          <p:cNvSpPr/>
          <p:nvPr/>
        </p:nvSpPr>
        <p:spPr>
          <a:xfrm>
            <a:off x="-35398" y="907805"/>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49" name="Freeform 49">
            <a:extLst>
              <a:ext uri="{FF2B5EF4-FFF2-40B4-BE49-F238E27FC236}">
                <a16:creationId xmlns:a16="http://schemas.microsoft.com/office/drawing/2014/main" id="{6C72D7E1-4F4A-0D2C-0E05-DD78B4B537BD}"/>
              </a:ext>
            </a:extLst>
          </p:cNvPr>
          <p:cNvSpPr/>
          <p:nvPr/>
        </p:nvSpPr>
        <p:spPr>
          <a:xfrm>
            <a:off x="-113080" y="4489543"/>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50" name="Freeform 50">
            <a:extLst>
              <a:ext uri="{FF2B5EF4-FFF2-40B4-BE49-F238E27FC236}">
                <a16:creationId xmlns:a16="http://schemas.microsoft.com/office/drawing/2014/main" id="{366272EF-750D-25A2-834F-DEBB69558392}"/>
              </a:ext>
            </a:extLst>
          </p:cNvPr>
          <p:cNvSpPr/>
          <p:nvPr/>
        </p:nvSpPr>
        <p:spPr>
          <a:xfrm>
            <a:off x="-93978" y="5292202"/>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51" name="Freeform 51">
            <a:extLst>
              <a:ext uri="{FF2B5EF4-FFF2-40B4-BE49-F238E27FC236}">
                <a16:creationId xmlns:a16="http://schemas.microsoft.com/office/drawing/2014/main" id="{FB3C2A69-996A-B6A4-37ED-8135DB2332C5}"/>
              </a:ext>
            </a:extLst>
          </p:cNvPr>
          <p:cNvSpPr/>
          <p:nvPr/>
        </p:nvSpPr>
        <p:spPr>
          <a:xfrm>
            <a:off x="-108354" y="6139396"/>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52" name="Freeform 52">
            <a:extLst>
              <a:ext uri="{FF2B5EF4-FFF2-40B4-BE49-F238E27FC236}">
                <a16:creationId xmlns:a16="http://schemas.microsoft.com/office/drawing/2014/main" id="{3C878EB7-2F28-FFB2-4D2F-5C758EFA725E}"/>
              </a:ext>
            </a:extLst>
          </p:cNvPr>
          <p:cNvSpPr/>
          <p:nvPr/>
        </p:nvSpPr>
        <p:spPr>
          <a:xfrm>
            <a:off x="-68308" y="6815636"/>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53" name="Freeform 53">
            <a:extLst>
              <a:ext uri="{FF2B5EF4-FFF2-40B4-BE49-F238E27FC236}">
                <a16:creationId xmlns:a16="http://schemas.microsoft.com/office/drawing/2014/main" id="{BE73141E-D4A0-82D5-A549-33D6CE386093}"/>
              </a:ext>
            </a:extLst>
          </p:cNvPr>
          <p:cNvSpPr/>
          <p:nvPr/>
        </p:nvSpPr>
        <p:spPr>
          <a:xfrm>
            <a:off x="-80320" y="2593098"/>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54" name="Freeform 54">
            <a:extLst>
              <a:ext uri="{FF2B5EF4-FFF2-40B4-BE49-F238E27FC236}">
                <a16:creationId xmlns:a16="http://schemas.microsoft.com/office/drawing/2014/main" id="{E13B3806-E9C5-3701-DCBC-5E0B045194FA}"/>
              </a:ext>
            </a:extLst>
          </p:cNvPr>
          <p:cNvSpPr/>
          <p:nvPr/>
        </p:nvSpPr>
        <p:spPr>
          <a:xfrm>
            <a:off x="-80320" y="1734423"/>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grpSp>
        <p:nvGrpSpPr>
          <p:cNvPr id="58" name="Group 58">
            <a:extLst>
              <a:ext uri="{FF2B5EF4-FFF2-40B4-BE49-F238E27FC236}">
                <a16:creationId xmlns:a16="http://schemas.microsoft.com/office/drawing/2014/main" id="{60912DE7-2C3F-5C55-2378-E8590D07C3A8}"/>
              </a:ext>
            </a:extLst>
          </p:cNvPr>
          <p:cNvGrpSpPr/>
          <p:nvPr/>
        </p:nvGrpSpPr>
        <p:grpSpPr>
          <a:xfrm>
            <a:off x="-113080" y="2114632"/>
            <a:ext cx="3950892" cy="906484"/>
            <a:chOff x="-36833" y="-28575"/>
            <a:chExt cx="1447231" cy="322320"/>
          </a:xfrm>
        </p:grpSpPr>
        <p:sp>
          <p:nvSpPr>
            <p:cNvPr id="59" name="Freeform 59">
              <a:extLst>
                <a:ext uri="{FF2B5EF4-FFF2-40B4-BE49-F238E27FC236}">
                  <a16:creationId xmlns:a16="http://schemas.microsoft.com/office/drawing/2014/main" id="{E611542B-9B96-348C-F878-A235F98E0608}"/>
                </a:ext>
              </a:extLst>
            </p:cNvPr>
            <p:cNvSpPr/>
            <p:nvPr/>
          </p:nvSpPr>
          <p:spPr>
            <a:xfrm>
              <a:off x="-36833" y="4903"/>
              <a:ext cx="1356847" cy="288842"/>
            </a:xfrm>
            <a:custGeom>
              <a:avLst/>
              <a:gdLst/>
              <a:ahLst/>
              <a:cxnLst/>
              <a:rect l="l" t="t" r="r" b="b"/>
              <a:pathLst>
                <a:path w="1410398" h="288842">
                  <a:moveTo>
                    <a:pt x="0" y="0"/>
                  </a:moveTo>
                  <a:lnTo>
                    <a:pt x="1410398" y="0"/>
                  </a:lnTo>
                  <a:lnTo>
                    <a:pt x="1410398" y="288842"/>
                  </a:lnTo>
                  <a:lnTo>
                    <a:pt x="0" y="288842"/>
                  </a:lnTo>
                  <a:close/>
                </a:path>
              </a:pathLst>
            </a:custGeom>
            <a:solidFill>
              <a:srgbClr val="FFCEB6">
                <a:alpha val="38824"/>
              </a:srgbClr>
            </a:solidFill>
          </p:spPr>
          <p:txBody>
            <a:bodyPr/>
            <a:lstStyle/>
            <a:p>
              <a:endParaRPr lang="en-SG" sz="1088"/>
            </a:p>
          </p:txBody>
        </p:sp>
        <p:sp>
          <p:nvSpPr>
            <p:cNvPr id="60" name="TextBox 60">
              <a:extLst>
                <a:ext uri="{FF2B5EF4-FFF2-40B4-BE49-F238E27FC236}">
                  <a16:creationId xmlns:a16="http://schemas.microsoft.com/office/drawing/2014/main" id="{8D32AC54-A8C4-FD41-1054-C5B7823ACF72}"/>
                </a:ext>
              </a:extLst>
            </p:cNvPr>
            <p:cNvSpPr txBox="1"/>
            <p:nvPr/>
          </p:nvSpPr>
          <p:spPr>
            <a:xfrm>
              <a:off x="0" y="-28575"/>
              <a:ext cx="1410398" cy="317417"/>
            </a:xfrm>
            <a:prstGeom prst="rect">
              <a:avLst/>
            </a:prstGeom>
          </p:spPr>
          <p:txBody>
            <a:bodyPr lIns="40638" tIns="40638" rIns="40638" bIns="40638" rtlCol="0" anchor="ctr"/>
            <a:lstStyle/>
            <a:p>
              <a:pPr algn="ctr">
                <a:lnSpc>
                  <a:spcPts val="2016"/>
                </a:lnSpc>
              </a:pPr>
              <a:endParaRPr sz="1088"/>
            </a:p>
          </p:txBody>
        </p:sp>
      </p:grpSp>
      <p:sp>
        <p:nvSpPr>
          <p:cNvPr id="61" name="Freeform 61">
            <a:hlinkClick r:id="rId24" action="ppaction://hlinksldjump"/>
            <a:extLst>
              <a:ext uri="{FF2B5EF4-FFF2-40B4-BE49-F238E27FC236}">
                <a16:creationId xmlns:a16="http://schemas.microsoft.com/office/drawing/2014/main" id="{3BC396D3-9382-202A-5E0E-FF90C395CC90}"/>
              </a:ext>
            </a:extLst>
          </p:cNvPr>
          <p:cNvSpPr/>
          <p:nvPr/>
        </p:nvSpPr>
        <p:spPr>
          <a:xfrm>
            <a:off x="9555149" y="16890"/>
            <a:ext cx="492592" cy="492592"/>
          </a:xfrm>
          <a:custGeom>
            <a:avLst/>
            <a:gdLst/>
            <a:ahLst/>
            <a:cxnLst/>
            <a:rect l="l" t="t" r="r" b="b"/>
            <a:pathLst>
              <a:path w="615767" h="615767">
                <a:moveTo>
                  <a:pt x="0" y="0"/>
                </a:moveTo>
                <a:lnTo>
                  <a:pt x="615767" y="0"/>
                </a:lnTo>
                <a:lnTo>
                  <a:pt x="615767" y="615767"/>
                </a:lnTo>
                <a:lnTo>
                  <a:pt x="0" y="615767"/>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txBody>
          <a:bodyPr/>
          <a:lstStyle/>
          <a:p>
            <a:endParaRPr lang="en-SG" sz="1088"/>
          </a:p>
        </p:txBody>
      </p:sp>
      <p:grpSp>
        <p:nvGrpSpPr>
          <p:cNvPr id="62" name="Group 62">
            <a:extLst>
              <a:ext uri="{FF2B5EF4-FFF2-40B4-BE49-F238E27FC236}">
                <a16:creationId xmlns:a16="http://schemas.microsoft.com/office/drawing/2014/main" id="{3D3009E3-9781-1AE1-6C27-7E576FFE73C1}"/>
              </a:ext>
            </a:extLst>
          </p:cNvPr>
          <p:cNvGrpSpPr/>
          <p:nvPr/>
        </p:nvGrpSpPr>
        <p:grpSpPr>
          <a:xfrm>
            <a:off x="3738481" y="6297246"/>
            <a:ext cx="1997447" cy="797093"/>
            <a:chOff x="0" y="0"/>
            <a:chExt cx="710235" cy="283423"/>
          </a:xfrm>
        </p:grpSpPr>
        <p:sp>
          <p:nvSpPr>
            <p:cNvPr id="63" name="Freeform 63">
              <a:extLst>
                <a:ext uri="{FF2B5EF4-FFF2-40B4-BE49-F238E27FC236}">
                  <a16:creationId xmlns:a16="http://schemas.microsoft.com/office/drawing/2014/main" id="{32E0636B-146D-9000-0F20-7E6A91807E79}"/>
                </a:ext>
              </a:extLst>
            </p:cNvPr>
            <p:cNvSpPr/>
            <p:nvPr/>
          </p:nvSpPr>
          <p:spPr>
            <a:xfrm>
              <a:off x="0" y="0"/>
              <a:ext cx="710235" cy="283423"/>
            </a:xfrm>
            <a:custGeom>
              <a:avLst/>
              <a:gdLst/>
              <a:ahLst/>
              <a:cxnLst/>
              <a:rect l="l" t="t" r="r" b="b"/>
              <a:pathLst>
                <a:path w="710235" h="283423">
                  <a:moveTo>
                    <a:pt x="99219" y="0"/>
                  </a:moveTo>
                  <a:lnTo>
                    <a:pt x="611016" y="0"/>
                  </a:lnTo>
                  <a:cubicBezTo>
                    <a:pt x="637330" y="0"/>
                    <a:pt x="662567" y="10453"/>
                    <a:pt x="681174" y="29061"/>
                  </a:cubicBezTo>
                  <a:cubicBezTo>
                    <a:pt x="699781" y="47668"/>
                    <a:pt x="710235" y="72904"/>
                    <a:pt x="710235" y="99219"/>
                  </a:cubicBezTo>
                  <a:lnTo>
                    <a:pt x="710235" y="184204"/>
                  </a:lnTo>
                  <a:cubicBezTo>
                    <a:pt x="710235" y="210519"/>
                    <a:pt x="699781" y="235756"/>
                    <a:pt x="681174" y="254363"/>
                  </a:cubicBezTo>
                  <a:cubicBezTo>
                    <a:pt x="662567" y="272970"/>
                    <a:pt x="637330" y="283423"/>
                    <a:pt x="611016" y="283423"/>
                  </a:cubicBezTo>
                  <a:lnTo>
                    <a:pt x="99219" y="283423"/>
                  </a:lnTo>
                  <a:cubicBezTo>
                    <a:pt x="72904" y="283423"/>
                    <a:pt x="47668" y="272970"/>
                    <a:pt x="29061" y="254363"/>
                  </a:cubicBezTo>
                  <a:cubicBezTo>
                    <a:pt x="10453" y="235756"/>
                    <a:pt x="0" y="210519"/>
                    <a:pt x="0" y="184204"/>
                  </a:cubicBezTo>
                  <a:lnTo>
                    <a:pt x="0" y="99219"/>
                  </a:lnTo>
                  <a:cubicBezTo>
                    <a:pt x="0" y="72904"/>
                    <a:pt x="10453" y="47668"/>
                    <a:pt x="29061" y="29061"/>
                  </a:cubicBezTo>
                  <a:cubicBezTo>
                    <a:pt x="47668" y="10453"/>
                    <a:pt x="72904" y="0"/>
                    <a:pt x="99219" y="0"/>
                  </a:cubicBezTo>
                  <a:close/>
                </a:path>
              </a:pathLst>
            </a:custGeom>
            <a:solidFill>
              <a:srgbClr val="F34336"/>
            </a:solidFill>
          </p:spPr>
          <p:txBody>
            <a:bodyPr/>
            <a:lstStyle/>
            <a:p>
              <a:endParaRPr lang="en-SG" sz="1088"/>
            </a:p>
          </p:txBody>
        </p:sp>
        <p:sp>
          <p:nvSpPr>
            <p:cNvPr id="64" name="TextBox 64">
              <a:extLst>
                <a:ext uri="{FF2B5EF4-FFF2-40B4-BE49-F238E27FC236}">
                  <a16:creationId xmlns:a16="http://schemas.microsoft.com/office/drawing/2014/main" id="{A0321361-90E5-09DB-A01C-ACBDFA64F9B8}"/>
                </a:ext>
              </a:extLst>
            </p:cNvPr>
            <p:cNvSpPr txBox="1"/>
            <p:nvPr/>
          </p:nvSpPr>
          <p:spPr>
            <a:xfrm>
              <a:off x="0" y="-28575"/>
              <a:ext cx="710235" cy="311998"/>
            </a:xfrm>
            <a:prstGeom prst="rect">
              <a:avLst/>
            </a:prstGeom>
          </p:spPr>
          <p:txBody>
            <a:bodyPr lIns="40638" tIns="40638" rIns="40638" bIns="40638" rtlCol="0" anchor="ctr"/>
            <a:lstStyle/>
            <a:p>
              <a:pPr algn="ctr">
                <a:lnSpc>
                  <a:spcPts val="2016"/>
                </a:lnSpc>
              </a:pPr>
              <a:endParaRPr sz="1088"/>
            </a:p>
          </p:txBody>
        </p:sp>
      </p:grpSp>
      <p:grpSp>
        <p:nvGrpSpPr>
          <p:cNvPr id="65" name="Group 65">
            <a:extLst>
              <a:ext uri="{FF2B5EF4-FFF2-40B4-BE49-F238E27FC236}">
                <a16:creationId xmlns:a16="http://schemas.microsoft.com/office/drawing/2014/main" id="{B759C28B-BDBA-C940-1740-E39940654AE7}"/>
              </a:ext>
            </a:extLst>
          </p:cNvPr>
          <p:cNvGrpSpPr/>
          <p:nvPr/>
        </p:nvGrpSpPr>
        <p:grpSpPr>
          <a:xfrm>
            <a:off x="5929681" y="6315759"/>
            <a:ext cx="2075572" cy="778581"/>
            <a:chOff x="0" y="0"/>
            <a:chExt cx="738014" cy="276841"/>
          </a:xfrm>
        </p:grpSpPr>
        <p:sp>
          <p:nvSpPr>
            <p:cNvPr id="66" name="Freeform 66">
              <a:extLst>
                <a:ext uri="{FF2B5EF4-FFF2-40B4-BE49-F238E27FC236}">
                  <a16:creationId xmlns:a16="http://schemas.microsoft.com/office/drawing/2014/main" id="{5445FCD2-AADC-2EA6-018B-CF6EF28D0B2E}"/>
                </a:ext>
              </a:extLst>
            </p:cNvPr>
            <p:cNvSpPr/>
            <p:nvPr/>
          </p:nvSpPr>
          <p:spPr>
            <a:xfrm>
              <a:off x="0" y="0"/>
              <a:ext cx="738014" cy="276841"/>
            </a:xfrm>
            <a:custGeom>
              <a:avLst/>
              <a:gdLst/>
              <a:ahLst/>
              <a:cxnLst/>
              <a:rect l="l" t="t" r="r" b="b"/>
              <a:pathLst>
                <a:path w="738014" h="276841">
                  <a:moveTo>
                    <a:pt x="95484" y="0"/>
                  </a:moveTo>
                  <a:lnTo>
                    <a:pt x="642529" y="0"/>
                  </a:lnTo>
                  <a:cubicBezTo>
                    <a:pt x="667853" y="0"/>
                    <a:pt x="692140" y="10060"/>
                    <a:pt x="710047" y="27967"/>
                  </a:cubicBezTo>
                  <a:cubicBezTo>
                    <a:pt x="727954" y="45873"/>
                    <a:pt x="738014" y="70160"/>
                    <a:pt x="738014" y="95484"/>
                  </a:cubicBezTo>
                  <a:lnTo>
                    <a:pt x="738014" y="181357"/>
                  </a:lnTo>
                  <a:cubicBezTo>
                    <a:pt x="738014" y="206681"/>
                    <a:pt x="727954" y="230968"/>
                    <a:pt x="710047" y="248874"/>
                  </a:cubicBezTo>
                  <a:cubicBezTo>
                    <a:pt x="692140" y="266781"/>
                    <a:pt x="667853" y="276841"/>
                    <a:pt x="642529" y="276841"/>
                  </a:cubicBezTo>
                  <a:lnTo>
                    <a:pt x="95484" y="276841"/>
                  </a:lnTo>
                  <a:cubicBezTo>
                    <a:pt x="42750" y="276841"/>
                    <a:pt x="0" y="234091"/>
                    <a:pt x="0" y="181357"/>
                  </a:cubicBezTo>
                  <a:lnTo>
                    <a:pt x="0" y="95484"/>
                  </a:lnTo>
                  <a:cubicBezTo>
                    <a:pt x="0" y="70160"/>
                    <a:pt x="10060" y="45873"/>
                    <a:pt x="27967" y="27967"/>
                  </a:cubicBezTo>
                  <a:cubicBezTo>
                    <a:pt x="45873" y="10060"/>
                    <a:pt x="70160" y="0"/>
                    <a:pt x="95484" y="0"/>
                  </a:cubicBezTo>
                  <a:close/>
                </a:path>
              </a:pathLst>
            </a:custGeom>
            <a:solidFill>
              <a:srgbClr val="F34336"/>
            </a:solidFill>
          </p:spPr>
          <p:txBody>
            <a:bodyPr/>
            <a:lstStyle/>
            <a:p>
              <a:endParaRPr lang="en-SG" sz="1088"/>
            </a:p>
          </p:txBody>
        </p:sp>
        <p:sp>
          <p:nvSpPr>
            <p:cNvPr id="67" name="TextBox 67">
              <a:extLst>
                <a:ext uri="{FF2B5EF4-FFF2-40B4-BE49-F238E27FC236}">
                  <a16:creationId xmlns:a16="http://schemas.microsoft.com/office/drawing/2014/main" id="{2288BE39-41B9-BAB0-0960-8FE25A7F646B}"/>
                </a:ext>
              </a:extLst>
            </p:cNvPr>
            <p:cNvSpPr txBox="1"/>
            <p:nvPr/>
          </p:nvSpPr>
          <p:spPr>
            <a:xfrm>
              <a:off x="0" y="-28575"/>
              <a:ext cx="738014" cy="305416"/>
            </a:xfrm>
            <a:prstGeom prst="rect">
              <a:avLst/>
            </a:prstGeom>
          </p:spPr>
          <p:txBody>
            <a:bodyPr lIns="40638" tIns="40638" rIns="40638" bIns="40638" rtlCol="0" anchor="ctr"/>
            <a:lstStyle/>
            <a:p>
              <a:pPr algn="ctr">
                <a:lnSpc>
                  <a:spcPts val="2016"/>
                </a:lnSpc>
              </a:pPr>
              <a:endParaRPr sz="1088"/>
            </a:p>
          </p:txBody>
        </p:sp>
      </p:grpSp>
      <p:grpSp>
        <p:nvGrpSpPr>
          <p:cNvPr id="68" name="Group 68">
            <a:extLst>
              <a:ext uri="{FF2B5EF4-FFF2-40B4-BE49-F238E27FC236}">
                <a16:creationId xmlns:a16="http://schemas.microsoft.com/office/drawing/2014/main" id="{596CBB0C-5794-EAD2-2BAE-572FE55B2638}"/>
              </a:ext>
            </a:extLst>
          </p:cNvPr>
          <p:cNvGrpSpPr/>
          <p:nvPr/>
        </p:nvGrpSpPr>
        <p:grpSpPr>
          <a:xfrm>
            <a:off x="8199005" y="6315759"/>
            <a:ext cx="1869822" cy="778581"/>
            <a:chOff x="0" y="0"/>
            <a:chExt cx="664855" cy="276841"/>
          </a:xfrm>
        </p:grpSpPr>
        <p:sp>
          <p:nvSpPr>
            <p:cNvPr id="69" name="Freeform 69">
              <a:extLst>
                <a:ext uri="{FF2B5EF4-FFF2-40B4-BE49-F238E27FC236}">
                  <a16:creationId xmlns:a16="http://schemas.microsoft.com/office/drawing/2014/main" id="{9DF2EC79-69EF-FB32-598E-1A6E8331447F}"/>
                </a:ext>
              </a:extLst>
            </p:cNvPr>
            <p:cNvSpPr/>
            <p:nvPr/>
          </p:nvSpPr>
          <p:spPr>
            <a:xfrm>
              <a:off x="0" y="0"/>
              <a:ext cx="664855" cy="276841"/>
            </a:xfrm>
            <a:custGeom>
              <a:avLst/>
              <a:gdLst/>
              <a:ahLst/>
              <a:cxnLst/>
              <a:rect l="l" t="t" r="r" b="b"/>
              <a:pathLst>
                <a:path w="664855" h="276841">
                  <a:moveTo>
                    <a:pt x="105991" y="0"/>
                  </a:moveTo>
                  <a:lnTo>
                    <a:pt x="558864" y="0"/>
                  </a:lnTo>
                  <a:cubicBezTo>
                    <a:pt x="617401" y="0"/>
                    <a:pt x="664855" y="47454"/>
                    <a:pt x="664855" y="105991"/>
                  </a:cubicBezTo>
                  <a:lnTo>
                    <a:pt x="664855" y="170850"/>
                  </a:lnTo>
                  <a:cubicBezTo>
                    <a:pt x="664855" y="229387"/>
                    <a:pt x="617401" y="276841"/>
                    <a:pt x="558864" y="276841"/>
                  </a:cubicBezTo>
                  <a:lnTo>
                    <a:pt x="105991" y="276841"/>
                  </a:lnTo>
                  <a:cubicBezTo>
                    <a:pt x="47454" y="276841"/>
                    <a:pt x="0" y="229387"/>
                    <a:pt x="0" y="170850"/>
                  </a:cubicBezTo>
                  <a:lnTo>
                    <a:pt x="0" y="105991"/>
                  </a:lnTo>
                  <a:cubicBezTo>
                    <a:pt x="0" y="47454"/>
                    <a:pt x="47454" y="0"/>
                    <a:pt x="105991" y="0"/>
                  </a:cubicBezTo>
                  <a:close/>
                </a:path>
              </a:pathLst>
            </a:custGeom>
            <a:solidFill>
              <a:srgbClr val="F34336"/>
            </a:solidFill>
          </p:spPr>
          <p:txBody>
            <a:bodyPr/>
            <a:lstStyle/>
            <a:p>
              <a:endParaRPr lang="en-SG" sz="1088"/>
            </a:p>
          </p:txBody>
        </p:sp>
        <p:sp>
          <p:nvSpPr>
            <p:cNvPr id="70" name="TextBox 70">
              <a:extLst>
                <a:ext uri="{FF2B5EF4-FFF2-40B4-BE49-F238E27FC236}">
                  <a16:creationId xmlns:a16="http://schemas.microsoft.com/office/drawing/2014/main" id="{099EEC3C-7B4D-B530-D3BA-626F45673973}"/>
                </a:ext>
              </a:extLst>
            </p:cNvPr>
            <p:cNvSpPr txBox="1"/>
            <p:nvPr/>
          </p:nvSpPr>
          <p:spPr>
            <a:xfrm>
              <a:off x="0" y="-28575"/>
              <a:ext cx="664855" cy="305416"/>
            </a:xfrm>
            <a:prstGeom prst="rect">
              <a:avLst/>
            </a:prstGeom>
          </p:spPr>
          <p:txBody>
            <a:bodyPr lIns="40638" tIns="40638" rIns="40638" bIns="40638" rtlCol="0" anchor="ctr"/>
            <a:lstStyle/>
            <a:p>
              <a:pPr algn="ctr">
                <a:lnSpc>
                  <a:spcPts val="2016"/>
                </a:lnSpc>
              </a:pPr>
              <a:endParaRPr sz="1088"/>
            </a:p>
          </p:txBody>
        </p:sp>
      </p:grpSp>
      <p:grpSp>
        <p:nvGrpSpPr>
          <p:cNvPr id="71" name="Group 71">
            <a:extLst>
              <a:ext uri="{FF2B5EF4-FFF2-40B4-BE49-F238E27FC236}">
                <a16:creationId xmlns:a16="http://schemas.microsoft.com/office/drawing/2014/main" id="{AE8E99B2-6219-F2BE-E6C8-62A1D5EDA180}"/>
              </a:ext>
            </a:extLst>
          </p:cNvPr>
          <p:cNvGrpSpPr/>
          <p:nvPr/>
        </p:nvGrpSpPr>
        <p:grpSpPr>
          <a:xfrm>
            <a:off x="3860669" y="5025164"/>
            <a:ext cx="6330349" cy="1130108"/>
            <a:chOff x="0" y="0"/>
            <a:chExt cx="2250890" cy="401834"/>
          </a:xfrm>
        </p:grpSpPr>
        <p:sp>
          <p:nvSpPr>
            <p:cNvPr id="72" name="Freeform 72">
              <a:extLst>
                <a:ext uri="{FF2B5EF4-FFF2-40B4-BE49-F238E27FC236}">
                  <a16:creationId xmlns:a16="http://schemas.microsoft.com/office/drawing/2014/main" id="{CAA1B661-D5BD-1B1E-EBDF-90DFFEB537D3}"/>
                </a:ext>
              </a:extLst>
            </p:cNvPr>
            <p:cNvSpPr/>
            <p:nvPr/>
          </p:nvSpPr>
          <p:spPr>
            <a:xfrm>
              <a:off x="0" y="0"/>
              <a:ext cx="2250890" cy="401834"/>
            </a:xfrm>
            <a:custGeom>
              <a:avLst/>
              <a:gdLst/>
              <a:ahLst/>
              <a:cxnLst/>
              <a:rect l="l" t="t" r="r" b="b"/>
              <a:pathLst>
                <a:path w="2250890" h="401834">
                  <a:moveTo>
                    <a:pt x="41090" y="0"/>
                  </a:moveTo>
                  <a:lnTo>
                    <a:pt x="2209799" y="0"/>
                  </a:lnTo>
                  <a:cubicBezTo>
                    <a:pt x="2220697" y="0"/>
                    <a:pt x="2231149" y="4329"/>
                    <a:pt x="2238855" y="12035"/>
                  </a:cubicBezTo>
                  <a:cubicBezTo>
                    <a:pt x="2246561" y="19741"/>
                    <a:pt x="2250890" y="30193"/>
                    <a:pt x="2250890" y="41090"/>
                  </a:cubicBezTo>
                  <a:lnTo>
                    <a:pt x="2250890" y="360743"/>
                  </a:lnTo>
                  <a:cubicBezTo>
                    <a:pt x="2250890" y="371641"/>
                    <a:pt x="2246561" y="382093"/>
                    <a:pt x="2238855" y="389799"/>
                  </a:cubicBezTo>
                  <a:cubicBezTo>
                    <a:pt x="2231149" y="397505"/>
                    <a:pt x="2220697" y="401834"/>
                    <a:pt x="2209799" y="401834"/>
                  </a:cubicBezTo>
                  <a:lnTo>
                    <a:pt x="41090" y="401834"/>
                  </a:lnTo>
                  <a:cubicBezTo>
                    <a:pt x="30193" y="401834"/>
                    <a:pt x="19741" y="397505"/>
                    <a:pt x="12035" y="389799"/>
                  </a:cubicBezTo>
                  <a:cubicBezTo>
                    <a:pt x="4329" y="382093"/>
                    <a:pt x="0" y="371641"/>
                    <a:pt x="0" y="360743"/>
                  </a:cubicBezTo>
                  <a:lnTo>
                    <a:pt x="0" y="41090"/>
                  </a:lnTo>
                  <a:cubicBezTo>
                    <a:pt x="0" y="30193"/>
                    <a:pt x="4329" y="19741"/>
                    <a:pt x="12035" y="12035"/>
                  </a:cubicBezTo>
                  <a:cubicBezTo>
                    <a:pt x="19741" y="4329"/>
                    <a:pt x="30193" y="0"/>
                    <a:pt x="41090" y="0"/>
                  </a:cubicBezTo>
                  <a:close/>
                </a:path>
              </a:pathLst>
            </a:custGeom>
            <a:solidFill>
              <a:srgbClr val="FFC431">
                <a:alpha val="66667"/>
              </a:srgbClr>
            </a:solidFill>
            <a:ln cap="rnd">
              <a:noFill/>
              <a:prstDash val="solid"/>
              <a:round/>
            </a:ln>
          </p:spPr>
          <p:txBody>
            <a:bodyPr/>
            <a:lstStyle/>
            <a:p>
              <a:endParaRPr lang="en-SG" sz="1088"/>
            </a:p>
          </p:txBody>
        </p:sp>
        <p:sp>
          <p:nvSpPr>
            <p:cNvPr id="73" name="TextBox 73">
              <a:extLst>
                <a:ext uri="{FF2B5EF4-FFF2-40B4-BE49-F238E27FC236}">
                  <a16:creationId xmlns:a16="http://schemas.microsoft.com/office/drawing/2014/main" id="{654718B0-3A60-2477-00E9-DBFBCF31AD7D}"/>
                </a:ext>
              </a:extLst>
            </p:cNvPr>
            <p:cNvSpPr txBox="1"/>
            <p:nvPr/>
          </p:nvSpPr>
          <p:spPr>
            <a:xfrm>
              <a:off x="0" y="-28575"/>
              <a:ext cx="2250890" cy="430409"/>
            </a:xfrm>
            <a:prstGeom prst="rect">
              <a:avLst/>
            </a:prstGeom>
          </p:spPr>
          <p:txBody>
            <a:bodyPr lIns="40638" tIns="40638" rIns="40638" bIns="40638" rtlCol="0" anchor="ctr"/>
            <a:lstStyle/>
            <a:p>
              <a:pPr algn="ctr">
                <a:lnSpc>
                  <a:spcPts val="2016"/>
                </a:lnSpc>
                <a:spcBef>
                  <a:spcPct val="0"/>
                </a:spcBef>
              </a:pPr>
              <a:endParaRPr sz="1088"/>
            </a:p>
          </p:txBody>
        </p:sp>
      </p:grpSp>
      <p:sp>
        <p:nvSpPr>
          <p:cNvPr id="74" name="TextBox 74">
            <a:extLst>
              <a:ext uri="{FF2B5EF4-FFF2-40B4-BE49-F238E27FC236}">
                <a16:creationId xmlns:a16="http://schemas.microsoft.com/office/drawing/2014/main" id="{49152EE5-BC45-C62C-0784-F89C37C4CD5C}"/>
              </a:ext>
            </a:extLst>
          </p:cNvPr>
          <p:cNvSpPr txBox="1"/>
          <p:nvPr/>
        </p:nvSpPr>
        <p:spPr>
          <a:xfrm>
            <a:off x="3798492" y="5068941"/>
            <a:ext cx="6206799" cy="615553"/>
          </a:xfrm>
          <a:prstGeom prst="rect">
            <a:avLst/>
          </a:prstGeom>
        </p:spPr>
        <p:txBody>
          <a:bodyPr wrap="square" lIns="0" tIns="0" rIns="0" bIns="0" rtlCol="0" anchor="t">
            <a:spAutoFit/>
          </a:bodyPr>
          <a:lstStyle/>
          <a:p>
            <a:pPr algn="ctr">
              <a:lnSpc>
                <a:spcPts val="1584"/>
              </a:lnSpc>
            </a:pPr>
            <a:r>
              <a:rPr lang="en-US" sz="1440" dirty="0">
                <a:solidFill>
                  <a:srgbClr val="000000"/>
                </a:solidFill>
                <a:latin typeface="Roboto Mono"/>
                <a:ea typeface="Roboto Mono"/>
                <a:cs typeface="Roboto Mono"/>
                <a:sym typeface="Roboto Mono"/>
              </a:rPr>
              <a:t>Quick Tip: </a:t>
            </a:r>
          </a:p>
          <a:p>
            <a:pPr algn="ctr">
              <a:lnSpc>
                <a:spcPts val="1584"/>
              </a:lnSpc>
            </a:pPr>
            <a:r>
              <a:rPr lang="en-US" sz="1440" dirty="0">
                <a:solidFill>
                  <a:srgbClr val="000000"/>
                </a:solidFill>
                <a:latin typeface="Roboto Mono"/>
                <a:ea typeface="Roboto Mono"/>
                <a:cs typeface="Roboto Mono"/>
                <a:sym typeface="Roboto Mono"/>
              </a:rPr>
              <a:t>You may add places you like to ‘</a:t>
            </a:r>
            <a:r>
              <a:rPr lang="en-US" sz="1440" dirty="0" err="1">
                <a:solidFill>
                  <a:srgbClr val="000000"/>
                </a:solidFill>
                <a:latin typeface="Roboto Mono"/>
                <a:ea typeface="Roboto Mono"/>
                <a:cs typeface="Roboto Mono"/>
                <a:sym typeface="Roboto Mono"/>
              </a:rPr>
              <a:t>Favourites</a:t>
            </a:r>
            <a:r>
              <a:rPr lang="en-US" sz="1440" dirty="0">
                <a:solidFill>
                  <a:srgbClr val="000000"/>
                </a:solidFill>
                <a:latin typeface="Roboto Mono"/>
                <a:ea typeface="Roboto Mono"/>
                <a:cs typeface="Roboto Mono"/>
                <a:sym typeface="Roboto Mono"/>
              </a:rPr>
              <a:t>  ’ to plan your trip quickly. </a:t>
            </a:r>
          </a:p>
        </p:txBody>
      </p:sp>
      <p:sp>
        <p:nvSpPr>
          <p:cNvPr id="75" name="Freeform 75">
            <a:extLst>
              <a:ext uri="{FF2B5EF4-FFF2-40B4-BE49-F238E27FC236}">
                <a16:creationId xmlns:a16="http://schemas.microsoft.com/office/drawing/2014/main" id="{18F389CA-B152-6CB2-C99B-D9924B4C80F6}"/>
              </a:ext>
            </a:extLst>
          </p:cNvPr>
          <p:cNvSpPr/>
          <p:nvPr/>
        </p:nvSpPr>
        <p:spPr>
          <a:xfrm>
            <a:off x="8623577" y="5303603"/>
            <a:ext cx="184244" cy="153844"/>
          </a:xfrm>
          <a:custGeom>
            <a:avLst/>
            <a:gdLst/>
            <a:ahLst/>
            <a:cxnLst/>
            <a:rect l="l" t="t" r="r" b="b"/>
            <a:pathLst>
              <a:path w="230315" h="192313">
                <a:moveTo>
                  <a:pt x="0" y="0"/>
                </a:moveTo>
                <a:lnTo>
                  <a:pt x="230315" y="0"/>
                </a:lnTo>
                <a:lnTo>
                  <a:pt x="230315" y="192313"/>
                </a:lnTo>
                <a:lnTo>
                  <a:pt x="0" y="192313"/>
                </a:lnTo>
                <a:lnTo>
                  <a:pt x="0" y="0"/>
                </a:lnTo>
                <a:close/>
              </a:path>
            </a:pathLst>
          </a:custGeom>
          <a:blipFill>
            <a:blip r:embed="rId18">
              <a:extLst>
                <a:ext uri="{96DAC541-7B7A-43D3-8B79-37D633B846F1}">
                  <asvg:svgBlip xmlns:asvg="http://schemas.microsoft.com/office/drawing/2016/SVG/main" r:embed="rId19"/>
                </a:ext>
              </a:extLst>
            </a:blip>
            <a:stretch>
              <a:fillRect/>
            </a:stretch>
          </a:blipFill>
          <a:ln cap="sq">
            <a:noFill/>
            <a:prstDash val="solid"/>
            <a:miter/>
          </a:ln>
        </p:spPr>
        <p:txBody>
          <a:bodyPr/>
          <a:lstStyle/>
          <a:p>
            <a:endParaRPr lang="en-SG" sz="1088"/>
          </a:p>
        </p:txBody>
      </p:sp>
      <p:sp>
        <p:nvSpPr>
          <p:cNvPr id="76" name="Freeform 76">
            <a:extLst>
              <a:ext uri="{FF2B5EF4-FFF2-40B4-BE49-F238E27FC236}">
                <a16:creationId xmlns:a16="http://schemas.microsoft.com/office/drawing/2014/main" id="{6DF96FFF-9CAE-C80F-5D53-679D8C963FA5}"/>
              </a:ext>
            </a:extLst>
          </p:cNvPr>
          <p:cNvSpPr/>
          <p:nvPr/>
        </p:nvSpPr>
        <p:spPr>
          <a:xfrm>
            <a:off x="3860669" y="4345147"/>
            <a:ext cx="960642" cy="839361"/>
          </a:xfrm>
          <a:custGeom>
            <a:avLst/>
            <a:gdLst/>
            <a:ahLst/>
            <a:cxnLst/>
            <a:rect l="l" t="t" r="r" b="b"/>
            <a:pathLst>
              <a:path w="1200855" h="1049247">
                <a:moveTo>
                  <a:pt x="0" y="0"/>
                </a:moveTo>
                <a:lnTo>
                  <a:pt x="1200855" y="0"/>
                </a:lnTo>
                <a:lnTo>
                  <a:pt x="1200855" y="1049246"/>
                </a:lnTo>
                <a:lnTo>
                  <a:pt x="0" y="1049246"/>
                </a:lnTo>
                <a:lnTo>
                  <a:pt x="0" y="0"/>
                </a:lnTo>
                <a:close/>
              </a:path>
            </a:pathLst>
          </a:custGeom>
          <a:blipFill>
            <a:blip r:embed="rId27"/>
            <a:stretch>
              <a:fillRect/>
            </a:stretch>
          </a:blipFill>
          <a:ln cap="sq">
            <a:noFill/>
            <a:prstDash val="solid"/>
            <a:miter/>
          </a:ln>
        </p:spPr>
        <p:txBody>
          <a:bodyPr/>
          <a:lstStyle/>
          <a:p>
            <a:endParaRPr lang="en-SG" sz="1088"/>
          </a:p>
        </p:txBody>
      </p:sp>
      <p:sp>
        <p:nvSpPr>
          <p:cNvPr id="77" name="Freeform 77">
            <a:extLst>
              <a:ext uri="{FF2B5EF4-FFF2-40B4-BE49-F238E27FC236}">
                <a16:creationId xmlns:a16="http://schemas.microsoft.com/office/drawing/2014/main" id="{88245576-FD06-DD2D-DE14-104E8F795C6E}"/>
              </a:ext>
            </a:extLst>
          </p:cNvPr>
          <p:cNvSpPr/>
          <p:nvPr/>
        </p:nvSpPr>
        <p:spPr>
          <a:xfrm>
            <a:off x="8928072" y="6347377"/>
            <a:ext cx="357671" cy="357671"/>
          </a:xfrm>
          <a:custGeom>
            <a:avLst/>
            <a:gdLst/>
            <a:ahLst/>
            <a:cxnLst/>
            <a:rect l="l" t="t" r="r" b="b"/>
            <a:pathLst>
              <a:path w="447108" h="447108">
                <a:moveTo>
                  <a:pt x="0" y="0"/>
                </a:moveTo>
                <a:lnTo>
                  <a:pt x="447107" y="0"/>
                </a:lnTo>
                <a:lnTo>
                  <a:pt x="447107" y="447108"/>
                </a:lnTo>
                <a:lnTo>
                  <a:pt x="0" y="447108"/>
                </a:lnTo>
                <a:lnTo>
                  <a:pt x="0" y="0"/>
                </a:lnTo>
                <a:close/>
              </a:path>
            </a:pathLst>
          </a:custGeom>
          <a:blipFill>
            <a:blip r:embed="rId28">
              <a:extLst>
                <a:ext uri="{96DAC541-7B7A-43D3-8B79-37D633B846F1}">
                  <asvg:svgBlip xmlns:asvg="http://schemas.microsoft.com/office/drawing/2016/SVG/main" r:embed="rId29"/>
                </a:ext>
              </a:extLst>
            </a:blip>
            <a:stretch>
              <a:fillRect/>
            </a:stretch>
          </a:blipFill>
        </p:spPr>
        <p:txBody>
          <a:bodyPr/>
          <a:lstStyle/>
          <a:p>
            <a:endParaRPr lang="en-SG" sz="1088"/>
          </a:p>
        </p:txBody>
      </p:sp>
      <p:sp>
        <p:nvSpPr>
          <p:cNvPr id="78" name="Freeform 78">
            <a:extLst>
              <a:ext uri="{FF2B5EF4-FFF2-40B4-BE49-F238E27FC236}">
                <a16:creationId xmlns:a16="http://schemas.microsoft.com/office/drawing/2014/main" id="{3F7E6991-BAE1-BBBE-CD25-B975352EAF8E}"/>
              </a:ext>
            </a:extLst>
          </p:cNvPr>
          <p:cNvSpPr/>
          <p:nvPr/>
        </p:nvSpPr>
        <p:spPr>
          <a:xfrm>
            <a:off x="6897922" y="6450641"/>
            <a:ext cx="254409" cy="254409"/>
          </a:xfrm>
          <a:custGeom>
            <a:avLst/>
            <a:gdLst/>
            <a:ahLst/>
            <a:cxnLst/>
            <a:rect l="l" t="t" r="r" b="b"/>
            <a:pathLst>
              <a:path w="318025" h="318025">
                <a:moveTo>
                  <a:pt x="0" y="0"/>
                </a:moveTo>
                <a:lnTo>
                  <a:pt x="318025" y="0"/>
                </a:lnTo>
                <a:lnTo>
                  <a:pt x="318025" y="318025"/>
                </a:lnTo>
                <a:lnTo>
                  <a:pt x="0" y="318025"/>
                </a:lnTo>
                <a:lnTo>
                  <a:pt x="0" y="0"/>
                </a:lnTo>
                <a:close/>
              </a:path>
            </a:pathLst>
          </a:custGeom>
          <a:blipFill>
            <a:blip r:embed="rId30">
              <a:extLst>
                <a:ext uri="{96DAC541-7B7A-43D3-8B79-37D633B846F1}">
                  <asvg:svgBlip xmlns:asvg="http://schemas.microsoft.com/office/drawing/2016/SVG/main" r:embed="rId31"/>
                </a:ext>
              </a:extLst>
            </a:blip>
            <a:stretch>
              <a:fillRect/>
            </a:stretch>
          </a:blipFill>
        </p:spPr>
        <p:txBody>
          <a:bodyPr/>
          <a:lstStyle/>
          <a:p>
            <a:endParaRPr lang="en-SG" sz="1088"/>
          </a:p>
        </p:txBody>
      </p:sp>
      <p:sp>
        <p:nvSpPr>
          <p:cNvPr id="79" name="Freeform 79">
            <a:extLst>
              <a:ext uri="{FF2B5EF4-FFF2-40B4-BE49-F238E27FC236}">
                <a16:creationId xmlns:a16="http://schemas.microsoft.com/office/drawing/2014/main" id="{81C2F5A0-5044-B26D-AA4F-82C771A7B7A0}"/>
              </a:ext>
            </a:extLst>
          </p:cNvPr>
          <p:cNvSpPr/>
          <p:nvPr/>
        </p:nvSpPr>
        <p:spPr>
          <a:xfrm>
            <a:off x="4491882" y="6441385"/>
            <a:ext cx="420510" cy="254409"/>
          </a:xfrm>
          <a:custGeom>
            <a:avLst/>
            <a:gdLst/>
            <a:ahLst/>
            <a:cxnLst/>
            <a:rect l="l" t="t" r="r" b="b"/>
            <a:pathLst>
              <a:path w="525661" h="318025">
                <a:moveTo>
                  <a:pt x="0" y="0"/>
                </a:moveTo>
                <a:lnTo>
                  <a:pt x="525661" y="0"/>
                </a:lnTo>
                <a:lnTo>
                  <a:pt x="525661" y="318025"/>
                </a:lnTo>
                <a:lnTo>
                  <a:pt x="0" y="318025"/>
                </a:lnTo>
                <a:lnTo>
                  <a:pt x="0" y="0"/>
                </a:lnTo>
                <a:close/>
              </a:path>
            </a:pathLst>
          </a:custGeom>
          <a:blipFill>
            <a:blip r:embed="rId32">
              <a:extLst>
                <a:ext uri="{96DAC541-7B7A-43D3-8B79-37D633B846F1}">
                  <asvg:svgBlip xmlns:asvg="http://schemas.microsoft.com/office/drawing/2016/SVG/main" r:embed="rId33"/>
                </a:ext>
              </a:extLst>
            </a:blip>
            <a:stretch>
              <a:fillRect/>
            </a:stretch>
          </a:blipFill>
        </p:spPr>
        <p:txBody>
          <a:bodyPr/>
          <a:lstStyle/>
          <a:p>
            <a:endParaRPr lang="en-SG" sz="1088"/>
          </a:p>
        </p:txBody>
      </p:sp>
      <p:grpSp>
        <p:nvGrpSpPr>
          <p:cNvPr id="80" name="Group 80">
            <a:extLst>
              <a:ext uri="{FF2B5EF4-FFF2-40B4-BE49-F238E27FC236}">
                <a16:creationId xmlns:a16="http://schemas.microsoft.com/office/drawing/2014/main" id="{D34A6127-B900-503F-9D3D-EE0DAEADD7FF}"/>
              </a:ext>
            </a:extLst>
          </p:cNvPr>
          <p:cNvGrpSpPr/>
          <p:nvPr/>
        </p:nvGrpSpPr>
        <p:grpSpPr>
          <a:xfrm>
            <a:off x="3571120" y="570508"/>
            <a:ext cx="105455" cy="7887829"/>
            <a:chOff x="0" y="0"/>
            <a:chExt cx="37497" cy="2804685"/>
          </a:xfrm>
        </p:grpSpPr>
        <p:sp>
          <p:nvSpPr>
            <p:cNvPr id="81" name="Freeform 81">
              <a:extLst>
                <a:ext uri="{FF2B5EF4-FFF2-40B4-BE49-F238E27FC236}">
                  <a16:creationId xmlns:a16="http://schemas.microsoft.com/office/drawing/2014/main" id="{0831B67D-669C-A9D8-EC9F-09F3F0BC8A07}"/>
                </a:ext>
              </a:extLst>
            </p:cNvPr>
            <p:cNvSpPr/>
            <p:nvPr/>
          </p:nvSpPr>
          <p:spPr>
            <a:xfrm>
              <a:off x="0" y="0"/>
              <a:ext cx="37497" cy="2804685"/>
            </a:xfrm>
            <a:custGeom>
              <a:avLst/>
              <a:gdLst/>
              <a:ahLst/>
              <a:cxnLst/>
              <a:rect l="l" t="t" r="r" b="b"/>
              <a:pathLst>
                <a:path w="37497" h="2804685">
                  <a:moveTo>
                    <a:pt x="0" y="0"/>
                  </a:moveTo>
                  <a:lnTo>
                    <a:pt x="37497" y="0"/>
                  </a:lnTo>
                  <a:lnTo>
                    <a:pt x="37497" y="2804685"/>
                  </a:lnTo>
                  <a:lnTo>
                    <a:pt x="0" y="2804685"/>
                  </a:lnTo>
                  <a:close/>
                </a:path>
              </a:pathLst>
            </a:custGeom>
            <a:solidFill>
              <a:srgbClr val="FDFDFD"/>
            </a:solidFill>
            <a:ln w="9525" cap="sq">
              <a:solidFill>
                <a:srgbClr val="000000"/>
              </a:solidFill>
              <a:prstDash val="solid"/>
              <a:miter/>
            </a:ln>
          </p:spPr>
          <p:txBody>
            <a:bodyPr/>
            <a:lstStyle/>
            <a:p>
              <a:endParaRPr lang="en-SG" sz="1088"/>
            </a:p>
          </p:txBody>
        </p:sp>
        <p:sp>
          <p:nvSpPr>
            <p:cNvPr id="82" name="TextBox 82">
              <a:extLst>
                <a:ext uri="{FF2B5EF4-FFF2-40B4-BE49-F238E27FC236}">
                  <a16:creationId xmlns:a16="http://schemas.microsoft.com/office/drawing/2014/main" id="{E1C38E16-1489-7718-5F78-D40E5347D75F}"/>
                </a:ext>
              </a:extLst>
            </p:cNvPr>
            <p:cNvSpPr txBox="1"/>
            <p:nvPr/>
          </p:nvSpPr>
          <p:spPr>
            <a:xfrm>
              <a:off x="0" y="-28575"/>
              <a:ext cx="37497" cy="2833260"/>
            </a:xfrm>
            <a:prstGeom prst="rect">
              <a:avLst/>
            </a:prstGeom>
          </p:spPr>
          <p:txBody>
            <a:bodyPr lIns="40638" tIns="40638" rIns="40638" bIns="40638" rtlCol="0" anchor="ctr"/>
            <a:lstStyle/>
            <a:p>
              <a:pPr algn="ctr">
                <a:lnSpc>
                  <a:spcPts val="2016"/>
                </a:lnSpc>
              </a:pPr>
              <a:endParaRPr sz="1088"/>
            </a:p>
          </p:txBody>
        </p:sp>
      </p:grpSp>
      <p:grpSp>
        <p:nvGrpSpPr>
          <p:cNvPr id="83" name="Group 83">
            <a:extLst>
              <a:ext uri="{FF2B5EF4-FFF2-40B4-BE49-F238E27FC236}">
                <a16:creationId xmlns:a16="http://schemas.microsoft.com/office/drawing/2014/main" id="{6ABA4A5A-FE34-0C03-C608-0D0A5AAD1C5B}"/>
              </a:ext>
            </a:extLst>
          </p:cNvPr>
          <p:cNvGrpSpPr/>
          <p:nvPr/>
        </p:nvGrpSpPr>
        <p:grpSpPr>
          <a:xfrm>
            <a:off x="3571122" y="2206140"/>
            <a:ext cx="99056" cy="1284383"/>
            <a:chOff x="0" y="0"/>
            <a:chExt cx="35221" cy="456690"/>
          </a:xfrm>
        </p:grpSpPr>
        <p:sp>
          <p:nvSpPr>
            <p:cNvPr id="84" name="Freeform 84">
              <a:extLst>
                <a:ext uri="{FF2B5EF4-FFF2-40B4-BE49-F238E27FC236}">
                  <a16:creationId xmlns:a16="http://schemas.microsoft.com/office/drawing/2014/main" id="{CFA372BB-1985-ABBA-9FAC-37216EF046AC}"/>
                </a:ext>
              </a:extLst>
            </p:cNvPr>
            <p:cNvSpPr/>
            <p:nvPr/>
          </p:nvSpPr>
          <p:spPr>
            <a:xfrm>
              <a:off x="0" y="0"/>
              <a:ext cx="35221" cy="456690"/>
            </a:xfrm>
            <a:custGeom>
              <a:avLst/>
              <a:gdLst/>
              <a:ahLst/>
              <a:cxnLst/>
              <a:rect l="l" t="t" r="r" b="b"/>
              <a:pathLst>
                <a:path w="35221" h="456690">
                  <a:moveTo>
                    <a:pt x="0" y="0"/>
                  </a:moveTo>
                  <a:lnTo>
                    <a:pt x="35221" y="0"/>
                  </a:lnTo>
                  <a:lnTo>
                    <a:pt x="35221" y="456690"/>
                  </a:lnTo>
                  <a:lnTo>
                    <a:pt x="0" y="456690"/>
                  </a:lnTo>
                  <a:close/>
                </a:path>
              </a:pathLst>
            </a:custGeom>
            <a:solidFill>
              <a:srgbClr val="F34336"/>
            </a:solidFill>
            <a:ln cap="sq">
              <a:noFill/>
              <a:prstDash val="solid"/>
              <a:miter/>
            </a:ln>
          </p:spPr>
          <p:txBody>
            <a:bodyPr/>
            <a:lstStyle/>
            <a:p>
              <a:endParaRPr lang="en-SG" sz="1088"/>
            </a:p>
          </p:txBody>
        </p:sp>
        <p:sp>
          <p:nvSpPr>
            <p:cNvPr id="85" name="TextBox 85">
              <a:extLst>
                <a:ext uri="{FF2B5EF4-FFF2-40B4-BE49-F238E27FC236}">
                  <a16:creationId xmlns:a16="http://schemas.microsoft.com/office/drawing/2014/main" id="{D611DB6B-3DCA-D027-80A2-69BE3A579E61}"/>
                </a:ext>
              </a:extLst>
            </p:cNvPr>
            <p:cNvSpPr txBox="1"/>
            <p:nvPr/>
          </p:nvSpPr>
          <p:spPr>
            <a:xfrm>
              <a:off x="0" y="-28575"/>
              <a:ext cx="35221" cy="485265"/>
            </a:xfrm>
            <a:prstGeom prst="rect">
              <a:avLst/>
            </a:prstGeom>
          </p:spPr>
          <p:txBody>
            <a:bodyPr lIns="40638" tIns="40638" rIns="40638" bIns="40638" rtlCol="0" anchor="ctr"/>
            <a:lstStyle/>
            <a:p>
              <a:pPr algn="ctr">
                <a:lnSpc>
                  <a:spcPts val="2016"/>
                </a:lnSpc>
              </a:pPr>
              <a:endParaRPr sz="1088"/>
            </a:p>
          </p:txBody>
        </p:sp>
      </p:grpSp>
      <p:grpSp>
        <p:nvGrpSpPr>
          <p:cNvPr id="86" name="Group 86">
            <a:extLst>
              <a:ext uri="{FF2B5EF4-FFF2-40B4-BE49-F238E27FC236}">
                <a16:creationId xmlns:a16="http://schemas.microsoft.com/office/drawing/2014/main" id="{616DDE1E-1706-E051-90EC-140DA346B302}"/>
              </a:ext>
            </a:extLst>
          </p:cNvPr>
          <p:cNvGrpSpPr/>
          <p:nvPr/>
        </p:nvGrpSpPr>
        <p:grpSpPr>
          <a:xfrm>
            <a:off x="3571120" y="572833"/>
            <a:ext cx="105455" cy="304554"/>
            <a:chOff x="0" y="0"/>
            <a:chExt cx="37497" cy="108291"/>
          </a:xfrm>
        </p:grpSpPr>
        <p:sp>
          <p:nvSpPr>
            <p:cNvPr id="87" name="Freeform 87">
              <a:extLst>
                <a:ext uri="{FF2B5EF4-FFF2-40B4-BE49-F238E27FC236}">
                  <a16:creationId xmlns:a16="http://schemas.microsoft.com/office/drawing/2014/main" id="{151D86C0-C437-B7C7-EA3E-2BF9BFB2D6C9}"/>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88" name="TextBox 88">
              <a:extLst>
                <a:ext uri="{FF2B5EF4-FFF2-40B4-BE49-F238E27FC236}">
                  <a16:creationId xmlns:a16="http://schemas.microsoft.com/office/drawing/2014/main" id="{C6060311-CC11-AC1A-EAEE-A8DE54271CD7}"/>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89" name="Group 89">
            <a:extLst>
              <a:ext uri="{FF2B5EF4-FFF2-40B4-BE49-F238E27FC236}">
                <a16:creationId xmlns:a16="http://schemas.microsoft.com/office/drawing/2014/main" id="{546CAB08-7444-D124-D95D-2D0B4971795C}"/>
              </a:ext>
            </a:extLst>
          </p:cNvPr>
          <p:cNvGrpSpPr/>
          <p:nvPr/>
        </p:nvGrpSpPr>
        <p:grpSpPr>
          <a:xfrm>
            <a:off x="3571120" y="7100511"/>
            <a:ext cx="105455" cy="304554"/>
            <a:chOff x="0" y="0"/>
            <a:chExt cx="37497" cy="108291"/>
          </a:xfrm>
        </p:grpSpPr>
        <p:sp>
          <p:nvSpPr>
            <p:cNvPr id="90" name="Freeform 90">
              <a:extLst>
                <a:ext uri="{FF2B5EF4-FFF2-40B4-BE49-F238E27FC236}">
                  <a16:creationId xmlns:a16="http://schemas.microsoft.com/office/drawing/2014/main" id="{6CEB509B-BB04-765D-1D5D-F58D36F93150}"/>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91" name="TextBox 91">
              <a:extLst>
                <a:ext uri="{FF2B5EF4-FFF2-40B4-BE49-F238E27FC236}">
                  <a16:creationId xmlns:a16="http://schemas.microsoft.com/office/drawing/2014/main" id="{0D417AF9-33AB-FC84-82D7-4002D16ED199}"/>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92" name="Group 92">
            <a:extLst>
              <a:ext uri="{FF2B5EF4-FFF2-40B4-BE49-F238E27FC236}">
                <a16:creationId xmlns:a16="http://schemas.microsoft.com/office/drawing/2014/main" id="{8530C5A6-A073-28F9-6AE8-511B9BA5BD1C}"/>
              </a:ext>
            </a:extLst>
          </p:cNvPr>
          <p:cNvGrpSpPr/>
          <p:nvPr/>
        </p:nvGrpSpPr>
        <p:grpSpPr>
          <a:xfrm>
            <a:off x="3592699" y="675840"/>
            <a:ext cx="83877" cy="73393"/>
            <a:chOff x="0" y="0"/>
            <a:chExt cx="812800" cy="711200"/>
          </a:xfrm>
        </p:grpSpPr>
        <p:sp>
          <p:nvSpPr>
            <p:cNvPr id="93" name="Freeform 93">
              <a:extLst>
                <a:ext uri="{FF2B5EF4-FFF2-40B4-BE49-F238E27FC236}">
                  <a16:creationId xmlns:a16="http://schemas.microsoft.com/office/drawing/2014/main" id="{3D6CA05F-2890-9E27-FB0B-BF865EC3D20E}"/>
                </a:ext>
              </a:extLst>
            </p:cNvPr>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34336"/>
            </a:solidFill>
          </p:spPr>
          <p:txBody>
            <a:bodyPr/>
            <a:lstStyle/>
            <a:p>
              <a:endParaRPr lang="en-SG" sz="1088"/>
            </a:p>
          </p:txBody>
        </p:sp>
        <p:sp>
          <p:nvSpPr>
            <p:cNvPr id="94" name="TextBox 94">
              <a:extLst>
                <a:ext uri="{FF2B5EF4-FFF2-40B4-BE49-F238E27FC236}">
                  <a16:creationId xmlns:a16="http://schemas.microsoft.com/office/drawing/2014/main" id="{785C4E8B-16F5-A05E-B16C-5BF5436A3703}"/>
                </a:ext>
              </a:extLst>
            </p:cNvPr>
            <p:cNvSpPr txBox="1"/>
            <p:nvPr/>
          </p:nvSpPr>
          <p:spPr>
            <a:xfrm>
              <a:off x="127000" y="301625"/>
              <a:ext cx="558800" cy="358775"/>
            </a:xfrm>
            <a:prstGeom prst="rect">
              <a:avLst/>
            </a:prstGeom>
          </p:spPr>
          <p:txBody>
            <a:bodyPr lIns="40638" tIns="40638" rIns="40638" bIns="40638" rtlCol="0" anchor="ctr"/>
            <a:lstStyle/>
            <a:p>
              <a:pPr algn="ctr">
                <a:lnSpc>
                  <a:spcPts val="2016"/>
                </a:lnSpc>
              </a:pPr>
              <a:endParaRPr sz="1088"/>
            </a:p>
          </p:txBody>
        </p:sp>
      </p:grpSp>
      <p:grpSp>
        <p:nvGrpSpPr>
          <p:cNvPr id="95" name="Group 95">
            <a:extLst>
              <a:ext uri="{FF2B5EF4-FFF2-40B4-BE49-F238E27FC236}">
                <a16:creationId xmlns:a16="http://schemas.microsoft.com/office/drawing/2014/main" id="{C343072A-4AC5-590B-CD6F-2BFE9229AB72}"/>
              </a:ext>
            </a:extLst>
          </p:cNvPr>
          <p:cNvGrpSpPr/>
          <p:nvPr/>
        </p:nvGrpSpPr>
        <p:grpSpPr>
          <a:xfrm>
            <a:off x="3565641" y="7221617"/>
            <a:ext cx="104535" cy="91468"/>
            <a:chOff x="0" y="0"/>
            <a:chExt cx="812800" cy="711200"/>
          </a:xfrm>
        </p:grpSpPr>
        <p:sp>
          <p:nvSpPr>
            <p:cNvPr id="96" name="Freeform 96">
              <a:extLst>
                <a:ext uri="{FF2B5EF4-FFF2-40B4-BE49-F238E27FC236}">
                  <a16:creationId xmlns:a16="http://schemas.microsoft.com/office/drawing/2014/main" id="{5D64273D-59FE-FC94-3D37-CD04D5BD827C}"/>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97" name="TextBox 97">
              <a:extLst>
                <a:ext uri="{FF2B5EF4-FFF2-40B4-BE49-F238E27FC236}">
                  <a16:creationId xmlns:a16="http://schemas.microsoft.com/office/drawing/2014/main" id="{9CF96365-90E1-0860-F5F9-74EDC4E2ED2C}"/>
                </a:ext>
              </a:extLst>
            </p:cNvPr>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a:p>
          </p:txBody>
        </p:sp>
      </p:grpSp>
      <p:grpSp>
        <p:nvGrpSpPr>
          <p:cNvPr id="122" name="Group 122">
            <a:extLst>
              <a:ext uri="{FF2B5EF4-FFF2-40B4-BE49-F238E27FC236}">
                <a16:creationId xmlns:a16="http://schemas.microsoft.com/office/drawing/2014/main" id="{A5C70A95-60D4-4375-19CA-57CE29BA35D4}"/>
              </a:ext>
            </a:extLst>
          </p:cNvPr>
          <p:cNvGrpSpPr/>
          <p:nvPr/>
        </p:nvGrpSpPr>
        <p:grpSpPr>
          <a:xfrm>
            <a:off x="5492559" y="5707549"/>
            <a:ext cx="1533283" cy="422129"/>
            <a:chOff x="0" y="0"/>
            <a:chExt cx="545191" cy="150097"/>
          </a:xfrm>
        </p:grpSpPr>
        <p:sp>
          <p:nvSpPr>
            <p:cNvPr id="123" name="Freeform 123">
              <a:extLst>
                <a:ext uri="{FF2B5EF4-FFF2-40B4-BE49-F238E27FC236}">
                  <a16:creationId xmlns:a16="http://schemas.microsoft.com/office/drawing/2014/main" id="{BC93C265-27F8-7215-4771-156FFA1AF3B5}"/>
                </a:ext>
              </a:extLst>
            </p:cNvPr>
            <p:cNvSpPr/>
            <p:nvPr/>
          </p:nvSpPr>
          <p:spPr>
            <a:xfrm>
              <a:off x="0" y="0"/>
              <a:ext cx="545191" cy="150097"/>
            </a:xfrm>
            <a:custGeom>
              <a:avLst/>
              <a:gdLst/>
              <a:ahLst/>
              <a:cxnLst/>
              <a:rect l="l" t="t" r="r" b="b"/>
              <a:pathLst>
                <a:path w="545191" h="150097">
                  <a:moveTo>
                    <a:pt x="75049" y="0"/>
                  </a:moveTo>
                  <a:lnTo>
                    <a:pt x="470143" y="0"/>
                  </a:lnTo>
                  <a:cubicBezTo>
                    <a:pt x="511591" y="0"/>
                    <a:pt x="545191" y="33600"/>
                    <a:pt x="545191" y="75049"/>
                  </a:cubicBezTo>
                  <a:lnTo>
                    <a:pt x="545191" y="75049"/>
                  </a:lnTo>
                  <a:cubicBezTo>
                    <a:pt x="545191" y="94953"/>
                    <a:pt x="537284" y="114042"/>
                    <a:pt x="523210" y="128116"/>
                  </a:cubicBezTo>
                  <a:cubicBezTo>
                    <a:pt x="509136" y="142190"/>
                    <a:pt x="490047" y="150097"/>
                    <a:pt x="470143" y="150097"/>
                  </a:cubicBezTo>
                  <a:lnTo>
                    <a:pt x="75049" y="150097"/>
                  </a:lnTo>
                  <a:cubicBezTo>
                    <a:pt x="33600" y="150097"/>
                    <a:pt x="0" y="116497"/>
                    <a:pt x="0" y="75049"/>
                  </a:cubicBezTo>
                  <a:lnTo>
                    <a:pt x="0" y="75049"/>
                  </a:lnTo>
                  <a:cubicBezTo>
                    <a:pt x="0" y="33600"/>
                    <a:pt x="33600" y="0"/>
                    <a:pt x="75049" y="0"/>
                  </a:cubicBezTo>
                  <a:close/>
                </a:path>
              </a:pathLst>
            </a:custGeom>
            <a:solidFill>
              <a:srgbClr val="FFBB54">
                <a:alpha val="0"/>
              </a:srgbClr>
            </a:solidFill>
            <a:ln w="9525" cap="sq">
              <a:solidFill>
                <a:srgbClr val="EF5E3B">
                  <a:alpha val="0"/>
                </a:srgbClr>
              </a:solidFill>
              <a:prstDash val="solid"/>
              <a:miter/>
            </a:ln>
          </p:spPr>
          <p:txBody>
            <a:bodyPr/>
            <a:lstStyle/>
            <a:p>
              <a:endParaRPr lang="en-SG" sz="1088"/>
            </a:p>
          </p:txBody>
        </p:sp>
        <p:sp>
          <p:nvSpPr>
            <p:cNvPr id="124" name="TextBox 124">
              <a:extLst>
                <a:ext uri="{FF2B5EF4-FFF2-40B4-BE49-F238E27FC236}">
                  <a16:creationId xmlns:a16="http://schemas.microsoft.com/office/drawing/2014/main" id="{DCA78827-9AFE-4D91-2996-475AA8103801}"/>
                </a:ext>
              </a:extLst>
            </p:cNvPr>
            <p:cNvSpPr txBox="1"/>
            <p:nvPr/>
          </p:nvSpPr>
          <p:spPr>
            <a:xfrm>
              <a:off x="0" y="-28575"/>
              <a:ext cx="545191" cy="178672"/>
            </a:xfrm>
            <a:prstGeom prst="rect">
              <a:avLst/>
            </a:prstGeom>
          </p:spPr>
          <p:txBody>
            <a:bodyPr lIns="40638" tIns="40638" rIns="40638" bIns="40638" rtlCol="0" anchor="ctr"/>
            <a:lstStyle/>
            <a:p>
              <a:pPr algn="ctr">
                <a:lnSpc>
                  <a:spcPts val="2016"/>
                </a:lnSpc>
              </a:pPr>
              <a:endParaRPr sz="1088"/>
            </a:p>
          </p:txBody>
        </p:sp>
      </p:grpSp>
      <p:sp>
        <p:nvSpPr>
          <p:cNvPr id="125" name="TextBox 125">
            <a:extLst>
              <a:ext uri="{FF2B5EF4-FFF2-40B4-BE49-F238E27FC236}">
                <a16:creationId xmlns:a16="http://schemas.microsoft.com/office/drawing/2014/main" id="{E73C4AE7-BC63-BD71-20CF-2E8E39DAC5E1}"/>
              </a:ext>
            </a:extLst>
          </p:cNvPr>
          <p:cNvSpPr txBox="1"/>
          <p:nvPr/>
        </p:nvSpPr>
        <p:spPr>
          <a:xfrm>
            <a:off x="4117486" y="131129"/>
            <a:ext cx="4367472" cy="444737"/>
          </a:xfrm>
          <a:prstGeom prst="rect">
            <a:avLst/>
          </a:prstGeom>
        </p:spPr>
        <p:txBody>
          <a:bodyPr wrap="square" lIns="0" tIns="0" rIns="0" bIns="0" rtlCol="0" anchor="t">
            <a:spAutoFit/>
          </a:bodyPr>
          <a:lstStyle/>
          <a:p>
            <a:pPr algn="ctr">
              <a:lnSpc>
                <a:spcPts val="3583"/>
              </a:lnSpc>
              <a:spcBef>
                <a:spcPct val="0"/>
              </a:spcBef>
            </a:pPr>
            <a:r>
              <a:rPr lang="en-US" sz="2559" dirty="0">
                <a:solidFill>
                  <a:srgbClr val="000000"/>
                </a:solidFill>
                <a:latin typeface="League Spartan"/>
                <a:ea typeface="League Spartan"/>
                <a:cs typeface="League Spartan"/>
                <a:sym typeface="League Spartan"/>
              </a:rPr>
              <a:t>Multiversal Studios Map</a:t>
            </a:r>
          </a:p>
        </p:txBody>
      </p:sp>
      <p:sp>
        <p:nvSpPr>
          <p:cNvPr id="126" name="TextBox 126">
            <a:extLst>
              <a:ext uri="{FF2B5EF4-FFF2-40B4-BE49-F238E27FC236}">
                <a16:creationId xmlns:a16="http://schemas.microsoft.com/office/drawing/2014/main" id="{4FFBEA29-500B-E164-0983-DDBF944DE1F3}"/>
              </a:ext>
            </a:extLst>
          </p:cNvPr>
          <p:cNvSpPr txBox="1"/>
          <p:nvPr/>
        </p:nvSpPr>
        <p:spPr>
          <a:xfrm>
            <a:off x="7547328" y="5765378"/>
            <a:ext cx="987699" cy="314830"/>
          </a:xfrm>
          <a:prstGeom prst="rect">
            <a:avLst/>
          </a:prstGeom>
        </p:spPr>
        <p:txBody>
          <a:bodyPr wrap="square" lIns="0" tIns="0" rIns="0" bIns="0" rtlCol="0" anchor="t">
            <a:spAutoFit/>
          </a:bodyPr>
          <a:lstStyle/>
          <a:p>
            <a:pPr algn="ctr">
              <a:lnSpc>
                <a:spcPts val="1224"/>
              </a:lnSpc>
              <a:spcBef>
                <a:spcPct val="0"/>
              </a:spcBef>
            </a:pPr>
            <a:r>
              <a:rPr lang="en-US" sz="1440">
                <a:solidFill>
                  <a:srgbClr val="000000"/>
                </a:solidFill>
                <a:latin typeface="Roboto Mono"/>
                <a:ea typeface="Roboto Mono"/>
                <a:cs typeface="Roboto Mono"/>
                <a:sym typeface="Roboto Mono"/>
              </a:rPr>
              <a:t>Ok</a:t>
            </a:r>
          </a:p>
          <a:p>
            <a:pPr algn="ctr">
              <a:lnSpc>
                <a:spcPts val="1224"/>
              </a:lnSpc>
              <a:spcBef>
                <a:spcPct val="0"/>
              </a:spcBef>
            </a:pPr>
            <a:r>
              <a:rPr lang="en-US" sz="1440">
                <a:solidFill>
                  <a:srgbClr val="000000"/>
                </a:solidFill>
                <a:latin typeface="Roboto Mono"/>
                <a:ea typeface="Roboto Mono"/>
                <a:cs typeface="Roboto Mono"/>
                <a:sym typeface="Roboto Mono"/>
              </a:rPr>
              <a:t>More tips</a:t>
            </a:r>
          </a:p>
        </p:txBody>
      </p:sp>
      <p:sp>
        <p:nvSpPr>
          <p:cNvPr id="127" name="TextBox 127">
            <a:extLst>
              <a:ext uri="{FF2B5EF4-FFF2-40B4-BE49-F238E27FC236}">
                <a16:creationId xmlns:a16="http://schemas.microsoft.com/office/drawing/2014/main" id="{6F03EE2A-7A98-5331-209C-6E489E67FB5C}"/>
              </a:ext>
            </a:extLst>
          </p:cNvPr>
          <p:cNvSpPr txBox="1"/>
          <p:nvPr/>
        </p:nvSpPr>
        <p:spPr>
          <a:xfrm>
            <a:off x="5600720" y="5765378"/>
            <a:ext cx="1316964" cy="314830"/>
          </a:xfrm>
          <a:prstGeom prst="rect">
            <a:avLst/>
          </a:prstGeom>
        </p:spPr>
        <p:txBody>
          <a:bodyPr wrap="square" lIns="0" tIns="0" rIns="0" bIns="0" rtlCol="0" anchor="t">
            <a:spAutoFit/>
          </a:bodyPr>
          <a:lstStyle/>
          <a:p>
            <a:pPr algn="ctr">
              <a:lnSpc>
                <a:spcPts val="1224"/>
              </a:lnSpc>
            </a:pPr>
            <a:r>
              <a:rPr lang="en-US" sz="1440">
                <a:solidFill>
                  <a:srgbClr val="000000"/>
                </a:solidFill>
                <a:latin typeface="Roboto Mono"/>
                <a:ea typeface="Roboto Mono"/>
                <a:cs typeface="Roboto Mono"/>
                <a:sym typeface="Roboto Mono"/>
              </a:rPr>
              <a:t>Ok</a:t>
            </a:r>
          </a:p>
          <a:p>
            <a:pPr algn="ctr">
              <a:lnSpc>
                <a:spcPts val="1224"/>
              </a:lnSpc>
            </a:pPr>
            <a:r>
              <a:rPr lang="en-US" sz="1440">
                <a:solidFill>
                  <a:srgbClr val="000000"/>
                </a:solidFill>
                <a:latin typeface="Roboto Mono"/>
                <a:ea typeface="Roboto Mono"/>
                <a:cs typeface="Roboto Mono"/>
                <a:sym typeface="Roboto Mono"/>
              </a:rPr>
              <a:t>No More tips</a:t>
            </a:r>
          </a:p>
        </p:txBody>
      </p:sp>
      <p:sp>
        <p:nvSpPr>
          <p:cNvPr id="128" name="TextBox 128">
            <a:extLst>
              <a:ext uri="{FF2B5EF4-FFF2-40B4-BE49-F238E27FC236}">
                <a16:creationId xmlns:a16="http://schemas.microsoft.com/office/drawing/2014/main" id="{F6CE5CFC-42A2-1642-40B1-CDCF6E9AD887}"/>
              </a:ext>
            </a:extLst>
          </p:cNvPr>
          <p:cNvSpPr txBox="1"/>
          <p:nvPr/>
        </p:nvSpPr>
        <p:spPr>
          <a:xfrm>
            <a:off x="436763" y="696845"/>
            <a:ext cx="1475928"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Burger Queen</a:t>
            </a:r>
          </a:p>
        </p:txBody>
      </p:sp>
      <p:sp>
        <p:nvSpPr>
          <p:cNvPr id="129" name="TextBox 129">
            <a:extLst>
              <a:ext uri="{FF2B5EF4-FFF2-40B4-BE49-F238E27FC236}">
                <a16:creationId xmlns:a16="http://schemas.microsoft.com/office/drawing/2014/main" id="{BF71E296-2B77-95E8-CD57-3E2385D8F375}"/>
              </a:ext>
            </a:extLst>
          </p:cNvPr>
          <p:cNvSpPr txBox="1"/>
          <p:nvPr/>
        </p:nvSpPr>
        <p:spPr>
          <a:xfrm>
            <a:off x="87977" y="117046"/>
            <a:ext cx="2478963" cy="419346"/>
          </a:xfrm>
          <a:prstGeom prst="rect">
            <a:avLst/>
          </a:prstGeom>
        </p:spPr>
        <p:txBody>
          <a:bodyPr wrap="square" lIns="0" tIns="0" rIns="0" bIns="0" rtlCol="0" anchor="t">
            <a:spAutoFit/>
          </a:bodyPr>
          <a:lstStyle/>
          <a:p>
            <a:pPr>
              <a:lnSpc>
                <a:spcPts val="3359"/>
              </a:lnSpc>
              <a:spcBef>
                <a:spcPct val="0"/>
              </a:spcBef>
            </a:pPr>
            <a:r>
              <a:rPr lang="en-US" sz="2399" dirty="0">
                <a:solidFill>
                  <a:srgbClr val="FFFFFF"/>
                </a:solidFill>
                <a:latin typeface="League Spartan"/>
                <a:ea typeface="League Spartan"/>
                <a:cs typeface="League Spartan"/>
                <a:sym typeface="League Spartan"/>
              </a:rPr>
              <a:t>List of all places</a:t>
            </a:r>
          </a:p>
        </p:txBody>
      </p:sp>
      <p:sp>
        <p:nvSpPr>
          <p:cNvPr id="130" name="TextBox 130">
            <a:extLst>
              <a:ext uri="{FF2B5EF4-FFF2-40B4-BE49-F238E27FC236}">
                <a16:creationId xmlns:a16="http://schemas.microsoft.com/office/drawing/2014/main" id="{1E1A983F-E4A0-D705-89C8-2396E8BE66E2}"/>
              </a:ext>
            </a:extLst>
          </p:cNvPr>
          <p:cNvSpPr txBox="1"/>
          <p:nvPr/>
        </p:nvSpPr>
        <p:spPr>
          <a:xfrm>
            <a:off x="459907" y="1062340"/>
            <a:ext cx="2161323"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19 mins</a:t>
            </a:r>
          </a:p>
        </p:txBody>
      </p:sp>
      <p:sp>
        <p:nvSpPr>
          <p:cNvPr id="131" name="TextBox 131">
            <a:extLst>
              <a:ext uri="{FF2B5EF4-FFF2-40B4-BE49-F238E27FC236}">
                <a16:creationId xmlns:a16="http://schemas.microsoft.com/office/drawing/2014/main" id="{440B12E6-E546-25D0-ACD5-5BDF35FBC2A0}"/>
              </a:ext>
            </a:extLst>
          </p:cNvPr>
          <p:cNvSpPr txBox="1"/>
          <p:nvPr/>
        </p:nvSpPr>
        <p:spPr>
          <a:xfrm>
            <a:off x="484610" y="4255862"/>
            <a:ext cx="1355302"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Music show</a:t>
            </a:r>
          </a:p>
        </p:txBody>
      </p:sp>
      <p:sp>
        <p:nvSpPr>
          <p:cNvPr id="132" name="TextBox 132">
            <a:extLst>
              <a:ext uri="{FF2B5EF4-FFF2-40B4-BE49-F238E27FC236}">
                <a16:creationId xmlns:a16="http://schemas.microsoft.com/office/drawing/2014/main" id="{2C709F9B-EB62-24F3-F098-12C5E2D78306}"/>
              </a:ext>
            </a:extLst>
          </p:cNvPr>
          <p:cNvSpPr txBox="1"/>
          <p:nvPr/>
        </p:nvSpPr>
        <p:spPr>
          <a:xfrm>
            <a:off x="459909" y="2402105"/>
            <a:ext cx="1193430" cy="252249"/>
          </a:xfrm>
          <a:prstGeom prst="rect">
            <a:avLst/>
          </a:prstGeom>
        </p:spPr>
        <p:txBody>
          <a:bodyPr wrap="square" lIns="0" tIns="0" rIns="0" bIns="0" rtlCol="0" anchor="t">
            <a:spAutoFit/>
          </a:bodyPr>
          <a:lstStyle/>
          <a:p>
            <a:pPr>
              <a:lnSpc>
                <a:spcPts val="2127"/>
              </a:lnSpc>
              <a:spcBef>
                <a:spcPct val="0"/>
              </a:spcBef>
            </a:pPr>
            <a:r>
              <a:rPr lang="en-US" sz="1519" b="1">
                <a:solidFill>
                  <a:srgbClr val="000000"/>
                </a:solidFill>
                <a:latin typeface="Canva Sans Bold"/>
                <a:ea typeface="Canva Sans Bold"/>
                <a:cs typeface="Canva Sans Bold"/>
                <a:sym typeface="Canva Sans Bold"/>
              </a:rPr>
              <a:t>Bumper cars</a:t>
            </a:r>
          </a:p>
        </p:txBody>
      </p:sp>
      <p:sp>
        <p:nvSpPr>
          <p:cNvPr id="133" name="TextBox 133">
            <a:extLst>
              <a:ext uri="{FF2B5EF4-FFF2-40B4-BE49-F238E27FC236}">
                <a16:creationId xmlns:a16="http://schemas.microsoft.com/office/drawing/2014/main" id="{DE750E47-A8B3-FBD4-BF4A-2B7FB3A20B83}"/>
              </a:ext>
            </a:extLst>
          </p:cNvPr>
          <p:cNvSpPr txBox="1"/>
          <p:nvPr/>
        </p:nvSpPr>
        <p:spPr>
          <a:xfrm>
            <a:off x="459907" y="2736862"/>
            <a:ext cx="2116328"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15 mins</a:t>
            </a:r>
          </a:p>
        </p:txBody>
      </p:sp>
      <p:sp>
        <p:nvSpPr>
          <p:cNvPr id="134" name="TextBox 134">
            <a:extLst>
              <a:ext uri="{FF2B5EF4-FFF2-40B4-BE49-F238E27FC236}">
                <a16:creationId xmlns:a16="http://schemas.microsoft.com/office/drawing/2014/main" id="{C30F53BE-7108-BC63-1068-EACEC870C393}"/>
              </a:ext>
            </a:extLst>
          </p:cNvPr>
          <p:cNvSpPr txBox="1"/>
          <p:nvPr/>
        </p:nvSpPr>
        <p:spPr>
          <a:xfrm>
            <a:off x="454246" y="6995665"/>
            <a:ext cx="2248150"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23 mins</a:t>
            </a:r>
          </a:p>
        </p:txBody>
      </p:sp>
      <p:sp>
        <p:nvSpPr>
          <p:cNvPr id="135" name="TextBox 135">
            <a:extLst>
              <a:ext uri="{FF2B5EF4-FFF2-40B4-BE49-F238E27FC236}">
                <a16:creationId xmlns:a16="http://schemas.microsoft.com/office/drawing/2014/main" id="{EB428109-D799-D359-00EE-1EFD5D4B167C}"/>
              </a:ext>
            </a:extLst>
          </p:cNvPr>
          <p:cNvSpPr txBox="1"/>
          <p:nvPr/>
        </p:nvSpPr>
        <p:spPr>
          <a:xfrm>
            <a:off x="468516" y="6683812"/>
            <a:ext cx="1475926"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Ferris wheels</a:t>
            </a:r>
          </a:p>
        </p:txBody>
      </p:sp>
      <p:sp>
        <p:nvSpPr>
          <p:cNvPr id="136" name="TextBox 136">
            <a:extLst>
              <a:ext uri="{FF2B5EF4-FFF2-40B4-BE49-F238E27FC236}">
                <a16:creationId xmlns:a16="http://schemas.microsoft.com/office/drawing/2014/main" id="{CF357123-9782-3B0D-F560-F9E0A84F9078}"/>
              </a:ext>
            </a:extLst>
          </p:cNvPr>
          <p:cNvSpPr txBox="1"/>
          <p:nvPr/>
        </p:nvSpPr>
        <p:spPr>
          <a:xfrm>
            <a:off x="484610" y="4621098"/>
            <a:ext cx="2136620"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14 mins</a:t>
            </a:r>
          </a:p>
        </p:txBody>
      </p:sp>
      <p:sp>
        <p:nvSpPr>
          <p:cNvPr id="137" name="TextBox 137">
            <a:extLst>
              <a:ext uri="{FF2B5EF4-FFF2-40B4-BE49-F238E27FC236}">
                <a16:creationId xmlns:a16="http://schemas.microsoft.com/office/drawing/2014/main" id="{2946978B-A8C1-C581-6BFC-B2E056D6945C}"/>
              </a:ext>
            </a:extLst>
          </p:cNvPr>
          <p:cNvSpPr txBox="1"/>
          <p:nvPr/>
        </p:nvSpPr>
        <p:spPr>
          <a:xfrm>
            <a:off x="459908" y="5121964"/>
            <a:ext cx="999004"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Fireworks</a:t>
            </a:r>
          </a:p>
        </p:txBody>
      </p:sp>
      <p:sp>
        <p:nvSpPr>
          <p:cNvPr id="138" name="TextBox 138">
            <a:extLst>
              <a:ext uri="{FF2B5EF4-FFF2-40B4-BE49-F238E27FC236}">
                <a16:creationId xmlns:a16="http://schemas.microsoft.com/office/drawing/2014/main" id="{D5CC40A2-B2E8-1041-F55E-E36804EF49B3}"/>
              </a:ext>
            </a:extLst>
          </p:cNvPr>
          <p:cNvSpPr txBox="1"/>
          <p:nvPr/>
        </p:nvSpPr>
        <p:spPr>
          <a:xfrm>
            <a:off x="500450" y="5410070"/>
            <a:ext cx="218446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50 mins</a:t>
            </a:r>
          </a:p>
        </p:txBody>
      </p:sp>
      <p:sp>
        <p:nvSpPr>
          <p:cNvPr id="139" name="TextBox 139">
            <a:extLst>
              <a:ext uri="{FF2B5EF4-FFF2-40B4-BE49-F238E27FC236}">
                <a16:creationId xmlns:a16="http://schemas.microsoft.com/office/drawing/2014/main" id="{4061AEAC-0238-D019-BB58-66A6708CCD66}"/>
              </a:ext>
            </a:extLst>
          </p:cNvPr>
          <p:cNvSpPr txBox="1"/>
          <p:nvPr/>
        </p:nvSpPr>
        <p:spPr>
          <a:xfrm>
            <a:off x="468516" y="5977937"/>
            <a:ext cx="1797733"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Ice Cream Corner</a:t>
            </a:r>
          </a:p>
        </p:txBody>
      </p:sp>
      <p:sp>
        <p:nvSpPr>
          <p:cNvPr id="140" name="TextBox 140">
            <a:extLst>
              <a:ext uri="{FF2B5EF4-FFF2-40B4-BE49-F238E27FC236}">
                <a16:creationId xmlns:a16="http://schemas.microsoft.com/office/drawing/2014/main" id="{E7FC8F43-7D2A-FB0B-4C27-31F419C3E1CA}"/>
              </a:ext>
            </a:extLst>
          </p:cNvPr>
          <p:cNvSpPr txBox="1"/>
          <p:nvPr/>
        </p:nvSpPr>
        <p:spPr>
          <a:xfrm>
            <a:off x="459909" y="6301818"/>
            <a:ext cx="211632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5 mins</a:t>
            </a:r>
          </a:p>
        </p:txBody>
      </p:sp>
      <p:sp>
        <p:nvSpPr>
          <p:cNvPr id="141" name="TextBox 141">
            <a:extLst>
              <a:ext uri="{FF2B5EF4-FFF2-40B4-BE49-F238E27FC236}">
                <a16:creationId xmlns:a16="http://schemas.microsoft.com/office/drawing/2014/main" id="{03B1D262-0C18-125E-C336-BEBA1D4751FF}"/>
              </a:ext>
            </a:extLst>
          </p:cNvPr>
          <p:cNvSpPr txBox="1"/>
          <p:nvPr/>
        </p:nvSpPr>
        <p:spPr>
          <a:xfrm>
            <a:off x="468516" y="3295323"/>
            <a:ext cx="1124377" cy="252249"/>
          </a:xfrm>
          <a:prstGeom prst="rect">
            <a:avLst/>
          </a:prstGeom>
        </p:spPr>
        <p:txBody>
          <a:bodyPr wrap="square" lIns="0" tIns="0" rIns="0" bIns="0" rtlCol="0" anchor="t">
            <a:spAutoFit/>
          </a:bodyPr>
          <a:lstStyle/>
          <a:p>
            <a:pPr>
              <a:lnSpc>
                <a:spcPts val="2127"/>
              </a:lnSpc>
              <a:spcBef>
                <a:spcPct val="0"/>
              </a:spcBef>
            </a:pPr>
            <a:r>
              <a:rPr lang="en-US" sz="1519" b="1">
                <a:solidFill>
                  <a:srgbClr val="000000"/>
                </a:solidFill>
                <a:latin typeface="Canva Sans Bold"/>
                <a:ea typeface="Canva Sans Bold"/>
                <a:cs typeface="Canva Sans Bold"/>
                <a:sym typeface="Canva Sans Bold"/>
              </a:rPr>
              <a:t>Pizza House</a:t>
            </a:r>
          </a:p>
        </p:txBody>
      </p:sp>
      <p:sp>
        <p:nvSpPr>
          <p:cNvPr id="142" name="TextBox 142">
            <a:extLst>
              <a:ext uri="{FF2B5EF4-FFF2-40B4-BE49-F238E27FC236}">
                <a16:creationId xmlns:a16="http://schemas.microsoft.com/office/drawing/2014/main" id="{34916E78-EF5F-6093-9DBE-EE236152FFAC}"/>
              </a:ext>
            </a:extLst>
          </p:cNvPr>
          <p:cNvSpPr txBox="1"/>
          <p:nvPr/>
        </p:nvSpPr>
        <p:spPr>
          <a:xfrm>
            <a:off x="436765" y="3685419"/>
            <a:ext cx="218446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17 mins</a:t>
            </a:r>
          </a:p>
        </p:txBody>
      </p:sp>
      <p:sp>
        <p:nvSpPr>
          <p:cNvPr id="143" name="TextBox 143">
            <a:extLst>
              <a:ext uri="{FF2B5EF4-FFF2-40B4-BE49-F238E27FC236}">
                <a16:creationId xmlns:a16="http://schemas.microsoft.com/office/drawing/2014/main" id="{D2E1C831-1C2F-A6C1-5FC2-FA31FB76EF31}"/>
              </a:ext>
            </a:extLst>
          </p:cNvPr>
          <p:cNvSpPr txBox="1"/>
          <p:nvPr/>
        </p:nvSpPr>
        <p:spPr>
          <a:xfrm>
            <a:off x="422519" y="1561519"/>
            <a:ext cx="1475929" cy="252249"/>
          </a:xfrm>
          <a:prstGeom prst="rect">
            <a:avLst/>
          </a:prstGeom>
        </p:spPr>
        <p:txBody>
          <a:bodyPr wrap="square" lIns="0" tIns="0" rIns="0" bIns="0" rtlCol="0" anchor="t">
            <a:spAutoFit/>
          </a:bodyPr>
          <a:lstStyle/>
          <a:p>
            <a:pPr>
              <a:lnSpc>
                <a:spcPts val="2127"/>
              </a:lnSpc>
              <a:spcBef>
                <a:spcPct val="0"/>
              </a:spcBef>
            </a:pPr>
            <a:r>
              <a:rPr lang="en-US" sz="1519" b="1">
                <a:solidFill>
                  <a:srgbClr val="000000"/>
                </a:solidFill>
                <a:latin typeface="Canva Sans Bold"/>
                <a:ea typeface="Canva Sans Bold"/>
                <a:cs typeface="Canva Sans Bold"/>
                <a:sym typeface="Canva Sans Bold"/>
              </a:rPr>
              <a:t>Castle Playtime</a:t>
            </a:r>
          </a:p>
        </p:txBody>
      </p:sp>
      <p:sp>
        <p:nvSpPr>
          <p:cNvPr id="144" name="TextBox 144">
            <a:extLst>
              <a:ext uri="{FF2B5EF4-FFF2-40B4-BE49-F238E27FC236}">
                <a16:creationId xmlns:a16="http://schemas.microsoft.com/office/drawing/2014/main" id="{8A350C9E-D6BA-CB7D-9BD6-AD9BECCF5819}"/>
              </a:ext>
            </a:extLst>
          </p:cNvPr>
          <p:cNvSpPr txBox="1"/>
          <p:nvPr/>
        </p:nvSpPr>
        <p:spPr>
          <a:xfrm>
            <a:off x="459909" y="1936406"/>
            <a:ext cx="2116328"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20 mins</a:t>
            </a:r>
          </a:p>
        </p:txBody>
      </p:sp>
      <p:sp>
        <p:nvSpPr>
          <p:cNvPr id="145" name="TextBox 145">
            <a:hlinkClick r:id="rId34" action="ppaction://hlinksldjump"/>
            <a:extLst>
              <a:ext uri="{FF2B5EF4-FFF2-40B4-BE49-F238E27FC236}">
                <a16:creationId xmlns:a16="http://schemas.microsoft.com/office/drawing/2014/main" id="{F5592056-FAE8-9280-FA00-DE8C10CA2B5D}"/>
              </a:ext>
            </a:extLst>
          </p:cNvPr>
          <p:cNvSpPr txBox="1"/>
          <p:nvPr/>
        </p:nvSpPr>
        <p:spPr>
          <a:xfrm>
            <a:off x="4109768" y="6736609"/>
            <a:ext cx="1363029" cy="228524"/>
          </a:xfrm>
          <a:prstGeom prst="rect">
            <a:avLst/>
          </a:prstGeom>
        </p:spPr>
        <p:txBody>
          <a:bodyPr wrap="square" lIns="0" tIns="0" rIns="0" bIns="0" rtlCol="0" anchor="t">
            <a:spAutoFit/>
          </a:bodyPr>
          <a:lstStyle/>
          <a:p>
            <a:pPr>
              <a:lnSpc>
                <a:spcPts val="1936"/>
              </a:lnSpc>
              <a:spcBef>
                <a:spcPct val="0"/>
              </a:spcBef>
            </a:pPr>
            <a:r>
              <a:rPr lang="en-US" sz="1383" b="1" dirty="0">
                <a:solidFill>
                  <a:srgbClr val="FDFDFD"/>
                </a:solidFill>
                <a:latin typeface="Canva Sans Bold"/>
                <a:ea typeface="Canva Sans Bold"/>
                <a:cs typeface="Canva Sans Bold"/>
                <a:sym typeface="Canva Sans Bold"/>
              </a:rPr>
              <a:t>Browse Videos</a:t>
            </a:r>
          </a:p>
        </p:txBody>
      </p:sp>
      <p:sp>
        <p:nvSpPr>
          <p:cNvPr id="146" name="TextBox 146">
            <a:hlinkClick r:id="rId35" action="ppaction://hlinksldjump"/>
            <a:extLst>
              <a:ext uri="{FF2B5EF4-FFF2-40B4-BE49-F238E27FC236}">
                <a16:creationId xmlns:a16="http://schemas.microsoft.com/office/drawing/2014/main" id="{86CD9EC4-D158-3A71-51C2-889A6D7EB66C}"/>
              </a:ext>
            </a:extLst>
          </p:cNvPr>
          <p:cNvSpPr txBox="1"/>
          <p:nvPr/>
        </p:nvSpPr>
        <p:spPr>
          <a:xfrm>
            <a:off x="6359778" y="6733831"/>
            <a:ext cx="1524411" cy="228524"/>
          </a:xfrm>
          <a:prstGeom prst="rect">
            <a:avLst/>
          </a:prstGeom>
        </p:spPr>
        <p:txBody>
          <a:bodyPr wrap="square" lIns="0" tIns="0" rIns="0" bIns="0" rtlCol="0" anchor="t">
            <a:spAutoFit/>
          </a:bodyPr>
          <a:lstStyle/>
          <a:p>
            <a:pPr>
              <a:lnSpc>
                <a:spcPts val="1936"/>
              </a:lnSpc>
              <a:spcBef>
                <a:spcPct val="0"/>
              </a:spcBef>
            </a:pPr>
            <a:r>
              <a:rPr lang="en-US" sz="1383" b="1" dirty="0">
                <a:solidFill>
                  <a:srgbClr val="FDFDFD"/>
                </a:solidFill>
                <a:latin typeface="Canva Sans Bold"/>
                <a:ea typeface="Canva Sans Bold"/>
                <a:cs typeface="Canva Sans Bold"/>
                <a:sym typeface="Canva Sans Bold"/>
              </a:rPr>
              <a:t>Browse Photos</a:t>
            </a:r>
          </a:p>
        </p:txBody>
      </p:sp>
      <p:sp>
        <p:nvSpPr>
          <p:cNvPr id="147" name="TextBox 147">
            <a:hlinkClick r:id="rId36" action="ppaction://hlinksldjump"/>
            <a:extLst>
              <a:ext uri="{FF2B5EF4-FFF2-40B4-BE49-F238E27FC236}">
                <a16:creationId xmlns:a16="http://schemas.microsoft.com/office/drawing/2014/main" id="{07920978-CC4B-B817-ADA5-E2A6388442B0}"/>
              </a:ext>
            </a:extLst>
          </p:cNvPr>
          <p:cNvSpPr txBox="1"/>
          <p:nvPr/>
        </p:nvSpPr>
        <p:spPr>
          <a:xfrm>
            <a:off x="8756529" y="6720289"/>
            <a:ext cx="1120839" cy="228524"/>
          </a:xfrm>
          <a:prstGeom prst="rect">
            <a:avLst/>
          </a:prstGeom>
        </p:spPr>
        <p:txBody>
          <a:bodyPr wrap="square" lIns="0" tIns="0" rIns="0" bIns="0" rtlCol="0" anchor="t">
            <a:spAutoFit/>
          </a:bodyPr>
          <a:lstStyle/>
          <a:p>
            <a:pPr>
              <a:lnSpc>
                <a:spcPts val="1936"/>
              </a:lnSpc>
              <a:spcBef>
                <a:spcPct val="0"/>
              </a:spcBef>
            </a:pPr>
            <a:r>
              <a:rPr lang="en-US" sz="1383" b="1" dirty="0">
                <a:solidFill>
                  <a:srgbClr val="FDFDFD"/>
                </a:solidFill>
                <a:latin typeface="Canva Sans Bold"/>
                <a:ea typeface="Canva Sans Bold"/>
                <a:cs typeface="Canva Sans Bold"/>
                <a:sym typeface="Canva Sans Bold"/>
              </a:rPr>
              <a:t>Plan Trip</a:t>
            </a:r>
          </a:p>
        </p:txBody>
      </p:sp>
      <p:grpSp>
        <p:nvGrpSpPr>
          <p:cNvPr id="148" name="Group 148">
            <a:extLst>
              <a:ext uri="{FF2B5EF4-FFF2-40B4-BE49-F238E27FC236}">
                <a16:creationId xmlns:a16="http://schemas.microsoft.com/office/drawing/2014/main" id="{1D6B3610-CEAE-08C4-4A75-83AD5736551B}"/>
              </a:ext>
            </a:extLst>
          </p:cNvPr>
          <p:cNvGrpSpPr/>
          <p:nvPr/>
        </p:nvGrpSpPr>
        <p:grpSpPr>
          <a:xfrm>
            <a:off x="5492559" y="5727280"/>
            <a:ext cx="1533283" cy="395177"/>
            <a:chOff x="0" y="0"/>
            <a:chExt cx="545191" cy="140514"/>
          </a:xfrm>
        </p:grpSpPr>
        <p:sp>
          <p:nvSpPr>
            <p:cNvPr id="149" name="Freeform 149">
              <a:hlinkClick r:id="rId37" action="ppaction://hlinksldjump"/>
              <a:extLst>
                <a:ext uri="{FF2B5EF4-FFF2-40B4-BE49-F238E27FC236}">
                  <a16:creationId xmlns:a16="http://schemas.microsoft.com/office/drawing/2014/main" id="{E7D9433E-30BD-DFEC-876A-6E7D1A47C380}"/>
                </a:ext>
              </a:extLst>
            </p:cNvPr>
            <p:cNvSpPr/>
            <p:nvPr/>
          </p:nvSpPr>
          <p:spPr>
            <a:xfrm>
              <a:off x="0" y="0"/>
              <a:ext cx="545191" cy="140514"/>
            </a:xfrm>
            <a:custGeom>
              <a:avLst/>
              <a:gdLst/>
              <a:ahLst/>
              <a:cxnLst/>
              <a:rect l="l" t="t" r="r" b="b"/>
              <a:pathLst>
                <a:path w="545191" h="140514">
                  <a:moveTo>
                    <a:pt x="70257" y="0"/>
                  </a:moveTo>
                  <a:lnTo>
                    <a:pt x="474934" y="0"/>
                  </a:lnTo>
                  <a:cubicBezTo>
                    <a:pt x="513736" y="0"/>
                    <a:pt x="545191" y="31455"/>
                    <a:pt x="545191" y="70257"/>
                  </a:cubicBezTo>
                  <a:lnTo>
                    <a:pt x="545191" y="70257"/>
                  </a:lnTo>
                  <a:cubicBezTo>
                    <a:pt x="545191" y="109059"/>
                    <a:pt x="513736" y="140514"/>
                    <a:pt x="474934" y="140514"/>
                  </a:cubicBezTo>
                  <a:lnTo>
                    <a:pt x="70257" y="140514"/>
                  </a:lnTo>
                  <a:cubicBezTo>
                    <a:pt x="31455" y="140514"/>
                    <a:pt x="0" y="109059"/>
                    <a:pt x="0" y="70257"/>
                  </a:cubicBezTo>
                  <a:lnTo>
                    <a:pt x="0" y="70257"/>
                  </a:lnTo>
                  <a:cubicBezTo>
                    <a:pt x="0" y="31455"/>
                    <a:pt x="31455" y="0"/>
                    <a:pt x="70257" y="0"/>
                  </a:cubicBezTo>
                  <a:close/>
                </a:path>
              </a:pathLst>
            </a:custGeom>
            <a:solidFill>
              <a:srgbClr val="000000">
                <a:alpha val="0"/>
              </a:srgbClr>
            </a:solidFill>
            <a:ln w="9525" cap="rnd">
              <a:solidFill>
                <a:srgbClr val="F34336"/>
              </a:solidFill>
              <a:prstDash val="solid"/>
              <a:round/>
            </a:ln>
          </p:spPr>
          <p:txBody>
            <a:bodyPr/>
            <a:lstStyle/>
            <a:p>
              <a:endParaRPr lang="en-SG" sz="1088"/>
            </a:p>
          </p:txBody>
        </p:sp>
        <p:sp>
          <p:nvSpPr>
            <p:cNvPr id="150" name="TextBox 150">
              <a:extLst>
                <a:ext uri="{FF2B5EF4-FFF2-40B4-BE49-F238E27FC236}">
                  <a16:creationId xmlns:a16="http://schemas.microsoft.com/office/drawing/2014/main" id="{F17589FC-6CD7-4A8C-642E-0DE85078ED34}"/>
                </a:ext>
              </a:extLst>
            </p:cNvPr>
            <p:cNvSpPr txBox="1"/>
            <p:nvPr/>
          </p:nvSpPr>
          <p:spPr>
            <a:xfrm>
              <a:off x="0" y="-28575"/>
              <a:ext cx="545191" cy="169089"/>
            </a:xfrm>
            <a:prstGeom prst="rect">
              <a:avLst/>
            </a:prstGeom>
          </p:spPr>
          <p:txBody>
            <a:bodyPr lIns="40638" tIns="40638" rIns="40638" bIns="40638" rtlCol="0" anchor="ctr"/>
            <a:lstStyle/>
            <a:p>
              <a:pPr algn="ctr">
                <a:lnSpc>
                  <a:spcPts val="2016"/>
                </a:lnSpc>
              </a:pPr>
              <a:endParaRPr sz="1088"/>
            </a:p>
          </p:txBody>
        </p:sp>
      </p:grpSp>
      <p:grpSp>
        <p:nvGrpSpPr>
          <p:cNvPr id="151" name="Group 151">
            <a:extLst>
              <a:ext uri="{FF2B5EF4-FFF2-40B4-BE49-F238E27FC236}">
                <a16:creationId xmlns:a16="http://schemas.microsoft.com/office/drawing/2014/main" id="{884DFD7A-23DD-5780-1A83-AE4C9FFD26A4}"/>
              </a:ext>
            </a:extLst>
          </p:cNvPr>
          <p:cNvGrpSpPr/>
          <p:nvPr/>
        </p:nvGrpSpPr>
        <p:grpSpPr>
          <a:xfrm>
            <a:off x="7274536" y="5721025"/>
            <a:ext cx="1533283" cy="395177"/>
            <a:chOff x="0" y="0"/>
            <a:chExt cx="545191" cy="140514"/>
          </a:xfrm>
        </p:grpSpPr>
        <p:sp>
          <p:nvSpPr>
            <p:cNvPr id="152" name="Freeform 152">
              <a:hlinkClick r:id="rId38" action="ppaction://hlinksldjump"/>
              <a:extLst>
                <a:ext uri="{FF2B5EF4-FFF2-40B4-BE49-F238E27FC236}">
                  <a16:creationId xmlns:a16="http://schemas.microsoft.com/office/drawing/2014/main" id="{02D568DE-5E65-7A33-2EFA-45A82035DF0C}"/>
                </a:ext>
              </a:extLst>
            </p:cNvPr>
            <p:cNvSpPr/>
            <p:nvPr/>
          </p:nvSpPr>
          <p:spPr>
            <a:xfrm>
              <a:off x="0" y="0"/>
              <a:ext cx="545191" cy="140514"/>
            </a:xfrm>
            <a:custGeom>
              <a:avLst/>
              <a:gdLst/>
              <a:ahLst/>
              <a:cxnLst/>
              <a:rect l="l" t="t" r="r" b="b"/>
              <a:pathLst>
                <a:path w="545191" h="140514">
                  <a:moveTo>
                    <a:pt x="70257" y="0"/>
                  </a:moveTo>
                  <a:lnTo>
                    <a:pt x="474934" y="0"/>
                  </a:lnTo>
                  <a:cubicBezTo>
                    <a:pt x="513736" y="0"/>
                    <a:pt x="545191" y="31455"/>
                    <a:pt x="545191" y="70257"/>
                  </a:cubicBezTo>
                  <a:lnTo>
                    <a:pt x="545191" y="70257"/>
                  </a:lnTo>
                  <a:cubicBezTo>
                    <a:pt x="545191" y="109059"/>
                    <a:pt x="513736" y="140514"/>
                    <a:pt x="474934" y="140514"/>
                  </a:cubicBezTo>
                  <a:lnTo>
                    <a:pt x="70257" y="140514"/>
                  </a:lnTo>
                  <a:cubicBezTo>
                    <a:pt x="31455" y="140514"/>
                    <a:pt x="0" y="109059"/>
                    <a:pt x="0" y="70257"/>
                  </a:cubicBezTo>
                  <a:lnTo>
                    <a:pt x="0" y="70257"/>
                  </a:lnTo>
                  <a:cubicBezTo>
                    <a:pt x="0" y="31455"/>
                    <a:pt x="31455" y="0"/>
                    <a:pt x="70257" y="0"/>
                  </a:cubicBezTo>
                  <a:close/>
                </a:path>
              </a:pathLst>
            </a:custGeom>
            <a:solidFill>
              <a:srgbClr val="000000">
                <a:alpha val="0"/>
              </a:srgbClr>
            </a:solidFill>
            <a:ln w="9525" cap="rnd">
              <a:solidFill>
                <a:srgbClr val="F34336"/>
              </a:solidFill>
              <a:prstDash val="solid"/>
              <a:round/>
            </a:ln>
          </p:spPr>
          <p:txBody>
            <a:bodyPr/>
            <a:lstStyle/>
            <a:p>
              <a:endParaRPr lang="en-SG" sz="1088"/>
            </a:p>
          </p:txBody>
        </p:sp>
        <p:sp>
          <p:nvSpPr>
            <p:cNvPr id="153" name="TextBox 153">
              <a:extLst>
                <a:ext uri="{FF2B5EF4-FFF2-40B4-BE49-F238E27FC236}">
                  <a16:creationId xmlns:a16="http://schemas.microsoft.com/office/drawing/2014/main" id="{902675EA-4F46-E758-05A9-41AEA90BC897}"/>
                </a:ext>
              </a:extLst>
            </p:cNvPr>
            <p:cNvSpPr txBox="1"/>
            <p:nvPr/>
          </p:nvSpPr>
          <p:spPr>
            <a:xfrm>
              <a:off x="0" y="-28575"/>
              <a:ext cx="545191" cy="169089"/>
            </a:xfrm>
            <a:prstGeom prst="rect">
              <a:avLst/>
            </a:prstGeom>
          </p:spPr>
          <p:txBody>
            <a:bodyPr lIns="40638" tIns="40638" rIns="40638" bIns="40638" rtlCol="0" anchor="ctr"/>
            <a:lstStyle/>
            <a:p>
              <a:pPr algn="ctr">
                <a:lnSpc>
                  <a:spcPts val="2016"/>
                </a:lnSpc>
              </a:pPr>
              <a:endParaRPr sz="1088"/>
            </a:p>
          </p:txBody>
        </p:sp>
      </p:grpSp>
      <p:sp>
        <p:nvSpPr>
          <p:cNvPr id="154" name="Freeform 2">
            <a:extLst>
              <a:ext uri="{FF2B5EF4-FFF2-40B4-BE49-F238E27FC236}">
                <a16:creationId xmlns:a16="http://schemas.microsoft.com/office/drawing/2014/main" id="{A37C3391-9162-D777-F906-3BC39BF08071}"/>
              </a:ext>
            </a:extLst>
          </p:cNvPr>
          <p:cNvSpPr/>
          <p:nvPr/>
        </p:nvSpPr>
        <p:spPr>
          <a:xfrm>
            <a:off x="4319976" y="926069"/>
            <a:ext cx="5481469" cy="3657155"/>
          </a:xfrm>
          <a:custGeom>
            <a:avLst/>
            <a:gdLst/>
            <a:ahLst/>
            <a:cxnLst/>
            <a:rect l="l" t="t" r="r" b="b"/>
            <a:pathLst>
              <a:path w="6852139" h="4571645">
                <a:moveTo>
                  <a:pt x="0" y="0"/>
                </a:moveTo>
                <a:lnTo>
                  <a:pt x="6852139" y="0"/>
                </a:lnTo>
                <a:lnTo>
                  <a:pt x="6852139" y="4571645"/>
                </a:lnTo>
                <a:lnTo>
                  <a:pt x="0" y="4571645"/>
                </a:lnTo>
                <a:lnTo>
                  <a:pt x="0" y="0"/>
                </a:lnTo>
                <a:close/>
              </a:path>
            </a:pathLst>
          </a:custGeom>
          <a:blipFill>
            <a:blip r:embed="rId39"/>
            <a:stretch>
              <a:fillRect/>
            </a:stretch>
          </a:blipFill>
          <a:ln cap="sq">
            <a:noFill/>
            <a:prstDash val="solid"/>
            <a:miter/>
          </a:ln>
        </p:spPr>
        <p:txBody>
          <a:bodyPr/>
          <a:lstStyle/>
          <a:p>
            <a:endParaRPr lang="en-SG" sz="1088"/>
          </a:p>
        </p:txBody>
      </p:sp>
      <p:grpSp>
        <p:nvGrpSpPr>
          <p:cNvPr id="155" name="Group 124">
            <a:extLst>
              <a:ext uri="{FF2B5EF4-FFF2-40B4-BE49-F238E27FC236}">
                <a16:creationId xmlns:a16="http://schemas.microsoft.com/office/drawing/2014/main" id="{13F17ED2-AEC9-9A9C-AFAB-BA85A7095A14}"/>
              </a:ext>
            </a:extLst>
          </p:cNvPr>
          <p:cNvGrpSpPr/>
          <p:nvPr/>
        </p:nvGrpSpPr>
        <p:grpSpPr>
          <a:xfrm>
            <a:off x="9275552" y="4124836"/>
            <a:ext cx="829153" cy="779169"/>
            <a:chOff x="0" y="0"/>
            <a:chExt cx="1381982" cy="1298672"/>
          </a:xfrm>
        </p:grpSpPr>
        <p:grpSp>
          <p:nvGrpSpPr>
            <p:cNvPr id="156" name="Group 125">
              <a:extLst>
                <a:ext uri="{FF2B5EF4-FFF2-40B4-BE49-F238E27FC236}">
                  <a16:creationId xmlns:a16="http://schemas.microsoft.com/office/drawing/2014/main" id="{FACE5468-26EB-EE0A-F85C-C5E1C7EE15B4}"/>
                </a:ext>
              </a:extLst>
            </p:cNvPr>
            <p:cNvGrpSpPr/>
            <p:nvPr/>
          </p:nvGrpSpPr>
          <p:grpSpPr>
            <a:xfrm>
              <a:off x="0" y="0"/>
              <a:ext cx="1195761" cy="1298672"/>
              <a:chOff x="0" y="0"/>
              <a:chExt cx="650486" cy="706469"/>
            </a:xfrm>
          </p:grpSpPr>
          <p:sp>
            <p:nvSpPr>
              <p:cNvPr id="180" name="Freeform 126">
                <a:extLst>
                  <a:ext uri="{FF2B5EF4-FFF2-40B4-BE49-F238E27FC236}">
                    <a16:creationId xmlns:a16="http://schemas.microsoft.com/office/drawing/2014/main" id="{5300E144-FB34-1AC2-3055-40BE07189E6B}"/>
                  </a:ext>
                </a:extLst>
              </p:cNvPr>
              <p:cNvSpPr/>
              <p:nvPr/>
            </p:nvSpPr>
            <p:spPr>
              <a:xfrm>
                <a:off x="0" y="0"/>
                <a:ext cx="650486" cy="706469"/>
              </a:xfrm>
              <a:custGeom>
                <a:avLst/>
                <a:gdLst/>
                <a:ahLst/>
                <a:cxnLst/>
                <a:rect l="l" t="t" r="r" b="b"/>
                <a:pathLst>
                  <a:path w="650486" h="706469">
                    <a:moveTo>
                      <a:pt x="0" y="0"/>
                    </a:moveTo>
                    <a:lnTo>
                      <a:pt x="650486" y="0"/>
                    </a:lnTo>
                    <a:lnTo>
                      <a:pt x="650486" y="706469"/>
                    </a:lnTo>
                    <a:lnTo>
                      <a:pt x="0" y="706469"/>
                    </a:lnTo>
                    <a:close/>
                  </a:path>
                </a:pathLst>
              </a:custGeom>
              <a:solidFill>
                <a:srgbClr val="FDFDFD">
                  <a:alpha val="38824"/>
                </a:srgbClr>
              </a:solidFill>
            </p:spPr>
            <p:txBody>
              <a:bodyPr/>
              <a:lstStyle/>
              <a:p>
                <a:endParaRPr lang="en-SG" sz="1088"/>
              </a:p>
            </p:txBody>
          </p:sp>
          <p:sp>
            <p:nvSpPr>
              <p:cNvPr id="181" name="TextBox 127">
                <a:extLst>
                  <a:ext uri="{FF2B5EF4-FFF2-40B4-BE49-F238E27FC236}">
                    <a16:creationId xmlns:a16="http://schemas.microsoft.com/office/drawing/2014/main" id="{697666E9-E137-DEB4-B7E3-A8504EE700F1}"/>
                  </a:ext>
                </a:extLst>
              </p:cNvPr>
              <p:cNvSpPr txBox="1"/>
              <p:nvPr/>
            </p:nvSpPr>
            <p:spPr>
              <a:xfrm>
                <a:off x="0" y="-28575"/>
                <a:ext cx="650486" cy="735044"/>
              </a:xfrm>
              <a:prstGeom prst="rect">
                <a:avLst/>
              </a:prstGeom>
            </p:spPr>
            <p:txBody>
              <a:bodyPr lIns="15937" tIns="15937" rIns="15937" bIns="15937" rtlCol="0" anchor="ctr"/>
              <a:lstStyle/>
              <a:p>
                <a:pPr algn="ctr">
                  <a:lnSpc>
                    <a:spcPts val="2016"/>
                  </a:lnSpc>
                </a:pPr>
                <a:endParaRPr sz="1088"/>
              </a:p>
            </p:txBody>
          </p:sp>
        </p:grpSp>
        <p:sp>
          <p:nvSpPr>
            <p:cNvPr id="157" name="Freeform 128">
              <a:extLst>
                <a:ext uri="{FF2B5EF4-FFF2-40B4-BE49-F238E27FC236}">
                  <a16:creationId xmlns:a16="http://schemas.microsoft.com/office/drawing/2014/main" id="{5C00FF5A-2EAF-482C-DF58-4A3830319257}"/>
                </a:ext>
              </a:extLst>
            </p:cNvPr>
            <p:cNvSpPr/>
            <p:nvPr/>
          </p:nvSpPr>
          <p:spPr>
            <a:xfrm>
              <a:off x="90494" y="89424"/>
              <a:ext cx="163477" cy="199666"/>
            </a:xfrm>
            <a:custGeom>
              <a:avLst/>
              <a:gdLst/>
              <a:ahLst/>
              <a:cxnLst/>
              <a:rect l="l" t="t" r="r" b="b"/>
              <a:pathLst>
                <a:path w="163477" h="199666">
                  <a:moveTo>
                    <a:pt x="0" y="0"/>
                  </a:moveTo>
                  <a:lnTo>
                    <a:pt x="163476" y="0"/>
                  </a:lnTo>
                  <a:lnTo>
                    <a:pt x="163476" y="199666"/>
                  </a:lnTo>
                  <a:lnTo>
                    <a:pt x="0" y="199666"/>
                  </a:lnTo>
                  <a:lnTo>
                    <a:pt x="0" y="0"/>
                  </a:lnTo>
                  <a:close/>
                </a:path>
              </a:pathLst>
            </a:custGeom>
            <a:blipFill>
              <a:blip r:embed="rId40">
                <a:extLst>
                  <a:ext uri="{96DAC541-7B7A-43D3-8B79-37D633B846F1}">
                    <asvg:svgBlip xmlns:asvg="http://schemas.microsoft.com/office/drawing/2016/SVG/main" r:embed="rId41"/>
                  </a:ext>
                </a:extLst>
              </a:blip>
              <a:stretch>
                <a:fillRect/>
              </a:stretch>
            </a:blipFill>
          </p:spPr>
          <p:txBody>
            <a:bodyPr/>
            <a:lstStyle/>
            <a:p>
              <a:endParaRPr lang="en-SG" sz="1088"/>
            </a:p>
          </p:txBody>
        </p:sp>
        <p:sp>
          <p:nvSpPr>
            <p:cNvPr id="158" name="Freeform 129">
              <a:extLst>
                <a:ext uri="{FF2B5EF4-FFF2-40B4-BE49-F238E27FC236}">
                  <a16:creationId xmlns:a16="http://schemas.microsoft.com/office/drawing/2014/main" id="{1C672C9A-BE37-57E6-A0CF-06D10CA31530}"/>
                </a:ext>
              </a:extLst>
            </p:cNvPr>
            <p:cNvSpPr/>
            <p:nvPr/>
          </p:nvSpPr>
          <p:spPr>
            <a:xfrm>
              <a:off x="30009" y="681860"/>
              <a:ext cx="284447" cy="227913"/>
            </a:xfrm>
            <a:custGeom>
              <a:avLst/>
              <a:gdLst/>
              <a:ahLst/>
              <a:cxnLst/>
              <a:rect l="l" t="t" r="r" b="b"/>
              <a:pathLst>
                <a:path w="284447" h="227913">
                  <a:moveTo>
                    <a:pt x="0" y="0"/>
                  </a:moveTo>
                  <a:lnTo>
                    <a:pt x="284446" y="0"/>
                  </a:lnTo>
                  <a:lnTo>
                    <a:pt x="284446" y="227913"/>
                  </a:lnTo>
                  <a:lnTo>
                    <a:pt x="0" y="227913"/>
                  </a:lnTo>
                  <a:lnTo>
                    <a:pt x="0" y="0"/>
                  </a:lnTo>
                  <a:close/>
                </a:path>
              </a:pathLst>
            </a:custGeom>
            <a:blipFill>
              <a:blip r:embed="rId42">
                <a:extLst>
                  <a:ext uri="{96DAC541-7B7A-43D3-8B79-37D633B846F1}">
                    <asvg:svgBlip xmlns:asvg="http://schemas.microsoft.com/office/drawing/2016/SVG/main" r:embed="rId43"/>
                  </a:ext>
                </a:extLst>
              </a:blip>
              <a:stretch>
                <a:fillRect/>
              </a:stretch>
            </a:blipFill>
          </p:spPr>
          <p:txBody>
            <a:bodyPr/>
            <a:lstStyle/>
            <a:p>
              <a:endParaRPr lang="en-SG" sz="1088"/>
            </a:p>
          </p:txBody>
        </p:sp>
        <p:sp>
          <p:nvSpPr>
            <p:cNvPr id="159" name="Freeform 130">
              <a:extLst>
                <a:ext uri="{FF2B5EF4-FFF2-40B4-BE49-F238E27FC236}">
                  <a16:creationId xmlns:a16="http://schemas.microsoft.com/office/drawing/2014/main" id="{FEB32271-244D-9960-2FE0-70AD5B40A04E}"/>
                </a:ext>
              </a:extLst>
            </p:cNvPr>
            <p:cNvSpPr/>
            <p:nvPr/>
          </p:nvSpPr>
          <p:spPr>
            <a:xfrm>
              <a:off x="72049" y="974796"/>
              <a:ext cx="181921" cy="240160"/>
            </a:xfrm>
            <a:custGeom>
              <a:avLst/>
              <a:gdLst/>
              <a:ahLst/>
              <a:cxnLst/>
              <a:rect l="l" t="t" r="r" b="b"/>
              <a:pathLst>
                <a:path w="181921" h="240160">
                  <a:moveTo>
                    <a:pt x="0" y="0"/>
                  </a:moveTo>
                  <a:lnTo>
                    <a:pt x="181921" y="0"/>
                  </a:lnTo>
                  <a:lnTo>
                    <a:pt x="181921" y="240161"/>
                  </a:lnTo>
                  <a:lnTo>
                    <a:pt x="0" y="240161"/>
                  </a:lnTo>
                  <a:lnTo>
                    <a:pt x="0" y="0"/>
                  </a:lnTo>
                  <a:close/>
                </a:path>
              </a:pathLst>
            </a:custGeom>
            <a:blipFill>
              <a:blip r:embed="rId44">
                <a:extLst>
                  <a:ext uri="{96DAC541-7B7A-43D3-8B79-37D633B846F1}">
                    <asvg:svgBlip xmlns:asvg="http://schemas.microsoft.com/office/drawing/2016/SVG/main" r:embed="rId45"/>
                  </a:ext>
                </a:extLst>
              </a:blip>
              <a:stretch>
                <a:fillRect/>
              </a:stretch>
            </a:blipFill>
          </p:spPr>
          <p:txBody>
            <a:bodyPr/>
            <a:lstStyle/>
            <a:p>
              <a:endParaRPr lang="en-SG" sz="1088"/>
            </a:p>
          </p:txBody>
        </p:sp>
        <p:grpSp>
          <p:nvGrpSpPr>
            <p:cNvPr id="160" name="Group 131">
              <a:extLst>
                <a:ext uri="{FF2B5EF4-FFF2-40B4-BE49-F238E27FC236}">
                  <a16:creationId xmlns:a16="http://schemas.microsoft.com/office/drawing/2014/main" id="{8B7064CE-F0A1-29B5-3D5F-3ECCC6A0A165}"/>
                </a:ext>
              </a:extLst>
            </p:cNvPr>
            <p:cNvGrpSpPr/>
            <p:nvPr/>
          </p:nvGrpSpPr>
          <p:grpSpPr>
            <a:xfrm>
              <a:off x="7598" y="299404"/>
              <a:ext cx="1188163" cy="307120"/>
              <a:chOff x="0" y="0"/>
              <a:chExt cx="646353" cy="167071"/>
            </a:xfrm>
          </p:grpSpPr>
          <p:sp>
            <p:nvSpPr>
              <p:cNvPr id="178" name="Freeform 132">
                <a:extLst>
                  <a:ext uri="{FF2B5EF4-FFF2-40B4-BE49-F238E27FC236}">
                    <a16:creationId xmlns:a16="http://schemas.microsoft.com/office/drawing/2014/main" id="{5049F691-10A5-D59A-56EB-6FD20211675D}"/>
                  </a:ext>
                </a:extLst>
              </p:cNvPr>
              <p:cNvSpPr/>
              <p:nvPr/>
            </p:nvSpPr>
            <p:spPr>
              <a:xfrm>
                <a:off x="0" y="0"/>
                <a:ext cx="646353" cy="167071"/>
              </a:xfrm>
              <a:custGeom>
                <a:avLst/>
                <a:gdLst/>
                <a:ahLst/>
                <a:cxnLst/>
                <a:rect l="l" t="t" r="r" b="b"/>
                <a:pathLst>
                  <a:path w="646353" h="167071">
                    <a:moveTo>
                      <a:pt x="0" y="0"/>
                    </a:moveTo>
                    <a:lnTo>
                      <a:pt x="646353" y="0"/>
                    </a:lnTo>
                    <a:lnTo>
                      <a:pt x="646353" y="167071"/>
                    </a:lnTo>
                    <a:lnTo>
                      <a:pt x="0" y="167071"/>
                    </a:lnTo>
                    <a:close/>
                  </a:path>
                </a:pathLst>
              </a:custGeom>
              <a:solidFill>
                <a:srgbClr val="FFCEB6">
                  <a:alpha val="38824"/>
                </a:srgbClr>
              </a:solidFill>
            </p:spPr>
            <p:txBody>
              <a:bodyPr/>
              <a:lstStyle/>
              <a:p>
                <a:endParaRPr lang="en-SG" sz="1088"/>
              </a:p>
            </p:txBody>
          </p:sp>
          <p:sp>
            <p:nvSpPr>
              <p:cNvPr id="179" name="TextBox 133">
                <a:extLst>
                  <a:ext uri="{FF2B5EF4-FFF2-40B4-BE49-F238E27FC236}">
                    <a16:creationId xmlns:a16="http://schemas.microsoft.com/office/drawing/2014/main" id="{E5F365A9-1379-F292-B3FF-B8F166B094B7}"/>
                  </a:ext>
                </a:extLst>
              </p:cNvPr>
              <p:cNvSpPr txBox="1"/>
              <p:nvPr/>
            </p:nvSpPr>
            <p:spPr>
              <a:xfrm>
                <a:off x="0" y="-28575"/>
                <a:ext cx="646353" cy="195646"/>
              </a:xfrm>
              <a:prstGeom prst="rect">
                <a:avLst/>
              </a:prstGeom>
            </p:spPr>
            <p:txBody>
              <a:bodyPr lIns="15937" tIns="15937" rIns="15937" bIns="15937" rtlCol="0" anchor="ctr"/>
              <a:lstStyle/>
              <a:p>
                <a:pPr algn="ctr">
                  <a:lnSpc>
                    <a:spcPts val="2016"/>
                  </a:lnSpc>
                </a:pPr>
                <a:endParaRPr sz="1088"/>
              </a:p>
            </p:txBody>
          </p:sp>
        </p:grpSp>
        <p:sp>
          <p:nvSpPr>
            <p:cNvPr id="161" name="Freeform 134">
              <a:extLst>
                <a:ext uri="{FF2B5EF4-FFF2-40B4-BE49-F238E27FC236}">
                  <a16:creationId xmlns:a16="http://schemas.microsoft.com/office/drawing/2014/main" id="{B243C329-3B1E-4D11-C231-C9BB99DFF55E}"/>
                </a:ext>
              </a:extLst>
            </p:cNvPr>
            <p:cNvSpPr/>
            <p:nvPr/>
          </p:nvSpPr>
          <p:spPr>
            <a:xfrm>
              <a:off x="8359" y="289090"/>
              <a:ext cx="327746" cy="327746"/>
            </a:xfrm>
            <a:custGeom>
              <a:avLst/>
              <a:gdLst/>
              <a:ahLst/>
              <a:cxnLst/>
              <a:rect l="l" t="t" r="r" b="b"/>
              <a:pathLst>
                <a:path w="327746" h="327746">
                  <a:moveTo>
                    <a:pt x="0" y="0"/>
                  </a:moveTo>
                  <a:lnTo>
                    <a:pt x="327746" y="0"/>
                  </a:lnTo>
                  <a:lnTo>
                    <a:pt x="327746" y="327746"/>
                  </a:lnTo>
                  <a:lnTo>
                    <a:pt x="0" y="327746"/>
                  </a:lnTo>
                  <a:lnTo>
                    <a:pt x="0" y="0"/>
                  </a:lnTo>
                  <a:close/>
                </a:path>
              </a:pathLst>
            </a:custGeom>
            <a:blipFill>
              <a:blip r:embed="rId46">
                <a:extLst>
                  <a:ext uri="{96DAC541-7B7A-43D3-8B79-37D633B846F1}">
                    <asvg:svgBlip xmlns:asvg="http://schemas.microsoft.com/office/drawing/2016/SVG/main" r:embed="rId47"/>
                  </a:ext>
                </a:extLst>
              </a:blip>
              <a:stretch>
                <a:fillRect/>
              </a:stretch>
            </a:blipFill>
          </p:spPr>
          <p:txBody>
            <a:bodyPr/>
            <a:lstStyle/>
            <a:p>
              <a:endParaRPr lang="en-SG" sz="1088"/>
            </a:p>
          </p:txBody>
        </p:sp>
        <p:sp>
          <p:nvSpPr>
            <p:cNvPr id="162" name="TextBox 135">
              <a:extLst>
                <a:ext uri="{FF2B5EF4-FFF2-40B4-BE49-F238E27FC236}">
                  <a16:creationId xmlns:a16="http://schemas.microsoft.com/office/drawing/2014/main" id="{2EC6CD4A-1CFA-57CE-1BB5-B2B2481ABFB8}"/>
                </a:ext>
              </a:extLst>
            </p:cNvPr>
            <p:cNvSpPr txBox="1"/>
            <p:nvPr/>
          </p:nvSpPr>
          <p:spPr>
            <a:xfrm>
              <a:off x="460225" y="955747"/>
              <a:ext cx="596473"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Others</a:t>
              </a:r>
            </a:p>
          </p:txBody>
        </p:sp>
        <p:sp>
          <p:nvSpPr>
            <p:cNvPr id="163" name="TextBox 136">
              <a:extLst>
                <a:ext uri="{FF2B5EF4-FFF2-40B4-BE49-F238E27FC236}">
                  <a16:creationId xmlns:a16="http://schemas.microsoft.com/office/drawing/2014/main" id="{5648902C-AF63-858F-08D1-89688DD257FC}"/>
                </a:ext>
              </a:extLst>
            </p:cNvPr>
            <p:cNvSpPr txBox="1"/>
            <p:nvPr/>
          </p:nvSpPr>
          <p:spPr>
            <a:xfrm>
              <a:off x="460225" y="48570"/>
              <a:ext cx="921757"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Dining</a:t>
              </a:r>
            </a:p>
          </p:txBody>
        </p:sp>
        <p:sp>
          <p:nvSpPr>
            <p:cNvPr id="164" name="TextBox 137">
              <a:extLst>
                <a:ext uri="{FF2B5EF4-FFF2-40B4-BE49-F238E27FC236}">
                  <a16:creationId xmlns:a16="http://schemas.microsoft.com/office/drawing/2014/main" id="{79D0BDB5-1E0E-6B2E-4BD1-6887596F3FE8}"/>
                </a:ext>
              </a:extLst>
            </p:cNvPr>
            <p:cNvSpPr txBox="1"/>
            <p:nvPr/>
          </p:nvSpPr>
          <p:spPr>
            <a:xfrm>
              <a:off x="460972" y="362219"/>
              <a:ext cx="460132"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Rides</a:t>
              </a:r>
            </a:p>
          </p:txBody>
        </p:sp>
        <p:grpSp>
          <p:nvGrpSpPr>
            <p:cNvPr id="165" name="Group 138">
              <a:extLst>
                <a:ext uri="{FF2B5EF4-FFF2-40B4-BE49-F238E27FC236}">
                  <a16:creationId xmlns:a16="http://schemas.microsoft.com/office/drawing/2014/main" id="{12C910C4-BA7E-327C-2BB2-18AECC215EB8}"/>
                </a:ext>
              </a:extLst>
            </p:cNvPr>
            <p:cNvGrpSpPr/>
            <p:nvPr/>
          </p:nvGrpSpPr>
          <p:grpSpPr>
            <a:xfrm>
              <a:off x="7598" y="10649"/>
              <a:ext cx="1188163" cy="307120"/>
              <a:chOff x="0" y="0"/>
              <a:chExt cx="253475" cy="65519"/>
            </a:xfrm>
          </p:grpSpPr>
          <p:sp>
            <p:nvSpPr>
              <p:cNvPr id="176" name="Freeform 139">
                <a:extLst>
                  <a:ext uri="{FF2B5EF4-FFF2-40B4-BE49-F238E27FC236}">
                    <a16:creationId xmlns:a16="http://schemas.microsoft.com/office/drawing/2014/main" id="{D315D90D-2D2F-6AEE-440D-52250471FF19}"/>
                  </a:ext>
                </a:extLst>
              </p:cNvPr>
              <p:cNvSpPr/>
              <p:nvPr/>
            </p:nvSpPr>
            <p:spPr>
              <a:xfrm>
                <a:off x="0" y="0"/>
                <a:ext cx="253475" cy="65519"/>
              </a:xfrm>
              <a:custGeom>
                <a:avLst/>
                <a:gdLst/>
                <a:ahLst/>
                <a:cxnLst/>
                <a:rect l="l" t="t" r="r" b="b"/>
                <a:pathLst>
                  <a:path w="253475" h="65519">
                    <a:moveTo>
                      <a:pt x="0" y="0"/>
                    </a:moveTo>
                    <a:lnTo>
                      <a:pt x="253475" y="0"/>
                    </a:lnTo>
                    <a:lnTo>
                      <a:pt x="253475" y="65519"/>
                    </a:lnTo>
                    <a:lnTo>
                      <a:pt x="0" y="65519"/>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77" name="TextBox 140">
                <a:extLst>
                  <a:ext uri="{FF2B5EF4-FFF2-40B4-BE49-F238E27FC236}">
                    <a16:creationId xmlns:a16="http://schemas.microsoft.com/office/drawing/2014/main" id="{87F496CF-AAAE-74E1-0914-77E0A0A9DB21}"/>
                  </a:ext>
                </a:extLst>
              </p:cNvPr>
              <p:cNvSpPr txBox="1"/>
              <p:nvPr/>
            </p:nvSpPr>
            <p:spPr>
              <a:xfrm>
                <a:off x="0" y="-28575"/>
                <a:ext cx="253475" cy="94094"/>
              </a:xfrm>
              <a:prstGeom prst="rect">
                <a:avLst/>
              </a:prstGeom>
            </p:spPr>
            <p:txBody>
              <a:bodyPr lIns="40638" tIns="40638" rIns="40638" bIns="40638" rtlCol="0" anchor="ctr"/>
              <a:lstStyle/>
              <a:p>
                <a:pPr algn="ctr">
                  <a:lnSpc>
                    <a:spcPts val="2016"/>
                  </a:lnSpc>
                </a:pPr>
                <a:endParaRPr sz="1088"/>
              </a:p>
            </p:txBody>
          </p:sp>
        </p:grpSp>
        <p:sp>
          <p:nvSpPr>
            <p:cNvPr id="166" name="TextBox 141">
              <a:extLst>
                <a:ext uri="{FF2B5EF4-FFF2-40B4-BE49-F238E27FC236}">
                  <a16:creationId xmlns:a16="http://schemas.microsoft.com/office/drawing/2014/main" id="{644401B0-6C12-46E2-3527-43CC20ADE7A7}"/>
                </a:ext>
              </a:extLst>
            </p:cNvPr>
            <p:cNvSpPr txBox="1"/>
            <p:nvPr/>
          </p:nvSpPr>
          <p:spPr>
            <a:xfrm>
              <a:off x="460225" y="662811"/>
              <a:ext cx="525250"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Shows</a:t>
              </a:r>
            </a:p>
          </p:txBody>
        </p:sp>
        <p:grpSp>
          <p:nvGrpSpPr>
            <p:cNvPr id="167" name="Group 142">
              <a:extLst>
                <a:ext uri="{FF2B5EF4-FFF2-40B4-BE49-F238E27FC236}">
                  <a16:creationId xmlns:a16="http://schemas.microsoft.com/office/drawing/2014/main" id="{2D533CE5-5D4D-0255-9290-15F2D865B364}"/>
                </a:ext>
              </a:extLst>
            </p:cNvPr>
            <p:cNvGrpSpPr/>
            <p:nvPr/>
          </p:nvGrpSpPr>
          <p:grpSpPr>
            <a:xfrm>
              <a:off x="8359" y="299404"/>
              <a:ext cx="1188163" cy="307120"/>
              <a:chOff x="0" y="0"/>
              <a:chExt cx="253475" cy="65519"/>
            </a:xfrm>
          </p:grpSpPr>
          <p:sp>
            <p:nvSpPr>
              <p:cNvPr id="174" name="Freeform 143">
                <a:extLst>
                  <a:ext uri="{FF2B5EF4-FFF2-40B4-BE49-F238E27FC236}">
                    <a16:creationId xmlns:a16="http://schemas.microsoft.com/office/drawing/2014/main" id="{C5E25B03-621A-F007-1858-D734381F3EE1}"/>
                  </a:ext>
                </a:extLst>
              </p:cNvPr>
              <p:cNvSpPr/>
              <p:nvPr/>
            </p:nvSpPr>
            <p:spPr>
              <a:xfrm>
                <a:off x="0" y="0"/>
                <a:ext cx="253475" cy="65519"/>
              </a:xfrm>
              <a:custGeom>
                <a:avLst/>
                <a:gdLst/>
                <a:ahLst/>
                <a:cxnLst/>
                <a:rect l="l" t="t" r="r" b="b"/>
                <a:pathLst>
                  <a:path w="253475" h="65519">
                    <a:moveTo>
                      <a:pt x="0" y="0"/>
                    </a:moveTo>
                    <a:lnTo>
                      <a:pt x="253475" y="0"/>
                    </a:lnTo>
                    <a:lnTo>
                      <a:pt x="253475" y="65519"/>
                    </a:lnTo>
                    <a:lnTo>
                      <a:pt x="0" y="65519"/>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75" name="TextBox 144">
                <a:extLst>
                  <a:ext uri="{FF2B5EF4-FFF2-40B4-BE49-F238E27FC236}">
                    <a16:creationId xmlns:a16="http://schemas.microsoft.com/office/drawing/2014/main" id="{F66A3862-D6BF-79AD-6A3F-03EC407AE4F1}"/>
                  </a:ext>
                </a:extLst>
              </p:cNvPr>
              <p:cNvSpPr txBox="1"/>
              <p:nvPr/>
            </p:nvSpPr>
            <p:spPr>
              <a:xfrm>
                <a:off x="0" y="-28575"/>
                <a:ext cx="253475" cy="94094"/>
              </a:xfrm>
              <a:prstGeom prst="rect">
                <a:avLst/>
              </a:prstGeom>
            </p:spPr>
            <p:txBody>
              <a:bodyPr lIns="40638" tIns="40638" rIns="40638" bIns="40638" rtlCol="0" anchor="ctr"/>
              <a:lstStyle/>
              <a:p>
                <a:pPr algn="ctr">
                  <a:lnSpc>
                    <a:spcPts val="2016"/>
                  </a:lnSpc>
                </a:pPr>
                <a:endParaRPr sz="1088"/>
              </a:p>
            </p:txBody>
          </p:sp>
        </p:grpSp>
        <p:grpSp>
          <p:nvGrpSpPr>
            <p:cNvPr id="168" name="Group 145">
              <a:extLst>
                <a:ext uri="{FF2B5EF4-FFF2-40B4-BE49-F238E27FC236}">
                  <a16:creationId xmlns:a16="http://schemas.microsoft.com/office/drawing/2014/main" id="{CAA62B5A-DF0C-52E3-D71B-97237729CB9D}"/>
                </a:ext>
              </a:extLst>
            </p:cNvPr>
            <p:cNvGrpSpPr/>
            <p:nvPr/>
          </p:nvGrpSpPr>
          <p:grpSpPr>
            <a:xfrm>
              <a:off x="8359" y="589938"/>
              <a:ext cx="1188163" cy="332535"/>
              <a:chOff x="0" y="0"/>
              <a:chExt cx="253475" cy="70941"/>
            </a:xfrm>
          </p:grpSpPr>
          <p:sp>
            <p:nvSpPr>
              <p:cNvPr id="172" name="Freeform 146">
                <a:extLst>
                  <a:ext uri="{FF2B5EF4-FFF2-40B4-BE49-F238E27FC236}">
                    <a16:creationId xmlns:a16="http://schemas.microsoft.com/office/drawing/2014/main" id="{37C371F4-5E3B-51B4-F6FC-EBBA7DE9B37F}"/>
                  </a:ext>
                </a:extLst>
              </p:cNvPr>
              <p:cNvSpPr/>
              <p:nvPr/>
            </p:nvSpPr>
            <p:spPr>
              <a:xfrm>
                <a:off x="0" y="0"/>
                <a:ext cx="253475" cy="70941"/>
              </a:xfrm>
              <a:custGeom>
                <a:avLst/>
                <a:gdLst/>
                <a:ahLst/>
                <a:cxnLst/>
                <a:rect l="l" t="t" r="r" b="b"/>
                <a:pathLst>
                  <a:path w="253475" h="70941">
                    <a:moveTo>
                      <a:pt x="0" y="0"/>
                    </a:moveTo>
                    <a:lnTo>
                      <a:pt x="253475" y="0"/>
                    </a:lnTo>
                    <a:lnTo>
                      <a:pt x="253475" y="70941"/>
                    </a:lnTo>
                    <a:lnTo>
                      <a:pt x="0" y="70941"/>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73" name="TextBox 147">
                <a:extLst>
                  <a:ext uri="{FF2B5EF4-FFF2-40B4-BE49-F238E27FC236}">
                    <a16:creationId xmlns:a16="http://schemas.microsoft.com/office/drawing/2014/main" id="{B30636A7-BC12-C44E-7CE5-49CDA6B28F20}"/>
                  </a:ext>
                </a:extLst>
              </p:cNvPr>
              <p:cNvSpPr txBox="1"/>
              <p:nvPr/>
            </p:nvSpPr>
            <p:spPr>
              <a:xfrm>
                <a:off x="0" y="-28575"/>
                <a:ext cx="253475" cy="99516"/>
              </a:xfrm>
              <a:prstGeom prst="rect">
                <a:avLst/>
              </a:prstGeom>
            </p:spPr>
            <p:txBody>
              <a:bodyPr lIns="40638" tIns="40638" rIns="40638" bIns="40638" rtlCol="0" anchor="ctr"/>
              <a:lstStyle/>
              <a:p>
                <a:pPr algn="ctr">
                  <a:lnSpc>
                    <a:spcPts val="2016"/>
                  </a:lnSpc>
                </a:pPr>
                <a:endParaRPr sz="1088"/>
              </a:p>
            </p:txBody>
          </p:sp>
        </p:grpSp>
        <p:grpSp>
          <p:nvGrpSpPr>
            <p:cNvPr id="169" name="Group 148">
              <a:extLst>
                <a:ext uri="{FF2B5EF4-FFF2-40B4-BE49-F238E27FC236}">
                  <a16:creationId xmlns:a16="http://schemas.microsoft.com/office/drawing/2014/main" id="{8B444FFE-7802-9E40-326C-E4EC5DCD47F9}"/>
                </a:ext>
              </a:extLst>
            </p:cNvPr>
            <p:cNvGrpSpPr/>
            <p:nvPr/>
          </p:nvGrpSpPr>
          <p:grpSpPr>
            <a:xfrm>
              <a:off x="8359" y="907837"/>
              <a:ext cx="1188163" cy="390835"/>
              <a:chOff x="0" y="0"/>
              <a:chExt cx="253475" cy="83378"/>
            </a:xfrm>
          </p:grpSpPr>
          <p:sp>
            <p:nvSpPr>
              <p:cNvPr id="170" name="Freeform 149">
                <a:extLst>
                  <a:ext uri="{FF2B5EF4-FFF2-40B4-BE49-F238E27FC236}">
                    <a16:creationId xmlns:a16="http://schemas.microsoft.com/office/drawing/2014/main" id="{4FFA23E2-FE1B-A69D-D923-1C8D06F0D214}"/>
                  </a:ext>
                </a:extLst>
              </p:cNvPr>
              <p:cNvSpPr/>
              <p:nvPr/>
            </p:nvSpPr>
            <p:spPr>
              <a:xfrm>
                <a:off x="0" y="0"/>
                <a:ext cx="253475" cy="83378"/>
              </a:xfrm>
              <a:custGeom>
                <a:avLst/>
                <a:gdLst/>
                <a:ahLst/>
                <a:cxnLst/>
                <a:rect l="l" t="t" r="r" b="b"/>
                <a:pathLst>
                  <a:path w="253475" h="83378">
                    <a:moveTo>
                      <a:pt x="0" y="0"/>
                    </a:moveTo>
                    <a:lnTo>
                      <a:pt x="253475" y="0"/>
                    </a:lnTo>
                    <a:lnTo>
                      <a:pt x="253475" y="83378"/>
                    </a:lnTo>
                    <a:lnTo>
                      <a:pt x="0" y="83378"/>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71" name="TextBox 150">
                <a:extLst>
                  <a:ext uri="{FF2B5EF4-FFF2-40B4-BE49-F238E27FC236}">
                    <a16:creationId xmlns:a16="http://schemas.microsoft.com/office/drawing/2014/main" id="{4888A00C-998D-8DA4-1E42-527D946F5C2C}"/>
                  </a:ext>
                </a:extLst>
              </p:cNvPr>
              <p:cNvSpPr txBox="1"/>
              <p:nvPr/>
            </p:nvSpPr>
            <p:spPr>
              <a:xfrm>
                <a:off x="0" y="-28575"/>
                <a:ext cx="253475" cy="111953"/>
              </a:xfrm>
              <a:prstGeom prst="rect">
                <a:avLst/>
              </a:prstGeom>
            </p:spPr>
            <p:txBody>
              <a:bodyPr lIns="40638" tIns="40638" rIns="40638" bIns="40638" rtlCol="0" anchor="ctr"/>
              <a:lstStyle/>
              <a:p>
                <a:pPr algn="ctr">
                  <a:lnSpc>
                    <a:spcPts val="2016"/>
                  </a:lnSpc>
                </a:pPr>
                <a:endParaRPr sz="1088"/>
              </a:p>
            </p:txBody>
          </p:sp>
        </p:grpSp>
      </p:grpSp>
      <p:grpSp>
        <p:nvGrpSpPr>
          <p:cNvPr id="182" name="Group 151">
            <a:extLst>
              <a:ext uri="{FF2B5EF4-FFF2-40B4-BE49-F238E27FC236}">
                <a16:creationId xmlns:a16="http://schemas.microsoft.com/office/drawing/2014/main" id="{CC23B85B-E5D1-E3F4-CE78-30BE0EBF60EE}"/>
              </a:ext>
            </a:extLst>
          </p:cNvPr>
          <p:cNvGrpSpPr/>
          <p:nvPr/>
        </p:nvGrpSpPr>
        <p:grpSpPr>
          <a:xfrm>
            <a:off x="4418547" y="980778"/>
            <a:ext cx="1131520" cy="941029"/>
            <a:chOff x="0" y="0"/>
            <a:chExt cx="1885950" cy="1568450"/>
          </a:xfrm>
        </p:grpSpPr>
        <p:sp>
          <p:nvSpPr>
            <p:cNvPr id="183" name="Freeform 152">
              <a:extLst>
                <a:ext uri="{FF2B5EF4-FFF2-40B4-BE49-F238E27FC236}">
                  <a16:creationId xmlns:a16="http://schemas.microsoft.com/office/drawing/2014/main" id="{11ADA2B7-58B4-AD6D-5E70-0AC88D12B770}"/>
                </a:ext>
              </a:extLst>
            </p:cNvPr>
            <p:cNvSpPr/>
            <p:nvPr/>
          </p:nvSpPr>
          <p:spPr>
            <a:xfrm>
              <a:off x="50800" y="48260"/>
              <a:ext cx="1803400" cy="1492250"/>
            </a:xfrm>
            <a:custGeom>
              <a:avLst/>
              <a:gdLst/>
              <a:ahLst/>
              <a:cxnLst/>
              <a:rect l="l" t="t" r="r" b="b"/>
              <a:pathLst>
                <a:path w="1803400" h="1492250">
                  <a:moveTo>
                    <a:pt x="0" y="1076960"/>
                  </a:moveTo>
                  <a:cubicBezTo>
                    <a:pt x="34290" y="679450"/>
                    <a:pt x="77470" y="612140"/>
                    <a:pt x="121920" y="543560"/>
                  </a:cubicBezTo>
                  <a:cubicBezTo>
                    <a:pt x="165100" y="474980"/>
                    <a:pt x="214630" y="403860"/>
                    <a:pt x="275590" y="350520"/>
                  </a:cubicBezTo>
                  <a:cubicBezTo>
                    <a:pt x="335280" y="295910"/>
                    <a:pt x="430530" y="240030"/>
                    <a:pt x="483870" y="217170"/>
                  </a:cubicBezTo>
                  <a:cubicBezTo>
                    <a:pt x="514350" y="205740"/>
                    <a:pt x="533400" y="217170"/>
                    <a:pt x="560070" y="201930"/>
                  </a:cubicBezTo>
                  <a:cubicBezTo>
                    <a:pt x="603250" y="177800"/>
                    <a:pt x="641350" y="87630"/>
                    <a:pt x="704850" y="55880"/>
                  </a:cubicBezTo>
                  <a:cubicBezTo>
                    <a:pt x="781050" y="17780"/>
                    <a:pt x="953770" y="27940"/>
                    <a:pt x="1000760" y="15240"/>
                  </a:cubicBezTo>
                  <a:cubicBezTo>
                    <a:pt x="1016000" y="11430"/>
                    <a:pt x="1017270" y="5080"/>
                    <a:pt x="1029970" y="2540"/>
                  </a:cubicBezTo>
                  <a:cubicBezTo>
                    <a:pt x="1051560" y="0"/>
                    <a:pt x="1085850" y="12700"/>
                    <a:pt x="1118870" y="16510"/>
                  </a:cubicBezTo>
                  <a:cubicBezTo>
                    <a:pt x="1159510" y="20320"/>
                    <a:pt x="1206500" y="8890"/>
                    <a:pt x="1258570" y="21590"/>
                  </a:cubicBezTo>
                  <a:cubicBezTo>
                    <a:pt x="1330960" y="39370"/>
                    <a:pt x="1463040" y="78740"/>
                    <a:pt x="1506220" y="139700"/>
                  </a:cubicBezTo>
                  <a:cubicBezTo>
                    <a:pt x="1544320" y="191770"/>
                    <a:pt x="1501140" y="293370"/>
                    <a:pt x="1529080" y="346710"/>
                  </a:cubicBezTo>
                  <a:cubicBezTo>
                    <a:pt x="1551940" y="393700"/>
                    <a:pt x="1604010" y="408940"/>
                    <a:pt x="1640840" y="452120"/>
                  </a:cubicBezTo>
                  <a:cubicBezTo>
                    <a:pt x="1689100" y="508000"/>
                    <a:pt x="1761490" y="581660"/>
                    <a:pt x="1783080" y="655320"/>
                  </a:cubicBezTo>
                  <a:cubicBezTo>
                    <a:pt x="1803400" y="726440"/>
                    <a:pt x="1800860" y="816610"/>
                    <a:pt x="1772920" y="887730"/>
                  </a:cubicBezTo>
                  <a:cubicBezTo>
                    <a:pt x="1743710" y="963930"/>
                    <a:pt x="1666240" y="1036320"/>
                    <a:pt x="1598930" y="1096010"/>
                  </a:cubicBezTo>
                  <a:cubicBezTo>
                    <a:pt x="1530350" y="1155700"/>
                    <a:pt x="1442720" y="1203960"/>
                    <a:pt x="1363980" y="1248410"/>
                  </a:cubicBezTo>
                  <a:cubicBezTo>
                    <a:pt x="1290320" y="1290320"/>
                    <a:pt x="1216660" y="1327150"/>
                    <a:pt x="1141730" y="1356360"/>
                  </a:cubicBezTo>
                  <a:cubicBezTo>
                    <a:pt x="1069340" y="1383030"/>
                    <a:pt x="960120" y="1410970"/>
                    <a:pt x="918210" y="1417320"/>
                  </a:cubicBezTo>
                  <a:cubicBezTo>
                    <a:pt x="902970" y="1419860"/>
                    <a:pt x="897890" y="1414780"/>
                    <a:pt x="886460" y="1419860"/>
                  </a:cubicBezTo>
                  <a:cubicBezTo>
                    <a:pt x="871220" y="1426210"/>
                    <a:pt x="862330" y="1457960"/>
                    <a:pt x="836930" y="1468120"/>
                  </a:cubicBezTo>
                  <a:cubicBezTo>
                    <a:pt x="786130" y="1488440"/>
                    <a:pt x="626110" y="1492250"/>
                    <a:pt x="581660" y="1466850"/>
                  </a:cubicBezTo>
                  <a:cubicBezTo>
                    <a:pt x="558800" y="1454150"/>
                    <a:pt x="566420" y="1423670"/>
                    <a:pt x="544830" y="1407160"/>
                  </a:cubicBezTo>
                  <a:cubicBezTo>
                    <a:pt x="514350" y="1383030"/>
                    <a:pt x="449580" y="1381760"/>
                    <a:pt x="396240" y="1361440"/>
                  </a:cubicBezTo>
                  <a:cubicBezTo>
                    <a:pt x="328930" y="1337310"/>
                    <a:pt x="241300" y="1311910"/>
                    <a:pt x="176530" y="1266190"/>
                  </a:cubicBezTo>
                  <a:cubicBezTo>
                    <a:pt x="107950" y="1217930"/>
                    <a:pt x="0" y="1076960"/>
                    <a:pt x="0" y="1076960"/>
                  </a:cubicBezTo>
                </a:path>
              </a:pathLst>
            </a:custGeom>
            <a:solidFill>
              <a:srgbClr val="A6A6A6">
                <a:alpha val="41961"/>
              </a:srgbClr>
            </a:solidFill>
            <a:ln cap="sq">
              <a:noFill/>
              <a:prstDash val="solid"/>
              <a:miter/>
            </a:ln>
          </p:spPr>
          <p:txBody>
            <a:bodyPr/>
            <a:lstStyle/>
            <a:p>
              <a:endParaRPr lang="en-SG" sz="1088"/>
            </a:p>
          </p:txBody>
        </p:sp>
      </p:grpSp>
      <p:grpSp>
        <p:nvGrpSpPr>
          <p:cNvPr id="184" name="Group 153">
            <a:extLst>
              <a:ext uri="{FF2B5EF4-FFF2-40B4-BE49-F238E27FC236}">
                <a16:creationId xmlns:a16="http://schemas.microsoft.com/office/drawing/2014/main" id="{EAF5A0F0-FC43-075A-425C-85D1783B4C9A}"/>
              </a:ext>
            </a:extLst>
          </p:cNvPr>
          <p:cNvGrpSpPr/>
          <p:nvPr/>
        </p:nvGrpSpPr>
        <p:grpSpPr>
          <a:xfrm>
            <a:off x="5162227" y="1028019"/>
            <a:ext cx="448798" cy="767301"/>
            <a:chOff x="0" y="0"/>
            <a:chExt cx="748030" cy="1278890"/>
          </a:xfrm>
        </p:grpSpPr>
        <p:sp>
          <p:nvSpPr>
            <p:cNvPr id="185" name="Freeform 154">
              <a:extLst>
                <a:ext uri="{FF2B5EF4-FFF2-40B4-BE49-F238E27FC236}">
                  <a16:creationId xmlns:a16="http://schemas.microsoft.com/office/drawing/2014/main" id="{59E84552-288C-2758-6465-17B9AE5D065E}"/>
                </a:ext>
              </a:extLst>
            </p:cNvPr>
            <p:cNvSpPr/>
            <p:nvPr/>
          </p:nvSpPr>
          <p:spPr>
            <a:xfrm>
              <a:off x="46990" y="50800"/>
              <a:ext cx="661670" cy="1187450"/>
            </a:xfrm>
            <a:custGeom>
              <a:avLst/>
              <a:gdLst/>
              <a:ahLst/>
              <a:cxnLst/>
              <a:rect l="l" t="t" r="r" b="b"/>
              <a:pathLst>
                <a:path w="661670" h="1187450">
                  <a:moveTo>
                    <a:pt x="318770" y="0"/>
                  </a:moveTo>
                  <a:cubicBezTo>
                    <a:pt x="448310" y="129540"/>
                    <a:pt x="511810" y="207010"/>
                    <a:pt x="549910" y="278130"/>
                  </a:cubicBezTo>
                  <a:cubicBezTo>
                    <a:pt x="589280" y="349250"/>
                    <a:pt x="619760" y="430530"/>
                    <a:pt x="636270" y="509270"/>
                  </a:cubicBezTo>
                  <a:cubicBezTo>
                    <a:pt x="651510" y="585470"/>
                    <a:pt x="661670" y="661670"/>
                    <a:pt x="648970" y="739140"/>
                  </a:cubicBezTo>
                  <a:cubicBezTo>
                    <a:pt x="635000" y="825500"/>
                    <a:pt x="598170" y="925830"/>
                    <a:pt x="544830" y="999490"/>
                  </a:cubicBezTo>
                  <a:cubicBezTo>
                    <a:pt x="491490" y="1071880"/>
                    <a:pt x="397510" y="1187450"/>
                    <a:pt x="328930" y="1177290"/>
                  </a:cubicBezTo>
                  <a:cubicBezTo>
                    <a:pt x="240030" y="1163320"/>
                    <a:pt x="78740" y="895350"/>
                    <a:pt x="80010" y="793750"/>
                  </a:cubicBezTo>
                  <a:cubicBezTo>
                    <a:pt x="80010" y="726440"/>
                    <a:pt x="187960" y="685800"/>
                    <a:pt x="193040" y="624840"/>
                  </a:cubicBezTo>
                  <a:cubicBezTo>
                    <a:pt x="196850" y="558800"/>
                    <a:pt x="130810" y="464820"/>
                    <a:pt x="92710" y="414020"/>
                  </a:cubicBezTo>
                  <a:cubicBezTo>
                    <a:pt x="64770" y="378460"/>
                    <a:pt x="5080" y="373380"/>
                    <a:pt x="3810" y="337820"/>
                  </a:cubicBezTo>
                  <a:cubicBezTo>
                    <a:pt x="0" y="266700"/>
                    <a:pt x="318770" y="0"/>
                    <a:pt x="318770" y="0"/>
                  </a:cubicBezTo>
                </a:path>
              </a:pathLst>
            </a:custGeom>
            <a:solidFill>
              <a:srgbClr val="A6A6A6">
                <a:alpha val="41961"/>
              </a:srgbClr>
            </a:solidFill>
            <a:ln cap="sq">
              <a:noFill/>
              <a:prstDash val="solid"/>
              <a:miter/>
            </a:ln>
          </p:spPr>
          <p:txBody>
            <a:bodyPr/>
            <a:lstStyle/>
            <a:p>
              <a:endParaRPr lang="en-SG" sz="1088"/>
            </a:p>
          </p:txBody>
        </p:sp>
      </p:grpSp>
      <p:grpSp>
        <p:nvGrpSpPr>
          <p:cNvPr id="186" name="Group 155">
            <a:extLst>
              <a:ext uri="{FF2B5EF4-FFF2-40B4-BE49-F238E27FC236}">
                <a16:creationId xmlns:a16="http://schemas.microsoft.com/office/drawing/2014/main" id="{23E460F7-0E5C-FE43-9897-7EAD8599A0E4}"/>
              </a:ext>
            </a:extLst>
          </p:cNvPr>
          <p:cNvGrpSpPr/>
          <p:nvPr/>
        </p:nvGrpSpPr>
        <p:grpSpPr>
          <a:xfrm>
            <a:off x="4680664" y="2506234"/>
            <a:ext cx="1612321" cy="1184858"/>
            <a:chOff x="0" y="0"/>
            <a:chExt cx="2687320" cy="1974850"/>
          </a:xfrm>
        </p:grpSpPr>
        <p:sp>
          <p:nvSpPr>
            <p:cNvPr id="187" name="Freeform 156">
              <a:extLst>
                <a:ext uri="{FF2B5EF4-FFF2-40B4-BE49-F238E27FC236}">
                  <a16:creationId xmlns:a16="http://schemas.microsoft.com/office/drawing/2014/main" id="{962C5CC4-F2BC-C540-2E0C-61B117A6D2E1}"/>
                </a:ext>
              </a:extLst>
            </p:cNvPr>
            <p:cNvSpPr/>
            <p:nvPr/>
          </p:nvSpPr>
          <p:spPr>
            <a:xfrm>
              <a:off x="50800" y="44450"/>
              <a:ext cx="2588260" cy="1897380"/>
            </a:xfrm>
            <a:custGeom>
              <a:avLst/>
              <a:gdLst/>
              <a:ahLst/>
              <a:cxnLst/>
              <a:rect l="l" t="t" r="r" b="b"/>
              <a:pathLst>
                <a:path w="2588260" h="1897380">
                  <a:moveTo>
                    <a:pt x="0" y="1591310"/>
                  </a:moveTo>
                  <a:cubicBezTo>
                    <a:pt x="115570" y="1201420"/>
                    <a:pt x="212090" y="1163320"/>
                    <a:pt x="279400" y="1144270"/>
                  </a:cubicBezTo>
                  <a:cubicBezTo>
                    <a:pt x="332740" y="1129030"/>
                    <a:pt x="407670" y="1148080"/>
                    <a:pt x="434340" y="1139190"/>
                  </a:cubicBezTo>
                  <a:cubicBezTo>
                    <a:pt x="443230" y="1136650"/>
                    <a:pt x="444500" y="1131570"/>
                    <a:pt x="452120" y="1127760"/>
                  </a:cubicBezTo>
                  <a:cubicBezTo>
                    <a:pt x="462280" y="1122680"/>
                    <a:pt x="485140" y="1127760"/>
                    <a:pt x="492760" y="1116330"/>
                  </a:cubicBezTo>
                  <a:cubicBezTo>
                    <a:pt x="508000" y="1094740"/>
                    <a:pt x="496570" y="1018540"/>
                    <a:pt x="482600" y="972820"/>
                  </a:cubicBezTo>
                  <a:cubicBezTo>
                    <a:pt x="468630" y="925830"/>
                    <a:pt x="416560" y="895350"/>
                    <a:pt x="407670" y="840740"/>
                  </a:cubicBezTo>
                  <a:cubicBezTo>
                    <a:pt x="394970" y="764540"/>
                    <a:pt x="412750" y="626110"/>
                    <a:pt x="461010" y="556260"/>
                  </a:cubicBezTo>
                  <a:cubicBezTo>
                    <a:pt x="506730" y="491490"/>
                    <a:pt x="599440" y="439420"/>
                    <a:pt x="674370" y="426720"/>
                  </a:cubicBezTo>
                  <a:cubicBezTo>
                    <a:pt x="746760" y="414020"/>
                    <a:pt x="835660" y="494030"/>
                    <a:pt x="900430" y="476250"/>
                  </a:cubicBezTo>
                  <a:cubicBezTo>
                    <a:pt x="962660" y="457200"/>
                    <a:pt x="996950" y="363220"/>
                    <a:pt x="1055370" y="318770"/>
                  </a:cubicBezTo>
                  <a:cubicBezTo>
                    <a:pt x="1117600" y="273050"/>
                    <a:pt x="1193800" y="240030"/>
                    <a:pt x="1263650" y="205740"/>
                  </a:cubicBezTo>
                  <a:cubicBezTo>
                    <a:pt x="1333500" y="170180"/>
                    <a:pt x="1398270" y="132080"/>
                    <a:pt x="1473200" y="109220"/>
                  </a:cubicBezTo>
                  <a:cubicBezTo>
                    <a:pt x="1551940" y="85090"/>
                    <a:pt x="1647190" y="78740"/>
                    <a:pt x="1728470" y="67310"/>
                  </a:cubicBezTo>
                  <a:cubicBezTo>
                    <a:pt x="1802130" y="58420"/>
                    <a:pt x="1879600" y="58420"/>
                    <a:pt x="1940560" y="45720"/>
                  </a:cubicBezTo>
                  <a:cubicBezTo>
                    <a:pt x="1986280" y="35560"/>
                    <a:pt x="2012950" y="10160"/>
                    <a:pt x="2059940" y="6350"/>
                  </a:cubicBezTo>
                  <a:cubicBezTo>
                    <a:pt x="2123440" y="1270"/>
                    <a:pt x="2227580" y="0"/>
                    <a:pt x="2291080" y="39370"/>
                  </a:cubicBezTo>
                  <a:cubicBezTo>
                    <a:pt x="2358390" y="82550"/>
                    <a:pt x="2437130" y="215900"/>
                    <a:pt x="2443480" y="267970"/>
                  </a:cubicBezTo>
                  <a:cubicBezTo>
                    <a:pt x="2446020" y="292100"/>
                    <a:pt x="2419350" y="304800"/>
                    <a:pt x="2421890" y="325120"/>
                  </a:cubicBezTo>
                  <a:cubicBezTo>
                    <a:pt x="2428240" y="355600"/>
                    <a:pt x="2482850" y="382270"/>
                    <a:pt x="2506980" y="425450"/>
                  </a:cubicBezTo>
                  <a:cubicBezTo>
                    <a:pt x="2540000" y="481330"/>
                    <a:pt x="2583180" y="563880"/>
                    <a:pt x="2585720" y="643890"/>
                  </a:cubicBezTo>
                  <a:cubicBezTo>
                    <a:pt x="2588260" y="736600"/>
                    <a:pt x="2548890" y="855980"/>
                    <a:pt x="2498090" y="946150"/>
                  </a:cubicBezTo>
                  <a:cubicBezTo>
                    <a:pt x="2443480" y="1042670"/>
                    <a:pt x="2349500" y="1141730"/>
                    <a:pt x="2263140" y="1200150"/>
                  </a:cubicBezTo>
                  <a:cubicBezTo>
                    <a:pt x="2185670" y="1252220"/>
                    <a:pt x="2043430" y="1290320"/>
                    <a:pt x="2010410" y="1294130"/>
                  </a:cubicBezTo>
                  <a:cubicBezTo>
                    <a:pt x="2002790" y="1295400"/>
                    <a:pt x="1998980" y="1290320"/>
                    <a:pt x="1996440" y="1292860"/>
                  </a:cubicBezTo>
                  <a:cubicBezTo>
                    <a:pt x="1992630" y="1296670"/>
                    <a:pt x="2000250" y="1310640"/>
                    <a:pt x="1995170" y="1323340"/>
                  </a:cubicBezTo>
                  <a:cubicBezTo>
                    <a:pt x="1978660" y="1360170"/>
                    <a:pt x="1893570" y="1466850"/>
                    <a:pt x="1821180" y="1499870"/>
                  </a:cubicBezTo>
                  <a:cubicBezTo>
                    <a:pt x="1744980" y="1535430"/>
                    <a:pt x="1583690" y="1483360"/>
                    <a:pt x="1544320" y="1521460"/>
                  </a:cubicBezTo>
                  <a:cubicBezTo>
                    <a:pt x="1520190" y="1545590"/>
                    <a:pt x="1553210" y="1592580"/>
                    <a:pt x="1535430" y="1631950"/>
                  </a:cubicBezTo>
                  <a:cubicBezTo>
                    <a:pt x="1503680" y="1696720"/>
                    <a:pt x="1404620" y="1805940"/>
                    <a:pt x="1314450" y="1847850"/>
                  </a:cubicBezTo>
                  <a:cubicBezTo>
                    <a:pt x="1217930" y="1891030"/>
                    <a:pt x="1054100" y="1897380"/>
                    <a:pt x="970280" y="1877060"/>
                  </a:cubicBezTo>
                  <a:cubicBezTo>
                    <a:pt x="915670" y="1863090"/>
                    <a:pt x="882650" y="1797050"/>
                    <a:pt x="847090" y="1797050"/>
                  </a:cubicBezTo>
                  <a:cubicBezTo>
                    <a:pt x="821690" y="1797050"/>
                    <a:pt x="798830" y="1835150"/>
                    <a:pt x="779780" y="1841500"/>
                  </a:cubicBezTo>
                  <a:cubicBezTo>
                    <a:pt x="767080" y="1846580"/>
                    <a:pt x="756920" y="1840230"/>
                    <a:pt x="745490" y="1845310"/>
                  </a:cubicBezTo>
                  <a:cubicBezTo>
                    <a:pt x="734060" y="1850390"/>
                    <a:pt x="731520" y="1865630"/>
                    <a:pt x="713740" y="1873250"/>
                  </a:cubicBezTo>
                  <a:cubicBezTo>
                    <a:pt x="666750" y="1891030"/>
                    <a:pt x="468630" y="1893570"/>
                    <a:pt x="422910" y="1879600"/>
                  </a:cubicBezTo>
                  <a:cubicBezTo>
                    <a:pt x="407670" y="1874520"/>
                    <a:pt x="410210" y="1864360"/>
                    <a:pt x="394970" y="1858010"/>
                  </a:cubicBezTo>
                  <a:cubicBezTo>
                    <a:pt x="360680" y="1840230"/>
                    <a:pt x="269240" y="1840230"/>
                    <a:pt x="210820" y="1805940"/>
                  </a:cubicBezTo>
                  <a:cubicBezTo>
                    <a:pt x="135890" y="1761490"/>
                    <a:pt x="0" y="1591310"/>
                    <a:pt x="0" y="1591310"/>
                  </a:cubicBezTo>
                  <a:moveTo>
                    <a:pt x="1879600" y="749300"/>
                  </a:moveTo>
                  <a:cubicBezTo>
                    <a:pt x="1935480" y="792480"/>
                    <a:pt x="2014220" y="687070"/>
                    <a:pt x="2009140" y="679450"/>
                  </a:cubicBezTo>
                  <a:cubicBezTo>
                    <a:pt x="2002790" y="673100"/>
                    <a:pt x="1879600" y="749300"/>
                    <a:pt x="1879600" y="749300"/>
                  </a:cubicBezTo>
                </a:path>
              </a:pathLst>
            </a:custGeom>
            <a:solidFill>
              <a:srgbClr val="A6A6A6">
                <a:alpha val="41961"/>
              </a:srgbClr>
            </a:solidFill>
            <a:ln cap="sq">
              <a:noFill/>
              <a:prstDash val="solid"/>
              <a:miter/>
            </a:ln>
          </p:spPr>
          <p:txBody>
            <a:bodyPr/>
            <a:lstStyle/>
            <a:p>
              <a:endParaRPr lang="en-SG" sz="1088"/>
            </a:p>
          </p:txBody>
        </p:sp>
      </p:grpSp>
      <p:grpSp>
        <p:nvGrpSpPr>
          <p:cNvPr id="188" name="Group 157">
            <a:extLst>
              <a:ext uri="{FF2B5EF4-FFF2-40B4-BE49-F238E27FC236}">
                <a16:creationId xmlns:a16="http://schemas.microsoft.com/office/drawing/2014/main" id="{4D94E680-6594-D539-ED83-DD6D8224F45C}"/>
              </a:ext>
            </a:extLst>
          </p:cNvPr>
          <p:cNvGrpSpPr/>
          <p:nvPr/>
        </p:nvGrpSpPr>
        <p:grpSpPr>
          <a:xfrm>
            <a:off x="5505874" y="2487947"/>
            <a:ext cx="880833" cy="1027131"/>
            <a:chOff x="0" y="0"/>
            <a:chExt cx="1468120" cy="1711960"/>
          </a:xfrm>
        </p:grpSpPr>
        <p:sp>
          <p:nvSpPr>
            <p:cNvPr id="189" name="Freeform 158">
              <a:extLst>
                <a:ext uri="{FF2B5EF4-FFF2-40B4-BE49-F238E27FC236}">
                  <a16:creationId xmlns:a16="http://schemas.microsoft.com/office/drawing/2014/main" id="{F5BDF85D-A84D-C02E-56DA-3087A03E1F5A}"/>
                </a:ext>
              </a:extLst>
            </p:cNvPr>
            <p:cNvSpPr/>
            <p:nvPr/>
          </p:nvSpPr>
          <p:spPr>
            <a:xfrm>
              <a:off x="50800" y="45720"/>
              <a:ext cx="1372870" cy="1623060"/>
            </a:xfrm>
            <a:custGeom>
              <a:avLst/>
              <a:gdLst/>
              <a:ahLst/>
              <a:cxnLst/>
              <a:rect l="l" t="t" r="r" b="b"/>
              <a:pathLst>
                <a:path w="1372870" h="1623060">
                  <a:moveTo>
                    <a:pt x="529590" y="11430"/>
                  </a:moveTo>
                  <a:cubicBezTo>
                    <a:pt x="749300" y="6350"/>
                    <a:pt x="839470" y="0"/>
                    <a:pt x="918210" y="21590"/>
                  </a:cubicBezTo>
                  <a:cubicBezTo>
                    <a:pt x="1004570" y="44450"/>
                    <a:pt x="1103630" y="85090"/>
                    <a:pt x="1173480" y="146050"/>
                  </a:cubicBezTo>
                  <a:cubicBezTo>
                    <a:pt x="1244600" y="209550"/>
                    <a:pt x="1306830" y="309880"/>
                    <a:pt x="1338580" y="396240"/>
                  </a:cubicBezTo>
                  <a:cubicBezTo>
                    <a:pt x="1366520" y="472440"/>
                    <a:pt x="1372870" y="552450"/>
                    <a:pt x="1366520" y="631190"/>
                  </a:cubicBezTo>
                  <a:cubicBezTo>
                    <a:pt x="1360170" y="716280"/>
                    <a:pt x="1329690" y="807720"/>
                    <a:pt x="1296670" y="891540"/>
                  </a:cubicBezTo>
                  <a:cubicBezTo>
                    <a:pt x="1263650" y="974090"/>
                    <a:pt x="1220470" y="1056640"/>
                    <a:pt x="1169670" y="1127760"/>
                  </a:cubicBezTo>
                  <a:cubicBezTo>
                    <a:pt x="1118870" y="1197610"/>
                    <a:pt x="1057910" y="1262380"/>
                    <a:pt x="993140" y="1314450"/>
                  </a:cubicBezTo>
                  <a:cubicBezTo>
                    <a:pt x="932180" y="1362710"/>
                    <a:pt x="876300" y="1393190"/>
                    <a:pt x="793750" y="1433830"/>
                  </a:cubicBezTo>
                  <a:cubicBezTo>
                    <a:pt x="670560" y="1493520"/>
                    <a:pt x="453390" y="1605280"/>
                    <a:pt x="316230" y="1615440"/>
                  </a:cubicBezTo>
                  <a:cubicBezTo>
                    <a:pt x="217170" y="1623060"/>
                    <a:pt x="104140" y="1587500"/>
                    <a:pt x="52070" y="1559560"/>
                  </a:cubicBezTo>
                  <a:cubicBezTo>
                    <a:pt x="25400" y="1545590"/>
                    <a:pt x="0" y="1532890"/>
                    <a:pt x="0" y="1508760"/>
                  </a:cubicBezTo>
                  <a:cubicBezTo>
                    <a:pt x="0" y="1447800"/>
                    <a:pt x="336550" y="1236980"/>
                    <a:pt x="327660" y="1188720"/>
                  </a:cubicBezTo>
                  <a:cubicBezTo>
                    <a:pt x="323850" y="1169670"/>
                    <a:pt x="254000" y="1173480"/>
                    <a:pt x="254000" y="1159510"/>
                  </a:cubicBezTo>
                  <a:cubicBezTo>
                    <a:pt x="254000" y="1123950"/>
                    <a:pt x="582930" y="1045210"/>
                    <a:pt x="685800" y="970280"/>
                  </a:cubicBezTo>
                  <a:cubicBezTo>
                    <a:pt x="758190" y="916940"/>
                    <a:pt x="805180" y="859790"/>
                    <a:pt x="843280" y="792480"/>
                  </a:cubicBezTo>
                  <a:cubicBezTo>
                    <a:pt x="880110" y="726440"/>
                    <a:pt x="935990" y="626110"/>
                    <a:pt x="911860" y="570230"/>
                  </a:cubicBezTo>
                  <a:cubicBezTo>
                    <a:pt x="889000" y="514350"/>
                    <a:pt x="764540" y="474980"/>
                    <a:pt x="698500" y="462280"/>
                  </a:cubicBezTo>
                  <a:cubicBezTo>
                    <a:pt x="645160" y="452120"/>
                    <a:pt x="582930" y="502920"/>
                    <a:pt x="549910" y="473710"/>
                  </a:cubicBezTo>
                  <a:cubicBezTo>
                    <a:pt x="491490" y="421640"/>
                    <a:pt x="529590" y="11430"/>
                    <a:pt x="529590" y="11430"/>
                  </a:cubicBezTo>
                </a:path>
              </a:pathLst>
            </a:custGeom>
            <a:solidFill>
              <a:srgbClr val="A6A6A6">
                <a:alpha val="41961"/>
              </a:srgbClr>
            </a:solidFill>
            <a:ln cap="sq">
              <a:noFill/>
              <a:prstDash val="solid"/>
              <a:miter/>
            </a:ln>
          </p:spPr>
          <p:txBody>
            <a:bodyPr/>
            <a:lstStyle/>
            <a:p>
              <a:endParaRPr lang="en-SG" sz="1088"/>
            </a:p>
          </p:txBody>
        </p:sp>
      </p:grpSp>
      <p:grpSp>
        <p:nvGrpSpPr>
          <p:cNvPr id="190" name="Group 159">
            <a:extLst>
              <a:ext uri="{FF2B5EF4-FFF2-40B4-BE49-F238E27FC236}">
                <a16:creationId xmlns:a16="http://schemas.microsoft.com/office/drawing/2014/main" id="{D16A7F46-034A-9018-6B61-5ACC42E3CBF3}"/>
              </a:ext>
            </a:extLst>
          </p:cNvPr>
          <p:cNvGrpSpPr/>
          <p:nvPr/>
        </p:nvGrpSpPr>
        <p:grpSpPr>
          <a:xfrm>
            <a:off x="8726707" y="991447"/>
            <a:ext cx="1110947" cy="742155"/>
            <a:chOff x="0" y="0"/>
            <a:chExt cx="1851660" cy="1236980"/>
          </a:xfrm>
        </p:grpSpPr>
        <p:sp>
          <p:nvSpPr>
            <p:cNvPr id="191" name="Freeform 160">
              <a:extLst>
                <a:ext uri="{FF2B5EF4-FFF2-40B4-BE49-F238E27FC236}">
                  <a16:creationId xmlns:a16="http://schemas.microsoft.com/office/drawing/2014/main" id="{9DEDBD57-7B15-4540-5559-4929D3E90CF5}"/>
                </a:ext>
              </a:extLst>
            </p:cNvPr>
            <p:cNvSpPr/>
            <p:nvPr/>
          </p:nvSpPr>
          <p:spPr>
            <a:xfrm>
              <a:off x="50800" y="33020"/>
              <a:ext cx="1765300" cy="1174750"/>
            </a:xfrm>
            <a:custGeom>
              <a:avLst/>
              <a:gdLst/>
              <a:ahLst/>
              <a:cxnLst/>
              <a:rect l="l" t="t" r="r" b="b"/>
              <a:pathLst>
                <a:path w="1765300" h="1174750">
                  <a:moveTo>
                    <a:pt x="0" y="669290"/>
                  </a:moveTo>
                  <a:cubicBezTo>
                    <a:pt x="185420" y="400050"/>
                    <a:pt x="260350" y="363220"/>
                    <a:pt x="327660" y="320040"/>
                  </a:cubicBezTo>
                  <a:cubicBezTo>
                    <a:pt x="392430" y="278130"/>
                    <a:pt x="459740" y="237490"/>
                    <a:pt x="528320" y="201930"/>
                  </a:cubicBezTo>
                  <a:cubicBezTo>
                    <a:pt x="598170" y="165100"/>
                    <a:pt x="670560" y="132080"/>
                    <a:pt x="745490" y="104140"/>
                  </a:cubicBezTo>
                  <a:cubicBezTo>
                    <a:pt x="820420" y="76200"/>
                    <a:pt x="896620" y="46990"/>
                    <a:pt x="977900" y="34290"/>
                  </a:cubicBezTo>
                  <a:cubicBezTo>
                    <a:pt x="1060450" y="20320"/>
                    <a:pt x="1153160" y="26670"/>
                    <a:pt x="1235710" y="22860"/>
                  </a:cubicBezTo>
                  <a:cubicBezTo>
                    <a:pt x="1314450" y="20320"/>
                    <a:pt x="1390650" y="0"/>
                    <a:pt x="1465580" y="17780"/>
                  </a:cubicBezTo>
                  <a:cubicBezTo>
                    <a:pt x="1544320" y="36830"/>
                    <a:pt x="1649730" y="77470"/>
                    <a:pt x="1696720" y="139700"/>
                  </a:cubicBezTo>
                  <a:cubicBezTo>
                    <a:pt x="1742440" y="199390"/>
                    <a:pt x="1765300" y="308610"/>
                    <a:pt x="1748790" y="383540"/>
                  </a:cubicBezTo>
                  <a:cubicBezTo>
                    <a:pt x="1733550" y="461010"/>
                    <a:pt x="1639570" y="568960"/>
                    <a:pt x="1598930" y="595630"/>
                  </a:cubicBezTo>
                  <a:cubicBezTo>
                    <a:pt x="1581150" y="607060"/>
                    <a:pt x="1567180" y="600710"/>
                    <a:pt x="1549400" y="605790"/>
                  </a:cubicBezTo>
                  <a:cubicBezTo>
                    <a:pt x="1529080" y="613410"/>
                    <a:pt x="1489710" y="638810"/>
                    <a:pt x="1485900" y="641350"/>
                  </a:cubicBezTo>
                  <a:cubicBezTo>
                    <a:pt x="1485900" y="641350"/>
                    <a:pt x="1485900" y="641350"/>
                    <a:pt x="1485900" y="642620"/>
                  </a:cubicBezTo>
                  <a:cubicBezTo>
                    <a:pt x="1484630" y="642620"/>
                    <a:pt x="1483360" y="642620"/>
                    <a:pt x="1482090" y="643890"/>
                  </a:cubicBezTo>
                  <a:cubicBezTo>
                    <a:pt x="1469390" y="648970"/>
                    <a:pt x="1384300" y="706120"/>
                    <a:pt x="1351280" y="715010"/>
                  </a:cubicBezTo>
                  <a:cubicBezTo>
                    <a:pt x="1334770" y="718820"/>
                    <a:pt x="1320800" y="713740"/>
                    <a:pt x="1310640" y="715010"/>
                  </a:cubicBezTo>
                  <a:cubicBezTo>
                    <a:pt x="1301750" y="717550"/>
                    <a:pt x="1297940" y="718820"/>
                    <a:pt x="1289050" y="723900"/>
                  </a:cubicBezTo>
                  <a:cubicBezTo>
                    <a:pt x="1259840" y="742950"/>
                    <a:pt x="1186180" y="831850"/>
                    <a:pt x="1134110" y="868680"/>
                  </a:cubicBezTo>
                  <a:cubicBezTo>
                    <a:pt x="1093470" y="897890"/>
                    <a:pt x="1046480" y="904240"/>
                    <a:pt x="1010920" y="933450"/>
                  </a:cubicBezTo>
                  <a:cubicBezTo>
                    <a:pt x="975360" y="963930"/>
                    <a:pt x="963930" y="1012190"/>
                    <a:pt x="923290" y="1045210"/>
                  </a:cubicBezTo>
                  <a:cubicBezTo>
                    <a:pt x="872490" y="1087120"/>
                    <a:pt x="789940" y="1132840"/>
                    <a:pt x="713740" y="1151890"/>
                  </a:cubicBezTo>
                  <a:cubicBezTo>
                    <a:pt x="633730" y="1170940"/>
                    <a:pt x="533400" y="1174750"/>
                    <a:pt x="452120" y="1153160"/>
                  </a:cubicBezTo>
                  <a:cubicBezTo>
                    <a:pt x="369570" y="1130300"/>
                    <a:pt x="256540" y="1062990"/>
                    <a:pt x="220980" y="1016000"/>
                  </a:cubicBezTo>
                  <a:cubicBezTo>
                    <a:pt x="200660" y="990600"/>
                    <a:pt x="218440" y="949960"/>
                    <a:pt x="198120" y="937260"/>
                  </a:cubicBezTo>
                  <a:cubicBezTo>
                    <a:pt x="167640" y="919480"/>
                    <a:pt x="35560" y="970280"/>
                    <a:pt x="22860" y="972820"/>
                  </a:cubicBezTo>
                  <a:cubicBezTo>
                    <a:pt x="21590" y="974090"/>
                    <a:pt x="21590" y="974090"/>
                    <a:pt x="21590" y="974090"/>
                  </a:cubicBezTo>
                  <a:cubicBezTo>
                    <a:pt x="17780" y="971550"/>
                    <a:pt x="15240" y="952500"/>
                    <a:pt x="12700" y="933450"/>
                  </a:cubicBezTo>
                  <a:cubicBezTo>
                    <a:pt x="6350" y="883920"/>
                    <a:pt x="0" y="669290"/>
                    <a:pt x="0" y="669290"/>
                  </a:cubicBezTo>
                </a:path>
              </a:pathLst>
            </a:custGeom>
            <a:solidFill>
              <a:srgbClr val="A6A6A6">
                <a:alpha val="41961"/>
              </a:srgbClr>
            </a:solidFill>
            <a:ln cap="sq">
              <a:noFill/>
              <a:prstDash val="solid"/>
              <a:miter/>
            </a:ln>
          </p:spPr>
          <p:txBody>
            <a:bodyPr/>
            <a:lstStyle/>
            <a:p>
              <a:endParaRPr lang="en-SG" sz="1088"/>
            </a:p>
          </p:txBody>
        </p:sp>
      </p:grpSp>
      <p:grpSp>
        <p:nvGrpSpPr>
          <p:cNvPr id="192" name="Group 161">
            <a:extLst>
              <a:ext uri="{FF2B5EF4-FFF2-40B4-BE49-F238E27FC236}">
                <a16:creationId xmlns:a16="http://schemas.microsoft.com/office/drawing/2014/main" id="{AAF2123F-CC47-AB21-C427-2349931D0A5B}"/>
              </a:ext>
            </a:extLst>
          </p:cNvPr>
          <p:cNvGrpSpPr/>
          <p:nvPr/>
        </p:nvGrpSpPr>
        <p:grpSpPr>
          <a:xfrm>
            <a:off x="9086354" y="1310709"/>
            <a:ext cx="441179" cy="606525"/>
            <a:chOff x="0" y="0"/>
            <a:chExt cx="735330" cy="1010920"/>
          </a:xfrm>
        </p:grpSpPr>
        <p:sp>
          <p:nvSpPr>
            <p:cNvPr id="193" name="Freeform 162">
              <a:extLst>
                <a:ext uri="{FF2B5EF4-FFF2-40B4-BE49-F238E27FC236}">
                  <a16:creationId xmlns:a16="http://schemas.microsoft.com/office/drawing/2014/main" id="{144351C2-03FC-71A6-4CBE-79998EC5ECF2}"/>
                </a:ext>
              </a:extLst>
            </p:cNvPr>
            <p:cNvSpPr/>
            <p:nvPr/>
          </p:nvSpPr>
          <p:spPr>
            <a:xfrm>
              <a:off x="10160" y="33020"/>
              <a:ext cx="674370" cy="980440"/>
            </a:xfrm>
            <a:custGeom>
              <a:avLst/>
              <a:gdLst/>
              <a:ahLst/>
              <a:cxnLst/>
              <a:rect l="l" t="t" r="r" b="b"/>
              <a:pathLst>
                <a:path w="674370" h="980440">
                  <a:moveTo>
                    <a:pt x="674370" y="266700"/>
                  </a:moveTo>
                  <a:cubicBezTo>
                    <a:pt x="556260" y="471170"/>
                    <a:pt x="524510" y="580390"/>
                    <a:pt x="509270" y="661670"/>
                  </a:cubicBezTo>
                  <a:cubicBezTo>
                    <a:pt x="496570" y="732790"/>
                    <a:pt x="539750" y="816610"/>
                    <a:pt x="497840" y="862330"/>
                  </a:cubicBezTo>
                  <a:cubicBezTo>
                    <a:pt x="434340" y="930910"/>
                    <a:pt x="109220" y="980440"/>
                    <a:pt x="44450" y="927100"/>
                  </a:cubicBezTo>
                  <a:cubicBezTo>
                    <a:pt x="0" y="887730"/>
                    <a:pt x="34290" y="775970"/>
                    <a:pt x="40640" y="698500"/>
                  </a:cubicBezTo>
                  <a:cubicBezTo>
                    <a:pt x="46990" y="615950"/>
                    <a:pt x="59690" y="532130"/>
                    <a:pt x="85090" y="445770"/>
                  </a:cubicBezTo>
                  <a:cubicBezTo>
                    <a:pt x="111760" y="350520"/>
                    <a:pt x="165100" y="231140"/>
                    <a:pt x="204470" y="152400"/>
                  </a:cubicBezTo>
                  <a:cubicBezTo>
                    <a:pt x="232410" y="97790"/>
                    <a:pt x="240030" y="27940"/>
                    <a:pt x="285750" y="17780"/>
                  </a:cubicBezTo>
                  <a:cubicBezTo>
                    <a:pt x="363220" y="0"/>
                    <a:pt x="674370" y="266700"/>
                    <a:pt x="674370" y="266700"/>
                  </a:cubicBezTo>
                </a:path>
              </a:pathLst>
            </a:custGeom>
            <a:solidFill>
              <a:srgbClr val="A6A6A6">
                <a:alpha val="41961"/>
              </a:srgbClr>
            </a:solidFill>
            <a:ln cap="sq">
              <a:noFill/>
              <a:prstDash val="solid"/>
              <a:miter/>
            </a:ln>
          </p:spPr>
          <p:txBody>
            <a:bodyPr/>
            <a:lstStyle/>
            <a:p>
              <a:endParaRPr lang="en-SG" sz="1088"/>
            </a:p>
          </p:txBody>
        </p:sp>
      </p:grpSp>
      <p:grpSp>
        <p:nvGrpSpPr>
          <p:cNvPr id="194" name="Group 163">
            <a:extLst>
              <a:ext uri="{FF2B5EF4-FFF2-40B4-BE49-F238E27FC236}">
                <a16:creationId xmlns:a16="http://schemas.microsoft.com/office/drawing/2014/main" id="{8485E198-3C42-56A0-7208-C58AC4B53399}"/>
              </a:ext>
            </a:extLst>
          </p:cNvPr>
          <p:cNvGrpSpPr/>
          <p:nvPr/>
        </p:nvGrpSpPr>
        <p:grpSpPr>
          <a:xfrm>
            <a:off x="9078736" y="1124791"/>
            <a:ext cx="546330" cy="513565"/>
            <a:chOff x="0" y="0"/>
            <a:chExt cx="910590" cy="855980"/>
          </a:xfrm>
        </p:grpSpPr>
        <p:sp>
          <p:nvSpPr>
            <p:cNvPr id="195" name="Freeform 164">
              <a:extLst>
                <a:ext uri="{FF2B5EF4-FFF2-40B4-BE49-F238E27FC236}">
                  <a16:creationId xmlns:a16="http://schemas.microsoft.com/office/drawing/2014/main" id="{E0D6D282-36B6-21E0-D2D2-152B4EFD010D}"/>
                </a:ext>
              </a:extLst>
            </p:cNvPr>
            <p:cNvSpPr/>
            <p:nvPr/>
          </p:nvSpPr>
          <p:spPr>
            <a:xfrm>
              <a:off x="36830" y="44450"/>
              <a:ext cx="821690" cy="775970"/>
            </a:xfrm>
            <a:custGeom>
              <a:avLst/>
              <a:gdLst/>
              <a:ahLst/>
              <a:cxnLst/>
              <a:rect l="l" t="t" r="r" b="b"/>
              <a:pathLst>
                <a:path w="821690" h="775970">
                  <a:moveTo>
                    <a:pt x="821690" y="363220"/>
                  </a:moveTo>
                  <a:cubicBezTo>
                    <a:pt x="452120" y="702310"/>
                    <a:pt x="452120" y="753110"/>
                    <a:pt x="410210" y="760730"/>
                  </a:cubicBezTo>
                  <a:cubicBezTo>
                    <a:pt x="332740" y="775970"/>
                    <a:pt x="30480" y="621030"/>
                    <a:pt x="13970" y="534670"/>
                  </a:cubicBezTo>
                  <a:cubicBezTo>
                    <a:pt x="0" y="463550"/>
                    <a:pt x="127000" y="381000"/>
                    <a:pt x="201930" y="300990"/>
                  </a:cubicBezTo>
                  <a:cubicBezTo>
                    <a:pt x="292100" y="205740"/>
                    <a:pt x="425450" y="0"/>
                    <a:pt x="527050" y="6350"/>
                  </a:cubicBezTo>
                  <a:cubicBezTo>
                    <a:pt x="632460" y="13970"/>
                    <a:pt x="821690" y="363220"/>
                    <a:pt x="821690" y="363220"/>
                  </a:cubicBezTo>
                </a:path>
              </a:pathLst>
            </a:custGeom>
            <a:solidFill>
              <a:srgbClr val="A6A6A6">
                <a:alpha val="41961"/>
              </a:srgbClr>
            </a:solidFill>
            <a:ln cap="sq">
              <a:noFill/>
              <a:prstDash val="solid"/>
              <a:miter/>
            </a:ln>
          </p:spPr>
          <p:txBody>
            <a:bodyPr/>
            <a:lstStyle/>
            <a:p>
              <a:endParaRPr lang="en-SG" sz="1088"/>
            </a:p>
          </p:txBody>
        </p:sp>
      </p:grpSp>
      <p:grpSp>
        <p:nvGrpSpPr>
          <p:cNvPr id="196" name="Group 165">
            <a:extLst>
              <a:ext uri="{FF2B5EF4-FFF2-40B4-BE49-F238E27FC236}">
                <a16:creationId xmlns:a16="http://schemas.microsoft.com/office/drawing/2014/main" id="{AEAFCC25-1B87-6988-64FD-F4FF9D730319}"/>
              </a:ext>
            </a:extLst>
          </p:cNvPr>
          <p:cNvGrpSpPr/>
          <p:nvPr/>
        </p:nvGrpSpPr>
        <p:grpSpPr>
          <a:xfrm>
            <a:off x="8728229" y="2147348"/>
            <a:ext cx="994366" cy="1017226"/>
            <a:chOff x="0" y="0"/>
            <a:chExt cx="1657350" cy="1695450"/>
          </a:xfrm>
        </p:grpSpPr>
        <p:sp>
          <p:nvSpPr>
            <p:cNvPr id="197" name="Freeform 166">
              <a:extLst>
                <a:ext uri="{FF2B5EF4-FFF2-40B4-BE49-F238E27FC236}">
                  <a16:creationId xmlns:a16="http://schemas.microsoft.com/office/drawing/2014/main" id="{ED89FE56-7DDA-50CF-C199-3D462EBA2358}"/>
                </a:ext>
              </a:extLst>
            </p:cNvPr>
            <p:cNvSpPr/>
            <p:nvPr/>
          </p:nvSpPr>
          <p:spPr>
            <a:xfrm>
              <a:off x="50800" y="36830"/>
              <a:ext cx="1559560" cy="1609090"/>
            </a:xfrm>
            <a:custGeom>
              <a:avLst/>
              <a:gdLst/>
              <a:ahLst/>
              <a:cxnLst/>
              <a:rect l="l" t="t" r="r" b="b"/>
              <a:pathLst>
                <a:path w="1559560" h="1609090">
                  <a:moveTo>
                    <a:pt x="0" y="991870"/>
                  </a:moveTo>
                  <a:cubicBezTo>
                    <a:pt x="191770" y="742950"/>
                    <a:pt x="247650" y="746760"/>
                    <a:pt x="288290" y="716280"/>
                  </a:cubicBezTo>
                  <a:cubicBezTo>
                    <a:pt x="331470" y="684530"/>
                    <a:pt x="349250" y="621030"/>
                    <a:pt x="400050" y="589280"/>
                  </a:cubicBezTo>
                  <a:cubicBezTo>
                    <a:pt x="462280" y="549910"/>
                    <a:pt x="591820" y="519430"/>
                    <a:pt x="643890" y="516890"/>
                  </a:cubicBezTo>
                  <a:cubicBezTo>
                    <a:pt x="669290" y="515620"/>
                    <a:pt x="684530" y="535940"/>
                    <a:pt x="698500" y="527050"/>
                  </a:cubicBezTo>
                  <a:cubicBezTo>
                    <a:pt x="722630" y="513080"/>
                    <a:pt x="720090" y="444500"/>
                    <a:pt x="739140" y="393700"/>
                  </a:cubicBezTo>
                  <a:cubicBezTo>
                    <a:pt x="767080" y="321310"/>
                    <a:pt x="801370" y="204470"/>
                    <a:pt x="862330" y="140970"/>
                  </a:cubicBezTo>
                  <a:cubicBezTo>
                    <a:pt x="919480" y="78740"/>
                    <a:pt x="1008380" y="27940"/>
                    <a:pt x="1089660" y="13970"/>
                  </a:cubicBezTo>
                  <a:cubicBezTo>
                    <a:pt x="1169670" y="0"/>
                    <a:pt x="1275080" y="17780"/>
                    <a:pt x="1344930" y="54610"/>
                  </a:cubicBezTo>
                  <a:cubicBezTo>
                    <a:pt x="1412240" y="90170"/>
                    <a:pt x="1471930" y="156210"/>
                    <a:pt x="1506220" y="222250"/>
                  </a:cubicBezTo>
                  <a:cubicBezTo>
                    <a:pt x="1541780" y="289560"/>
                    <a:pt x="1559560" y="378460"/>
                    <a:pt x="1554480" y="455930"/>
                  </a:cubicBezTo>
                  <a:cubicBezTo>
                    <a:pt x="1550670" y="534670"/>
                    <a:pt x="1479550" y="664210"/>
                    <a:pt x="1475740" y="692150"/>
                  </a:cubicBezTo>
                  <a:cubicBezTo>
                    <a:pt x="1474470" y="697230"/>
                    <a:pt x="1473200" y="698500"/>
                    <a:pt x="1475740" y="702310"/>
                  </a:cubicBezTo>
                  <a:cubicBezTo>
                    <a:pt x="1478280" y="708660"/>
                    <a:pt x="1496060" y="709930"/>
                    <a:pt x="1503680" y="723900"/>
                  </a:cubicBezTo>
                  <a:cubicBezTo>
                    <a:pt x="1526540" y="762000"/>
                    <a:pt x="1554480" y="892810"/>
                    <a:pt x="1546860" y="977900"/>
                  </a:cubicBezTo>
                  <a:cubicBezTo>
                    <a:pt x="1539240" y="1068070"/>
                    <a:pt x="1498600" y="1172210"/>
                    <a:pt x="1450340" y="1248410"/>
                  </a:cubicBezTo>
                  <a:cubicBezTo>
                    <a:pt x="1405890" y="1319530"/>
                    <a:pt x="1327150" y="1389380"/>
                    <a:pt x="1273810" y="1426210"/>
                  </a:cubicBezTo>
                  <a:cubicBezTo>
                    <a:pt x="1239520" y="1450340"/>
                    <a:pt x="1211580" y="1452880"/>
                    <a:pt x="1179830" y="1471930"/>
                  </a:cubicBezTo>
                  <a:cubicBezTo>
                    <a:pt x="1141730" y="1492250"/>
                    <a:pt x="1109980" y="1529080"/>
                    <a:pt x="1062990" y="1549400"/>
                  </a:cubicBezTo>
                  <a:cubicBezTo>
                    <a:pt x="1003300" y="1577340"/>
                    <a:pt x="916940" y="1605280"/>
                    <a:pt x="839470" y="1607820"/>
                  </a:cubicBezTo>
                  <a:cubicBezTo>
                    <a:pt x="759460" y="1609090"/>
                    <a:pt x="626110" y="1579880"/>
                    <a:pt x="591820" y="1557020"/>
                  </a:cubicBezTo>
                  <a:cubicBezTo>
                    <a:pt x="580390" y="1549400"/>
                    <a:pt x="584200" y="1535430"/>
                    <a:pt x="574040" y="1531620"/>
                  </a:cubicBezTo>
                  <a:cubicBezTo>
                    <a:pt x="563880" y="1526540"/>
                    <a:pt x="547370" y="1539240"/>
                    <a:pt x="525780" y="1537970"/>
                  </a:cubicBezTo>
                  <a:cubicBezTo>
                    <a:pt x="477520" y="1535430"/>
                    <a:pt x="369570" y="1521460"/>
                    <a:pt x="299720" y="1487170"/>
                  </a:cubicBezTo>
                  <a:cubicBezTo>
                    <a:pt x="223520" y="1451610"/>
                    <a:pt x="113030" y="1362710"/>
                    <a:pt x="88900" y="1320800"/>
                  </a:cubicBezTo>
                  <a:cubicBezTo>
                    <a:pt x="80010" y="1303020"/>
                    <a:pt x="90170" y="1287780"/>
                    <a:pt x="83820" y="1276350"/>
                  </a:cubicBezTo>
                  <a:cubicBezTo>
                    <a:pt x="80010" y="1267460"/>
                    <a:pt x="69850" y="1268730"/>
                    <a:pt x="62230" y="1257300"/>
                  </a:cubicBezTo>
                  <a:cubicBezTo>
                    <a:pt x="40640" y="1220470"/>
                    <a:pt x="0" y="991870"/>
                    <a:pt x="0" y="991870"/>
                  </a:cubicBezTo>
                </a:path>
              </a:pathLst>
            </a:custGeom>
            <a:solidFill>
              <a:srgbClr val="A6A6A6">
                <a:alpha val="41961"/>
              </a:srgbClr>
            </a:solidFill>
            <a:ln cap="sq">
              <a:noFill/>
              <a:prstDash val="solid"/>
              <a:miter/>
            </a:ln>
          </p:spPr>
          <p:txBody>
            <a:bodyPr/>
            <a:lstStyle/>
            <a:p>
              <a:endParaRPr lang="en-SG" sz="1088"/>
            </a:p>
          </p:txBody>
        </p:sp>
      </p:grpSp>
      <p:grpSp>
        <p:nvGrpSpPr>
          <p:cNvPr id="198" name="Group 167">
            <a:extLst>
              <a:ext uri="{FF2B5EF4-FFF2-40B4-BE49-F238E27FC236}">
                <a16:creationId xmlns:a16="http://schemas.microsoft.com/office/drawing/2014/main" id="{2AE5DCA8-E12D-FDA5-E122-E6229D165C28}"/>
              </a:ext>
            </a:extLst>
          </p:cNvPr>
          <p:cNvGrpSpPr/>
          <p:nvPr/>
        </p:nvGrpSpPr>
        <p:grpSpPr>
          <a:xfrm>
            <a:off x="7212681" y="3358877"/>
            <a:ext cx="2007019" cy="1147521"/>
            <a:chOff x="0" y="0"/>
            <a:chExt cx="3345180" cy="1912620"/>
          </a:xfrm>
        </p:grpSpPr>
        <p:sp>
          <p:nvSpPr>
            <p:cNvPr id="199" name="Freeform 168">
              <a:extLst>
                <a:ext uri="{FF2B5EF4-FFF2-40B4-BE49-F238E27FC236}">
                  <a16:creationId xmlns:a16="http://schemas.microsoft.com/office/drawing/2014/main" id="{D544363E-64A4-6EEE-D868-635E102024E8}"/>
                </a:ext>
              </a:extLst>
            </p:cNvPr>
            <p:cNvSpPr/>
            <p:nvPr/>
          </p:nvSpPr>
          <p:spPr>
            <a:xfrm>
              <a:off x="50800" y="50800"/>
              <a:ext cx="3243580" cy="1822450"/>
            </a:xfrm>
            <a:custGeom>
              <a:avLst/>
              <a:gdLst/>
              <a:ahLst/>
              <a:cxnLst/>
              <a:rect l="l" t="t" r="r" b="b"/>
              <a:pathLst>
                <a:path w="3243580" h="1822450">
                  <a:moveTo>
                    <a:pt x="0" y="1455420"/>
                  </a:moveTo>
                  <a:cubicBezTo>
                    <a:pt x="234950" y="1250950"/>
                    <a:pt x="346710" y="1268730"/>
                    <a:pt x="424180" y="1230630"/>
                  </a:cubicBezTo>
                  <a:cubicBezTo>
                    <a:pt x="499110" y="1195070"/>
                    <a:pt x="556260" y="1127760"/>
                    <a:pt x="619760" y="1075690"/>
                  </a:cubicBezTo>
                  <a:cubicBezTo>
                    <a:pt x="681990" y="1024890"/>
                    <a:pt x="737870" y="966470"/>
                    <a:pt x="801370" y="920750"/>
                  </a:cubicBezTo>
                  <a:cubicBezTo>
                    <a:pt x="864870" y="876300"/>
                    <a:pt x="930910" y="835660"/>
                    <a:pt x="1000760" y="802640"/>
                  </a:cubicBezTo>
                  <a:cubicBezTo>
                    <a:pt x="1070610" y="768350"/>
                    <a:pt x="1169670" y="731520"/>
                    <a:pt x="1219200" y="718820"/>
                  </a:cubicBezTo>
                  <a:cubicBezTo>
                    <a:pt x="1242060" y="713740"/>
                    <a:pt x="1257300" y="723900"/>
                    <a:pt x="1272540" y="713740"/>
                  </a:cubicBezTo>
                  <a:cubicBezTo>
                    <a:pt x="1295400" y="699770"/>
                    <a:pt x="1296670" y="651510"/>
                    <a:pt x="1325880" y="622300"/>
                  </a:cubicBezTo>
                  <a:cubicBezTo>
                    <a:pt x="1371600" y="576580"/>
                    <a:pt x="1463040" y="523240"/>
                    <a:pt x="1545590" y="492760"/>
                  </a:cubicBezTo>
                  <a:cubicBezTo>
                    <a:pt x="1638300" y="458470"/>
                    <a:pt x="1807210" y="430530"/>
                    <a:pt x="1859280" y="434340"/>
                  </a:cubicBezTo>
                  <a:cubicBezTo>
                    <a:pt x="1877060" y="434340"/>
                    <a:pt x="1883410" y="448310"/>
                    <a:pt x="1894840" y="444500"/>
                  </a:cubicBezTo>
                  <a:cubicBezTo>
                    <a:pt x="1911350" y="439420"/>
                    <a:pt x="1920240" y="410210"/>
                    <a:pt x="1944370" y="388620"/>
                  </a:cubicBezTo>
                  <a:cubicBezTo>
                    <a:pt x="1991360" y="347980"/>
                    <a:pt x="2087880" y="270510"/>
                    <a:pt x="2169160" y="233680"/>
                  </a:cubicBezTo>
                  <a:cubicBezTo>
                    <a:pt x="2249170" y="198120"/>
                    <a:pt x="2368550" y="166370"/>
                    <a:pt x="2425700" y="172720"/>
                  </a:cubicBezTo>
                  <a:cubicBezTo>
                    <a:pt x="2456180" y="175260"/>
                    <a:pt x="2461260" y="195580"/>
                    <a:pt x="2491740" y="204470"/>
                  </a:cubicBezTo>
                  <a:cubicBezTo>
                    <a:pt x="2548890" y="219710"/>
                    <a:pt x="2703830" y="251460"/>
                    <a:pt x="2753360" y="227330"/>
                  </a:cubicBezTo>
                  <a:cubicBezTo>
                    <a:pt x="2780030" y="214630"/>
                    <a:pt x="2787650" y="175260"/>
                    <a:pt x="2797810" y="157480"/>
                  </a:cubicBezTo>
                  <a:cubicBezTo>
                    <a:pt x="2802890" y="147320"/>
                    <a:pt x="2805430" y="140970"/>
                    <a:pt x="2809240" y="133350"/>
                  </a:cubicBezTo>
                  <a:cubicBezTo>
                    <a:pt x="2813050" y="124460"/>
                    <a:pt x="2820670" y="107950"/>
                    <a:pt x="2820670" y="107950"/>
                  </a:cubicBezTo>
                  <a:cubicBezTo>
                    <a:pt x="2820670" y="107950"/>
                    <a:pt x="2832100" y="93980"/>
                    <a:pt x="2838450" y="86360"/>
                  </a:cubicBezTo>
                  <a:cubicBezTo>
                    <a:pt x="2843530" y="78740"/>
                    <a:pt x="2854960" y="64770"/>
                    <a:pt x="2854960" y="64770"/>
                  </a:cubicBezTo>
                  <a:cubicBezTo>
                    <a:pt x="2856230" y="64770"/>
                    <a:pt x="2870200" y="53340"/>
                    <a:pt x="2877820" y="48260"/>
                  </a:cubicBezTo>
                  <a:cubicBezTo>
                    <a:pt x="2884170" y="41910"/>
                    <a:pt x="2899410" y="31750"/>
                    <a:pt x="2899410" y="31750"/>
                  </a:cubicBezTo>
                  <a:cubicBezTo>
                    <a:pt x="2899410" y="30480"/>
                    <a:pt x="2915920" y="24130"/>
                    <a:pt x="2924810" y="20320"/>
                  </a:cubicBezTo>
                  <a:cubicBezTo>
                    <a:pt x="2932430" y="16510"/>
                    <a:pt x="2948940" y="8890"/>
                    <a:pt x="2950210" y="8890"/>
                  </a:cubicBezTo>
                  <a:cubicBezTo>
                    <a:pt x="2950210" y="8890"/>
                    <a:pt x="2967990" y="6350"/>
                    <a:pt x="2976880" y="5080"/>
                  </a:cubicBezTo>
                  <a:cubicBezTo>
                    <a:pt x="2985770" y="2540"/>
                    <a:pt x="3003550" y="0"/>
                    <a:pt x="3003550" y="0"/>
                  </a:cubicBezTo>
                  <a:cubicBezTo>
                    <a:pt x="3004820" y="0"/>
                    <a:pt x="3022600" y="1270"/>
                    <a:pt x="3031490" y="1270"/>
                  </a:cubicBezTo>
                  <a:cubicBezTo>
                    <a:pt x="3040380" y="2540"/>
                    <a:pt x="3058160" y="3810"/>
                    <a:pt x="3059430" y="3810"/>
                  </a:cubicBezTo>
                  <a:cubicBezTo>
                    <a:pt x="3059430" y="3810"/>
                    <a:pt x="3075940" y="10160"/>
                    <a:pt x="3084830" y="12700"/>
                  </a:cubicBezTo>
                  <a:cubicBezTo>
                    <a:pt x="3093720" y="15240"/>
                    <a:pt x="3111500" y="20320"/>
                    <a:pt x="3111500" y="20320"/>
                  </a:cubicBezTo>
                  <a:cubicBezTo>
                    <a:pt x="3111500" y="21590"/>
                    <a:pt x="3126740" y="30480"/>
                    <a:pt x="3134360" y="35560"/>
                  </a:cubicBezTo>
                  <a:cubicBezTo>
                    <a:pt x="3143250" y="40640"/>
                    <a:pt x="3158490" y="49530"/>
                    <a:pt x="3158490" y="49530"/>
                  </a:cubicBezTo>
                  <a:cubicBezTo>
                    <a:pt x="3158490" y="49530"/>
                    <a:pt x="3171190" y="63500"/>
                    <a:pt x="3177540" y="69850"/>
                  </a:cubicBezTo>
                  <a:cubicBezTo>
                    <a:pt x="3183890" y="76200"/>
                    <a:pt x="3196590" y="88900"/>
                    <a:pt x="3196590" y="88900"/>
                  </a:cubicBezTo>
                  <a:cubicBezTo>
                    <a:pt x="3196590" y="90170"/>
                    <a:pt x="3206750" y="105410"/>
                    <a:pt x="3210560" y="113030"/>
                  </a:cubicBezTo>
                  <a:cubicBezTo>
                    <a:pt x="3215640" y="120650"/>
                    <a:pt x="3224530" y="135890"/>
                    <a:pt x="3224530" y="137160"/>
                  </a:cubicBezTo>
                  <a:cubicBezTo>
                    <a:pt x="3224530" y="137160"/>
                    <a:pt x="3229610" y="154940"/>
                    <a:pt x="3232150" y="162560"/>
                  </a:cubicBezTo>
                  <a:cubicBezTo>
                    <a:pt x="3235960" y="171450"/>
                    <a:pt x="3241040" y="189230"/>
                    <a:pt x="3241040" y="189230"/>
                  </a:cubicBezTo>
                  <a:cubicBezTo>
                    <a:pt x="3241040" y="189230"/>
                    <a:pt x="3241040" y="203200"/>
                    <a:pt x="3241040" y="203200"/>
                  </a:cubicBezTo>
                  <a:cubicBezTo>
                    <a:pt x="3241040" y="203200"/>
                    <a:pt x="3242310" y="210820"/>
                    <a:pt x="3242310" y="210820"/>
                  </a:cubicBezTo>
                  <a:cubicBezTo>
                    <a:pt x="3242310" y="210820"/>
                    <a:pt x="3242310" y="214630"/>
                    <a:pt x="3242310" y="217170"/>
                  </a:cubicBezTo>
                  <a:cubicBezTo>
                    <a:pt x="3242310" y="223520"/>
                    <a:pt x="3243580" y="243840"/>
                    <a:pt x="3243580" y="245110"/>
                  </a:cubicBezTo>
                  <a:cubicBezTo>
                    <a:pt x="3243580" y="245110"/>
                    <a:pt x="3239770" y="262890"/>
                    <a:pt x="3238500" y="271780"/>
                  </a:cubicBezTo>
                  <a:cubicBezTo>
                    <a:pt x="3235960" y="280670"/>
                    <a:pt x="3233420" y="298450"/>
                    <a:pt x="3233420" y="298450"/>
                  </a:cubicBezTo>
                  <a:cubicBezTo>
                    <a:pt x="3232150" y="298450"/>
                    <a:pt x="3218180" y="335280"/>
                    <a:pt x="3202940" y="363220"/>
                  </a:cubicBezTo>
                  <a:cubicBezTo>
                    <a:pt x="3175000" y="415290"/>
                    <a:pt x="3111500" y="513080"/>
                    <a:pt x="3065780" y="585470"/>
                  </a:cubicBezTo>
                  <a:cubicBezTo>
                    <a:pt x="3022600" y="652780"/>
                    <a:pt x="2985770" y="718820"/>
                    <a:pt x="2937510" y="783590"/>
                  </a:cubicBezTo>
                  <a:cubicBezTo>
                    <a:pt x="2885440" y="849630"/>
                    <a:pt x="2830830" y="922020"/>
                    <a:pt x="2763520" y="977900"/>
                  </a:cubicBezTo>
                  <a:cubicBezTo>
                    <a:pt x="2696210" y="1033780"/>
                    <a:pt x="2609850" y="1076960"/>
                    <a:pt x="2533650" y="1118870"/>
                  </a:cubicBezTo>
                  <a:cubicBezTo>
                    <a:pt x="2459990" y="1159510"/>
                    <a:pt x="2390140" y="1200150"/>
                    <a:pt x="2315210" y="1225550"/>
                  </a:cubicBezTo>
                  <a:cubicBezTo>
                    <a:pt x="2245360" y="1249680"/>
                    <a:pt x="2157730" y="1238250"/>
                    <a:pt x="2100580" y="1268730"/>
                  </a:cubicBezTo>
                  <a:cubicBezTo>
                    <a:pt x="2052320" y="1296670"/>
                    <a:pt x="2034540" y="1365250"/>
                    <a:pt x="1990090" y="1386840"/>
                  </a:cubicBezTo>
                  <a:cubicBezTo>
                    <a:pt x="1946910" y="1408430"/>
                    <a:pt x="1892300" y="1383030"/>
                    <a:pt x="1836420" y="1402080"/>
                  </a:cubicBezTo>
                  <a:cubicBezTo>
                    <a:pt x="1757680" y="1428750"/>
                    <a:pt x="1659890" y="1517650"/>
                    <a:pt x="1573530" y="1567180"/>
                  </a:cubicBezTo>
                  <a:cubicBezTo>
                    <a:pt x="1494790" y="1611630"/>
                    <a:pt x="1419860" y="1652270"/>
                    <a:pt x="1341120" y="1685290"/>
                  </a:cubicBezTo>
                  <a:cubicBezTo>
                    <a:pt x="1264920" y="1718310"/>
                    <a:pt x="1187450" y="1750060"/>
                    <a:pt x="1109980" y="1767840"/>
                  </a:cubicBezTo>
                  <a:cubicBezTo>
                    <a:pt x="1033780" y="1785620"/>
                    <a:pt x="927100" y="1808480"/>
                    <a:pt x="880110" y="1797050"/>
                  </a:cubicBezTo>
                  <a:cubicBezTo>
                    <a:pt x="855980" y="1790700"/>
                    <a:pt x="840740" y="1765300"/>
                    <a:pt x="831850" y="1764030"/>
                  </a:cubicBezTo>
                  <a:cubicBezTo>
                    <a:pt x="828040" y="1764030"/>
                    <a:pt x="828040" y="1766570"/>
                    <a:pt x="824230" y="1767840"/>
                  </a:cubicBezTo>
                  <a:cubicBezTo>
                    <a:pt x="800100" y="1775460"/>
                    <a:pt x="676910" y="1803400"/>
                    <a:pt x="595630" y="1811020"/>
                  </a:cubicBezTo>
                  <a:cubicBezTo>
                    <a:pt x="504190" y="1818640"/>
                    <a:pt x="394970" y="1822450"/>
                    <a:pt x="303530" y="1805940"/>
                  </a:cubicBezTo>
                  <a:cubicBezTo>
                    <a:pt x="217170" y="1789430"/>
                    <a:pt x="110490" y="1772920"/>
                    <a:pt x="59690" y="1715770"/>
                  </a:cubicBezTo>
                  <a:cubicBezTo>
                    <a:pt x="8890" y="1657350"/>
                    <a:pt x="0" y="1455420"/>
                    <a:pt x="0" y="1455420"/>
                  </a:cubicBezTo>
                  <a:moveTo>
                    <a:pt x="3241040" y="203200"/>
                  </a:moveTo>
                  <a:cubicBezTo>
                    <a:pt x="3243580" y="203200"/>
                    <a:pt x="3242310" y="210820"/>
                    <a:pt x="3242310" y="210820"/>
                  </a:cubicBezTo>
                  <a:cubicBezTo>
                    <a:pt x="3241040" y="210820"/>
                    <a:pt x="3241040" y="203200"/>
                    <a:pt x="3241040" y="203200"/>
                  </a:cubicBezTo>
                </a:path>
              </a:pathLst>
            </a:custGeom>
            <a:solidFill>
              <a:srgbClr val="A6A6A6">
                <a:alpha val="41961"/>
              </a:srgbClr>
            </a:solidFill>
            <a:ln cap="sq">
              <a:noFill/>
              <a:prstDash val="solid"/>
              <a:miter/>
            </a:ln>
          </p:spPr>
          <p:txBody>
            <a:bodyPr/>
            <a:lstStyle/>
            <a:p>
              <a:endParaRPr lang="en-SG" sz="1088"/>
            </a:p>
          </p:txBody>
        </p:sp>
      </p:grpSp>
      <p:grpSp>
        <p:nvGrpSpPr>
          <p:cNvPr id="200" name="Group 169">
            <a:extLst>
              <a:ext uri="{FF2B5EF4-FFF2-40B4-BE49-F238E27FC236}">
                <a16:creationId xmlns:a16="http://schemas.microsoft.com/office/drawing/2014/main" id="{F090EA43-F7A6-98A3-817D-87B2DB753E50}"/>
              </a:ext>
            </a:extLst>
          </p:cNvPr>
          <p:cNvGrpSpPr/>
          <p:nvPr/>
        </p:nvGrpSpPr>
        <p:grpSpPr>
          <a:xfrm>
            <a:off x="8486688" y="3896063"/>
            <a:ext cx="166870" cy="166870"/>
            <a:chOff x="0" y="0"/>
            <a:chExt cx="278130" cy="278130"/>
          </a:xfrm>
        </p:grpSpPr>
        <p:sp>
          <p:nvSpPr>
            <p:cNvPr id="201" name="Freeform 170">
              <a:extLst>
                <a:ext uri="{FF2B5EF4-FFF2-40B4-BE49-F238E27FC236}">
                  <a16:creationId xmlns:a16="http://schemas.microsoft.com/office/drawing/2014/main" id="{FF6C86D5-D600-D4D2-8E1F-69216695172E}"/>
                </a:ext>
              </a:extLst>
            </p:cNvPr>
            <p:cNvSpPr/>
            <p:nvPr/>
          </p:nvSpPr>
          <p:spPr>
            <a:xfrm>
              <a:off x="49530" y="48260"/>
              <a:ext cx="175260" cy="179070"/>
            </a:xfrm>
            <a:custGeom>
              <a:avLst/>
              <a:gdLst/>
              <a:ahLst/>
              <a:cxnLst/>
              <a:rect l="l" t="t" r="r" b="b"/>
              <a:pathLst>
                <a:path w="175260" h="179070">
                  <a:moveTo>
                    <a:pt x="175260" y="63500"/>
                  </a:moveTo>
                  <a:cubicBezTo>
                    <a:pt x="175260" y="119380"/>
                    <a:pt x="168910" y="133350"/>
                    <a:pt x="160020" y="144780"/>
                  </a:cubicBezTo>
                  <a:cubicBezTo>
                    <a:pt x="151130" y="154940"/>
                    <a:pt x="138430" y="165100"/>
                    <a:pt x="127000" y="171450"/>
                  </a:cubicBezTo>
                  <a:cubicBezTo>
                    <a:pt x="114300" y="176530"/>
                    <a:pt x="97790" y="179070"/>
                    <a:pt x="85090" y="179070"/>
                  </a:cubicBezTo>
                  <a:cubicBezTo>
                    <a:pt x="71120" y="177800"/>
                    <a:pt x="55880" y="172720"/>
                    <a:pt x="44450" y="166370"/>
                  </a:cubicBezTo>
                  <a:cubicBezTo>
                    <a:pt x="31750" y="158750"/>
                    <a:pt x="21590" y="147320"/>
                    <a:pt x="13970" y="135890"/>
                  </a:cubicBezTo>
                  <a:cubicBezTo>
                    <a:pt x="6350" y="124460"/>
                    <a:pt x="2540" y="109220"/>
                    <a:pt x="1270" y="95250"/>
                  </a:cubicBezTo>
                  <a:cubicBezTo>
                    <a:pt x="0" y="81280"/>
                    <a:pt x="3810" y="66040"/>
                    <a:pt x="8890" y="53340"/>
                  </a:cubicBezTo>
                  <a:cubicBezTo>
                    <a:pt x="13970" y="40640"/>
                    <a:pt x="24130" y="27940"/>
                    <a:pt x="35560" y="20320"/>
                  </a:cubicBezTo>
                  <a:cubicBezTo>
                    <a:pt x="45720" y="11430"/>
                    <a:pt x="60960" y="5080"/>
                    <a:pt x="73660" y="2540"/>
                  </a:cubicBezTo>
                  <a:cubicBezTo>
                    <a:pt x="87630" y="0"/>
                    <a:pt x="102870" y="1270"/>
                    <a:pt x="116840" y="5080"/>
                  </a:cubicBezTo>
                  <a:cubicBezTo>
                    <a:pt x="129540" y="8890"/>
                    <a:pt x="152400" y="26670"/>
                    <a:pt x="152400" y="26670"/>
                  </a:cubicBezTo>
                </a:path>
              </a:pathLst>
            </a:custGeom>
            <a:solidFill>
              <a:srgbClr val="A6A6A6">
                <a:alpha val="41961"/>
              </a:srgbClr>
            </a:solidFill>
            <a:ln cap="sq">
              <a:noFill/>
              <a:prstDash val="solid"/>
              <a:miter/>
            </a:ln>
          </p:spPr>
          <p:txBody>
            <a:bodyPr/>
            <a:lstStyle/>
            <a:p>
              <a:endParaRPr lang="en-SG" sz="1088"/>
            </a:p>
          </p:txBody>
        </p:sp>
      </p:grpSp>
      <p:grpSp>
        <p:nvGrpSpPr>
          <p:cNvPr id="202" name="Group 171">
            <a:extLst>
              <a:ext uri="{FF2B5EF4-FFF2-40B4-BE49-F238E27FC236}">
                <a16:creationId xmlns:a16="http://schemas.microsoft.com/office/drawing/2014/main" id="{F5BD324E-17B0-201D-AD86-6BCBCF977D0C}"/>
              </a:ext>
            </a:extLst>
          </p:cNvPr>
          <p:cNvGrpSpPr/>
          <p:nvPr/>
        </p:nvGrpSpPr>
        <p:grpSpPr>
          <a:xfrm>
            <a:off x="8187235" y="3261343"/>
            <a:ext cx="1058372" cy="1040084"/>
            <a:chOff x="0" y="0"/>
            <a:chExt cx="1764030" cy="1733550"/>
          </a:xfrm>
        </p:grpSpPr>
        <p:sp>
          <p:nvSpPr>
            <p:cNvPr id="203" name="Freeform 172">
              <a:extLst>
                <a:ext uri="{FF2B5EF4-FFF2-40B4-BE49-F238E27FC236}">
                  <a16:creationId xmlns:a16="http://schemas.microsoft.com/office/drawing/2014/main" id="{4669BD14-C494-4D9A-E6FB-5E137B8E6EA0}"/>
                </a:ext>
              </a:extLst>
            </p:cNvPr>
            <p:cNvSpPr/>
            <p:nvPr/>
          </p:nvSpPr>
          <p:spPr>
            <a:xfrm>
              <a:off x="43180" y="46990"/>
              <a:ext cx="1678940" cy="1644650"/>
            </a:xfrm>
            <a:custGeom>
              <a:avLst/>
              <a:gdLst/>
              <a:ahLst/>
              <a:cxnLst/>
              <a:rect l="l" t="t" r="r" b="b"/>
              <a:pathLst>
                <a:path w="1678940" h="1644650">
                  <a:moveTo>
                    <a:pt x="396240" y="1304290"/>
                  </a:moveTo>
                  <a:cubicBezTo>
                    <a:pt x="834390" y="1225550"/>
                    <a:pt x="840740" y="1231900"/>
                    <a:pt x="850900" y="1242060"/>
                  </a:cubicBezTo>
                  <a:cubicBezTo>
                    <a:pt x="863600" y="1254760"/>
                    <a:pt x="877570" y="1280160"/>
                    <a:pt x="880110" y="1297940"/>
                  </a:cubicBezTo>
                  <a:cubicBezTo>
                    <a:pt x="883920" y="1311910"/>
                    <a:pt x="880110" y="1327150"/>
                    <a:pt x="875030" y="1339850"/>
                  </a:cubicBezTo>
                  <a:cubicBezTo>
                    <a:pt x="871220" y="1352550"/>
                    <a:pt x="864870" y="1362710"/>
                    <a:pt x="850900" y="1375410"/>
                  </a:cubicBezTo>
                  <a:cubicBezTo>
                    <a:pt x="825500" y="1398270"/>
                    <a:pt x="763270" y="1432560"/>
                    <a:pt x="718820" y="1454150"/>
                  </a:cubicBezTo>
                  <a:cubicBezTo>
                    <a:pt x="678180" y="1473200"/>
                    <a:pt x="651510" y="1484630"/>
                    <a:pt x="595630" y="1497330"/>
                  </a:cubicBezTo>
                  <a:cubicBezTo>
                    <a:pt x="485140" y="1525270"/>
                    <a:pt x="168910" y="1581150"/>
                    <a:pt x="86360" y="1564640"/>
                  </a:cubicBezTo>
                  <a:cubicBezTo>
                    <a:pt x="58420" y="1559560"/>
                    <a:pt x="44450" y="1549400"/>
                    <a:pt x="31750" y="1534160"/>
                  </a:cubicBezTo>
                  <a:cubicBezTo>
                    <a:pt x="19050" y="1518920"/>
                    <a:pt x="10160" y="1493520"/>
                    <a:pt x="11430" y="1474470"/>
                  </a:cubicBezTo>
                  <a:cubicBezTo>
                    <a:pt x="11430" y="1454150"/>
                    <a:pt x="21590" y="1430020"/>
                    <a:pt x="35560" y="1416050"/>
                  </a:cubicBezTo>
                  <a:cubicBezTo>
                    <a:pt x="49530" y="1402080"/>
                    <a:pt x="66040" y="1393190"/>
                    <a:pt x="92710" y="1388110"/>
                  </a:cubicBezTo>
                  <a:cubicBezTo>
                    <a:pt x="146050" y="1376680"/>
                    <a:pt x="271780" y="1400810"/>
                    <a:pt x="346710" y="1399540"/>
                  </a:cubicBezTo>
                  <a:cubicBezTo>
                    <a:pt x="407670" y="1398270"/>
                    <a:pt x="457200" y="1394460"/>
                    <a:pt x="510540" y="1385570"/>
                  </a:cubicBezTo>
                  <a:cubicBezTo>
                    <a:pt x="565150" y="1376680"/>
                    <a:pt x="612140" y="1366520"/>
                    <a:pt x="673100" y="1347470"/>
                  </a:cubicBezTo>
                  <a:cubicBezTo>
                    <a:pt x="758190" y="1322070"/>
                    <a:pt x="918210" y="1236980"/>
                    <a:pt x="972820" y="1233170"/>
                  </a:cubicBezTo>
                  <a:cubicBezTo>
                    <a:pt x="991870" y="1230630"/>
                    <a:pt x="1000760" y="1234440"/>
                    <a:pt x="1014730" y="1240790"/>
                  </a:cubicBezTo>
                  <a:cubicBezTo>
                    <a:pt x="1029970" y="1249680"/>
                    <a:pt x="1050290" y="1268730"/>
                    <a:pt x="1057910" y="1286510"/>
                  </a:cubicBezTo>
                  <a:cubicBezTo>
                    <a:pt x="1065530" y="1304290"/>
                    <a:pt x="1065530" y="1332230"/>
                    <a:pt x="1060450" y="1350010"/>
                  </a:cubicBezTo>
                  <a:cubicBezTo>
                    <a:pt x="1056640" y="1363980"/>
                    <a:pt x="1050290" y="1372870"/>
                    <a:pt x="1037590" y="1385570"/>
                  </a:cubicBezTo>
                  <a:cubicBezTo>
                    <a:pt x="1016000" y="1408430"/>
                    <a:pt x="969010" y="1436370"/>
                    <a:pt x="927100" y="1460500"/>
                  </a:cubicBezTo>
                  <a:cubicBezTo>
                    <a:pt x="872490" y="1492250"/>
                    <a:pt x="791210" y="1534160"/>
                    <a:pt x="735330" y="1553210"/>
                  </a:cubicBezTo>
                  <a:cubicBezTo>
                    <a:pt x="695960" y="1567180"/>
                    <a:pt x="671830" y="1570990"/>
                    <a:pt x="627380" y="1578610"/>
                  </a:cubicBezTo>
                  <a:cubicBezTo>
                    <a:pt x="556260" y="1590040"/>
                    <a:pt x="431800" y="1602740"/>
                    <a:pt x="349250" y="1605280"/>
                  </a:cubicBezTo>
                  <a:cubicBezTo>
                    <a:pt x="280670" y="1606550"/>
                    <a:pt x="195580" y="1626870"/>
                    <a:pt x="165100" y="1597660"/>
                  </a:cubicBezTo>
                  <a:cubicBezTo>
                    <a:pt x="139700" y="1573530"/>
                    <a:pt x="135890" y="1487170"/>
                    <a:pt x="154940" y="1464310"/>
                  </a:cubicBezTo>
                  <a:cubicBezTo>
                    <a:pt x="171450" y="1445260"/>
                    <a:pt x="208280" y="1455420"/>
                    <a:pt x="251460" y="1452880"/>
                  </a:cubicBezTo>
                  <a:cubicBezTo>
                    <a:pt x="336550" y="1449070"/>
                    <a:pt x="552450" y="1465580"/>
                    <a:pt x="638810" y="1456690"/>
                  </a:cubicBezTo>
                  <a:cubicBezTo>
                    <a:pt x="684530" y="1452880"/>
                    <a:pt x="702310" y="1447800"/>
                    <a:pt x="740410" y="1436370"/>
                  </a:cubicBezTo>
                  <a:cubicBezTo>
                    <a:pt x="791210" y="1421130"/>
                    <a:pt x="862330" y="1395730"/>
                    <a:pt x="916940" y="1365250"/>
                  </a:cubicBezTo>
                  <a:cubicBezTo>
                    <a:pt x="970280" y="1334770"/>
                    <a:pt x="1013460" y="1303020"/>
                    <a:pt x="1065530" y="1254760"/>
                  </a:cubicBezTo>
                  <a:cubicBezTo>
                    <a:pt x="1134110" y="1192530"/>
                    <a:pt x="1228090" y="1090930"/>
                    <a:pt x="1282700" y="1010920"/>
                  </a:cubicBezTo>
                  <a:cubicBezTo>
                    <a:pt x="1327150" y="946150"/>
                    <a:pt x="1350010" y="895350"/>
                    <a:pt x="1379220" y="817880"/>
                  </a:cubicBezTo>
                  <a:cubicBezTo>
                    <a:pt x="1421130" y="709930"/>
                    <a:pt x="1477010" y="532130"/>
                    <a:pt x="1492250" y="422910"/>
                  </a:cubicBezTo>
                  <a:cubicBezTo>
                    <a:pt x="1502410" y="346710"/>
                    <a:pt x="1507490" y="274320"/>
                    <a:pt x="1492250" y="227330"/>
                  </a:cubicBezTo>
                  <a:cubicBezTo>
                    <a:pt x="1480820" y="195580"/>
                    <a:pt x="1450340" y="179070"/>
                    <a:pt x="1437640" y="156210"/>
                  </a:cubicBezTo>
                  <a:cubicBezTo>
                    <a:pt x="1428750" y="138430"/>
                    <a:pt x="1422400" y="120650"/>
                    <a:pt x="1419860" y="104140"/>
                  </a:cubicBezTo>
                  <a:cubicBezTo>
                    <a:pt x="1418590" y="90170"/>
                    <a:pt x="1419860" y="74930"/>
                    <a:pt x="1423670" y="62230"/>
                  </a:cubicBezTo>
                  <a:cubicBezTo>
                    <a:pt x="1428750" y="49530"/>
                    <a:pt x="1436370" y="35560"/>
                    <a:pt x="1446530" y="26670"/>
                  </a:cubicBezTo>
                  <a:cubicBezTo>
                    <a:pt x="1456690" y="16510"/>
                    <a:pt x="1470660" y="8890"/>
                    <a:pt x="1483360" y="5080"/>
                  </a:cubicBezTo>
                  <a:cubicBezTo>
                    <a:pt x="1497330" y="1270"/>
                    <a:pt x="1512570" y="1270"/>
                    <a:pt x="1526540" y="3810"/>
                  </a:cubicBezTo>
                  <a:cubicBezTo>
                    <a:pt x="1539240" y="6350"/>
                    <a:pt x="1554480" y="13970"/>
                    <a:pt x="1564640" y="21590"/>
                  </a:cubicBezTo>
                  <a:cubicBezTo>
                    <a:pt x="1574800" y="30480"/>
                    <a:pt x="1581150" y="39370"/>
                    <a:pt x="1590040" y="55880"/>
                  </a:cubicBezTo>
                  <a:cubicBezTo>
                    <a:pt x="1610360" y="96520"/>
                    <a:pt x="1643380" y="217170"/>
                    <a:pt x="1652270" y="278130"/>
                  </a:cubicBezTo>
                  <a:cubicBezTo>
                    <a:pt x="1658620" y="318770"/>
                    <a:pt x="1657350" y="340360"/>
                    <a:pt x="1653540" y="382270"/>
                  </a:cubicBezTo>
                  <a:cubicBezTo>
                    <a:pt x="1645920" y="444500"/>
                    <a:pt x="1616710" y="553720"/>
                    <a:pt x="1598930" y="617220"/>
                  </a:cubicBezTo>
                  <a:cubicBezTo>
                    <a:pt x="1587500" y="661670"/>
                    <a:pt x="1579880" y="687070"/>
                    <a:pt x="1563370" y="727710"/>
                  </a:cubicBezTo>
                  <a:cubicBezTo>
                    <a:pt x="1540510" y="781050"/>
                    <a:pt x="1513840" y="895350"/>
                    <a:pt x="1470660" y="906780"/>
                  </a:cubicBezTo>
                  <a:cubicBezTo>
                    <a:pt x="1430020" y="919480"/>
                    <a:pt x="1329690" y="859790"/>
                    <a:pt x="1316990" y="816610"/>
                  </a:cubicBezTo>
                  <a:cubicBezTo>
                    <a:pt x="1303020" y="768350"/>
                    <a:pt x="1388110" y="689610"/>
                    <a:pt x="1413510" y="622300"/>
                  </a:cubicBezTo>
                  <a:cubicBezTo>
                    <a:pt x="1437640" y="556260"/>
                    <a:pt x="1456690" y="477520"/>
                    <a:pt x="1466850" y="417830"/>
                  </a:cubicBezTo>
                  <a:cubicBezTo>
                    <a:pt x="1474470" y="373380"/>
                    <a:pt x="1480820" y="344170"/>
                    <a:pt x="1475740" y="300990"/>
                  </a:cubicBezTo>
                  <a:cubicBezTo>
                    <a:pt x="1470660" y="242570"/>
                    <a:pt x="1423670" y="146050"/>
                    <a:pt x="1419860" y="104140"/>
                  </a:cubicBezTo>
                  <a:cubicBezTo>
                    <a:pt x="1418590" y="85090"/>
                    <a:pt x="1419860" y="74930"/>
                    <a:pt x="1423670" y="62230"/>
                  </a:cubicBezTo>
                  <a:cubicBezTo>
                    <a:pt x="1428750" y="49530"/>
                    <a:pt x="1436370" y="35560"/>
                    <a:pt x="1446530" y="26670"/>
                  </a:cubicBezTo>
                  <a:cubicBezTo>
                    <a:pt x="1456690" y="16510"/>
                    <a:pt x="1469390" y="8890"/>
                    <a:pt x="1483360" y="5080"/>
                  </a:cubicBezTo>
                  <a:cubicBezTo>
                    <a:pt x="1501140" y="1270"/>
                    <a:pt x="1526540" y="0"/>
                    <a:pt x="1546860" y="10160"/>
                  </a:cubicBezTo>
                  <a:cubicBezTo>
                    <a:pt x="1576070" y="26670"/>
                    <a:pt x="1611630" y="78740"/>
                    <a:pt x="1633220" y="116840"/>
                  </a:cubicBezTo>
                  <a:cubicBezTo>
                    <a:pt x="1651000" y="149860"/>
                    <a:pt x="1662430" y="180340"/>
                    <a:pt x="1670050" y="222250"/>
                  </a:cubicBezTo>
                  <a:cubicBezTo>
                    <a:pt x="1678940" y="279400"/>
                    <a:pt x="1673860" y="374650"/>
                    <a:pt x="1670050" y="431800"/>
                  </a:cubicBezTo>
                  <a:cubicBezTo>
                    <a:pt x="1666240" y="471170"/>
                    <a:pt x="1661160" y="488950"/>
                    <a:pt x="1652270" y="529590"/>
                  </a:cubicBezTo>
                  <a:cubicBezTo>
                    <a:pt x="1637030" y="599440"/>
                    <a:pt x="1604010" y="723900"/>
                    <a:pt x="1574800" y="806450"/>
                  </a:cubicBezTo>
                  <a:cubicBezTo>
                    <a:pt x="1549400" y="877570"/>
                    <a:pt x="1520190" y="944880"/>
                    <a:pt x="1494790" y="996950"/>
                  </a:cubicBezTo>
                  <a:cubicBezTo>
                    <a:pt x="1477010" y="1033780"/>
                    <a:pt x="1468120" y="1052830"/>
                    <a:pt x="1442720" y="1089660"/>
                  </a:cubicBezTo>
                  <a:cubicBezTo>
                    <a:pt x="1398270" y="1154430"/>
                    <a:pt x="1304290" y="1268730"/>
                    <a:pt x="1234440" y="1337310"/>
                  </a:cubicBezTo>
                  <a:cubicBezTo>
                    <a:pt x="1177290" y="1395730"/>
                    <a:pt x="1130300" y="1440180"/>
                    <a:pt x="1062990" y="1483360"/>
                  </a:cubicBezTo>
                  <a:cubicBezTo>
                    <a:pt x="985520" y="1532890"/>
                    <a:pt x="861060" y="1581150"/>
                    <a:pt x="792480" y="1606550"/>
                  </a:cubicBezTo>
                  <a:cubicBezTo>
                    <a:pt x="750570" y="1620520"/>
                    <a:pt x="736600" y="1626870"/>
                    <a:pt x="692150" y="1633220"/>
                  </a:cubicBezTo>
                  <a:cubicBezTo>
                    <a:pt x="605790" y="1644650"/>
                    <a:pt x="414020" y="1640840"/>
                    <a:pt x="306070" y="1634490"/>
                  </a:cubicBezTo>
                  <a:cubicBezTo>
                    <a:pt x="227330" y="1629410"/>
                    <a:pt x="154940" y="1628140"/>
                    <a:pt x="101600" y="1609090"/>
                  </a:cubicBezTo>
                  <a:cubicBezTo>
                    <a:pt x="62230" y="1593850"/>
                    <a:pt x="15240" y="1574800"/>
                    <a:pt x="7620" y="1545590"/>
                  </a:cubicBezTo>
                  <a:cubicBezTo>
                    <a:pt x="0" y="1512570"/>
                    <a:pt x="39370" y="1436370"/>
                    <a:pt x="77470" y="1414780"/>
                  </a:cubicBezTo>
                  <a:cubicBezTo>
                    <a:pt x="123190" y="1389380"/>
                    <a:pt x="203200" y="1431290"/>
                    <a:pt x="278130" y="1430020"/>
                  </a:cubicBezTo>
                  <a:cubicBezTo>
                    <a:pt x="373380" y="1430020"/>
                    <a:pt x="523240" y="1417320"/>
                    <a:pt x="601980" y="1402080"/>
                  </a:cubicBezTo>
                  <a:cubicBezTo>
                    <a:pt x="650240" y="1393190"/>
                    <a:pt x="670560" y="1388110"/>
                    <a:pt x="713740" y="1370330"/>
                  </a:cubicBezTo>
                  <a:cubicBezTo>
                    <a:pt x="783590" y="1341120"/>
                    <a:pt x="922020" y="1239520"/>
                    <a:pt x="972820" y="1233170"/>
                  </a:cubicBezTo>
                  <a:cubicBezTo>
                    <a:pt x="991870" y="1229360"/>
                    <a:pt x="1002030" y="1235710"/>
                    <a:pt x="1014730" y="1240790"/>
                  </a:cubicBezTo>
                  <a:cubicBezTo>
                    <a:pt x="1026160" y="1247140"/>
                    <a:pt x="1038860" y="1257300"/>
                    <a:pt x="1047750" y="1268730"/>
                  </a:cubicBezTo>
                  <a:cubicBezTo>
                    <a:pt x="1055370" y="1278890"/>
                    <a:pt x="1061720" y="1294130"/>
                    <a:pt x="1064260" y="1306830"/>
                  </a:cubicBezTo>
                  <a:cubicBezTo>
                    <a:pt x="1065530" y="1320800"/>
                    <a:pt x="1065530" y="1336040"/>
                    <a:pt x="1060450" y="1350010"/>
                  </a:cubicBezTo>
                  <a:cubicBezTo>
                    <a:pt x="1054100" y="1366520"/>
                    <a:pt x="1037590" y="1384300"/>
                    <a:pt x="1021080" y="1398270"/>
                  </a:cubicBezTo>
                  <a:cubicBezTo>
                    <a:pt x="1000760" y="1414780"/>
                    <a:pt x="979170" y="1421130"/>
                    <a:pt x="943610" y="1435100"/>
                  </a:cubicBezTo>
                  <a:cubicBezTo>
                    <a:pt x="875030" y="1464310"/>
                    <a:pt x="720090" y="1522730"/>
                    <a:pt x="626110" y="1545590"/>
                  </a:cubicBezTo>
                  <a:cubicBezTo>
                    <a:pt x="556260" y="1562100"/>
                    <a:pt x="504190" y="1567180"/>
                    <a:pt x="436880" y="1572260"/>
                  </a:cubicBezTo>
                  <a:cubicBezTo>
                    <a:pt x="363220" y="1578610"/>
                    <a:pt x="267970" y="1578610"/>
                    <a:pt x="204470" y="1576070"/>
                  </a:cubicBezTo>
                  <a:cubicBezTo>
                    <a:pt x="158750" y="1573530"/>
                    <a:pt x="118110" y="1574800"/>
                    <a:pt x="86360" y="1564640"/>
                  </a:cubicBezTo>
                  <a:cubicBezTo>
                    <a:pt x="64770" y="1557020"/>
                    <a:pt x="44450" y="1546860"/>
                    <a:pt x="31750" y="1534160"/>
                  </a:cubicBezTo>
                  <a:cubicBezTo>
                    <a:pt x="21590" y="1522730"/>
                    <a:pt x="16510" y="1508760"/>
                    <a:pt x="12700" y="1496060"/>
                  </a:cubicBezTo>
                  <a:cubicBezTo>
                    <a:pt x="10160" y="1482090"/>
                    <a:pt x="11430" y="1465580"/>
                    <a:pt x="13970" y="1452880"/>
                  </a:cubicBezTo>
                  <a:cubicBezTo>
                    <a:pt x="17780" y="1440180"/>
                    <a:pt x="26670" y="1426210"/>
                    <a:pt x="35560" y="1416050"/>
                  </a:cubicBezTo>
                  <a:cubicBezTo>
                    <a:pt x="44450" y="1405890"/>
                    <a:pt x="50800" y="1400810"/>
                    <a:pt x="71120" y="1393190"/>
                  </a:cubicBezTo>
                  <a:cubicBezTo>
                    <a:pt x="142240" y="1365250"/>
                    <a:pt x="462280" y="1352550"/>
                    <a:pt x="593090" y="1313180"/>
                  </a:cubicBezTo>
                  <a:cubicBezTo>
                    <a:pt x="678180" y="1287780"/>
                    <a:pt x="750570" y="1224280"/>
                    <a:pt x="792480" y="1219200"/>
                  </a:cubicBezTo>
                  <a:cubicBezTo>
                    <a:pt x="811530" y="1217930"/>
                    <a:pt x="821690" y="1223010"/>
                    <a:pt x="834390" y="1229360"/>
                  </a:cubicBezTo>
                  <a:cubicBezTo>
                    <a:pt x="845820" y="1235710"/>
                    <a:pt x="858520" y="1244600"/>
                    <a:pt x="866140" y="1257300"/>
                  </a:cubicBezTo>
                  <a:cubicBezTo>
                    <a:pt x="875030" y="1273810"/>
                    <a:pt x="881380" y="1300480"/>
                    <a:pt x="880110" y="1319530"/>
                  </a:cubicBezTo>
                  <a:cubicBezTo>
                    <a:pt x="880110" y="1333500"/>
                    <a:pt x="875030" y="1347470"/>
                    <a:pt x="866140" y="1358900"/>
                  </a:cubicBezTo>
                  <a:cubicBezTo>
                    <a:pt x="854710" y="1372870"/>
                    <a:pt x="838200" y="1383030"/>
                    <a:pt x="814070" y="1394460"/>
                  </a:cubicBezTo>
                  <a:cubicBezTo>
                    <a:pt x="770890" y="1414780"/>
                    <a:pt x="683260" y="1435100"/>
                    <a:pt x="617220" y="1449070"/>
                  </a:cubicBezTo>
                  <a:cubicBezTo>
                    <a:pt x="551180" y="1463040"/>
                    <a:pt x="453390" y="1508760"/>
                    <a:pt x="416560" y="1482090"/>
                  </a:cubicBezTo>
                  <a:cubicBezTo>
                    <a:pt x="382270" y="1456690"/>
                    <a:pt x="396240" y="1304290"/>
                    <a:pt x="396240" y="1304290"/>
                  </a:cubicBezTo>
                </a:path>
              </a:pathLst>
            </a:custGeom>
            <a:solidFill>
              <a:srgbClr val="A6A6A6">
                <a:alpha val="41961"/>
              </a:srgbClr>
            </a:solidFill>
            <a:ln cap="sq">
              <a:noFill/>
              <a:prstDash val="solid"/>
              <a:miter/>
            </a:ln>
          </p:spPr>
          <p:txBody>
            <a:bodyPr/>
            <a:lstStyle/>
            <a:p>
              <a:endParaRPr lang="en-SG" sz="1088"/>
            </a:p>
          </p:txBody>
        </p:sp>
      </p:grpSp>
      <p:grpSp>
        <p:nvGrpSpPr>
          <p:cNvPr id="204" name="Group 173">
            <a:extLst>
              <a:ext uri="{FF2B5EF4-FFF2-40B4-BE49-F238E27FC236}">
                <a16:creationId xmlns:a16="http://schemas.microsoft.com/office/drawing/2014/main" id="{4F0BE738-5BA9-0C2A-0196-E02D1A981F7B}"/>
              </a:ext>
            </a:extLst>
          </p:cNvPr>
          <p:cNvGrpSpPr/>
          <p:nvPr/>
        </p:nvGrpSpPr>
        <p:grpSpPr>
          <a:xfrm>
            <a:off x="7483176" y="4029405"/>
            <a:ext cx="1033226" cy="524233"/>
            <a:chOff x="0" y="0"/>
            <a:chExt cx="1722120" cy="873760"/>
          </a:xfrm>
        </p:grpSpPr>
        <p:sp>
          <p:nvSpPr>
            <p:cNvPr id="205" name="Freeform 174">
              <a:extLst>
                <a:ext uri="{FF2B5EF4-FFF2-40B4-BE49-F238E27FC236}">
                  <a16:creationId xmlns:a16="http://schemas.microsoft.com/office/drawing/2014/main" id="{72299452-205E-1BB6-D1EE-4EBDD8BEC566}"/>
                </a:ext>
              </a:extLst>
            </p:cNvPr>
            <p:cNvSpPr/>
            <p:nvPr/>
          </p:nvSpPr>
          <p:spPr>
            <a:xfrm>
              <a:off x="48260" y="19050"/>
              <a:ext cx="1649730" cy="807720"/>
            </a:xfrm>
            <a:custGeom>
              <a:avLst/>
              <a:gdLst/>
              <a:ahLst/>
              <a:cxnLst/>
              <a:rect l="l" t="t" r="r" b="b"/>
              <a:pathLst>
                <a:path w="1649730" h="807720">
                  <a:moveTo>
                    <a:pt x="1621790" y="210820"/>
                  </a:moveTo>
                  <a:cubicBezTo>
                    <a:pt x="1370330" y="247650"/>
                    <a:pt x="1323340" y="267970"/>
                    <a:pt x="1250950" y="308610"/>
                  </a:cubicBezTo>
                  <a:cubicBezTo>
                    <a:pt x="1125220" y="378460"/>
                    <a:pt x="866140" y="585470"/>
                    <a:pt x="764540" y="652780"/>
                  </a:cubicBezTo>
                  <a:cubicBezTo>
                    <a:pt x="718820" y="683260"/>
                    <a:pt x="698500" y="697230"/>
                    <a:pt x="664210" y="715010"/>
                  </a:cubicBezTo>
                  <a:cubicBezTo>
                    <a:pt x="627380" y="734060"/>
                    <a:pt x="595630" y="750570"/>
                    <a:pt x="549910" y="762000"/>
                  </a:cubicBezTo>
                  <a:cubicBezTo>
                    <a:pt x="482600" y="778510"/>
                    <a:pt x="368300" y="788670"/>
                    <a:pt x="298450" y="786130"/>
                  </a:cubicBezTo>
                  <a:cubicBezTo>
                    <a:pt x="246380" y="784860"/>
                    <a:pt x="208280" y="777240"/>
                    <a:pt x="165100" y="765810"/>
                  </a:cubicBezTo>
                  <a:cubicBezTo>
                    <a:pt x="123190" y="754380"/>
                    <a:pt x="72390" y="739140"/>
                    <a:pt x="44450" y="718820"/>
                  </a:cubicBezTo>
                  <a:cubicBezTo>
                    <a:pt x="25400" y="704850"/>
                    <a:pt x="11430" y="687070"/>
                    <a:pt x="5080" y="669290"/>
                  </a:cubicBezTo>
                  <a:cubicBezTo>
                    <a:pt x="0" y="655320"/>
                    <a:pt x="0" y="641350"/>
                    <a:pt x="2540" y="627380"/>
                  </a:cubicBezTo>
                  <a:cubicBezTo>
                    <a:pt x="5080" y="613410"/>
                    <a:pt x="10160" y="599440"/>
                    <a:pt x="19050" y="588010"/>
                  </a:cubicBezTo>
                  <a:cubicBezTo>
                    <a:pt x="31750" y="574040"/>
                    <a:pt x="46990" y="558800"/>
                    <a:pt x="73660" y="554990"/>
                  </a:cubicBezTo>
                  <a:cubicBezTo>
                    <a:pt x="127000" y="547370"/>
                    <a:pt x="252730" y="624840"/>
                    <a:pt x="335280" y="626110"/>
                  </a:cubicBezTo>
                  <a:cubicBezTo>
                    <a:pt x="410210" y="628650"/>
                    <a:pt x="480060" y="600710"/>
                    <a:pt x="549910" y="579120"/>
                  </a:cubicBezTo>
                  <a:cubicBezTo>
                    <a:pt x="621030" y="556260"/>
                    <a:pt x="692150" y="532130"/>
                    <a:pt x="759460" y="494030"/>
                  </a:cubicBezTo>
                  <a:cubicBezTo>
                    <a:pt x="831850" y="452120"/>
                    <a:pt x="910590" y="328930"/>
                    <a:pt x="966470" y="335280"/>
                  </a:cubicBezTo>
                  <a:cubicBezTo>
                    <a:pt x="1013460" y="340360"/>
                    <a:pt x="1087120" y="425450"/>
                    <a:pt x="1082040" y="471170"/>
                  </a:cubicBezTo>
                  <a:cubicBezTo>
                    <a:pt x="1074420" y="530860"/>
                    <a:pt x="925830" y="605790"/>
                    <a:pt x="833120" y="655320"/>
                  </a:cubicBezTo>
                  <a:cubicBezTo>
                    <a:pt x="734060" y="709930"/>
                    <a:pt x="581660" y="754380"/>
                    <a:pt x="501650" y="778510"/>
                  </a:cubicBezTo>
                  <a:cubicBezTo>
                    <a:pt x="455930" y="791210"/>
                    <a:pt x="430530" y="798830"/>
                    <a:pt x="393700" y="802640"/>
                  </a:cubicBezTo>
                  <a:cubicBezTo>
                    <a:pt x="355600" y="806450"/>
                    <a:pt x="320040" y="807720"/>
                    <a:pt x="273050" y="800100"/>
                  </a:cubicBezTo>
                  <a:cubicBezTo>
                    <a:pt x="208280" y="787400"/>
                    <a:pt x="83820" y="744220"/>
                    <a:pt x="44450" y="718820"/>
                  </a:cubicBezTo>
                  <a:cubicBezTo>
                    <a:pt x="27940" y="708660"/>
                    <a:pt x="21590" y="702310"/>
                    <a:pt x="13970" y="689610"/>
                  </a:cubicBezTo>
                  <a:cubicBezTo>
                    <a:pt x="5080" y="673100"/>
                    <a:pt x="0" y="645160"/>
                    <a:pt x="2540" y="627380"/>
                  </a:cubicBezTo>
                  <a:cubicBezTo>
                    <a:pt x="3810" y="612140"/>
                    <a:pt x="11430" y="599440"/>
                    <a:pt x="19050" y="588010"/>
                  </a:cubicBezTo>
                  <a:cubicBezTo>
                    <a:pt x="27940" y="577850"/>
                    <a:pt x="40640" y="567690"/>
                    <a:pt x="53340" y="561340"/>
                  </a:cubicBezTo>
                  <a:cubicBezTo>
                    <a:pt x="64770" y="556260"/>
                    <a:pt x="77470" y="552450"/>
                    <a:pt x="95250" y="553720"/>
                  </a:cubicBezTo>
                  <a:cubicBezTo>
                    <a:pt x="128270" y="556260"/>
                    <a:pt x="193040" y="596900"/>
                    <a:pt x="236220" y="604520"/>
                  </a:cubicBezTo>
                  <a:cubicBezTo>
                    <a:pt x="271780" y="612140"/>
                    <a:pt x="300990" y="608330"/>
                    <a:pt x="334010" y="608330"/>
                  </a:cubicBezTo>
                  <a:cubicBezTo>
                    <a:pt x="368300" y="608330"/>
                    <a:pt x="400050" y="609600"/>
                    <a:pt x="434340" y="604520"/>
                  </a:cubicBezTo>
                  <a:cubicBezTo>
                    <a:pt x="472440" y="599440"/>
                    <a:pt x="504190" y="594360"/>
                    <a:pt x="549910" y="574040"/>
                  </a:cubicBezTo>
                  <a:cubicBezTo>
                    <a:pt x="626110" y="541020"/>
                    <a:pt x="739140" y="457200"/>
                    <a:pt x="839470" y="389890"/>
                  </a:cubicBezTo>
                  <a:cubicBezTo>
                    <a:pt x="952500" y="313690"/>
                    <a:pt x="1087120" y="194310"/>
                    <a:pt x="1191260" y="138430"/>
                  </a:cubicBezTo>
                  <a:cubicBezTo>
                    <a:pt x="1263650" y="97790"/>
                    <a:pt x="1320800" y="77470"/>
                    <a:pt x="1390650" y="59690"/>
                  </a:cubicBezTo>
                  <a:cubicBezTo>
                    <a:pt x="1461770" y="40640"/>
                    <a:pt x="1581150" y="0"/>
                    <a:pt x="1617980" y="31750"/>
                  </a:cubicBezTo>
                  <a:cubicBezTo>
                    <a:pt x="1649730" y="59690"/>
                    <a:pt x="1621790" y="210820"/>
                    <a:pt x="1621790" y="210820"/>
                  </a:cubicBezTo>
                </a:path>
              </a:pathLst>
            </a:custGeom>
            <a:solidFill>
              <a:srgbClr val="A6A6A6">
                <a:alpha val="41961"/>
              </a:srgbClr>
            </a:solidFill>
            <a:ln cap="sq">
              <a:noFill/>
              <a:prstDash val="solid"/>
              <a:miter/>
            </a:ln>
          </p:spPr>
          <p:txBody>
            <a:bodyPr/>
            <a:lstStyle/>
            <a:p>
              <a:endParaRPr lang="en-SG" sz="1088"/>
            </a:p>
          </p:txBody>
        </p:sp>
      </p:grpSp>
      <p:grpSp>
        <p:nvGrpSpPr>
          <p:cNvPr id="206" name="Group 175">
            <a:extLst>
              <a:ext uri="{FF2B5EF4-FFF2-40B4-BE49-F238E27FC236}">
                <a16:creationId xmlns:a16="http://schemas.microsoft.com/office/drawing/2014/main" id="{4D3827C9-5520-2393-5E30-28C406F26296}"/>
              </a:ext>
            </a:extLst>
          </p:cNvPr>
          <p:cNvGrpSpPr/>
          <p:nvPr/>
        </p:nvGrpSpPr>
        <p:grpSpPr>
          <a:xfrm>
            <a:off x="7395552" y="4124652"/>
            <a:ext cx="864070" cy="461752"/>
            <a:chOff x="0" y="0"/>
            <a:chExt cx="1440180" cy="769620"/>
          </a:xfrm>
        </p:grpSpPr>
        <p:sp>
          <p:nvSpPr>
            <p:cNvPr id="207" name="Freeform 176">
              <a:extLst>
                <a:ext uri="{FF2B5EF4-FFF2-40B4-BE49-F238E27FC236}">
                  <a16:creationId xmlns:a16="http://schemas.microsoft.com/office/drawing/2014/main" id="{7587A9F3-4E18-0A2E-3ECF-12858E6EC0DC}"/>
                </a:ext>
              </a:extLst>
            </p:cNvPr>
            <p:cNvSpPr/>
            <p:nvPr/>
          </p:nvSpPr>
          <p:spPr>
            <a:xfrm>
              <a:off x="43180" y="50800"/>
              <a:ext cx="1362710" cy="673100"/>
            </a:xfrm>
            <a:custGeom>
              <a:avLst/>
              <a:gdLst/>
              <a:ahLst/>
              <a:cxnLst/>
              <a:rect l="l" t="t" r="r" b="b"/>
              <a:pathLst>
                <a:path w="1362710" h="673100">
                  <a:moveTo>
                    <a:pt x="92710" y="351790"/>
                  </a:moveTo>
                  <a:cubicBezTo>
                    <a:pt x="304800" y="438150"/>
                    <a:pt x="334010" y="443230"/>
                    <a:pt x="368300" y="447040"/>
                  </a:cubicBezTo>
                  <a:cubicBezTo>
                    <a:pt x="402590" y="452120"/>
                    <a:pt x="440690" y="454660"/>
                    <a:pt x="474980" y="453390"/>
                  </a:cubicBezTo>
                  <a:cubicBezTo>
                    <a:pt x="509270" y="450850"/>
                    <a:pt x="537210" y="447040"/>
                    <a:pt x="575310" y="438150"/>
                  </a:cubicBezTo>
                  <a:cubicBezTo>
                    <a:pt x="628650" y="425450"/>
                    <a:pt x="708660" y="401320"/>
                    <a:pt x="763270" y="379730"/>
                  </a:cubicBezTo>
                  <a:cubicBezTo>
                    <a:pt x="807720" y="363220"/>
                    <a:pt x="842010" y="346710"/>
                    <a:pt x="878840" y="326390"/>
                  </a:cubicBezTo>
                  <a:cubicBezTo>
                    <a:pt x="918210" y="304800"/>
                    <a:pt x="952500" y="285750"/>
                    <a:pt x="991870" y="257810"/>
                  </a:cubicBezTo>
                  <a:cubicBezTo>
                    <a:pt x="1042670" y="223520"/>
                    <a:pt x="1107440" y="135890"/>
                    <a:pt x="1155700" y="128270"/>
                  </a:cubicBezTo>
                  <a:cubicBezTo>
                    <a:pt x="1187450" y="124460"/>
                    <a:pt x="1236980" y="143510"/>
                    <a:pt x="1243330" y="162560"/>
                  </a:cubicBezTo>
                  <a:cubicBezTo>
                    <a:pt x="1250950" y="185420"/>
                    <a:pt x="1202690" y="232410"/>
                    <a:pt x="1179830" y="261620"/>
                  </a:cubicBezTo>
                  <a:cubicBezTo>
                    <a:pt x="1156970" y="288290"/>
                    <a:pt x="1136650" y="304800"/>
                    <a:pt x="1103630" y="334010"/>
                  </a:cubicBezTo>
                  <a:cubicBezTo>
                    <a:pt x="1045210" y="384810"/>
                    <a:pt x="914400" y="491490"/>
                    <a:pt x="850900" y="533400"/>
                  </a:cubicBezTo>
                  <a:cubicBezTo>
                    <a:pt x="816610" y="557530"/>
                    <a:pt x="802640" y="567690"/>
                    <a:pt x="767080" y="582930"/>
                  </a:cubicBezTo>
                  <a:cubicBezTo>
                    <a:pt x="717550" y="604520"/>
                    <a:pt x="640080" y="633730"/>
                    <a:pt x="572770" y="640080"/>
                  </a:cubicBezTo>
                  <a:cubicBezTo>
                    <a:pt x="502920" y="645160"/>
                    <a:pt x="431800" y="632460"/>
                    <a:pt x="354330" y="614680"/>
                  </a:cubicBezTo>
                  <a:cubicBezTo>
                    <a:pt x="262890" y="593090"/>
                    <a:pt x="110490" y="534670"/>
                    <a:pt x="62230" y="509270"/>
                  </a:cubicBezTo>
                  <a:cubicBezTo>
                    <a:pt x="44450" y="500380"/>
                    <a:pt x="36830" y="495300"/>
                    <a:pt x="27940" y="485140"/>
                  </a:cubicBezTo>
                  <a:cubicBezTo>
                    <a:pt x="19050" y="474980"/>
                    <a:pt x="11430" y="459740"/>
                    <a:pt x="7620" y="447040"/>
                  </a:cubicBezTo>
                  <a:cubicBezTo>
                    <a:pt x="5080" y="433070"/>
                    <a:pt x="5080" y="417830"/>
                    <a:pt x="8890" y="403860"/>
                  </a:cubicBezTo>
                  <a:cubicBezTo>
                    <a:pt x="12700" y="391160"/>
                    <a:pt x="20320" y="377190"/>
                    <a:pt x="29210" y="367030"/>
                  </a:cubicBezTo>
                  <a:cubicBezTo>
                    <a:pt x="38100" y="356870"/>
                    <a:pt x="52070" y="347980"/>
                    <a:pt x="64770" y="342900"/>
                  </a:cubicBezTo>
                  <a:cubicBezTo>
                    <a:pt x="77470" y="339090"/>
                    <a:pt x="86360" y="336550"/>
                    <a:pt x="106680" y="339090"/>
                  </a:cubicBezTo>
                  <a:cubicBezTo>
                    <a:pt x="172720" y="345440"/>
                    <a:pt x="417830" y="444500"/>
                    <a:pt x="502920" y="468630"/>
                  </a:cubicBezTo>
                  <a:cubicBezTo>
                    <a:pt x="543560" y="478790"/>
                    <a:pt x="562610" y="487680"/>
                    <a:pt x="591820" y="488950"/>
                  </a:cubicBezTo>
                  <a:cubicBezTo>
                    <a:pt x="621030" y="488950"/>
                    <a:pt x="647700" y="483870"/>
                    <a:pt x="679450" y="469900"/>
                  </a:cubicBezTo>
                  <a:cubicBezTo>
                    <a:pt x="726440" y="449580"/>
                    <a:pt x="797560" y="396240"/>
                    <a:pt x="836930" y="360680"/>
                  </a:cubicBezTo>
                  <a:cubicBezTo>
                    <a:pt x="863600" y="335280"/>
                    <a:pt x="881380" y="312420"/>
                    <a:pt x="899160" y="285750"/>
                  </a:cubicBezTo>
                  <a:cubicBezTo>
                    <a:pt x="915670" y="260350"/>
                    <a:pt x="922020" y="227330"/>
                    <a:pt x="939800" y="203200"/>
                  </a:cubicBezTo>
                  <a:cubicBezTo>
                    <a:pt x="958850" y="177800"/>
                    <a:pt x="976630" y="148590"/>
                    <a:pt x="1007110" y="134620"/>
                  </a:cubicBezTo>
                  <a:cubicBezTo>
                    <a:pt x="1047750" y="114300"/>
                    <a:pt x="1145540" y="95250"/>
                    <a:pt x="1174750" y="119380"/>
                  </a:cubicBezTo>
                  <a:cubicBezTo>
                    <a:pt x="1198880" y="138430"/>
                    <a:pt x="1197610" y="196850"/>
                    <a:pt x="1189990" y="238760"/>
                  </a:cubicBezTo>
                  <a:cubicBezTo>
                    <a:pt x="1179830" y="294640"/>
                    <a:pt x="1126490" y="373380"/>
                    <a:pt x="1094740" y="416560"/>
                  </a:cubicBezTo>
                  <a:cubicBezTo>
                    <a:pt x="1074420" y="447040"/>
                    <a:pt x="1060450" y="461010"/>
                    <a:pt x="1031240" y="485140"/>
                  </a:cubicBezTo>
                  <a:cubicBezTo>
                    <a:pt x="989330" y="520700"/>
                    <a:pt x="900430" y="607060"/>
                    <a:pt x="855980" y="596900"/>
                  </a:cubicBezTo>
                  <a:cubicBezTo>
                    <a:pt x="815340" y="586740"/>
                    <a:pt x="758190" y="482600"/>
                    <a:pt x="768350" y="441960"/>
                  </a:cubicBezTo>
                  <a:cubicBezTo>
                    <a:pt x="778510" y="402590"/>
                    <a:pt x="876300" y="386080"/>
                    <a:pt x="913130" y="353060"/>
                  </a:cubicBezTo>
                  <a:cubicBezTo>
                    <a:pt x="941070" y="327660"/>
                    <a:pt x="951230" y="294640"/>
                    <a:pt x="974090" y="270510"/>
                  </a:cubicBezTo>
                  <a:cubicBezTo>
                    <a:pt x="998220" y="246380"/>
                    <a:pt x="1028700" y="207010"/>
                    <a:pt x="1054100" y="207010"/>
                  </a:cubicBezTo>
                  <a:cubicBezTo>
                    <a:pt x="1078230" y="208280"/>
                    <a:pt x="1118870" y="242570"/>
                    <a:pt x="1122680" y="269240"/>
                  </a:cubicBezTo>
                  <a:cubicBezTo>
                    <a:pt x="1127760" y="311150"/>
                    <a:pt x="1052830" y="388620"/>
                    <a:pt x="1007110" y="439420"/>
                  </a:cubicBezTo>
                  <a:cubicBezTo>
                    <a:pt x="957580" y="494030"/>
                    <a:pt x="881380" y="551180"/>
                    <a:pt x="833120" y="585470"/>
                  </a:cubicBezTo>
                  <a:cubicBezTo>
                    <a:pt x="802640" y="607060"/>
                    <a:pt x="783590" y="618490"/>
                    <a:pt x="754380" y="631190"/>
                  </a:cubicBezTo>
                  <a:cubicBezTo>
                    <a:pt x="721360" y="646430"/>
                    <a:pt x="684530" y="664210"/>
                    <a:pt x="642620" y="668020"/>
                  </a:cubicBezTo>
                  <a:cubicBezTo>
                    <a:pt x="586740" y="673100"/>
                    <a:pt x="524510" y="657860"/>
                    <a:pt x="450850" y="640080"/>
                  </a:cubicBezTo>
                  <a:cubicBezTo>
                    <a:pt x="342900" y="614680"/>
                    <a:pt x="120650" y="539750"/>
                    <a:pt x="62230" y="509270"/>
                  </a:cubicBezTo>
                  <a:cubicBezTo>
                    <a:pt x="43180" y="500380"/>
                    <a:pt x="36830" y="495300"/>
                    <a:pt x="27940" y="485140"/>
                  </a:cubicBezTo>
                  <a:cubicBezTo>
                    <a:pt x="19050" y="474980"/>
                    <a:pt x="11430" y="459740"/>
                    <a:pt x="7620" y="447040"/>
                  </a:cubicBezTo>
                  <a:cubicBezTo>
                    <a:pt x="5080" y="433070"/>
                    <a:pt x="5080" y="417830"/>
                    <a:pt x="8890" y="403860"/>
                  </a:cubicBezTo>
                  <a:cubicBezTo>
                    <a:pt x="12700" y="391160"/>
                    <a:pt x="20320" y="377190"/>
                    <a:pt x="29210" y="367030"/>
                  </a:cubicBezTo>
                  <a:cubicBezTo>
                    <a:pt x="38100" y="356870"/>
                    <a:pt x="52070" y="347980"/>
                    <a:pt x="64770" y="342900"/>
                  </a:cubicBezTo>
                  <a:cubicBezTo>
                    <a:pt x="77470" y="339090"/>
                    <a:pt x="86360" y="336550"/>
                    <a:pt x="106680" y="339090"/>
                  </a:cubicBezTo>
                  <a:cubicBezTo>
                    <a:pt x="163830" y="345440"/>
                    <a:pt x="345440" y="429260"/>
                    <a:pt x="417830" y="448310"/>
                  </a:cubicBezTo>
                  <a:cubicBezTo>
                    <a:pt x="455930" y="458470"/>
                    <a:pt x="477520" y="461010"/>
                    <a:pt x="508000" y="462280"/>
                  </a:cubicBezTo>
                  <a:cubicBezTo>
                    <a:pt x="537210" y="463550"/>
                    <a:pt x="567690" y="459740"/>
                    <a:pt x="596900" y="454660"/>
                  </a:cubicBezTo>
                  <a:cubicBezTo>
                    <a:pt x="627380" y="448310"/>
                    <a:pt x="657860" y="438150"/>
                    <a:pt x="685800" y="424180"/>
                  </a:cubicBezTo>
                  <a:cubicBezTo>
                    <a:pt x="716280" y="411480"/>
                    <a:pt x="734060" y="400050"/>
                    <a:pt x="770890" y="373380"/>
                  </a:cubicBezTo>
                  <a:cubicBezTo>
                    <a:pt x="854710" y="312420"/>
                    <a:pt x="1071880" y="100330"/>
                    <a:pt x="1159510" y="44450"/>
                  </a:cubicBezTo>
                  <a:cubicBezTo>
                    <a:pt x="1200150" y="19050"/>
                    <a:pt x="1223010" y="0"/>
                    <a:pt x="1253490" y="0"/>
                  </a:cubicBezTo>
                  <a:cubicBezTo>
                    <a:pt x="1285240" y="1270"/>
                    <a:pt x="1332230" y="24130"/>
                    <a:pt x="1346200" y="52070"/>
                  </a:cubicBezTo>
                  <a:cubicBezTo>
                    <a:pt x="1362710" y="85090"/>
                    <a:pt x="1343660" y="152400"/>
                    <a:pt x="1325880" y="191770"/>
                  </a:cubicBezTo>
                  <a:cubicBezTo>
                    <a:pt x="1310640" y="227330"/>
                    <a:pt x="1280160" y="254000"/>
                    <a:pt x="1253490" y="280670"/>
                  </a:cubicBezTo>
                  <a:cubicBezTo>
                    <a:pt x="1225550" y="308610"/>
                    <a:pt x="1201420" y="328930"/>
                    <a:pt x="1162050" y="358140"/>
                  </a:cubicBezTo>
                  <a:cubicBezTo>
                    <a:pt x="1098550" y="402590"/>
                    <a:pt x="995680" y="471170"/>
                    <a:pt x="901700" y="514350"/>
                  </a:cubicBezTo>
                  <a:cubicBezTo>
                    <a:pt x="803910" y="558800"/>
                    <a:pt x="680720" y="600710"/>
                    <a:pt x="584200" y="618490"/>
                  </a:cubicBezTo>
                  <a:cubicBezTo>
                    <a:pt x="506730" y="632460"/>
                    <a:pt x="439420" y="633730"/>
                    <a:pt x="369570" y="627380"/>
                  </a:cubicBezTo>
                  <a:cubicBezTo>
                    <a:pt x="302260" y="621030"/>
                    <a:pt x="234950" y="604520"/>
                    <a:pt x="173990" y="584200"/>
                  </a:cubicBezTo>
                  <a:cubicBezTo>
                    <a:pt x="116840" y="565150"/>
                    <a:pt x="29210" y="551180"/>
                    <a:pt x="15240" y="513080"/>
                  </a:cubicBezTo>
                  <a:cubicBezTo>
                    <a:pt x="0" y="474980"/>
                    <a:pt x="92710" y="351790"/>
                    <a:pt x="92710" y="351790"/>
                  </a:cubicBezTo>
                </a:path>
              </a:pathLst>
            </a:custGeom>
            <a:solidFill>
              <a:srgbClr val="A6A6A6">
                <a:alpha val="41961"/>
              </a:srgbClr>
            </a:solidFill>
            <a:ln cap="sq">
              <a:noFill/>
              <a:prstDash val="solid"/>
              <a:miter/>
            </a:ln>
          </p:spPr>
          <p:txBody>
            <a:bodyPr/>
            <a:lstStyle/>
            <a:p>
              <a:endParaRPr lang="en-SG" sz="1088"/>
            </a:p>
          </p:txBody>
        </p:sp>
      </p:grpSp>
      <p:grpSp>
        <p:nvGrpSpPr>
          <p:cNvPr id="208" name="Group 177">
            <a:extLst>
              <a:ext uri="{FF2B5EF4-FFF2-40B4-BE49-F238E27FC236}">
                <a16:creationId xmlns:a16="http://schemas.microsoft.com/office/drawing/2014/main" id="{583806A1-1C00-890C-0B07-160956A8FFAA}"/>
              </a:ext>
            </a:extLst>
          </p:cNvPr>
          <p:cNvGrpSpPr/>
          <p:nvPr/>
        </p:nvGrpSpPr>
        <p:grpSpPr>
          <a:xfrm>
            <a:off x="9145025" y="1668071"/>
            <a:ext cx="600430" cy="1536886"/>
            <a:chOff x="0" y="0"/>
            <a:chExt cx="1000760" cy="2561590"/>
          </a:xfrm>
        </p:grpSpPr>
        <p:sp>
          <p:nvSpPr>
            <p:cNvPr id="209" name="Freeform 178">
              <a:extLst>
                <a:ext uri="{FF2B5EF4-FFF2-40B4-BE49-F238E27FC236}">
                  <a16:creationId xmlns:a16="http://schemas.microsoft.com/office/drawing/2014/main" id="{E116CA01-52DC-9B04-517C-610BAF822A5B}"/>
                </a:ext>
              </a:extLst>
            </p:cNvPr>
            <p:cNvSpPr/>
            <p:nvPr/>
          </p:nvSpPr>
          <p:spPr>
            <a:xfrm>
              <a:off x="48260" y="25400"/>
              <a:ext cx="901700" cy="2526030"/>
            </a:xfrm>
            <a:custGeom>
              <a:avLst/>
              <a:gdLst/>
              <a:ahLst/>
              <a:cxnLst/>
              <a:rect l="l" t="t" r="r" b="b"/>
              <a:pathLst>
                <a:path w="901700" h="2526030">
                  <a:moveTo>
                    <a:pt x="16510" y="2308860"/>
                  </a:moveTo>
                  <a:cubicBezTo>
                    <a:pt x="440690" y="2205990"/>
                    <a:pt x="461010" y="2194560"/>
                    <a:pt x="483870" y="2175510"/>
                  </a:cubicBezTo>
                  <a:cubicBezTo>
                    <a:pt x="506730" y="2156460"/>
                    <a:pt x="521970" y="2136140"/>
                    <a:pt x="541020" y="2106930"/>
                  </a:cubicBezTo>
                  <a:cubicBezTo>
                    <a:pt x="567690" y="2063750"/>
                    <a:pt x="596900" y="1997710"/>
                    <a:pt x="621030" y="1938020"/>
                  </a:cubicBezTo>
                  <a:cubicBezTo>
                    <a:pt x="647700" y="1871980"/>
                    <a:pt x="676910" y="1797050"/>
                    <a:pt x="693420" y="1725930"/>
                  </a:cubicBezTo>
                  <a:cubicBezTo>
                    <a:pt x="709930" y="1654810"/>
                    <a:pt x="718820" y="1588770"/>
                    <a:pt x="720090" y="1511300"/>
                  </a:cubicBezTo>
                  <a:cubicBezTo>
                    <a:pt x="722630" y="1418590"/>
                    <a:pt x="715010" y="1291590"/>
                    <a:pt x="694690" y="1203960"/>
                  </a:cubicBezTo>
                  <a:cubicBezTo>
                    <a:pt x="678180" y="1131570"/>
                    <a:pt x="626110" y="1066800"/>
                    <a:pt x="621030" y="1017270"/>
                  </a:cubicBezTo>
                  <a:cubicBezTo>
                    <a:pt x="618490" y="985520"/>
                    <a:pt x="624840" y="957580"/>
                    <a:pt x="637540" y="938530"/>
                  </a:cubicBezTo>
                  <a:cubicBezTo>
                    <a:pt x="648970" y="922020"/>
                    <a:pt x="673100" y="909320"/>
                    <a:pt x="690880" y="905510"/>
                  </a:cubicBezTo>
                  <a:cubicBezTo>
                    <a:pt x="706120" y="901700"/>
                    <a:pt x="720090" y="902970"/>
                    <a:pt x="734060" y="906780"/>
                  </a:cubicBezTo>
                  <a:cubicBezTo>
                    <a:pt x="746760" y="910590"/>
                    <a:pt x="758190" y="915670"/>
                    <a:pt x="770890" y="928370"/>
                  </a:cubicBezTo>
                  <a:cubicBezTo>
                    <a:pt x="796290" y="956310"/>
                    <a:pt x="838200" y="1040130"/>
                    <a:pt x="852170" y="1087120"/>
                  </a:cubicBezTo>
                  <a:cubicBezTo>
                    <a:pt x="861060" y="1121410"/>
                    <a:pt x="859790" y="1135380"/>
                    <a:pt x="858520" y="1179830"/>
                  </a:cubicBezTo>
                  <a:cubicBezTo>
                    <a:pt x="857250" y="1297940"/>
                    <a:pt x="819150" y="1639570"/>
                    <a:pt x="795020" y="1816100"/>
                  </a:cubicBezTo>
                  <a:cubicBezTo>
                    <a:pt x="777240" y="1944370"/>
                    <a:pt x="756920" y="2066290"/>
                    <a:pt x="736600" y="2146300"/>
                  </a:cubicBezTo>
                  <a:cubicBezTo>
                    <a:pt x="725170" y="2193290"/>
                    <a:pt x="718820" y="2222500"/>
                    <a:pt x="702310" y="2254250"/>
                  </a:cubicBezTo>
                  <a:cubicBezTo>
                    <a:pt x="687070" y="2284730"/>
                    <a:pt x="665480" y="2311400"/>
                    <a:pt x="643890" y="2334260"/>
                  </a:cubicBezTo>
                  <a:cubicBezTo>
                    <a:pt x="621030" y="2355850"/>
                    <a:pt x="600710" y="2372360"/>
                    <a:pt x="568960" y="2390140"/>
                  </a:cubicBezTo>
                  <a:cubicBezTo>
                    <a:pt x="523240" y="2416810"/>
                    <a:pt x="452120" y="2448560"/>
                    <a:pt x="391160" y="2463800"/>
                  </a:cubicBezTo>
                  <a:cubicBezTo>
                    <a:pt x="328930" y="2479040"/>
                    <a:pt x="259080" y="2489200"/>
                    <a:pt x="200660" y="2485390"/>
                  </a:cubicBezTo>
                  <a:cubicBezTo>
                    <a:pt x="147320" y="2481580"/>
                    <a:pt x="83820" y="2462530"/>
                    <a:pt x="53340" y="2447290"/>
                  </a:cubicBezTo>
                  <a:cubicBezTo>
                    <a:pt x="36830" y="2438400"/>
                    <a:pt x="27940" y="2432050"/>
                    <a:pt x="20320" y="2420620"/>
                  </a:cubicBezTo>
                  <a:cubicBezTo>
                    <a:pt x="10160" y="2405380"/>
                    <a:pt x="2540" y="2377440"/>
                    <a:pt x="2540" y="2359660"/>
                  </a:cubicBezTo>
                  <a:cubicBezTo>
                    <a:pt x="2540" y="2344420"/>
                    <a:pt x="8890" y="2330450"/>
                    <a:pt x="15240" y="2319020"/>
                  </a:cubicBezTo>
                  <a:cubicBezTo>
                    <a:pt x="22860" y="2307590"/>
                    <a:pt x="30480" y="2297430"/>
                    <a:pt x="46990" y="2289810"/>
                  </a:cubicBezTo>
                  <a:cubicBezTo>
                    <a:pt x="80010" y="2273300"/>
                    <a:pt x="179070" y="2279650"/>
                    <a:pt x="229870" y="2268220"/>
                  </a:cubicBezTo>
                  <a:cubicBezTo>
                    <a:pt x="266700" y="2260600"/>
                    <a:pt x="295910" y="2256790"/>
                    <a:pt x="323850" y="2240280"/>
                  </a:cubicBezTo>
                  <a:cubicBezTo>
                    <a:pt x="351790" y="2223770"/>
                    <a:pt x="372110" y="2199640"/>
                    <a:pt x="396240" y="2167890"/>
                  </a:cubicBezTo>
                  <a:cubicBezTo>
                    <a:pt x="430530" y="2124710"/>
                    <a:pt x="476250" y="2049780"/>
                    <a:pt x="499110" y="1996440"/>
                  </a:cubicBezTo>
                  <a:cubicBezTo>
                    <a:pt x="516890" y="1954530"/>
                    <a:pt x="527050" y="1927860"/>
                    <a:pt x="533400" y="1877060"/>
                  </a:cubicBezTo>
                  <a:cubicBezTo>
                    <a:pt x="543560" y="1794510"/>
                    <a:pt x="537210" y="1656080"/>
                    <a:pt x="523240" y="1540510"/>
                  </a:cubicBezTo>
                  <a:cubicBezTo>
                    <a:pt x="508000" y="1417320"/>
                    <a:pt x="469900" y="1264920"/>
                    <a:pt x="440690" y="1162050"/>
                  </a:cubicBezTo>
                  <a:cubicBezTo>
                    <a:pt x="421640" y="1089660"/>
                    <a:pt x="407670" y="1045210"/>
                    <a:pt x="379730" y="980440"/>
                  </a:cubicBezTo>
                  <a:cubicBezTo>
                    <a:pt x="345440" y="900430"/>
                    <a:pt x="288290" y="797560"/>
                    <a:pt x="243840" y="722630"/>
                  </a:cubicBezTo>
                  <a:cubicBezTo>
                    <a:pt x="207010" y="661670"/>
                    <a:pt x="160020" y="612140"/>
                    <a:pt x="135890" y="562610"/>
                  </a:cubicBezTo>
                  <a:cubicBezTo>
                    <a:pt x="118110" y="527050"/>
                    <a:pt x="110490" y="495300"/>
                    <a:pt x="102870" y="461010"/>
                  </a:cubicBezTo>
                  <a:cubicBezTo>
                    <a:pt x="95250" y="426720"/>
                    <a:pt x="91440" y="392430"/>
                    <a:pt x="90170" y="356870"/>
                  </a:cubicBezTo>
                  <a:cubicBezTo>
                    <a:pt x="88900" y="320040"/>
                    <a:pt x="92710" y="288290"/>
                    <a:pt x="97790" y="245110"/>
                  </a:cubicBezTo>
                  <a:cubicBezTo>
                    <a:pt x="105410" y="184150"/>
                    <a:pt x="93980" y="54610"/>
                    <a:pt x="134620" y="25400"/>
                  </a:cubicBezTo>
                  <a:cubicBezTo>
                    <a:pt x="170180" y="0"/>
                    <a:pt x="284480" y="20320"/>
                    <a:pt x="309880" y="55880"/>
                  </a:cubicBezTo>
                  <a:cubicBezTo>
                    <a:pt x="336550" y="93980"/>
                    <a:pt x="280670" y="194310"/>
                    <a:pt x="275590" y="259080"/>
                  </a:cubicBezTo>
                  <a:cubicBezTo>
                    <a:pt x="270510" y="316230"/>
                    <a:pt x="270510" y="375920"/>
                    <a:pt x="276860" y="422910"/>
                  </a:cubicBezTo>
                  <a:cubicBezTo>
                    <a:pt x="280670" y="458470"/>
                    <a:pt x="285750" y="487680"/>
                    <a:pt x="300990" y="514350"/>
                  </a:cubicBezTo>
                  <a:cubicBezTo>
                    <a:pt x="314960" y="542290"/>
                    <a:pt x="346710" y="560070"/>
                    <a:pt x="365760" y="584200"/>
                  </a:cubicBezTo>
                  <a:cubicBezTo>
                    <a:pt x="384810" y="609600"/>
                    <a:pt x="396240" y="633730"/>
                    <a:pt x="415290" y="665480"/>
                  </a:cubicBezTo>
                  <a:cubicBezTo>
                    <a:pt x="441960" y="711200"/>
                    <a:pt x="481330" y="778510"/>
                    <a:pt x="509270" y="838200"/>
                  </a:cubicBezTo>
                  <a:cubicBezTo>
                    <a:pt x="537210" y="895350"/>
                    <a:pt x="558800" y="943610"/>
                    <a:pt x="581660" y="1016000"/>
                  </a:cubicBezTo>
                  <a:cubicBezTo>
                    <a:pt x="617220" y="1122680"/>
                    <a:pt x="660400" y="1305560"/>
                    <a:pt x="683260" y="1419860"/>
                  </a:cubicBezTo>
                  <a:cubicBezTo>
                    <a:pt x="698500" y="1501140"/>
                    <a:pt x="707390" y="1568450"/>
                    <a:pt x="712470" y="1631950"/>
                  </a:cubicBezTo>
                  <a:cubicBezTo>
                    <a:pt x="716280" y="1681480"/>
                    <a:pt x="716280" y="1720850"/>
                    <a:pt x="715010" y="1766570"/>
                  </a:cubicBezTo>
                  <a:cubicBezTo>
                    <a:pt x="715010" y="1813560"/>
                    <a:pt x="717550" y="1859280"/>
                    <a:pt x="707390" y="1911350"/>
                  </a:cubicBezTo>
                  <a:cubicBezTo>
                    <a:pt x="695960" y="1973580"/>
                    <a:pt x="668020" y="2054860"/>
                    <a:pt x="642620" y="2110740"/>
                  </a:cubicBezTo>
                  <a:cubicBezTo>
                    <a:pt x="622300" y="2155190"/>
                    <a:pt x="604520" y="2185670"/>
                    <a:pt x="576580" y="2225040"/>
                  </a:cubicBezTo>
                  <a:cubicBezTo>
                    <a:pt x="539750" y="2274570"/>
                    <a:pt x="482600" y="2345690"/>
                    <a:pt x="433070" y="2379980"/>
                  </a:cubicBezTo>
                  <a:cubicBezTo>
                    <a:pt x="392430" y="2409190"/>
                    <a:pt x="346710" y="2420620"/>
                    <a:pt x="307340" y="2432050"/>
                  </a:cubicBezTo>
                  <a:cubicBezTo>
                    <a:pt x="271780" y="2443480"/>
                    <a:pt x="242570" y="2448560"/>
                    <a:pt x="207010" y="2452370"/>
                  </a:cubicBezTo>
                  <a:cubicBezTo>
                    <a:pt x="166370" y="2456180"/>
                    <a:pt x="104140" y="2459990"/>
                    <a:pt x="73660" y="2453640"/>
                  </a:cubicBezTo>
                  <a:cubicBezTo>
                    <a:pt x="55880" y="2449830"/>
                    <a:pt x="45720" y="2444750"/>
                    <a:pt x="34290" y="2435860"/>
                  </a:cubicBezTo>
                  <a:cubicBezTo>
                    <a:pt x="24130" y="2426970"/>
                    <a:pt x="13970" y="2415540"/>
                    <a:pt x="8890" y="2401570"/>
                  </a:cubicBezTo>
                  <a:cubicBezTo>
                    <a:pt x="2540" y="2385060"/>
                    <a:pt x="0" y="2357120"/>
                    <a:pt x="6350" y="2338070"/>
                  </a:cubicBezTo>
                  <a:cubicBezTo>
                    <a:pt x="12700" y="2320290"/>
                    <a:pt x="29210" y="2299970"/>
                    <a:pt x="46990" y="2289810"/>
                  </a:cubicBezTo>
                  <a:cubicBezTo>
                    <a:pt x="63500" y="2279650"/>
                    <a:pt x="83820" y="2279650"/>
                    <a:pt x="109220" y="2279650"/>
                  </a:cubicBezTo>
                  <a:cubicBezTo>
                    <a:pt x="144780" y="2279650"/>
                    <a:pt x="203200" y="2305050"/>
                    <a:pt x="245110" y="2306320"/>
                  </a:cubicBezTo>
                  <a:cubicBezTo>
                    <a:pt x="279400" y="2307590"/>
                    <a:pt x="309880" y="2299970"/>
                    <a:pt x="342900" y="2292350"/>
                  </a:cubicBezTo>
                  <a:cubicBezTo>
                    <a:pt x="377190" y="2283460"/>
                    <a:pt x="414020" y="2270760"/>
                    <a:pt x="444500" y="2255520"/>
                  </a:cubicBezTo>
                  <a:cubicBezTo>
                    <a:pt x="473710" y="2240280"/>
                    <a:pt x="504190" y="2225040"/>
                    <a:pt x="524510" y="2200910"/>
                  </a:cubicBezTo>
                  <a:cubicBezTo>
                    <a:pt x="543560" y="2176780"/>
                    <a:pt x="549910" y="2153920"/>
                    <a:pt x="562610" y="2113280"/>
                  </a:cubicBezTo>
                  <a:cubicBezTo>
                    <a:pt x="588010" y="2025650"/>
                    <a:pt x="612140" y="1840230"/>
                    <a:pt x="631190" y="1692910"/>
                  </a:cubicBezTo>
                  <a:cubicBezTo>
                    <a:pt x="652780" y="1530350"/>
                    <a:pt x="684530" y="1280160"/>
                    <a:pt x="680720" y="1178560"/>
                  </a:cubicBezTo>
                  <a:cubicBezTo>
                    <a:pt x="679450" y="1135380"/>
                    <a:pt x="674370" y="1115060"/>
                    <a:pt x="664210" y="1085850"/>
                  </a:cubicBezTo>
                  <a:cubicBezTo>
                    <a:pt x="654050" y="1055370"/>
                    <a:pt x="623570" y="1023620"/>
                    <a:pt x="619760" y="998220"/>
                  </a:cubicBezTo>
                  <a:cubicBezTo>
                    <a:pt x="617220" y="982980"/>
                    <a:pt x="621030" y="969010"/>
                    <a:pt x="626110" y="956310"/>
                  </a:cubicBezTo>
                  <a:cubicBezTo>
                    <a:pt x="632460" y="943610"/>
                    <a:pt x="641350" y="932180"/>
                    <a:pt x="652780" y="923290"/>
                  </a:cubicBezTo>
                  <a:cubicBezTo>
                    <a:pt x="662940" y="914400"/>
                    <a:pt x="676910" y="906780"/>
                    <a:pt x="690880" y="905510"/>
                  </a:cubicBezTo>
                  <a:cubicBezTo>
                    <a:pt x="708660" y="902970"/>
                    <a:pt x="736600" y="908050"/>
                    <a:pt x="753110" y="915670"/>
                  </a:cubicBezTo>
                  <a:cubicBezTo>
                    <a:pt x="767080" y="922020"/>
                    <a:pt x="774700" y="932180"/>
                    <a:pt x="783590" y="944880"/>
                  </a:cubicBezTo>
                  <a:cubicBezTo>
                    <a:pt x="797560" y="966470"/>
                    <a:pt x="810260" y="1003300"/>
                    <a:pt x="822960" y="1033780"/>
                  </a:cubicBezTo>
                  <a:cubicBezTo>
                    <a:pt x="835660" y="1064260"/>
                    <a:pt x="849630" y="1094740"/>
                    <a:pt x="858520" y="1126490"/>
                  </a:cubicBezTo>
                  <a:cubicBezTo>
                    <a:pt x="868680" y="1159510"/>
                    <a:pt x="871220" y="1187450"/>
                    <a:pt x="877570" y="1226820"/>
                  </a:cubicBezTo>
                  <a:cubicBezTo>
                    <a:pt x="885190" y="1283970"/>
                    <a:pt x="899160" y="1380490"/>
                    <a:pt x="900430" y="1436370"/>
                  </a:cubicBezTo>
                  <a:cubicBezTo>
                    <a:pt x="901700" y="1474470"/>
                    <a:pt x="900430" y="1494790"/>
                    <a:pt x="896620" y="1532890"/>
                  </a:cubicBezTo>
                  <a:cubicBezTo>
                    <a:pt x="891540" y="1593850"/>
                    <a:pt x="880110" y="1700530"/>
                    <a:pt x="867410" y="1765300"/>
                  </a:cubicBezTo>
                  <a:cubicBezTo>
                    <a:pt x="857250" y="1813560"/>
                    <a:pt x="849630" y="1841500"/>
                    <a:pt x="831850" y="1891030"/>
                  </a:cubicBezTo>
                  <a:cubicBezTo>
                    <a:pt x="805180" y="1965960"/>
                    <a:pt x="758190" y="2090420"/>
                    <a:pt x="713740" y="2165350"/>
                  </a:cubicBezTo>
                  <a:cubicBezTo>
                    <a:pt x="678180" y="2223770"/>
                    <a:pt x="635000" y="2277110"/>
                    <a:pt x="599440" y="2311400"/>
                  </a:cubicBezTo>
                  <a:cubicBezTo>
                    <a:pt x="574040" y="2335530"/>
                    <a:pt x="553720" y="2348230"/>
                    <a:pt x="525780" y="2362200"/>
                  </a:cubicBezTo>
                  <a:cubicBezTo>
                    <a:pt x="496570" y="2378710"/>
                    <a:pt x="469900" y="2386330"/>
                    <a:pt x="425450" y="2400300"/>
                  </a:cubicBezTo>
                  <a:cubicBezTo>
                    <a:pt x="340360" y="2425700"/>
                    <a:pt x="106680" y="2526030"/>
                    <a:pt x="46990" y="2485390"/>
                  </a:cubicBezTo>
                  <a:cubicBezTo>
                    <a:pt x="6350" y="2458720"/>
                    <a:pt x="16510" y="2308860"/>
                    <a:pt x="16510" y="2308860"/>
                  </a:cubicBezTo>
                </a:path>
              </a:pathLst>
            </a:custGeom>
            <a:solidFill>
              <a:srgbClr val="A6A6A6">
                <a:alpha val="41961"/>
              </a:srgbClr>
            </a:solidFill>
            <a:ln cap="sq">
              <a:noFill/>
              <a:prstDash val="solid"/>
              <a:miter/>
            </a:ln>
          </p:spPr>
          <p:txBody>
            <a:bodyPr/>
            <a:lstStyle/>
            <a:p>
              <a:endParaRPr lang="en-SG" sz="1088"/>
            </a:p>
          </p:txBody>
        </p:sp>
      </p:grpSp>
      <p:grpSp>
        <p:nvGrpSpPr>
          <p:cNvPr id="210" name="Group 179">
            <a:extLst>
              <a:ext uri="{FF2B5EF4-FFF2-40B4-BE49-F238E27FC236}">
                <a16:creationId xmlns:a16="http://schemas.microsoft.com/office/drawing/2014/main" id="{7E282054-6BA2-CC4C-7654-FC558154FDDB}"/>
              </a:ext>
            </a:extLst>
          </p:cNvPr>
          <p:cNvGrpSpPr/>
          <p:nvPr/>
        </p:nvGrpSpPr>
        <p:grpSpPr>
          <a:xfrm>
            <a:off x="9313421" y="1134694"/>
            <a:ext cx="470134" cy="599668"/>
            <a:chOff x="0" y="0"/>
            <a:chExt cx="783590" cy="999490"/>
          </a:xfrm>
        </p:grpSpPr>
        <p:sp>
          <p:nvSpPr>
            <p:cNvPr id="211" name="Freeform 180">
              <a:extLst>
                <a:ext uri="{FF2B5EF4-FFF2-40B4-BE49-F238E27FC236}">
                  <a16:creationId xmlns:a16="http://schemas.microsoft.com/office/drawing/2014/main" id="{F21ACF0B-06EC-EE81-0398-D01E6C4AA993}"/>
                </a:ext>
              </a:extLst>
            </p:cNvPr>
            <p:cNvSpPr/>
            <p:nvPr/>
          </p:nvSpPr>
          <p:spPr>
            <a:xfrm>
              <a:off x="49530" y="49530"/>
              <a:ext cx="685800" cy="901700"/>
            </a:xfrm>
            <a:custGeom>
              <a:avLst/>
              <a:gdLst/>
              <a:ahLst/>
              <a:cxnLst/>
              <a:rect l="l" t="t" r="r" b="b"/>
              <a:pathLst>
                <a:path w="685800" h="901700">
                  <a:moveTo>
                    <a:pt x="519430" y="312420"/>
                  </a:moveTo>
                  <a:cubicBezTo>
                    <a:pt x="463550" y="453390"/>
                    <a:pt x="441960" y="487680"/>
                    <a:pt x="408940" y="538480"/>
                  </a:cubicBezTo>
                  <a:cubicBezTo>
                    <a:pt x="351790" y="623570"/>
                    <a:pt x="205740" y="821690"/>
                    <a:pt x="158750" y="868680"/>
                  </a:cubicBezTo>
                  <a:cubicBezTo>
                    <a:pt x="143510" y="882650"/>
                    <a:pt x="138430" y="889000"/>
                    <a:pt x="123190" y="892810"/>
                  </a:cubicBezTo>
                  <a:cubicBezTo>
                    <a:pt x="106680" y="899160"/>
                    <a:pt x="78740" y="901700"/>
                    <a:pt x="60960" y="894080"/>
                  </a:cubicBezTo>
                  <a:cubicBezTo>
                    <a:pt x="41910" y="887730"/>
                    <a:pt x="22860" y="868680"/>
                    <a:pt x="12700" y="853440"/>
                  </a:cubicBezTo>
                  <a:cubicBezTo>
                    <a:pt x="5080" y="840740"/>
                    <a:pt x="2540" y="826770"/>
                    <a:pt x="1270" y="812800"/>
                  </a:cubicBezTo>
                  <a:cubicBezTo>
                    <a:pt x="1270" y="798830"/>
                    <a:pt x="3810" y="786130"/>
                    <a:pt x="11430" y="770890"/>
                  </a:cubicBezTo>
                  <a:cubicBezTo>
                    <a:pt x="24130" y="745490"/>
                    <a:pt x="50800" y="720090"/>
                    <a:pt x="85090" y="681990"/>
                  </a:cubicBezTo>
                  <a:cubicBezTo>
                    <a:pt x="154940" y="605790"/>
                    <a:pt x="344170" y="391160"/>
                    <a:pt x="414020" y="349250"/>
                  </a:cubicBezTo>
                  <a:cubicBezTo>
                    <a:pt x="439420" y="334010"/>
                    <a:pt x="455930" y="330200"/>
                    <a:pt x="474980" y="332740"/>
                  </a:cubicBezTo>
                  <a:cubicBezTo>
                    <a:pt x="494030" y="334010"/>
                    <a:pt x="518160" y="345440"/>
                    <a:pt x="532130" y="359410"/>
                  </a:cubicBezTo>
                  <a:cubicBezTo>
                    <a:pt x="544830" y="373380"/>
                    <a:pt x="556260" y="397510"/>
                    <a:pt x="556260" y="417830"/>
                  </a:cubicBezTo>
                  <a:cubicBezTo>
                    <a:pt x="557530" y="436880"/>
                    <a:pt x="549910" y="457200"/>
                    <a:pt x="535940" y="477520"/>
                  </a:cubicBezTo>
                  <a:cubicBezTo>
                    <a:pt x="515620" y="508000"/>
                    <a:pt x="455930" y="554990"/>
                    <a:pt x="427990" y="572770"/>
                  </a:cubicBezTo>
                  <a:cubicBezTo>
                    <a:pt x="412750" y="582930"/>
                    <a:pt x="402590" y="588010"/>
                    <a:pt x="389890" y="590550"/>
                  </a:cubicBezTo>
                  <a:cubicBezTo>
                    <a:pt x="375920" y="593090"/>
                    <a:pt x="359410" y="591820"/>
                    <a:pt x="346710" y="588010"/>
                  </a:cubicBezTo>
                  <a:cubicBezTo>
                    <a:pt x="334010" y="582930"/>
                    <a:pt x="320040" y="576580"/>
                    <a:pt x="311150" y="565150"/>
                  </a:cubicBezTo>
                  <a:cubicBezTo>
                    <a:pt x="298450" y="551180"/>
                    <a:pt x="285750" y="527050"/>
                    <a:pt x="284480" y="508000"/>
                  </a:cubicBezTo>
                  <a:cubicBezTo>
                    <a:pt x="284480" y="487680"/>
                    <a:pt x="290830" y="466090"/>
                    <a:pt x="303530" y="447040"/>
                  </a:cubicBezTo>
                  <a:cubicBezTo>
                    <a:pt x="322580" y="422910"/>
                    <a:pt x="372110" y="408940"/>
                    <a:pt x="398780" y="382270"/>
                  </a:cubicBezTo>
                  <a:cubicBezTo>
                    <a:pt x="424180" y="355600"/>
                    <a:pt x="440690" y="318770"/>
                    <a:pt x="458470" y="285750"/>
                  </a:cubicBezTo>
                  <a:cubicBezTo>
                    <a:pt x="474980" y="252730"/>
                    <a:pt x="497840" y="214630"/>
                    <a:pt x="502920" y="185420"/>
                  </a:cubicBezTo>
                  <a:cubicBezTo>
                    <a:pt x="505460" y="165100"/>
                    <a:pt x="488950" y="151130"/>
                    <a:pt x="495300" y="130810"/>
                  </a:cubicBezTo>
                  <a:cubicBezTo>
                    <a:pt x="506730" y="93980"/>
                    <a:pt x="585470" y="0"/>
                    <a:pt x="617220" y="1270"/>
                  </a:cubicBezTo>
                  <a:cubicBezTo>
                    <a:pt x="641350" y="2540"/>
                    <a:pt x="662940" y="45720"/>
                    <a:pt x="673100" y="74930"/>
                  </a:cubicBezTo>
                  <a:cubicBezTo>
                    <a:pt x="685800" y="106680"/>
                    <a:pt x="685800" y="148590"/>
                    <a:pt x="683260" y="185420"/>
                  </a:cubicBezTo>
                  <a:cubicBezTo>
                    <a:pt x="679450" y="220980"/>
                    <a:pt x="668020" y="252730"/>
                    <a:pt x="652780" y="292100"/>
                  </a:cubicBezTo>
                  <a:cubicBezTo>
                    <a:pt x="633730" y="341630"/>
                    <a:pt x="596900" y="416560"/>
                    <a:pt x="567690" y="458470"/>
                  </a:cubicBezTo>
                  <a:cubicBezTo>
                    <a:pt x="547370" y="486410"/>
                    <a:pt x="530860" y="502920"/>
                    <a:pt x="506730" y="523240"/>
                  </a:cubicBezTo>
                  <a:cubicBezTo>
                    <a:pt x="478790" y="546100"/>
                    <a:pt x="435610" y="574040"/>
                    <a:pt x="410210" y="584200"/>
                  </a:cubicBezTo>
                  <a:cubicBezTo>
                    <a:pt x="393700" y="590550"/>
                    <a:pt x="382270" y="593090"/>
                    <a:pt x="368300" y="591820"/>
                  </a:cubicBezTo>
                  <a:cubicBezTo>
                    <a:pt x="354330" y="590550"/>
                    <a:pt x="339090" y="586740"/>
                    <a:pt x="327660" y="579120"/>
                  </a:cubicBezTo>
                  <a:cubicBezTo>
                    <a:pt x="312420" y="568960"/>
                    <a:pt x="294640" y="547370"/>
                    <a:pt x="288290" y="528320"/>
                  </a:cubicBezTo>
                  <a:cubicBezTo>
                    <a:pt x="283210" y="510540"/>
                    <a:pt x="283210" y="487680"/>
                    <a:pt x="293370" y="466090"/>
                  </a:cubicBezTo>
                  <a:cubicBezTo>
                    <a:pt x="309880" y="430530"/>
                    <a:pt x="378460" y="369570"/>
                    <a:pt x="414020" y="349250"/>
                  </a:cubicBezTo>
                  <a:cubicBezTo>
                    <a:pt x="436880" y="336550"/>
                    <a:pt x="455930" y="330200"/>
                    <a:pt x="474980" y="332740"/>
                  </a:cubicBezTo>
                  <a:cubicBezTo>
                    <a:pt x="494030" y="334010"/>
                    <a:pt x="518160" y="345440"/>
                    <a:pt x="532130" y="359410"/>
                  </a:cubicBezTo>
                  <a:cubicBezTo>
                    <a:pt x="544830" y="373380"/>
                    <a:pt x="556260" y="397510"/>
                    <a:pt x="556260" y="417830"/>
                  </a:cubicBezTo>
                  <a:cubicBezTo>
                    <a:pt x="557530" y="436880"/>
                    <a:pt x="552450" y="450850"/>
                    <a:pt x="535940" y="477520"/>
                  </a:cubicBezTo>
                  <a:cubicBezTo>
                    <a:pt x="487680" y="556260"/>
                    <a:pt x="220980" y="836930"/>
                    <a:pt x="142240" y="882650"/>
                  </a:cubicBezTo>
                  <a:cubicBezTo>
                    <a:pt x="116840" y="897890"/>
                    <a:pt x="101600" y="901700"/>
                    <a:pt x="81280" y="899160"/>
                  </a:cubicBezTo>
                  <a:cubicBezTo>
                    <a:pt x="62230" y="897890"/>
                    <a:pt x="38100" y="885190"/>
                    <a:pt x="25400" y="871220"/>
                  </a:cubicBezTo>
                  <a:cubicBezTo>
                    <a:pt x="11430" y="857250"/>
                    <a:pt x="2540" y="830580"/>
                    <a:pt x="1270" y="812800"/>
                  </a:cubicBezTo>
                  <a:cubicBezTo>
                    <a:pt x="0" y="797560"/>
                    <a:pt x="2540" y="789940"/>
                    <a:pt x="11430" y="770890"/>
                  </a:cubicBezTo>
                  <a:cubicBezTo>
                    <a:pt x="38100" y="712470"/>
                    <a:pt x="203200" y="523240"/>
                    <a:pt x="256540" y="445770"/>
                  </a:cubicBezTo>
                  <a:cubicBezTo>
                    <a:pt x="284480" y="406400"/>
                    <a:pt x="299720" y="384810"/>
                    <a:pt x="316230" y="351790"/>
                  </a:cubicBezTo>
                  <a:cubicBezTo>
                    <a:pt x="331470" y="318770"/>
                    <a:pt x="325120" y="262890"/>
                    <a:pt x="350520" y="250190"/>
                  </a:cubicBezTo>
                  <a:cubicBezTo>
                    <a:pt x="383540" y="234950"/>
                    <a:pt x="519430" y="312420"/>
                    <a:pt x="519430" y="312420"/>
                  </a:cubicBezTo>
                </a:path>
              </a:pathLst>
            </a:custGeom>
            <a:solidFill>
              <a:srgbClr val="A6A6A6">
                <a:alpha val="41961"/>
              </a:srgbClr>
            </a:solidFill>
            <a:ln cap="sq">
              <a:noFill/>
              <a:prstDash val="solid"/>
              <a:miter/>
            </a:ln>
          </p:spPr>
          <p:txBody>
            <a:bodyPr/>
            <a:lstStyle/>
            <a:p>
              <a:endParaRPr lang="en-SG" sz="1088"/>
            </a:p>
          </p:txBody>
        </p:sp>
      </p:grpSp>
      <p:grpSp>
        <p:nvGrpSpPr>
          <p:cNvPr id="212" name="Group 181">
            <a:extLst>
              <a:ext uri="{FF2B5EF4-FFF2-40B4-BE49-F238E27FC236}">
                <a16:creationId xmlns:a16="http://schemas.microsoft.com/office/drawing/2014/main" id="{804B310C-01D5-5E34-323B-38D97FB2C4F8}"/>
              </a:ext>
            </a:extLst>
          </p:cNvPr>
          <p:cNvGrpSpPr/>
          <p:nvPr/>
        </p:nvGrpSpPr>
        <p:grpSpPr>
          <a:xfrm>
            <a:off x="8581934" y="1257371"/>
            <a:ext cx="452608" cy="460228"/>
            <a:chOff x="0" y="0"/>
            <a:chExt cx="754380" cy="767080"/>
          </a:xfrm>
        </p:grpSpPr>
        <p:sp>
          <p:nvSpPr>
            <p:cNvPr id="213" name="Freeform 182">
              <a:extLst>
                <a:ext uri="{FF2B5EF4-FFF2-40B4-BE49-F238E27FC236}">
                  <a16:creationId xmlns:a16="http://schemas.microsoft.com/office/drawing/2014/main" id="{BE855730-7B21-0C15-BFD6-B1DB65C3579C}"/>
                </a:ext>
              </a:extLst>
            </p:cNvPr>
            <p:cNvSpPr/>
            <p:nvPr/>
          </p:nvSpPr>
          <p:spPr>
            <a:xfrm>
              <a:off x="49530" y="48260"/>
              <a:ext cx="661670" cy="678180"/>
            </a:xfrm>
            <a:custGeom>
              <a:avLst/>
              <a:gdLst/>
              <a:ahLst/>
              <a:cxnLst/>
              <a:rect l="l" t="t" r="r" b="b"/>
              <a:pathLst>
                <a:path w="661670" h="678180">
                  <a:moveTo>
                    <a:pt x="474980" y="353060"/>
                  </a:moveTo>
                  <a:cubicBezTo>
                    <a:pt x="241300" y="281940"/>
                    <a:pt x="119380" y="320040"/>
                    <a:pt x="68580" y="306070"/>
                  </a:cubicBezTo>
                  <a:cubicBezTo>
                    <a:pt x="43180" y="299720"/>
                    <a:pt x="27940" y="284480"/>
                    <a:pt x="16510" y="270510"/>
                  </a:cubicBezTo>
                  <a:cubicBezTo>
                    <a:pt x="7620" y="259080"/>
                    <a:pt x="2540" y="246380"/>
                    <a:pt x="1270" y="231140"/>
                  </a:cubicBezTo>
                  <a:cubicBezTo>
                    <a:pt x="0" y="213360"/>
                    <a:pt x="6350" y="185420"/>
                    <a:pt x="16510" y="170180"/>
                  </a:cubicBezTo>
                  <a:cubicBezTo>
                    <a:pt x="24130" y="157480"/>
                    <a:pt x="31750" y="149860"/>
                    <a:pt x="48260" y="140970"/>
                  </a:cubicBezTo>
                  <a:cubicBezTo>
                    <a:pt x="78740" y="124460"/>
                    <a:pt x="148590" y="118110"/>
                    <a:pt x="201930" y="97790"/>
                  </a:cubicBezTo>
                  <a:cubicBezTo>
                    <a:pt x="262890" y="74930"/>
                    <a:pt x="349250" y="19050"/>
                    <a:pt x="393700" y="7620"/>
                  </a:cubicBezTo>
                  <a:cubicBezTo>
                    <a:pt x="415290" y="1270"/>
                    <a:pt x="429260" y="0"/>
                    <a:pt x="444500" y="2540"/>
                  </a:cubicBezTo>
                  <a:cubicBezTo>
                    <a:pt x="459740" y="6350"/>
                    <a:pt x="472440" y="12700"/>
                    <a:pt x="483870" y="21590"/>
                  </a:cubicBezTo>
                  <a:cubicBezTo>
                    <a:pt x="494030" y="30480"/>
                    <a:pt x="504190" y="43180"/>
                    <a:pt x="509270" y="54610"/>
                  </a:cubicBezTo>
                  <a:cubicBezTo>
                    <a:pt x="514350" y="67310"/>
                    <a:pt x="516890" y="83820"/>
                    <a:pt x="515620" y="97790"/>
                  </a:cubicBezTo>
                  <a:cubicBezTo>
                    <a:pt x="515620" y="110490"/>
                    <a:pt x="510540" y="125730"/>
                    <a:pt x="502920" y="137160"/>
                  </a:cubicBezTo>
                  <a:cubicBezTo>
                    <a:pt x="495300" y="149860"/>
                    <a:pt x="487680" y="156210"/>
                    <a:pt x="472440" y="167640"/>
                  </a:cubicBezTo>
                  <a:cubicBezTo>
                    <a:pt x="434340" y="193040"/>
                    <a:pt x="298450" y="287020"/>
                    <a:pt x="264160" y="269240"/>
                  </a:cubicBezTo>
                  <a:cubicBezTo>
                    <a:pt x="241300" y="257810"/>
                    <a:pt x="234950" y="162560"/>
                    <a:pt x="246380" y="156210"/>
                  </a:cubicBezTo>
                  <a:cubicBezTo>
                    <a:pt x="259080" y="148590"/>
                    <a:pt x="309880" y="203200"/>
                    <a:pt x="345440" y="237490"/>
                  </a:cubicBezTo>
                  <a:cubicBezTo>
                    <a:pt x="393700" y="283210"/>
                    <a:pt x="448310" y="363220"/>
                    <a:pt x="502920" y="411480"/>
                  </a:cubicBezTo>
                  <a:cubicBezTo>
                    <a:pt x="551180" y="453390"/>
                    <a:pt x="643890" y="473710"/>
                    <a:pt x="654050" y="516890"/>
                  </a:cubicBezTo>
                  <a:cubicBezTo>
                    <a:pt x="661670" y="558800"/>
                    <a:pt x="604520" y="659130"/>
                    <a:pt x="560070" y="668020"/>
                  </a:cubicBezTo>
                  <a:cubicBezTo>
                    <a:pt x="501650" y="678180"/>
                    <a:pt x="389890" y="553720"/>
                    <a:pt x="316230" y="482600"/>
                  </a:cubicBezTo>
                  <a:cubicBezTo>
                    <a:pt x="243840" y="411480"/>
                    <a:pt x="125730" y="316230"/>
                    <a:pt x="123190" y="243840"/>
                  </a:cubicBezTo>
                  <a:cubicBezTo>
                    <a:pt x="120650" y="189230"/>
                    <a:pt x="181610" y="133350"/>
                    <a:pt x="226060" y="93980"/>
                  </a:cubicBezTo>
                  <a:cubicBezTo>
                    <a:pt x="274320" y="53340"/>
                    <a:pt x="358140" y="13970"/>
                    <a:pt x="402590" y="5080"/>
                  </a:cubicBezTo>
                  <a:cubicBezTo>
                    <a:pt x="427990" y="0"/>
                    <a:pt x="448310" y="3810"/>
                    <a:pt x="464820" y="10160"/>
                  </a:cubicBezTo>
                  <a:cubicBezTo>
                    <a:pt x="478790" y="15240"/>
                    <a:pt x="490220" y="25400"/>
                    <a:pt x="499110" y="36830"/>
                  </a:cubicBezTo>
                  <a:cubicBezTo>
                    <a:pt x="506730" y="48260"/>
                    <a:pt x="513080" y="62230"/>
                    <a:pt x="515620" y="76200"/>
                  </a:cubicBezTo>
                  <a:cubicBezTo>
                    <a:pt x="518160" y="88900"/>
                    <a:pt x="516890" y="105410"/>
                    <a:pt x="511810" y="118110"/>
                  </a:cubicBezTo>
                  <a:cubicBezTo>
                    <a:pt x="508000" y="130810"/>
                    <a:pt x="504190" y="140970"/>
                    <a:pt x="488950" y="153670"/>
                  </a:cubicBezTo>
                  <a:cubicBezTo>
                    <a:pt x="448310" y="190500"/>
                    <a:pt x="275590" y="265430"/>
                    <a:pt x="200660" y="289560"/>
                  </a:cubicBezTo>
                  <a:cubicBezTo>
                    <a:pt x="156210" y="303530"/>
                    <a:pt x="118110" y="309880"/>
                    <a:pt x="90170" y="308610"/>
                  </a:cubicBezTo>
                  <a:cubicBezTo>
                    <a:pt x="72390" y="308610"/>
                    <a:pt x="60960" y="306070"/>
                    <a:pt x="48260" y="298450"/>
                  </a:cubicBezTo>
                  <a:cubicBezTo>
                    <a:pt x="33020" y="289560"/>
                    <a:pt x="13970" y="270510"/>
                    <a:pt x="6350" y="251460"/>
                  </a:cubicBezTo>
                  <a:cubicBezTo>
                    <a:pt x="0" y="233680"/>
                    <a:pt x="1270" y="205740"/>
                    <a:pt x="6350" y="189230"/>
                  </a:cubicBezTo>
                  <a:cubicBezTo>
                    <a:pt x="10160" y="175260"/>
                    <a:pt x="20320" y="162560"/>
                    <a:pt x="30480" y="153670"/>
                  </a:cubicBezTo>
                  <a:cubicBezTo>
                    <a:pt x="40640" y="144780"/>
                    <a:pt x="49530" y="139700"/>
                    <a:pt x="67310" y="133350"/>
                  </a:cubicBezTo>
                  <a:cubicBezTo>
                    <a:pt x="106680" y="121920"/>
                    <a:pt x="204470" y="109220"/>
                    <a:pt x="259080" y="109220"/>
                  </a:cubicBezTo>
                  <a:cubicBezTo>
                    <a:pt x="299720" y="109220"/>
                    <a:pt x="328930" y="114300"/>
                    <a:pt x="364490" y="123190"/>
                  </a:cubicBezTo>
                  <a:cubicBezTo>
                    <a:pt x="402590" y="132080"/>
                    <a:pt x="447040" y="149860"/>
                    <a:pt x="480060" y="162560"/>
                  </a:cubicBezTo>
                  <a:cubicBezTo>
                    <a:pt x="505460" y="171450"/>
                    <a:pt x="537210" y="168910"/>
                    <a:pt x="544830" y="187960"/>
                  </a:cubicBezTo>
                  <a:cubicBezTo>
                    <a:pt x="557530" y="217170"/>
                    <a:pt x="474980" y="353060"/>
                    <a:pt x="474980" y="353060"/>
                  </a:cubicBezTo>
                </a:path>
              </a:pathLst>
            </a:custGeom>
            <a:solidFill>
              <a:srgbClr val="A6A6A6">
                <a:alpha val="41961"/>
              </a:srgbClr>
            </a:solidFill>
            <a:ln cap="sq">
              <a:noFill/>
              <a:prstDash val="solid"/>
              <a:miter/>
            </a:ln>
          </p:spPr>
          <p:txBody>
            <a:bodyPr/>
            <a:lstStyle/>
            <a:p>
              <a:endParaRPr lang="en-SG" sz="1088"/>
            </a:p>
          </p:txBody>
        </p:sp>
      </p:grpSp>
      <p:grpSp>
        <p:nvGrpSpPr>
          <p:cNvPr id="214" name="Group 183">
            <a:extLst>
              <a:ext uri="{FF2B5EF4-FFF2-40B4-BE49-F238E27FC236}">
                <a16:creationId xmlns:a16="http://schemas.microsoft.com/office/drawing/2014/main" id="{7DCF11C3-D0BD-4760-EBC3-E1275648B39B}"/>
              </a:ext>
            </a:extLst>
          </p:cNvPr>
          <p:cNvGrpSpPr/>
          <p:nvPr/>
        </p:nvGrpSpPr>
        <p:grpSpPr>
          <a:xfrm>
            <a:off x="8831097" y="1477582"/>
            <a:ext cx="400794" cy="376411"/>
            <a:chOff x="0" y="0"/>
            <a:chExt cx="668020" cy="627380"/>
          </a:xfrm>
        </p:grpSpPr>
        <p:sp>
          <p:nvSpPr>
            <p:cNvPr id="215" name="Freeform 184">
              <a:extLst>
                <a:ext uri="{FF2B5EF4-FFF2-40B4-BE49-F238E27FC236}">
                  <a16:creationId xmlns:a16="http://schemas.microsoft.com/office/drawing/2014/main" id="{587748E0-2F81-D2B9-7C74-BD0AE45531DC}"/>
                </a:ext>
              </a:extLst>
            </p:cNvPr>
            <p:cNvSpPr/>
            <p:nvPr/>
          </p:nvSpPr>
          <p:spPr>
            <a:xfrm>
              <a:off x="31750" y="50800"/>
              <a:ext cx="599440" cy="525780"/>
            </a:xfrm>
            <a:custGeom>
              <a:avLst/>
              <a:gdLst/>
              <a:ahLst/>
              <a:cxnLst/>
              <a:rect l="l" t="t" r="r" b="b"/>
              <a:pathLst>
                <a:path w="599440" h="525780">
                  <a:moveTo>
                    <a:pt x="189230" y="0"/>
                  </a:moveTo>
                  <a:cubicBezTo>
                    <a:pt x="289560" y="224790"/>
                    <a:pt x="314960" y="250190"/>
                    <a:pt x="341630" y="275590"/>
                  </a:cubicBezTo>
                  <a:cubicBezTo>
                    <a:pt x="365760" y="299720"/>
                    <a:pt x="391160" y="328930"/>
                    <a:pt x="419100" y="336550"/>
                  </a:cubicBezTo>
                  <a:cubicBezTo>
                    <a:pt x="445770" y="344170"/>
                    <a:pt x="480060" y="311150"/>
                    <a:pt x="504190" y="323850"/>
                  </a:cubicBezTo>
                  <a:cubicBezTo>
                    <a:pt x="539750" y="341630"/>
                    <a:pt x="599440" y="448310"/>
                    <a:pt x="585470" y="481330"/>
                  </a:cubicBezTo>
                  <a:cubicBezTo>
                    <a:pt x="572770" y="511810"/>
                    <a:pt x="490220" y="524510"/>
                    <a:pt x="445770" y="525780"/>
                  </a:cubicBezTo>
                  <a:cubicBezTo>
                    <a:pt x="405130" y="525780"/>
                    <a:pt x="370840" y="511810"/>
                    <a:pt x="331470" y="491490"/>
                  </a:cubicBezTo>
                  <a:cubicBezTo>
                    <a:pt x="280670" y="464820"/>
                    <a:pt x="214630" y="403860"/>
                    <a:pt x="175260" y="361950"/>
                  </a:cubicBezTo>
                  <a:cubicBezTo>
                    <a:pt x="146050" y="330200"/>
                    <a:pt x="130810" y="308610"/>
                    <a:pt x="109220" y="269240"/>
                  </a:cubicBezTo>
                  <a:cubicBezTo>
                    <a:pt x="78740" y="214630"/>
                    <a:pt x="0" y="104140"/>
                    <a:pt x="19050" y="59690"/>
                  </a:cubicBezTo>
                  <a:cubicBezTo>
                    <a:pt x="36830" y="19050"/>
                    <a:pt x="189230" y="0"/>
                    <a:pt x="189230" y="0"/>
                  </a:cubicBezTo>
                </a:path>
              </a:pathLst>
            </a:custGeom>
            <a:solidFill>
              <a:srgbClr val="A6A6A6">
                <a:alpha val="41961"/>
              </a:srgbClr>
            </a:solidFill>
            <a:ln cap="sq">
              <a:noFill/>
              <a:prstDash val="solid"/>
              <a:miter/>
            </a:ln>
          </p:spPr>
          <p:txBody>
            <a:bodyPr/>
            <a:lstStyle/>
            <a:p>
              <a:endParaRPr lang="en-SG" sz="1088"/>
            </a:p>
          </p:txBody>
        </p:sp>
      </p:grpSp>
      <p:grpSp>
        <p:nvGrpSpPr>
          <p:cNvPr id="216" name="Group 185">
            <a:extLst>
              <a:ext uri="{FF2B5EF4-FFF2-40B4-BE49-F238E27FC236}">
                <a16:creationId xmlns:a16="http://schemas.microsoft.com/office/drawing/2014/main" id="{D1E31E37-D1CF-1D41-D893-04882C7C01E9}"/>
              </a:ext>
            </a:extLst>
          </p:cNvPr>
          <p:cNvGrpSpPr/>
          <p:nvPr/>
        </p:nvGrpSpPr>
        <p:grpSpPr>
          <a:xfrm>
            <a:off x="4593040" y="3262867"/>
            <a:ext cx="1335727" cy="973031"/>
            <a:chOff x="0" y="0"/>
            <a:chExt cx="2226310" cy="1621790"/>
          </a:xfrm>
        </p:grpSpPr>
        <p:sp>
          <p:nvSpPr>
            <p:cNvPr id="217" name="Freeform 186">
              <a:extLst>
                <a:ext uri="{FF2B5EF4-FFF2-40B4-BE49-F238E27FC236}">
                  <a16:creationId xmlns:a16="http://schemas.microsoft.com/office/drawing/2014/main" id="{638BD931-9E2D-623B-B869-F9F38A43965F}"/>
                </a:ext>
              </a:extLst>
            </p:cNvPr>
            <p:cNvSpPr/>
            <p:nvPr/>
          </p:nvSpPr>
          <p:spPr>
            <a:xfrm>
              <a:off x="40640" y="48260"/>
              <a:ext cx="2137410" cy="1525270"/>
            </a:xfrm>
            <a:custGeom>
              <a:avLst/>
              <a:gdLst/>
              <a:ahLst/>
              <a:cxnLst/>
              <a:rect l="l" t="t" r="r" b="b"/>
              <a:pathLst>
                <a:path w="2137410" h="1525270">
                  <a:moveTo>
                    <a:pt x="977900" y="274320"/>
                  </a:moveTo>
                  <a:cubicBezTo>
                    <a:pt x="825500" y="354330"/>
                    <a:pt x="755650" y="443230"/>
                    <a:pt x="703580" y="450850"/>
                  </a:cubicBezTo>
                  <a:cubicBezTo>
                    <a:pt x="666750" y="455930"/>
                    <a:pt x="637540" y="420370"/>
                    <a:pt x="601980" y="414020"/>
                  </a:cubicBezTo>
                  <a:cubicBezTo>
                    <a:pt x="567690" y="407670"/>
                    <a:pt x="519430" y="394970"/>
                    <a:pt x="495300" y="410210"/>
                  </a:cubicBezTo>
                  <a:cubicBezTo>
                    <a:pt x="471170" y="425450"/>
                    <a:pt x="453390" y="471170"/>
                    <a:pt x="455930" y="502920"/>
                  </a:cubicBezTo>
                  <a:cubicBezTo>
                    <a:pt x="461010" y="542290"/>
                    <a:pt x="506730" y="591820"/>
                    <a:pt x="543560" y="624840"/>
                  </a:cubicBezTo>
                  <a:cubicBezTo>
                    <a:pt x="581660" y="660400"/>
                    <a:pt x="640080" y="695960"/>
                    <a:pt x="684530" y="709930"/>
                  </a:cubicBezTo>
                  <a:cubicBezTo>
                    <a:pt x="717550" y="720090"/>
                    <a:pt x="778510" y="722630"/>
                    <a:pt x="779780" y="716280"/>
                  </a:cubicBezTo>
                  <a:cubicBezTo>
                    <a:pt x="782320" y="707390"/>
                    <a:pt x="711200" y="659130"/>
                    <a:pt x="678180" y="657860"/>
                  </a:cubicBezTo>
                  <a:cubicBezTo>
                    <a:pt x="647700" y="655320"/>
                    <a:pt x="624840" y="685800"/>
                    <a:pt x="589280" y="694690"/>
                  </a:cubicBezTo>
                  <a:cubicBezTo>
                    <a:pt x="537210" y="707390"/>
                    <a:pt x="443230" y="701040"/>
                    <a:pt x="391160" y="711200"/>
                  </a:cubicBezTo>
                  <a:cubicBezTo>
                    <a:pt x="355600" y="717550"/>
                    <a:pt x="316230" y="717550"/>
                    <a:pt x="302260" y="737870"/>
                  </a:cubicBezTo>
                  <a:cubicBezTo>
                    <a:pt x="288290" y="758190"/>
                    <a:pt x="298450" y="797560"/>
                    <a:pt x="306070" y="828040"/>
                  </a:cubicBezTo>
                  <a:cubicBezTo>
                    <a:pt x="313690" y="863600"/>
                    <a:pt x="327660" y="908050"/>
                    <a:pt x="351790" y="937260"/>
                  </a:cubicBezTo>
                  <a:cubicBezTo>
                    <a:pt x="374650" y="966470"/>
                    <a:pt x="415290" y="1002030"/>
                    <a:pt x="445770" y="1002030"/>
                  </a:cubicBezTo>
                  <a:cubicBezTo>
                    <a:pt x="476250" y="1002030"/>
                    <a:pt x="530860" y="965200"/>
                    <a:pt x="533400" y="942340"/>
                  </a:cubicBezTo>
                  <a:cubicBezTo>
                    <a:pt x="534670" y="915670"/>
                    <a:pt x="469900" y="890270"/>
                    <a:pt x="434340" y="850900"/>
                  </a:cubicBezTo>
                  <a:cubicBezTo>
                    <a:pt x="381000" y="791210"/>
                    <a:pt x="304800" y="617220"/>
                    <a:pt x="256540" y="612140"/>
                  </a:cubicBezTo>
                  <a:cubicBezTo>
                    <a:pt x="231140" y="608330"/>
                    <a:pt x="201930" y="642620"/>
                    <a:pt x="187960" y="670560"/>
                  </a:cubicBezTo>
                  <a:cubicBezTo>
                    <a:pt x="172720" y="703580"/>
                    <a:pt x="184150" y="762000"/>
                    <a:pt x="185420" y="805180"/>
                  </a:cubicBezTo>
                  <a:cubicBezTo>
                    <a:pt x="186690" y="844550"/>
                    <a:pt x="187960" y="882650"/>
                    <a:pt x="194310" y="916940"/>
                  </a:cubicBezTo>
                  <a:cubicBezTo>
                    <a:pt x="199390" y="949960"/>
                    <a:pt x="218440" y="982980"/>
                    <a:pt x="219710" y="1008380"/>
                  </a:cubicBezTo>
                  <a:cubicBezTo>
                    <a:pt x="222250" y="1024890"/>
                    <a:pt x="220980" y="1036320"/>
                    <a:pt x="215900" y="1050290"/>
                  </a:cubicBezTo>
                  <a:cubicBezTo>
                    <a:pt x="208280" y="1066800"/>
                    <a:pt x="189230" y="1088390"/>
                    <a:pt x="173990" y="1097280"/>
                  </a:cubicBezTo>
                  <a:cubicBezTo>
                    <a:pt x="161290" y="1104900"/>
                    <a:pt x="146050" y="1107440"/>
                    <a:pt x="132080" y="1108710"/>
                  </a:cubicBezTo>
                  <a:cubicBezTo>
                    <a:pt x="119380" y="1108710"/>
                    <a:pt x="104140" y="1104900"/>
                    <a:pt x="91440" y="1098550"/>
                  </a:cubicBezTo>
                  <a:cubicBezTo>
                    <a:pt x="78740" y="1092200"/>
                    <a:pt x="67310" y="1085850"/>
                    <a:pt x="59690" y="1070610"/>
                  </a:cubicBezTo>
                  <a:cubicBezTo>
                    <a:pt x="40640" y="1033780"/>
                    <a:pt x="44450" y="932180"/>
                    <a:pt x="41910" y="859790"/>
                  </a:cubicBezTo>
                  <a:cubicBezTo>
                    <a:pt x="39370" y="779780"/>
                    <a:pt x="38100" y="690880"/>
                    <a:pt x="48260" y="608330"/>
                  </a:cubicBezTo>
                  <a:cubicBezTo>
                    <a:pt x="59690" y="528320"/>
                    <a:pt x="91440" y="448310"/>
                    <a:pt x="105410" y="373380"/>
                  </a:cubicBezTo>
                  <a:cubicBezTo>
                    <a:pt x="119380" y="303530"/>
                    <a:pt x="115570" y="214630"/>
                    <a:pt x="133350" y="171450"/>
                  </a:cubicBezTo>
                  <a:cubicBezTo>
                    <a:pt x="143510" y="147320"/>
                    <a:pt x="154940" y="132080"/>
                    <a:pt x="171450" y="120650"/>
                  </a:cubicBezTo>
                  <a:cubicBezTo>
                    <a:pt x="187960" y="110490"/>
                    <a:pt x="214630" y="105410"/>
                    <a:pt x="233680" y="109220"/>
                  </a:cubicBezTo>
                  <a:cubicBezTo>
                    <a:pt x="252730" y="111760"/>
                    <a:pt x="275590" y="125730"/>
                    <a:pt x="288290" y="140970"/>
                  </a:cubicBezTo>
                  <a:cubicBezTo>
                    <a:pt x="300990" y="156210"/>
                    <a:pt x="307340" y="177800"/>
                    <a:pt x="307340" y="200660"/>
                  </a:cubicBezTo>
                  <a:cubicBezTo>
                    <a:pt x="307340" y="228600"/>
                    <a:pt x="285750" y="257810"/>
                    <a:pt x="276860" y="297180"/>
                  </a:cubicBezTo>
                  <a:cubicBezTo>
                    <a:pt x="262890" y="356870"/>
                    <a:pt x="247650" y="435610"/>
                    <a:pt x="240030" y="527050"/>
                  </a:cubicBezTo>
                  <a:cubicBezTo>
                    <a:pt x="231140" y="656590"/>
                    <a:pt x="231140" y="902970"/>
                    <a:pt x="245110" y="1002030"/>
                  </a:cubicBezTo>
                  <a:cubicBezTo>
                    <a:pt x="252730" y="1049020"/>
                    <a:pt x="259080" y="1075690"/>
                    <a:pt x="274320" y="1103630"/>
                  </a:cubicBezTo>
                  <a:cubicBezTo>
                    <a:pt x="289560" y="1130300"/>
                    <a:pt x="304800" y="1146810"/>
                    <a:pt x="336550" y="1169670"/>
                  </a:cubicBezTo>
                  <a:cubicBezTo>
                    <a:pt x="396240" y="1212850"/>
                    <a:pt x="566420" y="1283970"/>
                    <a:pt x="638810" y="1311910"/>
                  </a:cubicBezTo>
                  <a:cubicBezTo>
                    <a:pt x="676910" y="1327150"/>
                    <a:pt x="699770" y="1333500"/>
                    <a:pt x="731520" y="1339850"/>
                  </a:cubicBezTo>
                  <a:cubicBezTo>
                    <a:pt x="762000" y="1346200"/>
                    <a:pt x="783590" y="1348740"/>
                    <a:pt x="828040" y="1347470"/>
                  </a:cubicBezTo>
                  <a:cubicBezTo>
                    <a:pt x="919480" y="1344930"/>
                    <a:pt x="1154430" y="1310640"/>
                    <a:pt x="1256030" y="1286510"/>
                  </a:cubicBezTo>
                  <a:cubicBezTo>
                    <a:pt x="1313180" y="1271270"/>
                    <a:pt x="1348740" y="1259840"/>
                    <a:pt x="1388110" y="1239520"/>
                  </a:cubicBezTo>
                  <a:cubicBezTo>
                    <a:pt x="1423670" y="1220470"/>
                    <a:pt x="1451610" y="1197610"/>
                    <a:pt x="1480820" y="1170940"/>
                  </a:cubicBezTo>
                  <a:cubicBezTo>
                    <a:pt x="1513840" y="1141730"/>
                    <a:pt x="1543050" y="1113790"/>
                    <a:pt x="1574800" y="1069340"/>
                  </a:cubicBezTo>
                  <a:cubicBezTo>
                    <a:pt x="1623060" y="1005840"/>
                    <a:pt x="1684020" y="902970"/>
                    <a:pt x="1727200" y="816610"/>
                  </a:cubicBezTo>
                  <a:cubicBezTo>
                    <a:pt x="1769110" y="734060"/>
                    <a:pt x="1803400" y="647700"/>
                    <a:pt x="1832610" y="563880"/>
                  </a:cubicBezTo>
                  <a:cubicBezTo>
                    <a:pt x="1860550" y="486410"/>
                    <a:pt x="1884680" y="397510"/>
                    <a:pt x="1899920" y="335280"/>
                  </a:cubicBezTo>
                  <a:cubicBezTo>
                    <a:pt x="1910080" y="293370"/>
                    <a:pt x="1917700" y="267970"/>
                    <a:pt x="1921510" y="228600"/>
                  </a:cubicBezTo>
                  <a:cubicBezTo>
                    <a:pt x="1924050" y="179070"/>
                    <a:pt x="1897380" y="96520"/>
                    <a:pt x="1910080" y="59690"/>
                  </a:cubicBezTo>
                  <a:cubicBezTo>
                    <a:pt x="1917700" y="36830"/>
                    <a:pt x="1934210" y="20320"/>
                    <a:pt x="1950720" y="11430"/>
                  </a:cubicBezTo>
                  <a:cubicBezTo>
                    <a:pt x="1968500" y="1270"/>
                    <a:pt x="1995170" y="0"/>
                    <a:pt x="2012950" y="2540"/>
                  </a:cubicBezTo>
                  <a:cubicBezTo>
                    <a:pt x="2028190" y="5080"/>
                    <a:pt x="2040890" y="12700"/>
                    <a:pt x="2051050" y="21590"/>
                  </a:cubicBezTo>
                  <a:cubicBezTo>
                    <a:pt x="2061210" y="30480"/>
                    <a:pt x="2071370" y="39370"/>
                    <a:pt x="2076450" y="55880"/>
                  </a:cubicBezTo>
                  <a:cubicBezTo>
                    <a:pt x="2085340" y="85090"/>
                    <a:pt x="2082800" y="139700"/>
                    <a:pt x="2078990" y="187960"/>
                  </a:cubicBezTo>
                  <a:cubicBezTo>
                    <a:pt x="2073910" y="247650"/>
                    <a:pt x="2059940" y="326390"/>
                    <a:pt x="2043430" y="384810"/>
                  </a:cubicBezTo>
                  <a:cubicBezTo>
                    <a:pt x="2029460" y="433070"/>
                    <a:pt x="2019300" y="462280"/>
                    <a:pt x="1992630" y="514350"/>
                  </a:cubicBezTo>
                  <a:cubicBezTo>
                    <a:pt x="1948180" y="605790"/>
                    <a:pt x="1849120" y="772160"/>
                    <a:pt x="1772920" y="875030"/>
                  </a:cubicBezTo>
                  <a:cubicBezTo>
                    <a:pt x="1709420" y="962660"/>
                    <a:pt x="1633220" y="1042670"/>
                    <a:pt x="1576070" y="1099820"/>
                  </a:cubicBezTo>
                  <a:cubicBezTo>
                    <a:pt x="1537970" y="1139190"/>
                    <a:pt x="1507490" y="1163320"/>
                    <a:pt x="1471930" y="1191260"/>
                  </a:cubicBezTo>
                  <a:cubicBezTo>
                    <a:pt x="1437640" y="1216660"/>
                    <a:pt x="1408430" y="1239520"/>
                    <a:pt x="1366520" y="1262380"/>
                  </a:cubicBezTo>
                  <a:cubicBezTo>
                    <a:pt x="1308100" y="1295400"/>
                    <a:pt x="1225550" y="1337310"/>
                    <a:pt x="1154430" y="1356360"/>
                  </a:cubicBezTo>
                  <a:cubicBezTo>
                    <a:pt x="1087120" y="1374140"/>
                    <a:pt x="1008380" y="1384300"/>
                    <a:pt x="952500" y="1380490"/>
                  </a:cubicBezTo>
                  <a:cubicBezTo>
                    <a:pt x="913130" y="1377950"/>
                    <a:pt x="887730" y="1367790"/>
                    <a:pt x="850900" y="1352550"/>
                  </a:cubicBezTo>
                  <a:cubicBezTo>
                    <a:pt x="801370" y="1330960"/>
                    <a:pt x="728980" y="1283970"/>
                    <a:pt x="689610" y="1256030"/>
                  </a:cubicBezTo>
                  <a:cubicBezTo>
                    <a:pt x="665480" y="1236980"/>
                    <a:pt x="646430" y="1224280"/>
                    <a:pt x="633730" y="1205230"/>
                  </a:cubicBezTo>
                  <a:cubicBezTo>
                    <a:pt x="623570" y="1187450"/>
                    <a:pt x="614680" y="1164590"/>
                    <a:pt x="617220" y="1144270"/>
                  </a:cubicBezTo>
                  <a:cubicBezTo>
                    <a:pt x="618490" y="1125220"/>
                    <a:pt x="629920" y="1101090"/>
                    <a:pt x="643890" y="1087120"/>
                  </a:cubicBezTo>
                  <a:cubicBezTo>
                    <a:pt x="657860" y="1074420"/>
                    <a:pt x="683260" y="1064260"/>
                    <a:pt x="701040" y="1062990"/>
                  </a:cubicBezTo>
                  <a:cubicBezTo>
                    <a:pt x="716280" y="1061720"/>
                    <a:pt x="727710" y="1062990"/>
                    <a:pt x="742950" y="1070610"/>
                  </a:cubicBezTo>
                  <a:cubicBezTo>
                    <a:pt x="768350" y="1083310"/>
                    <a:pt x="797560" y="1126490"/>
                    <a:pt x="831850" y="1148080"/>
                  </a:cubicBezTo>
                  <a:cubicBezTo>
                    <a:pt x="867410" y="1170940"/>
                    <a:pt x="908050" y="1196340"/>
                    <a:pt x="952500" y="1202690"/>
                  </a:cubicBezTo>
                  <a:cubicBezTo>
                    <a:pt x="1004570" y="1210310"/>
                    <a:pt x="1076960" y="1196340"/>
                    <a:pt x="1125220" y="1179830"/>
                  </a:cubicBezTo>
                  <a:cubicBezTo>
                    <a:pt x="1167130" y="1165860"/>
                    <a:pt x="1192530" y="1148080"/>
                    <a:pt x="1234440" y="1118870"/>
                  </a:cubicBezTo>
                  <a:cubicBezTo>
                    <a:pt x="1297940" y="1074420"/>
                    <a:pt x="1408430" y="981710"/>
                    <a:pt x="1464310" y="925830"/>
                  </a:cubicBezTo>
                  <a:cubicBezTo>
                    <a:pt x="1501140" y="887730"/>
                    <a:pt x="1520190" y="866140"/>
                    <a:pt x="1548130" y="825500"/>
                  </a:cubicBezTo>
                  <a:cubicBezTo>
                    <a:pt x="1587500" y="769620"/>
                    <a:pt x="1634490" y="618490"/>
                    <a:pt x="1670050" y="615950"/>
                  </a:cubicBezTo>
                  <a:cubicBezTo>
                    <a:pt x="1691640" y="614680"/>
                    <a:pt x="1733550" y="669290"/>
                    <a:pt x="1729740" y="690880"/>
                  </a:cubicBezTo>
                  <a:cubicBezTo>
                    <a:pt x="1724660" y="716280"/>
                    <a:pt x="1673860" y="730250"/>
                    <a:pt x="1631950" y="754380"/>
                  </a:cubicBezTo>
                  <a:cubicBezTo>
                    <a:pt x="1559560" y="796290"/>
                    <a:pt x="1447800" y="857250"/>
                    <a:pt x="1334770" y="913130"/>
                  </a:cubicBezTo>
                  <a:cubicBezTo>
                    <a:pt x="1189990" y="984250"/>
                    <a:pt x="918210" y="1117600"/>
                    <a:pt x="829310" y="1137920"/>
                  </a:cubicBezTo>
                  <a:cubicBezTo>
                    <a:pt x="798830" y="1145540"/>
                    <a:pt x="784860" y="1146810"/>
                    <a:pt x="765810" y="1140460"/>
                  </a:cubicBezTo>
                  <a:cubicBezTo>
                    <a:pt x="748030" y="1134110"/>
                    <a:pt x="727710" y="1115060"/>
                    <a:pt x="717550" y="1101090"/>
                  </a:cubicBezTo>
                  <a:cubicBezTo>
                    <a:pt x="708660" y="1088390"/>
                    <a:pt x="704850" y="1074420"/>
                    <a:pt x="706120" y="1059180"/>
                  </a:cubicBezTo>
                  <a:cubicBezTo>
                    <a:pt x="706120" y="1041400"/>
                    <a:pt x="708660" y="1019810"/>
                    <a:pt x="726440" y="999490"/>
                  </a:cubicBezTo>
                  <a:cubicBezTo>
                    <a:pt x="760730" y="957580"/>
                    <a:pt x="897890" y="909320"/>
                    <a:pt x="967740" y="866140"/>
                  </a:cubicBezTo>
                  <a:cubicBezTo>
                    <a:pt x="1023620" y="830580"/>
                    <a:pt x="1056640" y="805180"/>
                    <a:pt x="1116330" y="763270"/>
                  </a:cubicBezTo>
                  <a:cubicBezTo>
                    <a:pt x="1206500" y="699770"/>
                    <a:pt x="1346200" y="601980"/>
                    <a:pt x="1452880" y="518160"/>
                  </a:cubicBezTo>
                  <a:cubicBezTo>
                    <a:pt x="1553210" y="438150"/>
                    <a:pt x="1675130" y="299720"/>
                    <a:pt x="1739900" y="271780"/>
                  </a:cubicBezTo>
                  <a:cubicBezTo>
                    <a:pt x="1765300" y="259080"/>
                    <a:pt x="1784350" y="260350"/>
                    <a:pt x="1802130" y="262890"/>
                  </a:cubicBezTo>
                  <a:cubicBezTo>
                    <a:pt x="1816100" y="265430"/>
                    <a:pt x="1828800" y="274320"/>
                    <a:pt x="1840230" y="283210"/>
                  </a:cubicBezTo>
                  <a:cubicBezTo>
                    <a:pt x="1850390" y="292100"/>
                    <a:pt x="1859280" y="304800"/>
                    <a:pt x="1864360" y="317500"/>
                  </a:cubicBezTo>
                  <a:cubicBezTo>
                    <a:pt x="1869440" y="330200"/>
                    <a:pt x="1871980" y="345440"/>
                    <a:pt x="1869440" y="360680"/>
                  </a:cubicBezTo>
                  <a:cubicBezTo>
                    <a:pt x="1865630" y="378460"/>
                    <a:pt x="1860550" y="394970"/>
                    <a:pt x="1840230" y="416560"/>
                  </a:cubicBezTo>
                  <a:cubicBezTo>
                    <a:pt x="1791970" y="467360"/>
                    <a:pt x="1633220" y="538480"/>
                    <a:pt x="1515110" y="614680"/>
                  </a:cubicBezTo>
                  <a:cubicBezTo>
                    <a:pt x="1367790" y="709930"/>
                    <a:pt x="1145540" y="933450"/>
                    <a:pt x="1023620" y="946150"/>
                  </a:cubicBezTo>
                  <a:cubicBezTo>
                    <a:pt x="957580" y="952500"/>
                    <a:pt x="867410" y="916940"/>
                    <a:pt x="863600" y="878840"/>
                  </a:cubicBezTo>
                  <a:cubicBezTo>
                    <a:pt x="854710" y="793750"/>
                    <a:pt x="1485900" y="461010"/>
                    <a:pt x="1610360" y="384810"/>
                  </a:cubicBezTo>
                  <a:cubicBezTo>
                    <a:pt x="1651000" y="360680"/>
                    <a:pt x="1670050" y="346710"/>
                    <a:pt x="1692910" y="340360"/>
                  </a:cubicBezTo>
                  <a:cubicBezTo>
                    <a:pt x="1709420" y="335280"/>
                    <a:pt x="1720850" y="332740"/>
                    <a:pt x="1736090" y="336550"/>
                  </a:cubicBezTo>
                  <a:cubicBezTo>
                    <a:pt x="1753870" y="339090"/>
                    <a:pt x="1778000" y="353060"/>
                    <a:pt x="1790700" y="367030"/>
                  </a:cubicBezTo>
                  <a:cubicBezTo>
                    <a:pt x="1800860" y="377190"/>
                    <a:pt x="1805940" y="391160"/>
                    <a:pt x="1809750" y="405130"/>
                  </a:cubicBezTo>
                  <a:cubicBezTo>
                    <a:pt x="1812290" y="417830"/>
                    <a:pt x="1812290" y="434340"/>
                    <a:pt x="1808480" y="447040"/>
                  </a:cubicBezTo>
                  <a:cubicBezTo>
                    <a:pt x="1804670" y="461010"/>
                    <a:pt x="1802130" y="469900"/>
                    <a:pt x="1788160" y="485140"/>
                  </a:cubicBezTo>
                  <a:cubicBezTo>
                    <a:pt x="1737360" y="535940"/>
                    <a:pt x="1468120" y="657860"/>
                    <a:pt x="1358900" y="725170"/>
                  </a:cubicBezTo>
                  <a:cubicBezTo>
                    <a:pt x="1287780" y="769620"/>
                    <a:pt x="1240790" y="802640"/>
                    <a:pt x="1188720" y="842010"/>
                  </a:cubicBezTo>
                  <a:cubicBezTo>
                    <a:pt x="1140460" y="877570"/>
                    <a:pt x="1092200" y="915670"/>
                    <a:pt x="1057910" y="948690"/>
                  </a:cubicBezTo>
                  <a:cubicBezTo>
                    <a:pt x="1029970" y="975360"/>
                    <a:pt x="986790" y="1018540"/>
                    <a:pt x="990600" y="1023620"/>
                  </a:cubicBezTo>
                  <a:cubicBezTo>
                    <a:pt x="995680" y="1029970"/>
                    <a:pt x="1047750" y="994410"/>
                    <a:pt x="1089660" y="979170"/>
                  </a:cubicBezTo>
                  <a:cubicBezTo>
                    <a:pt x="1158240" y="953770"/>
                    <a:pt x="1287780" y="927100"/>
                    <a:pt x="1369060" y="896620"/>
                  </a:cubicBezTo>
                  <a:cubicBezTo>
                    <a:pt x="1435100" y="872490"/>
                    <a:pt x="1488440" y="847090"/>
                    <a:pt x="1544320" y="816610"/>
                  </a:cubicBezTo>
                  <a:cubicBezTo>
                    <a:pt x="1598930" y="787400"/>
                    <a:pt x="1645920" y="759460"/>
                    <a:pt x="1700530" y="718820"/>
                  </a:cubicBezTo>
                  <a:cubicBezTo>
                    <a:pt x="1765300" y="669290"/>
                    <a:pt x="1859280" y="588010"/>
                    <a:pt x="1905000" y="534670"/>
                  </a:cubicBezTo>
                  <a:cubicBezTo>
                    <a:pt x="1932940" y="500380"/>
                    <a:pt x="1954530" y="468630"/>
                    <a:pt x="1960880" y="440690"/>
                  </a:cubicBezTo>
                  <a:cubicBezTo>
                    <a:pt x="1965960" y="422910"/>
                    <a:pt x="1955800" y="406400"/>
                    <a:pt x="1960880" y="391160"/>
                  </a:cubicBezTo>
                  <a:cubicBezTo>
                    <a:pt x="1964690" y="378460"/>
                    <a:pt x="1974850" y="365760"/>
                    <a:pt x="1986280" y="358140"/>
                  </a:cubicBezTo>
                  <a:cubicBezTo>
                    <a:pt x="2001520" y="346710"/>
                    <a:pt x="2028190" y="337820"/>
                    <a:pt x="2045970" y="337820"/>
                  </a:cubicBezTo>
                  <a:cubicBezTo>
                    <a:pt x="2061210" y="337820"/>
                    <a:pt x="2075180" y="342900"/>
                    <a:pt x="2086610" y="350520"/>
                  </a:cubicBezTo>
                  <a:cubicBezTo>
                    <a:pt x="2099310" y="356870"/>
                    <a:pt x="2110740" y="368300"/>
                    <a:pt x="2118360" y="379730"/>
                  </a:cubicBezTo>
                  <a:cubicBezTo>
                    <a:pt x="2124710" y="391160"/>
                    <a:pt x="2131060" y="401320"/>
                    <a:pt x="2131060" y="420370"/>
                  </a:cubicBezTo>
                  <a:cubicBezTo>
                    <a:pt x="2129790" y="469900"/>
                    <a:pt x="2051050" y="610870"/>
                    <a:pt x="2026920" y="684530"/>
                  </a:cubicBezTo>
                  <a:cubicBezTo>
                    <a:pt x="2009140" y="736600"/>
                    <a:pt x="1996440" y="774700"/>
                    <a:pt x="1987550" y="819150"/>
                  </a:cubicBezTo>
                  <a:cubicBezTo>
                    <a:pt x="1979930" y="862330"/>
                    <a:pt x="1974850" y="897890"/>
                    <a:pt x="1973580" y="944880"/>
                  </a:cubicBezTo>
                  <a:cubicBezTo>
                    <a:pt x="1971040" y="1007110"/>
                    <a:pt x="1973580" y="1089660"/>
                    <a:pt x="1983740" y="1156970"/>
                  </a:cubicBezTo>
                  <a:cubicBezTo>
                    <a:pt x="1992630" y="1221740"/>
                    <a:pt x="2033270" y="1289050"/>
                    <a:pt x="2030730" y="1343660"/>
                  </a:cubicBezTo>
                  <a:cubicBezTo>
                    <a:pt x="2026920" y="1386840"/>
                    <a:pt x="2012950" y="1437640"/>
                    <a:pt x="1985010" y="1457960"/>
                  </a:cubicBezTo>
                  <a:cubicBezTo>
                    <a:pt x="1958340" y="1477010"/>
                    <a:pt x="1908810" y="1473200"/>
                    <a:pt x="1873250" y="1468120"/>
                  </a:cubicBezTo>
                  <a:cubicBezTo>
                    <a:pt x="1836420" y="1463040"/>
                    <a:pt x="1809750" y="1441450"/>
                    <a:pt x="1769110" y="1428750"/>
                  </a:cubicBezTo>
                  <a:cubicBezTo>
                    <a:pt x="1710690" y="1412240"/>
                    <a:pt x="1614170" y="1388110"/>
                    <a:pt x="1558290" y="1380490"/>
                  </a:cubicBezTo>
                  <a:cubicBezTo>
                    <a:pt x="1520190" y="1375410"/>
                    <a:pt x="1501140" y="1375410"/>
                    <a:pt x="1463040" y="1376680"/>
                  </a:cubicBezTo>
                  <a:cubicBezTo>
                    <a:pt x="1407160" y="1380490"/>
                    <a:pt x="1299210" y="1410970"/>
                    <a:pt x="1257300" y="1408430"/>
                  </a:cubicBezTo>
                  <a:cubicBezTo>
                    <a:pt x="1238250" y="1408430"/>
                    <a:pt x="1228090" y="1404620"/>
                    <a:pt x="1216660" y="1398270"/>
                  </a:cubicBezTo>
                  <a:cubicBezTo>
                    <a:pt x="1203960" y="1391920"/>
                    <a:pt x="1192530" y="1381760"/>
                    <a:pt x="1184910" y="1370330"/>
                  </a:cubicBezTo>
                  <a:cubicBezTo>
                    <a:pt x="1177290" y="1358900"/>
                    <a:pt x="1170940" y="1343660"/>
                    <a:pt x="1169670" y="1329690"/>
                  </a:cubicBezTo>
                  <a:cubicBezTo>
                    <a:pt x="1168400" y="1315720"/>
                    <a:pt x="1169670" y="1301750"/>
                    <a:pt x="1176020" y="1287780"/>
                  </a:cubicBezTo>
                  <a:cubicBezTo>
                    <a:pt x="1183640" y="1271270"/>
                    <a:pt x="1193800" y="1252220"/>
                    <a:pt x="1217930" y="1240790"/>
                  </a:cubicBezTo>
                  <a:cubicBezTo>
                    <a:pt x="1264920" y="1217930"/>
                    <a:pt x="1394460" y="1245870"/>
                    <a:pt x="1477010" y="1224280"/>
                  </a:cubicBezTo>
                  <a:cubicBezTo>
                    <a:pt x="1558290" y="1202690"/>
                    <a:pt x="1667510" y="1092200"/>
                    <a:pt x="1708150" y="1108710"/>
                  </a:cubicBezTo>
                  <a:cubicBezTo>
                    <a:pt x="1733550" y="1118870"/>
                    <a:pt x="1746250" y="1170940"/>
                    <a:pt x="1743710" y="1200150"/>
                  </a:cubicBezTo>
                  <a:cubicBezTo>
                    <a:pt x="1739900" y="1229360"/>
                    <a:pt x="1714500" y="1256030"/>
                    <a:pt x="1687830" y="1285240"/>
                  </a:cubicBezTo>
                  <a:cubicBezTo>
                    <a:pt x="1651000" y="1325880"/>
                    <a:pt x="1597660" y="1375410"/>
                    <a:pt x="1529080" y="1409700"/>
                  </a:cubicBezTo>
                  <a:cubicBezTo>
                    <a:pt x="1430020" y="1457960"/>
                    <a:pt x="1210310" y="1507490"/>
                    <a:pt x="1135380" y="1512570"/>
                  </a:cubicBezTo>
                  <a:cubicBezTo>
                    <a:pt x="1106170" y="1513840"/>
                    <a:pt x="1089660" y="1512570"/>
                    <a:pt x="1073150" y="1504950"/>
                  </a:cubicBezTo>
                  <a:cubicBezTo>
                    <a:pt x="1059180" y="1498600"/>
                    <a:pt x="1049020" y="1488440"/>
                    <a:pt x="1040130" y="1477010"/>
                  </a:cubicBezTo>
                  <a:cubicBezTo>
                    <a:pt x="1032510" y="1465580"/>
                    <a:pt x="1027430" y="1451610"/>
                    <a:pt x="1024890" y="1437640"/>
                  </a:cubicBezTo>
                  <a:cubicBezTo>
                    <a:pt x="1023620" y="1423670"/>
                    <a:pt x="1024890" y="1408430"/>
                    <a:pt x="1029970" y="1395730"/>
                  </a:cubicBezTo>
                  <a:cubicBezTo>
                    <a:pt x="1035050" y="1381760"/>
                    <a:pt x="1043940" y="1369060"/>
                    <a:pt x="1054100" y="1360170"/>
                  </a:cubicBezTo>
                  <a:cubicBezTo>
                    <a:pt x="1064260" y="1351280"/>
                    <a:pt x="1070610" y="1347470"/>
                    <a:pt x="1090930" y="1339850"/>
                  </a:cubicBezTo>
                  <a:cubicBezTo>
                    <a:pt x="1172210" y="1313180"/>
                    <a:pt x="1577340" y="1252220"/>
                    <a:pt x="1714500" y="1247140"/>
                  </a:cubicBezTo>
                  <a:cubicBezTo>
                    <a:pt x="1783080" y="1244600"/>
                    <a:pt x="1818640" y="1248410"/>
                    <a:pt x="1868170" y="1257300"/>
                  </a:cubicBezTo>
                  <a:cubicBezTo>
                    <a:pt x="1916430" y="1266190"/>
                    <a:pt x="1988820" y="1266190"/>
                    <a:pt x="2006600" y="1297940"/>
                  </a:cubicBezTo>
                  <a:cubicBezTo>
                    <a:pt x="2026920" y="1333500"/>
                    <a:pt x="1995170" y="1451610"/>
                    <a:pt x="1962150" y="1470660"/>
                  </a:cubicBezTo>
                  <a:cubicBezTo>
                    <a:pt x="1934210" y="1485900"/>
                    <a:pt x="1878330" y="1441450"/>
                    <a:pt x="1838960" y="1432560"/>
                  </a:cubicBezTo>
                  <a:cubicBezTo>
                    <a:pt x="1802130" y="1426210"/>
                    <a:pt x="1783080" y="1422400"/>
                    <a:pt x="1732280" y="1423670"/>
                  </a:cubicBezTo>
                  <a:cubicBezTo>
                    <a:pt x="1611630" y="1427480"/>
                    <a:pt x="1210310" y="1525270"/>
                    <a:pt x="1113790" y="1515110"/>
                  </a:cubicBezTo>
                  <a:cubicBezTo>
                    <a:pt x="1083310" y="1511300"/>
                    <a:pt x="1069340" y="1503680"/>
                    <a:pt x="1055370" y="1493520"/>
                  </a:cubicBezTo>
                  <a:cubicBezTo>
                    <a:pt x="1042670" y="1484630"/>
                    <a:pt x="1035050" y="1470660"/>
                    <a:pt x="1029970" y="1457960"/>
                  </a:cubicBezTo>
                  <a:cubicBezTo>
                    <a:pt x="1024890" y="1445260"/>
                    <a:pt x="1023620" y="1430020"/>
                    <a:pt x="1024890" y="1416050"/>
                  </a:cubicBezTo>
                  <a:cubicBezTo>
                    <a:pt x="1026160" y="1402080"/>
                    <a:pt x="1032510" y="1388110"/>
                    <a:pt x="1040130" y="1376680"/>
                  </a:cubicBezTo>
                  <a:cubicBezTo>
                    <a:pt x="1047750" y="1365250"/>
                    <a:pt x="1052830" y="1357630"/>
                    <a:pt x="1071880" y="1347470"/>
                  </a:cubicBezTo>
                  <a:cubicBezTo>
                    <a:pt x="1123950" y="1320800"/>
                    <a:pt x="1339850" y="1291590"/>
                    <a:pt x="1413510" y="1264920"/>
                  </a:cubicBezTo>
                  <a:cubicBezTo>
                    <a:pt x="1450340" y="1250950"/>
                    <a:pt x="1465580" y="1243330"/>
                    <a:pt x="1493520" y="1223010"/>
                  </a:cubicBezTo>
                  <a:cubicBezTo>
                    <a:pt x="1536700" y="1192530"/>
                    <a:pt x="1590040" y="1117600"/>
                    <a:pt x="1634490" y="1087120"/>
                  </a:cubicBezTo>
                  <a:cubicBezTo>
                    <a:pt x="1667510" y="1065530"/>
                    <a:pt x="1695450" y="1050290"/>
                    <a:pt x="1728470" y="1045210"/>
                  </a:cubicBezTo>
                  <a:cubicBezTo>
                    <a:pt x="1765300" y="1040130"/>
                    <a:pt x="1821180" y="1037590"/>
                    <a:pt x="1845310" y="1059180"/>
                  </a:cubicBezTo>
                  <a:cubicBezTo>
                    <a:pt x="1870710" y="1082040"/>
                    <a:pt x="1884680" y="1144270"/>
                    <a:pt x="1875790" y="1178560"/>
                  </a:cubicBezTo>
                  <a:cubicBezTo>
                    <a:pt x="1868170" y="1210310"/>
                    <a:pt x="1837690" y="1231900"/>
                    <a:pt x="1804670" y="1257300"/>
                  </a:cubicBezTo>
                  <a:cubicBezTo>
                    <a:pt x="1758950" y="1294130"/>
                    <a:pt x="1678940" y="1334770"/>
                    <a:pt x="1614170" y="1361440"/>
                  </a:cubicBezTo>
                  <a:cubicBezTo>
                    <a:pt x="1551940" y="1386840"/>
                    <a:pt x="1487170" y="1408430"/>
                    <a:pt x="1422400" y="1414780"/>
                  </a:cubicBezTo>
                  <a:cubicBezTo>
                    <a:pt x="1361440" y="1422400"/>
                    <a:pt x="1277620" y="1421130"/>
                    <a:pt x="1235710" y="1405890"/>
                  </a:cubicBezTo>
                  <a:cubicBezTo>
                    <a:pt x="1211580" y="1398270"/>
                    <a:pt x="1195070" y="1385570"/>
                    <a:pt x="1184910" y="1370330"/>
                  </a:cubicBezTo>
                  <a:cubicBezTo>
                    <a:pt x="1173480" y="1353820"/>
                    <a:pt x="1168400" y="1327150"/>
                    <a:pt x="1169670" y="1308100"/>
                  </a:cubicBezTo>
                  <a:cubicBezTo>
                    <a:pt x="1170940" y="1294130"/>
                    <a:pt x="1177290" y="1280160"/>
                    <a:pt x="1186180" y="1268730"/>
                  </a:cubicBezTo>
                  <a:cubicBezTo>
                    <a:pt x="1193800" y="1257300"/>
                    <a:pt x="1200150" y="1249680"/>
                    <a:pt x="1217930" y="1240790"/>
                  </a:cubicBezTo>
                  <a:cubicBezTo>
                    <a:pt x="1259840" y="1220470"/>
                    <a:pt x="1383030" y="1201420"/>
                    <a:pt x="1465580" y="1200150"/>
                  </a:cubicBezTo>
                  <a:cubicBezTo>
                    <a:pt x="1546860" y="1197610"/>
                    <a:pt x="1629410" y="1212850"/>
                    <a:pt x="1708150" y="1230630"/>
                  </a:cubicBezTo>
                  <a:cubicBezTo>
                    <a:pt x="1786890" y="1247140"/>
                    <a:pt x="1940560" y="1291590"/>
                    <a:pt x="1939290" y="1304290"/>
                  </a:cubicBezTo>
                  <a:cubicBezTo>
                    <a:pt x="1938020" y="1311910"/>
                    <a:pt x="1863090" y="1330960"/>
                    <a:pt x="1838960" y="1313180"/>
                  </a:cubicBezTo>
                  <a:cubicBezTo>
                    <a:pt x="1804670" y="1287780"/>
                    <a:pt x="1802130" y="1179830"/>
                    <a:pt x="1795780" y="1108710"/>
                  </a:cubicBezTo>
                  <a:cubicBezTo>
                    <a:pt x="1788160" y="1028700"/>
                    <a:pt x="1793240" y="930910"/>
                    <a:pt x="1802130" y="857250"/>
                  </a:cubicBezTo>
                  <a:cubicBezTo>
                    <a:pt x="1808480" y="797560"/>
                    <a:pt x="1819910" y="748030"/>
                    <a:pt x="1835150" y="695960"/>
                  </a:cubicBezTo>
                  <a:cubicBezTo>
                    <a:pt x="1850390" y="642620"/>
                    <a:pt x="1871980" y="586740"/>
                    <a:pt x="1893570" y="541020"/>
                  </a:cubicBezTo>
                  <a:cubicBezTo>
                    <a:pt x="1912620" y="501650"/>
                    <a:pt x="1943100" y="462280"/>
                    <a:pt x="1953260" y="433070"/>
                  </a:cubicBezTo>
                  <a:cubicBezTo>
                    <a:pt x="1959610" y="416560"/>
                    <a:pt x="1954530" y="405130"/>
                    <a:pt x="1960880" y="391160"/>
                  </a:cubicBezTo>
                  <a:cubicBezTo>
                    <a:pt x="1968500" y="375920"/>
                    <a:pt x="1986280" y="354330"/>
                    <a:pt x="2004060" y="346710"/>
                  </a:cubicBezTo>
                  <a:cubicBezTo>
                    <a:pt x="2023110" y="337820"/>
                    <a:pt x="2048510" y="336550"/>
                    <a:pt x="2067560" y="341630"/>
                  </a:cubicBezTo>
                  <a:cubicBezTo>
                    <a:pt x="2086610" y="346710"/>
                    <a:pt x="2106930" y="364490"/>
                    <a:pt x="2118360" y="379730"/>
                  </a:cubicBezTo>
                  <a:cubicBezTo>
                    <a:pt x="2125980" y="392430"/>
                    <a:pt x="2128520" y="406400"/>
                    <a:pt x="2131060" y="420370"/>
                  </a:cubicBezTo>
                  <a:cubicBezTo>
                    <a:pt x="2133600" y="435610"/>
                    <a:pt x="2137410" y="450850"/>
                    <a:pt x="2134870" y="469900"/>
                  </a:cubicBezTo>
                  <a:cubicBezTo>
                    <a:pt x="2129790" y="500380"/>
                    <a:pt x="2113280" y="541020"/>
                    <a:pt x="2090420" y="579120"/>
                  </a:cubicBezTo>
                  <a:cubicBezTo>
                    <a:pt x="2056130" y="633730"/>
                    <a:pt x="1988820" y="706120"/>
                    <a:pt x="1935480" y="756920"/>
                  </a:cubicBezTo>
                  <a:cubicBezTo>
                    <a:pt x="1889760" y="801370"/>
                    <a:pt x="1845310" y="834390"/>
                    <a:pt x="1794510" y="869950"/>
                  </a:cubicBezTo>
                  <a:cubicBezTo>
                    <a:pt x="1739900" y="908050"/>
                    <a:pt x="1678940" y="946150"/>
                    <a:pt x="1617980" y="977900"/>
                  </a:cubicBezTo>
                  <a:cubicBezTo>
                    <a:pt x="1557020" y="1010920"/>
                    <a:pt x="1489710" y="1040130"/>
                    <a:pt x="1426210" y="1065530"/>
                  </a:cubicBezTo>
                  <a:cubicBezTo>
                    <a:pt x="1367790" y="1088390"/>
                    <a:pt x="1309370" y="1107440"/>
                    <a:pt x="1252220" y="1123950"/>
                  </a:cubicBezTo>
                  <a:cubicBezTo>
                    <a:pt x="1197610" y="1137920"/>
                    <a:pt x="1144270" y="1151890"/>
                    <a:pt x="1090930" y="1156970"/>
                  </a:cubicBezTo>
                  <a:cubicBezTo>
                    <a:pt x="1041400" y="1162050"/>
                    <a:pt x="988060" y="1164590"/>
                    <a:pt x="944880" y="1154430"/>
                  </a:cubicBezTo>
                  <a:cubicBezTo>
                    <a:pt x="908050" y="1144270"/>
                    <a:pt x="868680" y="1129030"/>
                    <a:pt x="847090" y="1103630"/>
                  </a:cubicBezTo>
                  <a:cubicBezTo>
                    <a:pt x="826770" y="1078230"/>
                    <a:pt x="814070" y="1035050"/>
                    <a:pt x="815340" y="1002030"/>
                  </a:cubicBezTo>
                  <a:cubicBezTo>
                    <a:pt x="817880" y="970280"/>
                    <a:pt x="838200" y="935990"/>
                    <a:pt x="858520" y="905510"/>
                  </a:cubicBezTo>
                  <a:cubicBezTo>
                    <a:pt x="880110" y="872490"/>
                    <a:pt x="910590" y="843280"/>
                    <a:pt x="944880" y="811530"/>
                  </a:cubicBezTo>
                  <a:cubicBezTo>
                    <a:pt x="985520" y="773430"/>
                    <a:pt x="1036320" y="732790"/>
                    <a:pt x="1088390" y="694690"/>
                  </a:cubicBezTo>
                  <a:cubicBezTo>
                    <a:pt x="1145540" y="652780"/>
                    <a:pt x="1196340" y="615950"/>
                    <a:pt x="1272540" y="570230"/>
                  </a:cubicBezTo>
                  <a:cubicBezTo>
                    <a:pt x="1386840" y="501650"/>
                    <a:pt x="1643380" y="347980"/>
                    <a:pt x="1714500" y="335280"/>
                  </a:cubicBezTo>
                  <a:cubicBezTo>
                    <a:pt x="1734820" y="331470"/>
                    <a:pt x="1742440" y="335280"/>
                    <a:pt x="1756410" y="341630"/>
                  </a:cubicBezTo>
                  <a:cubicBezTo>
                    <a:pt x="1772920" y="349250"/>
                    <a:pt x="1793240" y="367030"/>
                    <a:pt x="1802130" y="384810"/>
                  </a:cubicBezTo>
                  <a:cubicBezTo>
                    <a:pt x="1811020" y="402590"/>
                    <a:pt x="1813560" y="427990"/>
                    <a:pt x="1808480" y="447040"/>
                  </a:cubicBezTo>
                  <a:cubicBezTo>
                    <a:pt x="1803400" y="466090"/>
                    <a:pt x="1794510" y="476250"/>
                    <a:pt x="1771650" y="497840"/>
                  </a:cubicBezTo>
                  <a:cubicBezTo>
                    <a:pt x="1687830" y="577850"/>
                    <a:pt x="1270000" y="850900"/>
                    <a:pt x="1106170" y="939800"/>
                  </a:cubicBezTo>
                  <a:cubicBezTo>
                    <a:pt x="1017270" y="988060"/>
                    <a:pt x="947420" y="1035050"/>
                    <a:pt x="891540" y="1032510"/>
                  </a:cubicBezTo>
                  <a:cubicBezTo>
                    <a:pt x="853440" y="1029970"/>
                    <a:pt x="803910" y="1008380"/>
                    <a:pt x="797560" y="981710"/>
                  </a:cubicBezTo>
                  <a:cubicBezTo>
                    <a:pt x="787400" y="942340"/>
                    <a:pt x="853440" y="866140"/>
                    <a:pt x="920750" y="801370"/>
                  </a:cubicBezTo>
                  <a:cubicBezTo>
                    <a:pt x="1050290" y="674370"/>
                    <a:pt x="1450340" y="447040"/>
                    <a:pt x="1593850" y="356870"/>
                  </a:cubicBezTo>
                  <a:cubicBezTo>
                    <a:pt x="1658620" y="316230"/>
                    <a:pt x="1699260" y="284480"/>
                    <a:pt x="1739900" y="271780"/>
                  </a:cubicBezTo>
                  <a:cubicBezTo>
                    <a:pt x="1764030" y="262890"/>
                    <a:pt x="1784350" y="260350"/>
                    <a:pt x="1802130" y="262890"/>
                  </a:cubicBezTo>
                  <a:cubicBezTo>
                    <a:pt x="1816100" y="265430"/>
                    <a:pt x="1828800" y="273050"/>
                    <a:pt x="1840230" y="283210"/>
                  </a:cubicBezTo>
                  <a:cubicBezTo>
                    <a:pt x="1852930" y="295910"/>
                    <a:pt x="1865630" y="321310"/>
                    <a:pt x="1869440" y="339090"/>
                  </a:cubicBezTo>
                  <a:cubicBezTo>
                    <a:pt x="1871980" y="353060"/>
                    <a:pt x="1869440" y="368300"/>
                    <a:pt x="1864360" y="381000"/>
                  </a:cubicBezTo>
                  <a:cubicBezTo>
                    <a:pt x="1859280" y="393700"/>
                    <a:pt x="1854200" y="400050"/>
                    <a:pt x="1840230" y="416560"/>
                  </a:cubicBezTo>
                  <a:cubicBezTo>
                    <a:pt x="1798320" y="462280"/>
                    <a:pt x="1658620" y="581660"/>
                    <a:pt x="1558290" y="661670"/>
                  </a:cubicBezTo>
                  <a:cubicBezTo>
                    <a:pt x="1451610" y="746760"/>
                    <a:pt x="1327150" y="833120"/>
                    <a:pt x="1216660" y="910590"/>
                  </a:cubicBezTo>
                  <a:cubicBezTo>
                    <a:pt x="1113790" y="981710"/>
                    <a:pt x="990600" y="1071880"/>
                    <a:pt x="914400" y="1108710"/>
                  </a:cubicBezTo>
                  <a:cubicBezTo>
                    <a:pt x="871220" y="1129030"/>
                    <a:pt x="835660" y="1140460"/>
                    <a:pt x="808990" y="1144270"/>
                  </a:cubicBezTo>
                  <a:cubicBezTo>
                    <a:pt x="791210" y="1145540"/>
                    <a:pt x="779780" y="1145540"/>
                    <a:pt x="765810" y="1140460"/>
                  </a:cubicBezTo>
                  <a:cubicBezTo>
                    <a:pt x="749300" y="1134110"/>
                    <a:pt x="727710" y="1115060"/>
                    <a:pt x="717550" y="1101090"/>
                  </a:cubicBezTo>
                  <a:cubicBezTo>
                    <a:pt x="708660" y="1088390"/>
                    <a:pt x="706120" y="1073150"/>
                    <a:pt x="706120" y="1059180"/>
                  </a:cubicBezTo>
                  <a:cubicBezTo>
                    <a:pt x="704850" y="1046480"/>
                    <a:pt x="707390" y="1031240"/>
                    <a:pt x="713740" y="1018540"/>
                  </a:cubicBezTo>
                  <a:cubicBezTo>
                    <a:pt x="722630" y="1002030"/>
                    <a:pt x="734060" y="991870"/>
                    <a:pt x="759460" y="974090"/>
                  </a:cubicBezTo>
                  <a:cubicBezTo>
                    <a:pt x="834390" y="924560"/>
                    <a:pt x="1097280" y="830580"/>
                    <a:pt x="1254760" y="754380"/>
                  </a:cubicBezTo>
                  <a:cubicBezTo>
                    <a:pt x="1400810" y="684530"/>
                    <a:pt x="1569720" y="558800"/>
                    <a:pt x="1672590" y="537210"/>
                  </a:cubicBezTo>
                  <a:cubicBezTo>
                    <a:pt x="1725930" y="525780"/>
                    <a:pt x="1774190" y="524510"/>
                    <a:pt x="1802130" y="546100"/>
                  </a:cubicBezTo>
                  <a:cubicBezTo>
                    <a:pt x="1830070" y="567690"/>
                    <a:pt x="1845310" y="624840"/>
                    <a:pt x="1844040" y="660400"/>
                  </a:cubicBezTo>
                  <a:cubicBezTo>
                    <a:pt x="1842770" y="692150"/>
                    <a:pt x="1821180" y="713740"/>
                    <a:pt x="1803400" y="748030"/>
                  </a:cubicBezTo>
                  <a:cubicBezTo>
                    <a:pt x="1775460" y="801370"/>
                    <a:pt x="1724660" y="885190"/>
                    <a:pt x="1684020" y="939800"/>
                  </a:cubicBezTo>
                  <a:cubicBezTo>
                    <a:pt x="1651000" y="985520"/>
                    <a:pt x="1621790" y="1018540"/>
                    <a:pt x="1584960" y="1055370"/>
                  </a:cubicBezTo>
                  <a:cubicBezTo>
                    <a:pt x="1546860" y="1096010"/>
                    <a:pt x="1503680" y="1135380"/>
                    <a:pt x="1459230" y="1170940"/>
                  </a:cubicBezTo>
                  <a:cubicBezTo>
                    <a:pt x="1414780" y="1207770"/>
                    <a:pt x="1367790" y="1244600"/>
                    <a:pt x="1318260" y="1275080"/>
                  </a:cubicBezTo>
                  <a:cubicBezTo>
                    <a:pt x="1271270" y="1305560"/>
                    <a:pt x="1220470" y="1333500"/>
                    <a:pt x="1170940" y="1352550"/>
                  </a:cubicBezTo>
                  <a:cubicBezTo>
                    <a:pt x="1122680" y="1369060"/>
                    <a:pt x="1071880" y="1381760"/>
                    <a:pt x="1023620" y="1384300"/>
                  </a:cubicBezTo>
                  <a:cubicBezTo>
                    <a:pt x="979170" y="1386840"/>
                    <a:pt x="938530" y="1383030"/>
                    <a:pt x="894080" y="1370330"/>
                  </a:cubicBezTo>
                  <a:cubicBezTo>
                    <a:pt x="840740" y="1355090"/>
                    <a:pt x="773430" y="1323340"/>
                    <a:pt x="728980" y="1292860"/>
                  </a:cubicBezTo>
                  <a:cubicBezTo>
                    <a:pt x="690880" y="1267460"/>
                    <a:pt x="652780" y="1234440"/>
                    <a:pt x="633730" y="1205230"/>
                  </a:cubicBezTo>
                  <a:cubicBezTo>
                    <a:pt x="622300" y="1184910"/>
                    <a:pt x="614680" y="1164590"/>
                    <a:pt x="617220" y="1144270"/>
                  </a:cubicBezTo>
                  <a:cubicBezTo>
                    <a:pt x="618490" y="1125220"/>
                    <a:pt x="631190" y="1101090"/>
                    <a:pt x="643890" y="1087120"/>
                  </a:cubicBezTo>
                  <a:cubicBezTo>
                    <a:pt x="654050" y="1076960"/>
                    <a:pt x="666750" y="1070610"/>
                    <a:pt x="680720" y="1065530"/>
                  </a:cubicBezTo>
                  <a:cubicBezTo>
                    <a:pt x="693420" y="1061720"/>
                    <a:pt x="703580" y="1059180"/>
                    <a:pt x="722630" y="1064260"/>
                  </a:cubicBezTo>
                  <a:cubicBezTo>
                    <a:pt x="769620" y="1076960"/>
                    <a:pt x="882650" y="1187450"/>
                    <a:pt x="952500" y="1202690"/>
                  </a:cubicBezTo>
                  <a:cubicBezTo>
                    <a:pt x="1003300" y="1214120"/>
                    <a:pt x="1045210" y="1201420"/>
                    <a:pt x="1093470" y="1188720"/>
                  </a:cubicBezTo>
                  <a:cubicBezTo>
                    <a:pt x="1149350" y="1174750"/>
                    <a:pt x="1219200" y="1140460"/>
                    <a:pt x="1266190" y="1115060"/>
                  </a:cubicBezTo>
                  <a:cubicBezTo>
                    <a:pt x="1301750" y="1096010"/>
                    <a:pt x="1322070" y="1083310"/>
                    <a:pt x="1356360" y="1055370"/>
                  </a:cubicBezTo>
                  <a:cubicBezTo>
                    <a:pt x="1408430" y="1013460"/>
                    <a:pt x="1482090" y="942340"/>
                    <a:pt x="1539240" y="878840"/>
                  </a:cubicBezTo>
                  <a:cubicBezTo>
                    <a:pt x="1597660" y="812800"/>
                    <a:pt x="1652270" y="740410"/>
                    <a:pt x="1700530" y="666750"/>
                  </a:cubicBezTo>
                  <a:cubicBezTo>
                    <a:pt x="1748790" y="596900"/>
                    <a:pt x="1798320" y="510540"/>
                    <a:pt x="1827530" y="449580"/>
                  </a:cubicBezTo>
                  <a:cubicBezTo>
                    <a:pt x="1847850" y="407670"/>
                    <a:pt x="1859280" y="374650"/>
                    <a:pt x="1870710" y="340360"/>
                  </a:cubicBezTo>
                  <a:cubicBezTo>
                    <a:pt x="1880870" y="309880"/>
                    <a:pt x="1889760" y="287020"/>
                    <a:pt x="1896110" y="251460"/>
                  </a:cubicBezTo>
                  <a:cubicBezTo>
                    <a:pt x="1905000" y="199390"/>
                    <a:pt x="1893570" y="100330"/>
                    <a:pt x="1910080" y="59690"/>
                  </a:cubicBezTo>
                  <a:cubicBezTo>
                    <a:pt x="1920240" y="35560"/>
                    <a:pt x="1934210" y="20320"/>
                    <a:pt x="1950720" y="11430"/>
                  </a:cubicBezTo>
                  <a:cubicBezTo>
                    <a:pt x="1968500" y="1270"/>
                    <a:pt x="1995170" y="0"/>
                    <a:pt x="2012950" y="2540"/>
                  </a:cubicBezTo>
                  <a:cubicBezTo>
                    <a:pt x="2028190" y="5080"/>
                    <a:pt x="2040890" y="12700"/>
                    <a:pt x="2051050" y="21590"/>
                  </a:cubicBezTo>
                  <a:cubicBezTo>
                    <a:pt x="2061210" y="30480"/>
                    <a:pt x="2068830" y="39370"/>
                    <a:pt x="2076450" y="55880"/>
                  </a:cubicBezTo>
                  <a:cubicBezTo>
                    <a:pt x="2089150" y="85090"/>
                    <a:pt x="2099310" y="148590"/>
                    <a:pt x="2100580" y="193040"/>
                  </a:cubicBezTo>
                  <a:cubicBezTo>
                    <a:pt x="2103120" y="236220"/>
                    <a:pt x="2098040" y="266700"/>
                    <a:pt x="2086610" y="320040"/>
                  </a:cubicBezTo>
                  <a:cubicBezTo>
                    <a:pt x="2068830" y="411480"/>
                    <a:pt x="2026920" y="565150"/>
                    <a:pt x="1976120" y="690880"/>
                  </a:cubicBezTo>
                  <a:cubicBezTo>
                    <a:pt x="1921510" y="829310"/>
                    <a:pt x="1826260" y="1013460"/>
                    <a:pt x="1761490" y="1112520"/>
                  </a:cubicBezTo>
                  <a:cubicBezTo>
                    <a:pt x="1722120" y="1173480"/>
                    <a:pt x="1691640" y="1209040"/>
                    <a:pt x="1652270" y="1250950"/>
                  </a:cubicBezTo>
                  <a:cubicBezTo>
                    <a:pt x="1614170" y="1291590"/>
                    <a:pt x="1574800" y="1329690"/>
                    <a:pt x="1529080" y="1360170"/>
                  </a:cubicBezTo>
                  <a:cubicBezTo>
                    <a:pt x="1482090" y="1390650"/>
                    <a:pt x="1430020" y="1416050"/>
                    <a:pt x="1376680" y="1435100"/>
                  </a:cubicBezTo>
                  <a:cubicBezTo>
                    <a:pt x="1322070" y="1455420"/>
                    <a:pt x="1271270" y="1465580"/>
                    <a:pt x="1205230" y="1478280"/>
                  </a:cubicBezTo>
                  <a:cubicBezTo>
                    <a:pt x="1116330" y="1494790"/>
                    <a:pt x="971550" y="1513840"/>
                    <a:pt x="887730" y="1520190"/>
                  </a:cubicBezTo>
                  <a:cubicBezTo>
                    <a:pt x="834390" y="1524000"/>
                    <a:pt x="798830" y="1525270"/>
                    <a:pt x="755650" y="1521460"/>
                  </a:cubicBezTo>
                  <a:cubicBezTo>
                    <a:pt x="712470" y="1517650"/>
                    <a:pt x="673100" y="1510030"/>
                    <a:pt x="627380" y="1496060"/>
                  </a:cubicBezTo>
                  <a:cubicBezTo>
                    <a:pt x="567690" y="1478280"/>
                    <a:pt x="496570" y="1445260"/>
                    <a:pt x="431800" y="1416050"/>
                  </a:cubicBezTo>
                  <a:cubicBezTo>
                    <a:pt x="364490" y="1385570"/>
                    <a:pt x="281940" y="1346200"/>
                    <a:pt x="234950" y="1314450"/>
                  </a:cubicBezTo>
                  <a:cubicBezTo>
                    <a:pt x="203200" y="1294130"/>
                    <a:pt x="185420" y="1278890"/>
                    <a:pt x="165100" y="1256030"/>
                  </a:cubicBezTo>
                  <a:cubicBezTo>
                    <a:pt x="144780" y="1233170"/>
                    <a:pt x="128270" y="1207770"/>
                    <a:pt x="113030" y="1178560"/>
                  </a:cubicBezTo>
                  <a:cubicBezTo>
                    <a:pt x="95250" y="1141730"/>
                    <a:pt x="81280" y="1103630"/>
                    <a:pt x="72390" y="1050290"/>
                  </a:cubicBezTo>
                  <a:cubicBezTo>
                    <a:pt x="58420" y="965200"/>
                    <a:pt x="62230" y="798830"/>
                    <a:pt x="60960" y="711200"/>
                  </a:cubicBezTo>
                  <a:cubicBezTo>
                    <a:pt x="59690" y="655320"/>
                    <a:pt x="57150" y="628650"/>
                    <a:pt x="59690" y="575310"/>
                  </a:cubicBezTo>
                  <a:cubicBezTo>
                    <a:pt x="64770" y="499110"/>
                    <a:pt x="74930" y="374650"/>
                    <a:pt x="93980" y="294640"/>
                  </a:cubicBezTo>
                  <a:cubicBezTo>
                    <a:pt x="109220" y="233680"/>
                    <a:pt x="132080" y="162560"/>
                    <a:pt x="154940" y="134620"/>
                  </a:cubicBezTo>
                  <a:cubicBezTo>
                    <a:pt x="166370" y="120650"/>
                    <a:pt x="176530" y="115570"/>
                    <a:pt x="190500" y="111760"/>
                  </a:cubicBezTo>
                  <a:cubicBezTo>
                    <a:pt x="208280" y="107950"/>
                    <a:pt x="236220" y="106680"/>
                    <a:pt x="254000" y="114300"/>
                  </a:cubicBezTo>
                  <a:cubicBezTo>
                    <a:pt x="271780" y="123190"/>
                    <a:pt x="290830" y="140970"/>
                    <a:pt x="299720" y="158750"/>
                  </a:cubicBezTo>
                  <a:cubicBezTo>
                    <a:pt x="307340" y="175260"/>
                    <a:pt x="307340" y="191770"/>
                    <a:pt x="307340" y="217170"/>
                  </a:cubicBezTo>
                  <a:cubicBezTo>
                    <a:pt x="307340" y="264160"/>
                    <a:pt x="290830" y="350520"/>
                    <a:pt x="278130" y="416560"/>
                  </a:cubicBezTo>
                  <a:cubicBezTo>
                    <a:pt x="264160" y="486410"/>
                    <a:pt x="236220" y="544830"/>
                    <a:pt x="224790" y="628650"/>
                  </a:cubicBezTo>
                  <a:cubicBezTo>
                    <a:pt x="209550" y="744220"/>
                    <a:pt x="234950" y="988060"/>
                    <a:pt x="215900" y="1050290"/>
                  </a:cubicBezTo>
                  <a:cubicBezTo>
                    <a:pt x="209550" y="1069340"/>
                    <a:pt x="203200" y="1075690"/>
                    <a:pt x="191770" y="1085850"/>
                  </a:cubicBezTo>
                  <a:cubicBezTo>
                    <a:pt x="177800" y="1096010"/>
                    <a:pt x="151130" y="1107440"/>
                    <a:pt x="132080" y="1108710"/>
                  </a:cubicBezTo>
                  <a:cubicBezTo>
                    <a:pt x="118110" y="1108710"/>
                    <a:pt x="104140" y="1104900"/>
                    <a:pt x="91440" y="1098550"/>
                  </a:cubicBezTo>
                  <a:cubicBezTo>
                    <a:pt x="78740" y="1092200"/>
                    <a:pt x="68580" y="1085850"/>
                    <a:pt x="59690" y="1070610"/>
                  </a:cubicBezTo>
                  <a:cubicBezTo>
                    <a:pt x="39370" y="1038860"/>
                    <a:pt x="19050" y="965200"/>
                    <a:pt x="10160" y="899160"/>
                  </a:cubicBezTo>
                  <a:cubicBezTo>
                    <a:pt x="0" y="812800"/>
                    <a:pt x="0" y="664210"/>
                    <a:pt x="21590" y="590550"/>
                  </a:cubicBezTo>
                  <a:cubicBezTo>
                    <a:pt x="34290" y="546100"/>
                    <a:pt x="55880" y="514350"/>
                    <a:pt x="81280" y="490220"/>
                  </a:cubicBezTo>
                  <a:cubicBezTo>
                    <a:pt x="105410" y="468630"/>
                    <a:pt x="134620" y="458470"/>
                    <a:pt x="166370" y="449580"/>
                  </a:cubicBezTo>
                  <a:cubicBezTo>
                    <a:pt x="201930" y="439420"/>
                    <a:pt x="247650" y="431800"/>
                    <a:pt x="287020" y="439420"/>
                  </a:cubicBezTo>
                  <a:cubicBezTo>
                    <a:pt x="325120" y="445770"/>
                    <a:pt x="355600" y="458470"/>
                    <a:pt x="396240" y="491490"/>
                  </a:cubicBezTo>
                  <a:cubicBezTo>
                    <a:pt x="477520" y="558800"/>
                    <a:pt x="655320" y="782320"/>
                    <a:pt x="685800" y="890270"/>
                  </a:cubicBezTo>
                  <a:cubicBezTo>
                    <a:pt x="703580" y="949960"/>
                    <a:pt x="697230" y="1003300"/>
                    <a:pt x="675640" y="1046480"/>
                  </a:cubicBezTo>
                  <a:cubicBezTo>
                    <a:pt x="656590" y="1088390"/>
                    <a:pt x="604520" y="1125220"/>
                    <a:pt x="566420" y="1146810"/>
                  </a:cubicBezTo>
                  <a:cubicBezTo>
                    <a:pt x="537210" y="1164590"/>
                    <a:pt x="506730" y="1172210"/>
                    <a:pt x="476250" y="1176020"/>
                  </a:cubicBezTo>
                  <a:cubicBezTo>
                    <a:pt x="445770" y="1179830"/>
                    <a:pt x="417830" y="1178560"/>
                    <a:pt x="386080" y="1168400"/>
                  </a:cubicBezTo>
                  <a:cubicBezTo>
                    <a:pt x="341630" y="1154430"/>
                    <a:pt x="279400" y="1118870"/>
                    <a:pt x="242570" y="1083310"/>
                  </a:cubicBezTo>
                  <a:cubicBezTo>
                    <a:pt x="207010" y="1049020"/>
                    <a:pt x="182880" y="1003300"/>
                    <a:pt x="163830" y="962660"/>
                  </a:cubicBezTo>
                  <a:cubicBezTo>
                    <a:pt x="146050" y="924560"/>
                    <a:pt x="134620" y="890270"/>
                    <a:pt x="129540" y="845820"/>
                  </a:cubicBezTo>
                  <a:cubicBezTo>
                    <a:pt x="123190" y="791210"/>
                    <a:pt x="118110" y="704850"/>
                    <a:pt x="139700" y="657860"/>
                  </a:cubicBezTo>
                  <a:cubicBezTo>
                    <a:pt x="158750" y="619760"/>
                    <a:pt x="199390" y="594360"/>
                    <a:pt x="232410" y="574040"/>
                  </a:cubicBezTo>
                  <a:cubicBezTo>
                    <a:pt x="260350" y="557530"/>
                    <a:pt x="285750" y="552450"/>
                    <a:pt x="323850" y="543560"/>
                  </a:cubicBezTo>
                  <a:cubicBezTo>
                    <a:pt x="381000" y="529590"/>
                    <a:pt x="490220" y="525780"/>
                    <a:pt x="546100" y="511810"/>
                  </a:cubicBezTo>
                  <a:cubicBezTo>
                    <a:pt x="581660" y="502920"/>
                    <a:pt x="599440" y="485140"/>
                    <a:pt x="629920" y="481330"/>
                  </a:cubicBezTo>
                  <a:cubicBezTo>
                    <a:pt x="665480" y="477520"/>
                    <a:pt x="711200" y="482600"/>
                    <a:pt x="749300" y="494030"/>
                  </a:cubicBezTo>
                  <a:cubicBezTo>
                    <a:pt x="788670" y="506730"/>
                    <a:pt x="830580" y="528320"/>
                    <a:pt x="863600" y="558800"/>
                  </a:cubicBezTo>
                  <a:cubicBezTo>
                    <a:pt x="899160" y="594360"/>
                    <a:pt x="944880" y="651510"/>
                    <a:pt x="948690" y="699770"/>
                  </a:cubicBezTo>
                  <a:cubicBezTo>
                    <a:pt x="951230" y="749300"/>
                    <a:pt x="914400" y="819150"/>
                    <a:pt x="883920" y="849630"/>
                  </a:cubicBezTo>
                  <a:cubicBezTo>
                    <a:pt x="862330" y="873760"/>
                    <a:pt x="834390" y="882650"/>
                    <a:pt x="805180" y="890270"/>
                  </a:cubicBezTo>
                  <a:cubicBezTo>
                    <a:pt x="773430" y="899160"/>
                    <a:pt x="736600" y="899160"/>
                    <a:pt x="702310" y="895350"/>
                  </a:cubicBezTo>
                  <a:cubicBezTo>
                    <a:pt x="669290" y="891540"/>
                    <a:pt x="635000" y="880110"/>
                    <a:pt x="601980" y="867410"/>
                  </a:cubicBezTo>
                  <a:cubicBezTo>
                    <a:pt x="568960" y="853440"/>
                    <a:pt x="535940" y="835660"/>
                    <a:pt x="505460" y="815340"/>
                  </a:cubicBezTo>
                  <a:cubicBezTo>
                    <a:pt x="473710" y="795020"/>
                    <a:pt x="440690" y="772160"/>
                    <a:pt x="414020" y="748030"/>
                  </a:cubicBezTo>
                  <a:cubicBezTo>
                    <a:pt x="389890" y="725170"/>
                    <a:pt x="369570" y="706120"/>
                    <a:pt x="349250" y="676910"/>
                  </a:cubicBezTo>
                  <a:cubicBezTo>
                    <a:pt x="323850" y="638810"/>
                    <a:pt x="293370" y="581660"/>
                    <a:pt x="281940" y="534670"/>
                  </a:cubicBezTo>
                  <a:cubicBezTo>
                    <a:pt x="271780" y="491490"/>
                    <a:pt x="267970" y="445770"/>
                    <a:pt x="279400" y="406400"/>
                  </a:cubicBezTo>
                  <a:cubicBezTo>
                    <a:pt x="289560" y="364490"/>
                    <a:pt x="317500" y="317500"/>
                    <a:pt x="350520" y="288290"/>
                  </a:cubicBezTo>
                  <a:cubicBezTo>
                    <a:pt x="384810" y="259080"/>
                    <a:pt x="436880" y="241300"/>
                    <a:pt x="485140" y="233680"/>
                  </a:cubicBezTo>
                  <a:cubicBezTo>
                    <a:pt x="537210" y="224790"/>
                    <a:pt x="603250" y="232410"/>
                    <a:pt x="656590" y="245110"/>
                  </a:cubicBezTo>
                  <a:cubicBezTo>
                    <a:pt x="708660" y="256540"/>
                    <a:pt x="760730" y="275590"/>
                    <a:pt x="802640" y="302260"/>
                  </a:cubicBezTo>
                  <a:cubicBezTo>
                    <a:pt x="843280" y="328930"/>
                    <a:pt x="895350" y="361950"/>
                    <a:pt x="908050" y="402590"/>
                  </a:cubicBezTo>
                  <a:cubicBezTo>
                    <a:pt x="919480" y="443230"/>
                    <a:pt x="899160" y="516890"/>
                    <a:pt x="871220" y="547370"/>
                  </a:cubicBezTo>
                  <a:cubicBezTo>
                    <a:pt x="848360" y="575310"/>
                    <a:pt x="801370" y="588010"/>
                    <a:pt x="764540" y="590550"/>
                  </a:cubicBezTo>
                  <a:cubicBezTo>
                    <a:pt x="725170" y="591820"/>
                    <a:pt x="671830" y="580390"/>
                    <a:pt x="641350" y="554990"/>
                  </a:cubicBezTo>
                  <a:cubicBezTo>
                    <a:pt x="609600" y="529590"/>
                    <a:pt x="581660" y="474980"/>
                    <a:pt x="577850" y="434340"/>
                  </a:cubicBezTo>
                  <a:cubicBezTo>
                    <a:pt x="575310" y="396240"/>
                    <a:pt x="594360" y="355600"/>
                    <a:pt x="615950" y="321310"/>
                  </a:cubicBezTo>
                  <a:cubicBezTo>
                    <a:pt x="640080" y="280670"/>
                    <a:pt x="678180" y="243840"/>
                    <a:pt x="721360" y="210820"/>
                  </a:cubicBezTo>
                  <a:cubicBezTo>
                    <a:pt x="770890" y="172720"/>
                    <a:pt x="855980" y="99060"/>
                    <a:pt x="899160" y="113030"/>
                  </a:cubicBezTo>
                  <a:cubicBezTo>
                    <a:pt x="939800" y="125730"/>
                    <a:pt x="977900" y="274320"/>
                    <a:pt x="977900" y="274320"/>
                  </a:cubicBezTo>
                </a:path>
              </a:pathLst>
            </a:custGeom>
            <a:solidFill>
              <a:srgbClr val="A6A6A6">
                <a:alpha val="41961"/>
              </a:srgbClr>
            </a:solidFill>
            <a:ln cap="sq">
              <a:noFill/>
              <a:prstDash val="solid"/>
              <a:miter/>
            </a:ln>
          </p:spPr>
          <p:txBody>
            <a:bodyPr/>
            <a:lstStyle/>
            <a:p>
              <a:endParaRPr lang="en-SG" sz="1088"/>
            </a:p>
          </p:txBody>
        </p:sp>
      </p:grpSp>
      <p:grpSp>
        <p:nvGrpSpPr>
          <p:cNvPr id="218" name="Group 187">
            <a:extLst>
              <a:ext uri="{FF2B5EF4-FFF2-40B4-BE49-F238E27FC236}">
                <a16:creationId xmlns:a16="http://schemas.microsoft.com/office/drawing/2014/main" id="{07893516-73A9-094C-FB89-E577D08A2266}"/>
              </a:ext>
            </a:extLst>
          </p:cNvPr>
          <p:cNvGrpSpPr/>
          <p:nvPr/>
        </p:nvGrpSpPr>
        <p:grpSpPr>
          <a:xfrm>
            <a:off x="5646078" y="3266677"/>
            <a:ext cx="352790" cy="587476"/>
            <a:chOff x="0" y="0"/>
            <a:chExt cx="588010" cy="979170"/>
          </a:xfrm>
        </p:grpSpPr>
        <p:sp>
          <p:nvSpPr>
            <p:cNvPr id="219" name="Freeform 188">
              <a:extLst>
                <a:ext uri="{FF2B5EF4-FFF2-40B4-BE49-F238E27FC236}">
                  <a16:creationId xmlns:a16="http://schemas.microsoft.com/office/drawing/2014/main" id="{30056683-73B3-199C-5344-42B257CD056F}"/>
                </a:ext>
              </a:extLst>
            </p:cNvPr>
            <p:cNvSpPr/>
            <p:nvPr/>
          </p:nvSpPr>
          <p:spPr>
            <a:xfrm>
              <a:off x="46990" y="22860"/>
              <a:ext cx="492760" cy="906780"/>
            </a:xfrm>
            <a:custGeom>
              <a:avLst/>
              <a:gdLst/>
              <a:ahLst/>
              <a:cxnLst/>
              <a:rect l="l" t="t" r="r" b="b"/>
              <a:pathLst>
                <a:path w="492760" h="906780">
                  <a:moveTo>
                    <a:pt x="462280" y="34290"/>
                  </a:moveTo>
                  <a:cubicBezTo>
                    <a:pt x="459740" y="283210"/>
                    <a:pt x="492760" y="452120"/>
                    <a:pt x="490220" y="546100"/>
                  </a:cubicBezTo>
                  <a:cubicBezTo>
                    <a:pt x="487680" y="608330"/>
                    <a:pt x="481330" y="665480"/>
                    <a:pt x="463550" y="698500"/>
                  </a:cubicBezTo>
                  <a:cubicBezTo>
                    <a:pt x="453390" y="721360"/>
                    <a:pt x="435610" y="735330"/>
                    <a:pt x="419100" y="744220"/>
                  </a:cubicBezTo>
                  <a:cubicBezTo>
                    <a:pt x="406400" y="750570"/>
                    <a:pt x="391160" y="753110"/>
                    <a:pt x="378460" y="751840"/>
                  </a:cubicBezTo>
                  <a:cubicBezTo>
                    <a:pt x="364490" y="750570"/>
                    <a:pt x="349250" y="748030"/>
                    <a:pt x="336550" y="739140"/>
                  </a:cubicBezTo>
                  <a:cubicBezTo>
                    <a:pt x="322580" y="728980"/>
                    <a:pt x="308610" y="713740"/>
                    <a:pt x="298450" y="689610"/>
                  </a:cubicBezTo>
                  <a:cubicBezTo>
                    <a:pt x="279400" y="648970"/>
                    <a:pt x="264160" y="554990"/>
                    <a:pt x="260350" y="500380"/>
                  </a:cubicBezTo>
                  <a:cubicBezTo>
                    <a:pt x="257810" y="459740"/>
                    <a:pt x="264160" y="434340"/>
                    <a:pt x="267970" y="393700"/>
                  </a:cubicBezTo>
                  <a:cubicBezTo>
                    <a:pt x="274320" y="337820"/>
                    <a:pt x="287020" y="236220"/>
                    <a:pt x="298450" y="195580"/>
                  </a:cubicBezTo>
                  <a:cubicBezTo>
                    <a:pt x="304800" y="176530"/>
                    <a:pt x="308610" y="167640"/>
                    <a:pt x="316230" y="157480"/>
                  </a:cubicBezTo>
                  <a:cubicBezTo>
                    <a:pt x="325120" y="146050"/>
                    <a:pt x="337820" y="135890"/>
                    <a:pt x="350520" y="130810"/>
                  </a:cubicBezTo>
                  <a:cubicBezTo>
                    <a:pt x="363220" y="125730"/>
                    <a:pt x="378460" y="121920"/>
                    <a:pt x="392430" y="123190"/>
                  </a:cubicBezTo>
                  <a:cubicBezTo>
                    <a:pt x="406400" y="124460"/>
                    <a:pt x="420370" y="129540"/>
                    <a:pt x="433070" y="135890"/>
                  </a:cubicBezTo>
                  <a:cubicBezTo>
                    <a:pt x="444500" y="143510"/>
                    <a:pt x="455930" y="153670"/>
                    <a:pt x="462280" y="166370"/>
                  </a:cubicBezTo>
                  <a:cubicBezTo>
                    <a:pt x="471170" y="182880"/>
                    <a:pt x="477520" y="203200"/>
                    <a:pt x="473710" y="228600"/>
                  </a:cubicBezTo>
                  <a:cubicBezTo>
                    <a:pt x="466090" y="278130"/>
                    <a:pt x="410210" y="365760"/>
                    <a:pt x="370840" y="438150"/>
                  </a:cubicBezTo>
                  <a:cubicBezTo>
                    <a:pt x="327660" y="518160"/>
                    <a:pt x="256540" y="610870"/>
                    <a:pt x="222250" y="688340"/>
                  </a:cubicBezTo>
                  <a:cubicBezTo>
                    <a:pt x="195580" y="750570"/>
                    <a:pt x="193040" y="826770"/>
                    <a:pt x="168910" y="862330"/>
                  </a:cubicBezTo>
                  <a:cubicBezTo>
                    <a:pt x="154940" y="882650"/>
                    <a:pt x="138430" y="895350"/>
                    <a:pt x="120650" y="901700"/>
                  </a:cubicBezTo>
                  <a:cubicBezTo>
                    <a:pt x="101600" y="906780"/>
                    <a:pt x="74930" y="905510"/>
                    <a:pt x="57150" y="897890"/>
                  </a:cubicBezTo>
                  <a:cubicBezTo>
                    <a:pt x="39370" y="890270"/>
                    <a:pt x="20320" y="871220"/>
                    <a:pt x="12700" y="853440"/>
                  </a:cubicBezTo>
                  <a:cubicBezTo>
                    <a:pt x="3810" y="835660"/>
                    <a:pt x="0" y="810260"/>
                    <a:pt x="7620" y="791210"/>
                  </a:cubicBezTo>
                  <a:cubicBezTo>
                    <a:pt x="17780" y="765810"/>
                    <a:pt x="58420" y="755650"/>
                    <a:pt x="85090" y="725170"/>
                  </a:cubicBezTo>
                  <a:cubicBezTo>
                    <a:pt x="125730" y="680720"/>
                    <a:pt x="162560" y="548640"/>
                    <a:pt x="210820" y="538480"/>
                  </a:cubicBezTo>
                  <a:cubicBezTo>
                    <a:pt x="255270" y="530860"/>
                    <a:pt x="351790" y="601980"/>
                    <a:pt x="358140" y="638810"/>
                  </a:cubicBezTo>
                  <a:cubicBezTo>
                    <a:pt x="364490" y="669290"/>
                    <a:pt x="318770" y="703580"/>
                    <a:pt x="289560" y="739140"/>
                  </a:cubicBezTo>
                  <a:cubicBezTo>
                    <a:pt x="251460" y="787400"/>
                    <a:pt x="176530" y="869950"/>
                    <a:pt x="139700" y="891540"/>
                  </a:cubicBezTo>
                  <a:cubicBezTo>
                    <a:pt x="123190" y="901700"/>
                    <a:pt x="114300" y="905510"/>
                    <a:pt x="99060" y="905510"/>
                  </a:cubicBezTo>
                  <a:cubicBezTo>
                    <a:pt x="81280" y="905510"/>
                    <a:pt x="53340" y="896620"/>
                    <a:pt x="38100" y="886460"/>
                  </a:cubicBezTo>
                  <a:cubicBezTo>
                    <a:pt x="26670" y="878840"/>
                    <a:pt x="17780" y="866140"/>
                    <a:pt x="12700" y="853440"/>
                  </a:cubicBezTo>
                  <a:cubicBezTo>
                    <a:pt x="6350" y="840740"/>
                    <a:pt x="3810" y="829310"/>
                    <a:pt x="3810" y="811530"/>
                  </a:cubicBezTo>
                  <a:cubicBezTo>
                    <a:pt x="3810" y="784860"/>
                    <a:pt x="13970" y="740410"/>
                    <a:pt x="24130" y="706120"/>
                  </a:cubicBezTo>
                  <a:cubicBezTo>
                    <a:pt x="35560" y="670560"/>
                    <a:pt x="45720" y="646430"/>
                    <a:pt x="67310" y="600710"/>
                  </a:cubicBezTo>
                  <a:cubicBezTo>
                    <a:pt x="113030" y="505460"/>
                    <a:pt x="254000" y="242570"/>
                    <a:pt x="304800" y="175260"/>
                  </a:cubicBezTo>
                  <a:cubicBezTo>
                    <a:pt x="323850" y="151130"/>
                    <a:pt x="334010" y="139700"/>
                    <a:pt x="350520" y="130810"/>
                  </a:cubicBezTo>
                  <a:cubicBezTo>
                    <a:pt x="363220" y="124460"/>
                    <a:pt x="378460" y="121920"/>
                    <a:pt x="392430" y="123190"/>
                  </a:cubicBezTo>
                  <a:cubicBezTo>
                    <a:pt x="406400" y="124460"/>
                    <a:pt x="420370" y="128270"/>
                    <a:pt x="433070" y="135890"/>
                  </a:cubicBezTo>
                  <a:cubicBezTo>
                    <a:pt x="447040" y="147320"/>
                    <a:pt x="463550" y="158750"/>
                    <a:pt x="471170" y="186690"/>
                  </a:cubicBezTo>
                  <a:cubicBezTo>
                    <a:pt x="490220" y="254000"/>
                    <a:pt x="410210" y="504190"/>
                    <a:pt x="425450" y="589280"/>
                  </a:cubicBezTo>
                  <a:cubicBezTo>
                    <a:pt x="433070" y="631190"/>
                    <a:pt x="468630" y="659130"/>
                    <a:pt x="469900" y="678180"/>
                  </a:cubicBezTo>
                  <a:cubicBezTo>
                    <a:pt x="471170" y="687070"/>
                    <a:pt x="468630" y="692150"/>
                    <a:pt x="463550" y="698500"/>
                  </a:cubicBezTo>
                  <a:cubicBezTo>
                    <a:pt x="455930" y="712470"/>
                    <a:pt x="435610" y="735330"/>
                    <a:pt x="419100" y="744220"/>
                  </a:cubicBezTo>
                  <a:cubicBezTo>
                    <a:pt x="406400" y="750570"/>
                    <a:pt x="392430" y="753110"/>
                    <a:pt x="378460" y="751840"/>
                  </a:cubicBezTo>
                  <a:cubicBezTo>
                    <a:pt x="359410" y="749300"/>
                    <a:pt x="334010" y="737870"/>
                    <a:pt x="320040" y="726440"/>
                  </a:cubicBezTo>
                  <a:cubicBezTo>
                    <a:pt x="308610" y="716280"/>
                    <a:pt x="302260" y="707390"/>
                    <a:pt x="298450" y="689610"/>
                  </a:cubicBezTo>
                  <a:cubicBezTo>
                    <a:pt x="290830" y="660400"/>
                    <a:pt x="311150" y="610870"/>
                    <a:pt x="312420" y="554990"/>
                  </a:cubicBezTo>
                  <a:cubicBezTo>
                    <a:pt x="313690" y="462280"/>
                    <a:pt x="283210" y="279400"/>
                    <a:pt x="279400" y="182880"/>
                  </a:cubicBezTo>
                  <a:cubicBezTo>
                    <a:pt x="278130" y="120650"/>
                    <a:pt x="255270" y="54610"/>
                    <a:pt x="283210" y="27940"/>
                  </a:cubicBezTo>
                  <a:cubicBezTo>
                    <a:pt x="312420" y="0"/>
                    <a:pt x="462280" y="34290"/>
                    <a:pt x="462280" y="34290"/>
                  </a:cubicBezTo>
                </a:path>
              </a:pathLst>
            </a:custGeom>
            <a:solidFill>
              <a:srgbClr val="A6A6A6">
                <a:alpha val="41961"/>
              </a:srgbClr>
            </a:solidFill>
            <a:ln cap="sq">
              <a:noFill/>
              <a:prstDash val="solid"/>
              <a:miter/>
            </a:ln>
          </p:spPr>
          <p:txBody>
            <a:bodyPr/>
            <a:lstStyle/>
            <a:p>
              <a:endParaRPr lang="en-SG" sz="1088"/>
            </a:p>
          </p:txBody>
        </p:sp>
      </p:grpSp>
      <p:grpSp>
        <p:nvGrpSpPr>
          <p:cNvPr id="220" name="Group 189">
            <a:extLst>
              <a:ext uri="{FF2B5EF4-FFF2-40B4-BE49-F238E27FC236}">
                <a16:creationId xmlns:a16="http://schemas.microsoft.com/office/drawing/2014/main" id="{41D8BF81-1B91-9A26-78A5-662F176CF4E9}"/>
              </a:ext>
            </a:extLst>
          </p:cNvPr>
          <p:cNvGrpSpPr/>
          <p:nvPr/>
        </p:nvGrpSpPr>
        <p:grpSpPr>
          <a:xfrm>
            <a:off x="6139067" y="2694440"/>
            <a:ext cx="201921" cy="343647"/>
            <a:chOff x="0" y="0"/>
            <a:chExt cx="336550" cy="572770"/>
          </a:xfrm>
        </p:grpSpPr>
        <p:sp>
          <p:nvSpPr>
            <p:cNvPr id="221" name="Freeform 190">
              <a:extLst>
                <a:ext uri="{FF2B5EF4-FFF2-40B4-BE49-F238E27FC236}">
                  <a16:creationId xmlns:a16="http://schemas.microsoft.com/office/drawing/2014/main" id="{B47E5064-53D0-0DCE-6B19-21093541A939}"/>
                </a:ext>
              </a:extLst>
            </p:cNvPr>
            <p:cNvSpPr/>
            <p:nvPr/>
          </p:nvSpPr>
          <p:spPr>
            <a:xfrm>
              <a:off x="30480" y="50800"/>
              <a:ext cx="295910" cy="502920"/>
            </a:xfrm>
            <a:custGeom>
              <a:avLst/>
              <a:gdLst/>
              <a:ahLst/>
              <a:cxnLst/>
              <a:rect l="l" t="t" r="r" b="b"/>
              <a:pathLst>
                <a:path w="295910" h="502920">
                  <a:moveTo>
                    <a:pt x="195580" y="0"/>
                  </a:moveTo>
                  <a:cubicBezTo>
                    <a:pt x="242570" y="236220"/>
                    <a:pt x="295910" y="416560"/>
                    <a:pt x="255270" y="463550"/>
                  </a:cubicBezTo>
                  <a:cubicBezTo>
                    <a:pt x="223520" y="497840"/>
                    <a:pt x="113030" y="502920"/>
                    <a:pt x="77470" y="471170"/>
                  </a:cubicBezTo>
                  <a:cubicBezTo>
                    <a:pt x="33020" y="431800"/>
                    <a:pt x="68580" y="269240"/>
                    <a:pt x="55880" y="190500"/>
                  </a:cubicBezTo>
                  <a:cubicBezTo>
                    <a:pt x="46990" y="132080"/>
                    <a:pt x="0" y="71120"/>
                    <a:pt x="20320" y="39370"/>
                  </a:cubicBezTo>
                  <a:cubicBezTo>
                    <a:pt x="41910" y="5080"/>
                    <a:pt x="195580" y="0"/>
                    <a:pt x="195580" y="0"/>
                  </a:cubicBezTo>
                </a:path>
              </a:pathLst>
            </a:custGeom>
            <a:solidFill>
              <a:srgbClr val="A6A6A6">
                <a:alpha val="41961"/>
              </a:srgbClr>
            </a:solidFill>
            <a:ln cap="sq">
              <a:noFill/>
              <a:prstDash val="solid"/>
              <a:miter/>
            </a:ln>
          </p:spPr>
          <p:txBody>
            <a:bodyPr/>
            <a:lstStyle/>
            <a:p>
              <a:endParaRPr lang="en-SG" sz="1088"/>
            </a:p>
          </p:txBody>
        </p:sp>
      </p:grpSp>
      <p:grpSp>
        <p:nvGrpSpPr>
          <p:cNvPr id="222" name="Group 191">
            <a:extLst>
              <a:ext uri="{FF2B5EF4-FFF2-40B4-BE49-F238E27FC236}">
                <a16:creationId xmlns:a16="http://schemas.microsoft.com/office/drawing/2014/main" id="{CFE98657-DE87-7BCF-9068-E13D4EFE9618}"/>
              </a:ext>
            </a:extLst>
          </p:cNvPr>
          <p:cNvGrpSpPr/>
          <p:nvPr/>
        </p:nvGrpSpPr>
        <p:grpSpPr>
          <a:xfrm>
            <a:off x="6177927" y="2071914"/>
            <a:ext cx="2240943" cy="932647"/>
            <a:chOff x="0" y="0"/>
            <a:chExt cx="3735070" cy="1554480"/>
          </a:xfrm>
        </p:grpSpPr>
        <p:sp>
          <p:nvSpPr>
            <p:cNvPr id="223" name="Freeform 192">
              <a:extLst>
                <a:ext uri="{FF2B5EF4-FFF2-40B4-BE49-F238E27FC236}">
                  <a16:creationId xmlns:a16="http://schemas.microsoft.com/office/drawing/2014/main" id="{29954E62-C7B3-F875-46D1-B06D1C6765D5}"/>
                </a:ext>
              </a:extLst>
            </p:cNvPr>
            <p:cNvSpPr/>
            <p:nvPr/>
          </p:nvSpPr>
          <p:spPr>
            <a:xfrm>
              <a:off x="50800" y="49530"/>
              <a:ext cx="3633470" cy="1457960"/>
            </a:xfrm>
            <a:custGeom>
              <a:avLst/>
              <a:gdLst/>
              <a:ahLst/>
              <a:cxnLst/>
              <a:rect l="l" t="t" r="r" b="b"/>
              <a:pathLst>
                <a:path w="3633470" h="1457960">
                  <a:moveTo>
                    <a:pt x="0" y="866140"/>
                  </a:moveTo>
                  <a:cubicBezTo>
                    <a:pt x="0" y="866140"/>
                    <a:pt x="1270" y="859790"/>
                    <a:pt x="1270" y="855980"/>
                  </a:cubicBezTo>
                  <a:cubicBezTo>
                    <a:pt x="2540" y="852170"/>
                    <a:pt x="3810" y="845820"/>
                    <a:pt x="3810" y="845820"/>
                  </a:cubicBezTo>
                  <a:cubicBezTo>
                    <a:pt x="3810" y="844550"/>
                    <a:pt x="6350" y="838200"/>
                    <a:pt x="7620" y="835660"/>
                  </a:cubicBezTo>
                  <a:cubicBezTo>
                    <a:pt x="8890" y="831850"/>
                    <a:pt x="11430" y="825500"/>
                    <a:pt x="11430" y="825500"/>
                  </a:cubicBezTo>
                  <a:cubicBezTo>
                    <a:pt x="11430" y="825500"/>
                    <a:pt x="15240" y="819150"/>
                    <a:pt x="17780" y="816610"/>
                  </a:cubicBezTo>
                  <a:cubicBezTo>
                    <a:pt x="19050" y="814070"/>
                    <a:pt x="24130" y="807720"/>
                    <a:pt x="24130" y="807720"/>
                  </a:cubicBezTo>
                  <a:cubicBezTo>
                    <a:pt x="24130" y="807720"/>
                    <a:pt x="30480" y="801370"/>
                    <a:pt x="31750" y="801370"/>
                  </a:cubicBezTo>
                  <a:cubicBezTo>
                    <a:pt x="31750" y="801370"/>
                    <a:pt x="31750" y="801370"/>
                    <a:pt x="31750" y="800100"/>
                  </a:cubicBezTo>
                  <a:cubicBezTo>
                    <a:pt x="33020" y="798830"/>
                    <a:pt x="5080" y="764540"/>
                    <a:pt x="13970" y="748030"/>
                  </a:cubicBezTo>
                  <a:cubicBezTo>
                    <a:pt x="30480" y="711200"/>
                    <a:pt x="248920" y="662940"/>
                    <a:pt x="287020" y="650240"/>
                  </a:cubicBezTo>
                  <a:cubicBezTo>
                    <a:pt x="295910" y="646430"/>
                    <a:pt x="303530" y="646430"/>
                    <a:pt x="304800" y="643890"/>
                  </a:cubicBezTo>
                  <a:cubicBezTo>
                    <a:pt x="306070" y="642620"/>
                    <a:pt x="306070" y="641350"/>
                    <a:pt x="306070" y="640080"/>
                  </a:cubicBezTo>
                  <a:cubicBezTo>
                    <a:pt x="307340" y="636270"/>
                    <a:pt x="308610" y="628650"/>
                    <a:pt x="308610" y="628650"/>
                  </a:cubicBezTo>
                  <a:cubicBezTo>
                    <a:pt x="308610" y="628650"/>
                    <a:pt x="311150" y="622300"/>
                    <a:pt x="313690" y="619760"/>
                  </a:cubicBezTo>
                  <a:cubicBezTo>
                    <a:pt x="314960" y="615950"/>
                    <a:pt x="317500" y="609600"/>
                    <a:pt x="317500" y="609600"/>
                  </a:cubicBezTo>
                  <a:cubicBezTo>
                    <a:pt x="318770" y="609600"/>
                    <a:pt x="322580" y="604520"/>
                    <a:pt x="325120" y="601980"/>
                  </a:cubicBezTo>
                  <a:cubicBezTo>
                    <a:pt x="327660" y="599440"/>
                    <a:pt x="331470" y="593090"/>
                    <a:pt x="331470" y="593090"/>
                  </a:cubicBezTo>
                  <a:cubicBezTo>
                    <a:pt x="332740" y="593090"/>
                    <a:pt x="378460" y="525780"/>
                    <a:pt x="408940" y="496570"/>
                  </a:cubicBezTo>
                  <a:cubicBezTo>
                    <a:pt x="438150" y="467360"/>
                    <a:pt x="490220" y="434340"/>
                    <a:pt x="509270" y="421640"/>
                  </a:cubicBezTo>
                  <a:cubicBezTo>
                    <a:pt x="516890" y="416560"/>
                    <a:pt x="518160" y="416560"/>
                    <a:pt x="525780" y="411480"/>
                  </a:cubicBezTo>
                  <a:cubicBezTo>
                    <a:pt x="543560" y="398780"/>
                    <a:pt x="584200" y="367030"/>
                    <a:pt x="615950" y="345440"/>
                  </a:cubicBezTo>
                  <a:cubicBezTo>
                    <a:pt x="651510" y="322580"/>
                    <a:pt x="689610" y="300990"/>
                    <a:pt x="728980" y="275590"/>
                  </a:cubicBezTo>
                  <a:cubicBezTo>
                    <a:pt x="773430" y="247650"/>
                    <a:pt x="828040" y="209550"/>
                    <a:pt x="869950" y="186690"/>
                  </a:cubicBezTo>
                  <a:cubicBezTo>
                    <a:pt x="902970" y="170180"/>
                    <a:pt x="923290" y="157480"/>
                    <a:pt x="957580" y="147320"/>
                  </a:cubicBezTo>
                  <a:cubicBezTo>
                    <a:pt x="1003300" y="134620"/>
                    <a:pt x="1078230" y="132080"/>
                    <a:pt x="1117600" y="123190"/>
                  </a:cubicBezTo>
                  <a:cubicBezTo>
                    <a:pt x="1141730" y="116840"/>
                    <a:pt x="1151890" y="110490"/>
                    <a:pt x="1176020" y="102870"/>
                  </a:cubicBezTo>
                  <a:cubicBezTo>
                    <a:pt x="1216660" y="88900"/>
                    <a:pt x="1286510" y="66040"/>
                    <a:pt x="1341120" y="50800"/>
                  </a:cubicBezTo>
                  <a:cubicBezTo>
                    <a:pt x="1391920" y="36830"/>
                    <a:pt x="1442720" y="21590"/>
                    <a:pt x="1490980" y="13970"/>
                  </a:cubicBezTo>
                  <a:cubicBezTo>
                    <a:pt x="1535430" y="6350"/>
                    <a:pt x="1577340" y="2540"/>
                    <a:pt x="1619250" y="1270"/>
                  </a:cubicBezTo>
                  <a:cubicBezTo>
                    <a:pt x="1658620" y="0"/>
                    <a:pt x="1699260" y="1270"/>
                    <a:pt x="1736090" y="6350"/>
                  </a:cubicBezTo>
                  <a:cubicBezTo>
                    <a:pt x="1771650" y="11430"/>
                    <a:pt x="1805940" y="21590"/>
                    <a:pt x="1838960" y="29210"/>
                  </a:cubicBezTo>
                  <a:cubicBezTo>
                    <a:pt x="1869440" y="36830"/>
                    <a:pt x="1897380" y="44450"/>
                    <a:pt x="1929130" y="54610"/>
                  </a:cubicBezTo>
                  <a:cubicBezTo>
                    <a:pt x="1962150" y="64770"/>
                    <a:pt x="1998980" y="77470"/>
                    <a:pt x="2034540" y="90170"/>
                  </a:cubicBezTo>
                  <a:cubicBezTo>
                    <a:pt x="2071370" y="104140"/>
                    <a:pt x="2106930" y="121920"/>
                    <a:pt x="2143760" y="134620"/>
                  </a:cubicBezTo>
                  <a:cubicBezTo>
                    <a:pt x="2180590" y="148590"/>
                    <a:pt x="2217420" y="161290"/>
                    <a:pt x="2256790" y="172720"/>
                  </a:cubicBezTo>
                  <a:cubicBezTo>
                    <a:pt x="2296160" y="185420"/>
                    <a:pt x="2348230" y="198120"/>
                    <a:pt x="2381250" y="204470"/>
                  </a:cubicBezTo>
                  <a:cubicBezTo>
                    <a:pt x="2402840" y="209550"/>
                    <a:pt x="2413000" y="212090"/>
                    <a:pt x="2434590" y="213360"/>
                  </a:cubicBezTo>
                  <a:cubicBezTo>
                    <a:pt x="2463800" y="214630"/>
                    <a:pt x="2508250" y="209550"/>
                    <a:pt x="2546350" y="209550"/>
                  </a:cubicBezTo>
                  <a:cubicBezTo>
                    <a:pt x="2583180" y="209550"/>
                    <a:pt x="2658110" y="212090"/>
                    <a:pt x="2659380" y="212090"/>
                  </a:cubicBezTo>
                  <a:cubicBezTo>
                    <a:pt x="2659380" y="212090"/>
                    <a:pt x="2665730" y="212090"/>
                    <a:pt x="2669540" y="210820"/>
                  </a:cubicBezTo>
                  <a:cubicBezTo>
                    <a:pt x="2673350" y="210820"/>
                    <a:pt x="2679700" y="210820"/>
                    <a:pt x="2680970" y="210820"/>
                  </a:cubicBezTo>
                  <a:cubicBezTo>
                    <a:pt x="2680970" y="210820"/>
                    <a:pt x="2687320" y="212090"/>
                    <a:pt x="2691130" y="212090"/>
                  </a:cubicBezTo>
                  <a:cubicBezTo>
                    <a:pt x="2694940" y="212090"/>
                    <a:pt x="2701290" y="213360"/>
                    <a:pt x="2701290" y="213360"/>
                  </a:cubicBezTo>
                  <a:cubicBezTo>
                    <a:pt x="2701290" y="213360"/>
                    <a:pt x="2707640" y="215900"/>
                    <a:pt x="2711450" y="217170"/>
                  </a:cubicBezTo>
                  <a:cubicBezTo>
                    <a:pt x="2715260" y="218440"/>
                    <a:pt x="2716530" y="220980"/>
                    <a:pt x="2721610" y="222250"/>
                  </a:cubicBezTo>
                  <a:cubicBezTo>
                    <a:pt x="2730500" y="223520"/>
                    <a:pt x="2752090" y="220980"/>
                    <a:pt x="2771140" y="223520"/>
                  </a:cubicBezTo>
                  <a:cubicBezTo>
                    <a:pt x="2799080" y="224790"/>
                    <a:pt x="2837180" y="231140"/>
                    <a:pt x="2870200" y="237490"/>
                  </a:cubicBezTo>
                  <a:cubicBezTo>
                    <a:pt x="2901950" y="243840"/>
                    <a:pt x="2933700" y="250190"/>
                    <a:pt x="2965450" y="261620"/>
                  </a:cubicBezTo>
                  <a:cubicBezTo>
                    <a:pt x="2999740" y="274320"/>
                    <a:pt x="3035300" y="292100"/>
                    <a:pt x="3068320" y="309880"/>
                  </a:cubicBezTo>
                  <a:cubicBezTo>
                    <a:pt x="3102610" y="326390"/>
                    <a:pt x="3131820" y="345440"/>
                    <a:pt x="3166110" y="365760"/>
                  </a:cubicBezTo>
                  <a:cubicBezTo>
                    <a:pt x="3204210" y="386080"/>
                    <a:pt x="3249930" y="408940"/>
                    <a:pt x="3285490" y="431800"/>
                  </a:cubicBezTo>
                  <a:cubicBezTo>
                    <a:pt x="3314700" y="449580"/>
                    <a:pt x="3345180" y="469900"/>
                    <a:pt x="3365500" y="487680"/>
                  </a:cubicBezTo>
                  <a:cubicBezTo>
                    <a:pt x="3380740" y="501650"/>
                    <a:pt x="3399790" y="525780"/>
                    <a:pt x="3402330" y="527050"/>
                  </a:cubicBezTo>
                  <a:cubicBezTo>
                    <a:pt x="3402330" y="527050"/>
                    <a:pt x="3402330" y="527050"/>
                    <a:pt x="3402330" y="528320"/>
                  </a:cubicBezTo>
                  <a:cubicBezTo>
                    <a:pt x="3403600" y="529590"/>
                    <a:pt x="3406140" y="533400"/>
                    <a:pt x="3411220" y="537210"/>
                  </a:cubicBezTo>
                  <a:cubicBezTo>
                    <a:pt x="3422650" y="546100"/>
                    <a:pt x="3460750" y="562610"/>
                    <a:pt x="3483610" y="579120"/>
                  </a:cubicBezTo>
                  <a:cubicBezTo>
                    <a:pt x="3507740" y="596900"/>
                    <a:pt x="3530600" y="613410"/>
                    <a:pt x="3550920" y="638810"/>
                  </a:cubicBezTo>
                  <a:cubicBezTo>
                    <a:pt x="3575050" y="669290"/>
                    <a:pt x="3601720" y="712470"/>
                    <a:pt x="3615690" y="753110"/>
                  </a:cubicBezTo>
                  <a:cubicBezTo>
                    <a:pt x="3628390" y="789940"/>
                    <a:pt x="3633470" y="831850"/>
                    <a:pt x="3633470" y="869950"/>
                  </a:cubicBezTo>
                  <a:cubicBezTo>
                    <a:pt x="3633470" y="908050"/>
                    <a:pt x="3620770" y="960120"/>
                    <a:pt x="3615690" y="984250"/>
                  </a:cubicBezTo>
                  <a:cubicBezTo>
                    <a:pt x="3613150" y="995680"/>
                    <a:pt x="3609340" y="998220"/>
                    <a:pt x="3608070" y="1009650"/>
                  </a:cubicBezTo>
                  <a:cubicBezTo>
                    <a:pt x="3604260" y="1027430"/>
                    <a:pt x="3606800" y="1062990"/>
                    <a:pt x="3599180" y="1085850"/>
                  </a:cubicBezTo>
                  <a:cubicBezTo>
                    <a:pt x="3592830" y="1106170"/>
                    <a:pt x="3575050" y="1120140"/>
                    <a:pt x="3566160" y="1139190"/>
                  </a:cubicBezTo>
                  <a:cubicBezTo>
                    <a:pt x="3557270" y="1158240"/>
                    <a:pt x="3547110" y="1198880"/>
                    <a:pt x="3547110" y="1198880"/>
                  </a:cubicBezTo>
                  <a:cubicBezTo>
                    <a:pt x="3547110" y="1198880"/>
                    <a:pt x="3545840" y="1206500"/>
                    <a:pt x="3545840" y="1210310"/>
                  </a:cubicBezTo>
                  <a:cubicBezTo>
                    <a:pt x="3544570" y="1212850"/>
                    <a:pt x="3544570" y="1220470"/>
                    <a:pt x="3544570" y="1220470"/>
                  </a:cubicBezTo>
                  <a:cubicBezTo>
                    <a:pt x="3544570" y="1220470"/>
                    <a:pt x="3540760" y="1226820"/>
                    <a:pt x="3539490" y="1230630"/>
                  </a:cubicBezTo>
                  <a:cubicBezTo>
                    <a:pt x="3538220" y="1233170"/>
                    <a:pt x="3535680" y="1239520"/>
                    <a:pt x="3535680" y="1240790"/>
                  </a:cubicBezTo>
                  <a:cubicBezTo>
                    <a:pt x="3535680" y="1240790"/>
                    <a:pt x="3531870" y="1245870"/>
                    <a:pt x="3529330" y="1248410"/>
                  </a:cubicBezTo>
                  <a:cubicBezTo>
                    <a:pt x="3528060" y="1252220"/>
                    <a:pt x="3522980" y="1257300"/>
                    <a:pt x="3522980" y="1257300"/>
                  </a:cubicBezTo>
                  <a:cubicBezTo>
                    <a:pt x="3522980" y="1257300"/>
                    <a:pt x="3517900" y="1262380"/>
                    <a:pt x="3515360" y="1264920"/>
                  </a:cubicBezTo>
                  <a:cubicBezTo>
                    <a:pt x="3512820" y="1266190"/>
                    <a:pt x="3506470" y="1271270"/>
                    <a:pt x="3506470" y="1271270"/>
                  </a:cubicBezTo>
                  <a:cubicBezTo>
                    <a:pt x="3506470" y="1271270"/>
                    <a:pt x="3500120" y="1275080"/>
                    <a:pt x="3497580" y="1276350"/>
                  </a:cubicBezTo>
                  <a:cubicBezTo>
                    <a:pt x="3493770" y="1277620"/>
                    <a:pt x="3487420" y="1280160"/>
                    <a:pt x="3487420" y="1280160"/>
                  </a:cubicBezTo>
                  <a:cubicBezTo>
                    <a:pt x="3487420" y="1281430"/>
                    <a:pt x="3481070" y="1282700"/>
                    <a:pt x="3477260" y="1282700"/>
                  </a:cubicBezTo>
                  <a:cubicBezTo>
                    <a:pt x="3473450" y="1283970"/>
                    <a:pt x="3467100" y="1285240"/>
                    <a:pt x="3467100" y="1285240"/>
                  </a:cubicBezTo>
                  <a:cubicBezTo>
                    <a:pt x="3467100" y="1285240"/>
                    <a:pt x="3460750" y="1283970"/>
                    <a:pt x="3456940" y="1285240"/>
                  </a:cubicBezTo>
                  <a:cubicBezTo>
                    <a:pt x="3445510" y="1290320"/>
                    <a:pt x="3425190" y="1323340"/>
                    <a:pt x="3403600" y="1342390"/>
                  </a:cubicBezTo>
                  <a:cubicBezTo>
                    <a:pt x="3375660" y="1366520"/>
                    <a:pt x="3337560" y="1399540"/>
                    <a:pt x="3302000" y="1417320"/>
                  </a:cubicBezTo>
                  <a:cubicBezTo>
                    <a:pt x="3266440" y="1435100"/>
                    <a:pt x="3225800" y="1449070"/>
                    <a:pt x="3188970" y="1454150"/>
                  </a:cubicBezTo>
                  <a:cubicBezTo>
                    <a:pt x="3155950" y="1457960"/>
                    <a:pt x="3125470" y="1451610"/>
                    <a:pt x="3092450" y="1449070"/>
                  </a:cubicBezTo>
                  <a:cubicBezTo>
                    <a:pt x="3056890" y="1446530"/>
                    <a:pt x="3018790" y="1441450"/>
                    <a:pt x="2984500" y="1437640"/>
                  </a:cubicBezTo>
                  <a:cubicBezTo>
                    <a:pt x="2951480" y="1435100"/>
                    <a:pt x="2923540" y="1436370"/>
                    <a:pt x="2890520" y="1431290"/>
                  </a:cubicBezTo>
                  <a:cubicBezTo>
                    <a:pt x="2854960" y="1426210"/>
                    <a:pt x="2814320" y="1414780"/>
                    <a:pt x="2778760" y="1403350"/>
                  </a:cubicBezTo>
                  <a:cubicBezTo>
                    <a:pt x="2741930" y="1390650"/>
                    <a:pt x="2703830" y="1374140"/>
                    <a:pt x="2669540" y="1358900"/>
                  </a:cubicBezTo>
                  <a:cubicBezTo>
                    <a:pt x="2639060" y="1344930"/>
                    <a:pt x="2600960" y="1318260"/>
                    <a:pt x="2584450" y="1313180"/>
                  </a:cubicBezTo>
                  <a:cubicBezTo>
                    <a:pt x="2578100" y="1310640"/>
                    <a:pt x="2576830" y="1311910"/>
                    <a:pt x="2570480" y="1311910"/>
                  </a:cubicBezTo>
                  <a:cubicBezTo>
                    <a:pt x="2553970" y="1308100"/>
                    <a:pt x="2510790" y="1299210"/>
                    <a:pt x="2480310" y="1292860"/>
                  </a:cubicBezTo>
                  <a:cubicBezTo>
                    <a:pt x="2449830" y="1286510"/>
                    <a:pt x="2415540" y="1277620"/>
                    <a:pt x="2386330" y="1270000"/>
                  </a:cubicBezTo>
                  <a:cubicBezTo>
                    <a:pt x="2359660" y="1264920"/>
                    <a:pt x="2316480" y="1252220"/>
                    <a:pt x="2310130" y="1253490"/>
                  </a:cubicBezTo>
                  <a:cubicBezTo>
                    <a:pt x="2308860" y="1253490"/>
                    <a:pt x="2308860" y="1253490"/>
                    <a:pt x="2307590" y="1254760"/>
                  </a:cubicBezTo>
                  <a:cubicBezTo>
                    <a:pt x="2306320" y="1254760"/>
                    <a:pt x="2298700" y="1259840"/>
                    <a:pt x="2298700" y="1259840"/>
                  </a:cubicBezTo>
                  <a:cubicBezTo>
                    <a:pt x="2298700" y="1259840"/>
                    <a:pt x="2291080" y="1261110"/>
                    <a:pt x="2288540" y="1262380"/>
                  </a:cubicBezTo>
                  <a:cubicBezTo>
                    <a:pt x="2284730" y="1262380"/>
                    <a:pt x="2282190" y="1263650"/>
                    <a:pt x="2277110" y="1264920"/>
                  </a:cubicBezTo>
                  <a:cubicBezTo>
                    <a:pt x="2270760" y="1266190"/>
                    <a:pt x="2263140" y="1266190"/>
                    <a:pt x="2251710" y="1267460"/>
                  </a:cubicBezTo>
                  <a:cubicBezTo>
                    <a:pt x="2228850" y="1271270"/>
                    <a:pt x="2183130" y="1278890"/>
                    <a:pt x="2150110" y="1283970"/>
                  </a:cubicBezTo>
                  <a:cubicBezTo>
                    <a:pt x="2118360" y="1289050"/>
                    <a:pt x="2090420" y="1292860"/>
                    <a:pt x="2058670" y="1296670"/>
                  </a:cubicBezTo>
                  <a:cubicBezTo>
                    <a:pt x="2024380" y="1299210"/>
                    <a:pt x="1988820" y="1301750"/>
                    <a:pt x="1951990" y="1303020"/>
                  </a:cubicBezTo>
                  <a:cubicBezTo>
                    <a:pt x="1911350" y="1304290"/>
                    <a:pt x="1869440" y="1301750"/>
                    <a:pt x="1826260" y="1300480"/>
                  </a:cubicBezTo>
                  <a:cubicBezTo>
                    <a:pt x="1780540" y="1300480"/>
                    <a:pt x="1733550" y="1297940"/>
                    <a:pt x="1686560" y="1296670"/>
                  </a:cubicBezTo>
                  <a:cubicBezTo>
                    <a:pt x="1637030" y="1295400"/>
                    <a:pt x="1587500" y="1292860"/>
                    <a:pt x="1536700" y="1292860"/>
                  </a:cubicBezTo>
                  <a:cubicBezTo>
                    <a:pt x="1483360" y="1291590"/>
                    <a:pt x="1430020" y="1291590"/>
                    <a:pt x="1375410" y="1291590"/>
                  </a:cubicBezTo>
                  <a:cubicBezTo>
                    <a:pt x="1319530" y="1291590"/>
                    <a:pt x="1262380" y="1291590"/>
                    <a:pt x="1207770" y="1291590"/>
                  </a:cubicBezTo>
                  <a:cubicBezTo>
                    <a:pt x="1156970" y="1291590"/>
                    <a:pt x="1107440" y="1290320"/>
                    <a:pt x="1059180" y="1290320"/>
                  </a:cubicBezTo>
                  <a:cubicBezTo>
                    <a:pt x="1013460" y="1291590"/>
                    <a:pt x="967740" y="1292860"/>
                    <a:pt x="924560" y="1292860"/>
                  </a:cubicBezTo>
                  <a:cubicBezTo>
                    <a:pt x="883920" y="1292860"/>
                    <a:pt x="845820" y="1295400"/>
                    <a:pt x="806450" y="1294130"/>
                  </a:cubicBezTo>
                  <a:cubicBezTo>
                    <a:pt x="769620" y="1292860"/>
                    <a:pt x="731520" y="1294130"/>
                    <a:pt x="695960" y="1283970"/>
                  </a:cubicBezTo>
                  <a:cubicBezTo>
                    <a:pt x="659130" y="1275080"/>
                    <a:pt x="599440" y="1253490"/>
                    <a:pt x="589280" y="1233170"/>
                  </a:cubicBezTo>
                  <a:cubicBezTo>
                    <a:pt x="582930" y="1221740"/>
                    <a:pt x="600710" y="1201420"/>
                    <a:pt x="595630" y="1197610"/>
                  </a:cubicBezTo>
                  <a:cubicBezTo>
                    <a:pt x="593090" y="1193800"/>
                    <a:pt x="575310" y="1201420"/>
                    <a:pt x="575310" y="1201420"/>
                  </a:cubicBezTo>
                  <a:cubicBezTo>
                    <a:pt x="575310" y="1201420"/>
                    <a:pt x="568960" y="1201420"/>
                    <a:pt x="565150" y="1202690"/>
                  </a:cubicBezTo>
                  <a:cubicBezTo>
                    <a:pt x="561340" y="1202690"/>
                    <a:pt x="554990" y="1202690"/>
                    <a:pt x="554990" y="1202690"/>
                  </a:cubicBezTo>
                  <a:cubicBezTo>
                    <a:pt x="553720" y="1202690"/>
                    <a:pt x="547370" y="1202690"/>
                    <a:pt x="543560" y="1201420"/>
                  </a:cubicBezTo>
                  <a:cubicBezTo>
                    <a:pt x="539750" y="1201420"/>
                    <a:pt x="533400" y="1200150"/>
                    <a:pt x="533400" y="1200150"/>
                  </a:cubicBezTo>
                  <a:cubicBezTo>
                    <a:pt x="533400" y="1200150"/>
                    <a:pt x="527050" y="1197610"/>
                    <a:pt x="523240" y="1196340"/>
                  </a:cubicBezTo>
                  <a:cubicBezTo>
                    <a:pt x="519430" y="1195070"/>
                    <a:pt x="513080" y="1192530"/>
                    <a:pt x="513080" y="1192530"/>
                  </a:cubicBezTo>
                  <a:cubicBezTo>
                    <a:pt x="513080" y="1192530"/>
                    <a:pt x="508000" y="1188720"/>
                    <a:pt x="504190" y="1186180"/>
                  </a:cubicBezTo>
                  <a:cubicBezTo>
                    <a:pt x="501650" y="1183640"/>
                    <a:pt x="496570" y="1179830"/>
                    <a:pt x="495300" y="1179830"/>
                  </a:cubicBezTo>
                  <a:cubicBezTo>
                    <a:pt x="495300" y="1179830"/>
                    <a:pt x="491490" y="1174750"/>
                    <a:pt x="488950" y="1172210"/>
                  </a:cubicBezTo>
                  <a:cubicBezTo>
                    <a:pt x="486410" y="1168400"/>
                    <a:pt x="482600" y="1163320"/>
                    <a:pt x="481330" y="1163320"/>
                  </a:cubicBezTo>
                  <a:cubicBezTo>
                    <a:pt x="481330" y="1163320"/>
                    <a:pt x="478790" y="1156970"/>
                    <a:pt x="477520" y="1154430"/>
                  </a:cubicBezTo>
                  <a:cubicBezTo>
                    <a:pt x="474980" y="1150620"/>
                    <a:pt x="472440" y="1144270"/>
                    <a:pt x="472440" y="1144270"/>
                  </a:cubicBezTo>
                  <a:cubicBezTo>
                    <a:pt x="472440" y="1144270"/>
                    <a:pt x="471170" y="1137920"/>
                    <a:pt x="469900" y="1134110"/>
                  </a:cubicBezTo>
                  <a:cubicBezTo>
                    <a:pt x="468630" y="1130300"/>
                    <a:pt x="467360" y="1123950"/>
                    <a:pt x="467360" y="1123950"/>
                  </a:cubicBezTo>
                  <a:cubicBezTo>
                    <a:pt x="467360" y="1123950"/>
                    <a:pt x="467360" y="1116330"/>
                    <a:pt x="467360" y="1112520"/>
                  </a:cubicBezTo>
                  <a:cubicBezTo>
                    <a:pt x="467360" y="1108710"/>
                    <a:pt x="467360" y="1102360"/>
                    <a:pt x="467360" y="1102360"/>
                  </a:cubicBezTo>
                  <a:cubicBezTo>
                    <a:pt x="467360" y="1102360"/>
                    <a:pt x="469900" y="1094740"/>
                    <a:pt x="471170" y="1092200"/>
                  </a:cubicBezTo>
                  <a:cubicBezTo>
                    <a:pt x="471170" y="1088390"/>
                    <a:pt x="473710" y="1082040"/>
                    <a:pt x="473710" y="1080770"/>
                  </a:cubicBezTo>
                  <a:cubicBezTo>
                    <a:pt x="473710" y="1080770"/>
                    <a:pt x="476250" y="1075690"/>
                    <a:pt x="478790" y="1071880"/>
                  </a:cubicBezTo>
                  <a:cubicBezTo>
                    <a:pt x="480060" y="1069340"/>
                    <a:pt x="483870" y="1062990"/>
                    <a:pt x="483870" y="1062990"/>
                  </a:cubicBezTo>
                  <a:cubicBezTo>
                    <a:pt x="483870" y="1062990"/>
                    <a:pt x="488950" y="1057910"/>
                    <a:pt x="491490" y="1054100"/>
                  </a:cubicBezTo>
                  <a:cubicBezTo>
                    <a:pt x="492760" y="1051560"/>
                    <a:pt x="497840" y="1046480"/>
                    <a:pt x="497840" y="1046480"/>
                  </a:cubicBezTo>
                  <a:cubicBezTo>
                    <a:pt x="497840" y="1046480"/>
                    <a:pt x="504190" y="1042670"/>
                    <a:pt x="506730" y="1041400"/>
                  </a:cubicBezTo>
                  <a:cubicBezTo>
                    <a:pt x="510540" y="1038860"/>
                    <a:pt x="515620" y="1035050"/>
                    <a:pt x="515620" y="1035050"/>
                  </a:cubicBezTo>
                  <a:cubicBezTo>
                    <a:pt x="515620" y="1035050"/>
                    <a:pt x="523240" y="1032510"/>
                    <a:pt x="525780" y="1031240"/>
                  </a:cubicBezTo>
                  <a:cubicBezTo>
                    <a:pt x="529590" y="1029970"/>
                    <a:pt x="530860" y="1028700"/>
                    <a:pt x="535940" y="1027430"/>
                  </a:cubicBezTo>
                  <a:cubicBezTo>
                    <a:pt x="547370" y="1024890"/>
                    <a:pt x="568960" y="1019810"/>
                    <a:pt x="591820" y="1014730"/>
                  </a:cubicBezTo>
                  <a:cubicBezTo>
                    <a:pt x="627380" y="1007110"/>
                    <a:pt x="675640" y="995680"/>
                    <a:pt x="726440" y="984250"/>
                  </a:cubicBezTo>
                  <a:cubicBezTo>
                    <a:pt x="792480" y="969010"/>
                    <a:pt x="881380" y="946150"/>
                    <a:pt x="958850" y="928370"/>
                  </a:cubicBezTo>
                  <a:cubicBezTo>
                    <a:pt x="1036320" y="910590"/>
                    <a:pt x="1192530" y="877570"/>
                    <a:pt x="1192530" y="876300"/>
                  </a:cubicBezTo>
                  <a:cubicBezTo>
                    <a:pt x="1191260" y="875030"/>
                    <a:pt x="1074420" y="897890"/>
                    <a:pt x="1007110" y="910590"/>
                  </a:cubicBezTo>
                  <a:cubicBezTo>
                    <a:pt x="923290" y="927100"/>
                    <a:pt x="821690" y="946150"/>
                    <a:pt x="730250" y="963930"/>
                  </a:cubicBezTo>
                  <a:cubicBezTo>
                    <a:pt x="640080" y="981710"/>
                    <a:pt x="462280" y="1018540"/>
                    <a:pt x="461010" y="1018540"/>
                  </a:cubicBezTo>
                  <a:cubicBezTo>
                    <a:pt x="461010" y="1018540"/>
                    <a:pt x="454660" y="1019810"/>
                    <a:pt x="450850" y="1019810"/>
                  </a:cubicBezTo>
                  <a:cubicBezTo>
                    <a:pt x="447040" y="1021080"/>
                    <a:pt x="440690" y="1022350"/>
                    <a:pt x="440690" y="1022350"/>
                  </a:cubicBezTo>
                  <a:cubicBezTo>
                    <a:pt x="439420" y="1022350"/>
                    <a:pt x="433070" y="1022350"/>
                    <a:pt x="429260" y="1022350"/>
                  </a:cubicBezTo>
                  <a:cubicBezTo>
                    <a:pt x="425450" y="1021080"/>
                    <a:pt x="419100" y="1021080"/>
                    <a:pt x="419100" y="1021080"/>
                  </a:cubicBezTo>
                  <a:cubicBezTo>
                    <a:pt x="419100" y="1021080"/>
                    <a:pt x="411480" y="1018540"/>
                    <a:pt x="408940" y="1018540"/>
                  </a:cubicBezTo>
                  <a:cubicBezTo>
                    <a:pt x="405130" y="1017270"/>
                    <a:pt x="398780" y="1014730"/>
                    <a:pt x="398780" y="1014730"/>
                  </a:cubicBezTo>
                  <a:cubicBezTo>
                    <a:pt x="397510" y="1014730"/>
                    <a:pt x="392430" y="1010920"/>
                    <a:pt x="388620" y="1009650"/>
                  </a:cubicBezTo>
                  <a:cubicBezTo>
                    <a:pt x="386080" y="1007110"/>
                    <a:pt x="379730" y="1004570"/>
                    <a:pt x="379730" y="1004570"/>
                  </a:cubicBezTo>
                  <a:cubicBezTo>
                    <a:pt x="379730" y="1004570"/>
                    <a:pt x="374650" y="999490"/>
                    <a:pt x="372110" y="996950"/>
                  </a:cubicBezTo>
                  <a:cubicBezTo>
                    <a:pt x="369570" y="994410"/>
                    <a:pt x="364490" y="989330"/>
                    <a:pt x="364490" y="989330"/>
                  </a:cubicBezTo>
                  <a:cubicBezTo>
                    <a:pt x="364490" y="989330"/>
                    <a:pt x="360680" y="982980"/>
                    <a:pt x="359410" y="980440"/>
                  </a:cubicBezTo>
                  <a:cubicBezTo>
                    <a:pt x="356870" y="976630"/>
                    <a:pt x="353060" y="970280"/>
                    <a:pt x="353060" y="970280"/>
                  </a:cubicBezTo>
                  <a:cubicBezTo>
                    <a:pt x="353060" y="970280"/>
                    <a:pt x="351790" y="963930"/>
                    <a:pt x="350520" y="960120"/>
                  </a:cubicBezTo>
                  <a:cubicBezTo>
                    <a:pt x="349250" y="957580"/>
                    <a:pt x="346710" y="949960"/>
                    <a:pt x="346710" y="949960"/>
                  </a:cubicBezTo>
                  <a:cubicBezTo>
                    <a:pt x="346710" y="949960"/>
                    <a:pt x="346710" y="943610"/>
                    <a:pt x="346710" y="939800"/>
                  </a:cubicBezTo>
                  <a:cubicBezTo>
                    <a:pt x="345440" y="935990"/>
                    <a:pt x="345440" y="929640"/>
                    <a:pt x="345440" y="928370"/>
                  </a:cubicBezTo>
                  <a:cubicBezTo>
                    <a:pt x="345440" y="928370"/>
                    <a:pt x="346710" y="922020"/>
                    <a:pt x="346710" y="918210"/>
                  </a:cubicBezTo>
                  <a:cubicBezTo>
                    <a:pt x="347980" y="914400"/>
                    <a:pt x="349250" y="908050"/>
                    <a:pt x="349250" y="908050"/>
                  </a:cubicBezTo>
                  <a:cubicBezTo>
                    <a:pt x="349250" y="908050"/>
                    <a:pt x="351790" y="901700"/>
                    <a:pt x="353060" y="897890"/>
                  </a:cubicBezTo>
                  <a:cubicBezTo>
                    <a:pt x="354330" y="895350"/>
                    <a:pt x="358140" y="887730"/>
                    <a:pt x="358140" y="887730"/>
                  </a:cubicBezTo>
                  <a:cubicBezTo>
                    <a:pt x="358140" y="887730"/>
                    <a:pt x="359410" y="887730"/>
                    <a:pt x="359410" y="886460"/>
                  </a:cubicBezTo>
                  <a:cubicBezTo>
                    <a:pt x="359410" y="885190"/>
                    <a:pt x="355600" y="882650"/>
                    <a:pt x="355600" y="882650"/>
                  </a:cubicBezTo>
                  <a:cubicBezTo>
                    <a:pt x="355600" y="882650"/>
                    <a:pt x="353060" y="873760"/>
                    <a:pt x="353060" y="872490"/>
                  </a:cubicBezTo>
                  <a:cubicBezTo>
                    <a:pt x="353060" y="871220"/>
                    <a:pt x="353060" y="871220"/>
                    <a:pt x="353060" y="871220"/>
                  </a:cubicBezTo>
                  <a:cubicBezTo>
                    <a:pt x="349250" y="869950"/>
                    <a:pt x="285750" y="896620"/>
                    <a:pt x="248920" y="909320"/>
                  </a:cubicBezTo>
                  <a:cubicBezTo>
                    <a:pt x="208280" y="923290"/>
                    <a:pt x="119380" y="951230"/>
                    <a:pt x="119380" y="951230"/>
                  </a:cubicBezTo>
                  <a:cubicBezTo>
                    <a:pt x="119380" y="951230"/>
                    <a:pt x="111760" y="953770"/>
                    <a:pt x="109220" y="953770"/>
                  </a:cubicBezTo>
                  <a:cubicBezTo>
                    <a:pt x="105410" y="955040"/>
                    <a:pt x="99060" y="956310"/>
                    <a:pt x="97790" y="956310"/>
                  </a:cubicBezTo>
                  <a:cubicBezTo>
                    <a:pt x="97790" y="956310"/>
                    <a:pt x="91440" y="956310"/>
                    <a:pt x="87630" y="956310"/>
                  </a:cubicBezTo>
                  <a:cubicBezTo>
                    <a:pt x="83820" y="956310"/>
                    <a:pt x="77470" y="956310"/>
                    <a:pt x="77470" y="956310"/>
                  </a:cubicBezTo>
                  <a:cubicBezTo>
                    <a:pt x="76200" y="956310"/>
                    <a:pt x="69850" y="953770"/>
                    <a:pt x="66040" y="953770"/>
                  </a:cubicBezTo>
                  <a:cubicBezTo>
                    <a:pt x="63500" y="952500"/>
                    <a:pt x="55880" y="951230"/>
                    <a:pt x="55880" y="951230"/>
                  </a:cubicBezTo>
                  <a:cubicBezTo>
                    <a:pt x="55880" y="949960"/>
                    <a:pt x="49530" y="947420"/>
                    <a:pt x="46990" y="944880"/>
                  </a:cubicBezTo>
                  <a:cubicBezTo>
                    <a:pt x="43180" y="943610"/>
                    <a:pt x="38100" y="939800"/>
                    <a:pt x="36830" y="939800"/>
                  </a:cubicBezTo>
                  <a:cubicBezTo>
                    <a:pt x="36830" y="939800"/>
                    <a:pt x="31750" y="935990"/>
                    <a:pt x="29210" y="933450"/>
                  </a:cubicBezTo>
                  <a:cubicBezTo>
                    <a:pt x="26670" y="930910"/>
                    <a:pt x="21590" y="925830"/>
                    <a:pt x="21590" y="925830"/>
                  </a:cubicBezTo>
                  <a:cubicBezTo>
                    <a:pt x="21590" y="925830"/>
                    <a:pt x="17780" y="919480"/>
                    <a:pt x="15240" y="916940"/>
                  </a:cubicBezTo>
                  <a:cubicBezTo>
                    <a:pt x="13970" y="914400"/>
                    <a:pt x="10160" y="908050"/>
                    <a:pt x="10160" y="908050"/>
                  </a:cubicBezTo>
                  <a:cubicBezTo>
                    <a:pt x="10160" y="908050"/>
                    <a:pt x="7620" y="901700"/>
                    <a:pt x="6350" y="897890"/>
                  </a:cubicBezTo>
                  <a:cubicBezTo>
                    <a:pt x="5080" y="894080"/>
                    <a:pt x="2540" y="887730"/>
                    <a:pt x="2540" y="887730"/>
                  </a:cubicBezTo>
                  <a:cubicBezTo>
                    <a:pt x="2540" y="887730"/>
                    <a:pt x="1270" y="880110"/>
                    <a:pt x="1270" y="877570"/>
                  </a:cubicBezTo>
                  <a:cubicBezTo>
                    <a:pt x="1270" y="873760"/>
                    <a:pt x="0" y="866140"/>
                    <a:pt x="0" y="866140"/>
                  </a:cubicBezTo>
                  <a:moveTo>
                    <a:pt x="1362710" y="1113790"/>
                  </a:moveTo>
                  <a:cubicBezTo>
                    <a:pt x="1366520" y="1113790"/>
                    <a:pt x="1366520" y="1113790"/>
                    <a:pt x="1365250" y="1113790"/>
                  </a:cubicBezTo>
                  <a:cubicBezTo>
                    <a:pt x="1365250" y="1113790"/>
                    <a:pt x="1362710" y="1113790"/>
                    <a:pt x="1362710" y="1113790"/>
                  </a:cubicBezTo>
                  <a:moveTo>
                    <a:pt x="1640840" y="179070"/>
                  </a:moveTo>
                  <a:cubicBezTo>
                    <a:pt x="1664970" y="217170"/>
                    <a:pt x="1663700" y="217170"/>
                    <a:pt x="1663700" y="217170"/>
                  </a:cubicBezTo>
                  <a:cubicBezTo>
                    <a:pt x="1666240" y="220980"/>
                    <a:pt x="1741170" y="219710"/>
                    <a:pt x="1783080" y="223520"/>
                  </a:cubicBezTo>
                  <a:cubicBezTo>
                    <a:pt x="1831340" y="228600"/>
                    <a:pt x="1930400" y="243840"/>
                    <a:pt x="1939290" y="246380"/>
                  </a:cubicBezTo>
                  <a:cubicBezTo>
                    <a:pt x="1940560" y="246380"/>
                    <a:pt x="1940560" y="246380"/>
                    <a:pt x="1940560" y="246380"/>
                  </a:cubicBezTo>
                  <a:cubicBezTo>
                    <a:pt x="1940560" y="246380"/>
                    <a:pt x="1901190" y="232410"/>
                    <a:pt x="1879600" y="224790"/>
                  </a:cubicBezTo>
                  <a:cubicBezTo>
                    <a:pt x="1852930" y="217170"/>
                    <a:pt x="1824990" y="208280"/>
                    <a:pt x="1793240" y="201930"/>
                  </a:cubicBezTo>
                  <a:cubicBezTo>
                    <a:pt x="1758950" y="193040"/>
                    <a:pt x="1706880" y="180340"/>
                    <a:pt x="1678940" y="177800"/>
                  </a:cubicBezTo>
                  <a:cubicBezTo>
                    <a:pt x="1662430" y="176530"/>
                    <a:pt x="1640840" y="179070"/>
                    <a:pt x="1640840" y="179070"/>
                  </a:cubicBezTo>
                  <a:moveTo>
                    <a:pt x="1855470" y="596900"/>
                  </a:moveTo>
                  <a:cubicBezTo>
                    <a:pt x="2035810" y="571500"/>
                    <a:pt x="2049780" y="541020"/>
                    <a:pt x="2045970" y="535940"/>
                  </a:cubicBezTo>
                  <a:cubicBezTo>
                    <a:pt x="2040890" y="530860"/>
                    <a:pt x="2011680" y="548640"/>
                    <a:pt x="1990090" y="556260"/>
                  </a:cubicBezTo>
                  <a:cubicBezTo>
                    <a:pt x="1958340" y="567690"/>
                    <a:pt x="1891030" y="586740"/>
                    <a:pt x="1870710" y="593090"/>
                  </a:cubicBezTo>
                  <a:cubicBezTo>
                    <a:pt x="1863090" y="594360"/>
                    <a:pt x="1855470" y="596900"/>
                    <a:pt x="1855470" y="596900"/>
                  </a:cubicBezTo>
                  <a:moveTo>
                    <a:pt x="1987550" y="849630"/>
                  </a:moveTo>
                  <a:cubicBezTo>
                    <a:pt x="2195830" y="844550"/>
                    <a:pt x="2235200" y="848360"/>
                    <a:pt x="2235200" y="844550"/>
                  </a:cubicBezTo>
                  <a:cubicBezTo>
                    <a:pt x="2236470" y="839470"/>
                    <a:pt x="2155190" y="821690"/>
                    <a:pt x="2133600" y="811530"/>
                  </a:cubicBezTo>
                  <a:cubicBezTo>
                    <a:pt x="2123440" y="806450"/>
                    <a:pt x="2123440" y="797560"/>
                    <a:pt x="2112010" y="796290"/>
                  </a:cubicBezTo>
                  <a:cubicBezTo>
                    <a:pt x="2087880" y="793750"/>
                    <a:pt x="1987550" y="849630"/>
                    <a:pt x="1987550" y="849630"/>
                  </a:cubicBezTo>
                  <a:moveTo>
                    <a:pt x="2213610" y="613410"/>
                  </a:moveTo>
                  <a:cubicBezTo>
                    <a:pt x="2217420" y="615950"/>
                    <a:pt x="2225040" y="621030"/>
                    <a:pt x="2225040" y="621030"/>
                  </a:cubicBezTo>
                  <a:cubicBezTo>
                    <a:pt x="2225040" y="621030"/>
                    <a:pt x="2228850" y="626110"/>
                    <a:pt x="2231390" y="628650"/>
                  </a:cubicBezTo>
                  <a:cubicBezTo>
                    <a:pt x="2233930" y="631190"/>
                    <a:pt x="2239010" y="636270"/>
                    <a:pt x="2239010" y="636270"/>
                  </a:cubicBezTo>
                  <a:cubicBezTo>
                    <a:pt x="2239010" y="637540"/>
                    <a:pt x="2241550" y="642620"/>
                    <a:pt x="2244090" y="646430"/>
                  </a:cubicBezTo>
                  <a:cubicBezTo>
                    <a:pt x="2245360" y="650240"/>
                    <a:pt x="2247900" y="655320"/>
                    <a:pt x="2247900" y="656590"/>
                  </a:cubicBezTo>
                  <a:cubicBezTo>
                    <a:pt x="2247900" y="656590"/>
                    <a:pt x="2250440" y="662940"/>
                    <a:pt x="2250440" y="666750"/>
                  </a:cubicBezTo>
                  <a:cubicBezTo>
                    <a:pt x="2251710" y="669290"/>
                    <a:pt x="2252980" y="676910"/>
                    <a:pt x="2252980" y="676910"/>
                  </a:cubicBezTo>
                  <a:cubicBezTo>
                    <a:pt x="2254250" y="678180"/>
                    <a:pt x="2266950" y="683260"/>
                    <a:pt x="2270760" y="679450"/>
                  </a:cubicBezTo>
                  <a:cubicBezTo>
                    <a:pt x="2277110" y="673100"/>
                    <a:pt x="2256790" y="623570"/>
                    <a:pt x="2263140" y="607060"/>
                  </a:cubicBezTo>
                  <a:cubicBezTo>
                    <a:pt x="2268220" y="594360"/>
                    <a:pt x="2292350" y="582930"/>
                    <a:pt x="2291080" y="580390"/>
                  </a:cubicBezTo>
                  <a:cubicBezTo>
                    <a:pt x="2288540" y="576580"/>
                    <a:pt x="2236470" y="599440"/>
                    <a:pt x="2223770" y="605790"/>
                  </a:cubicBezTo>
                  <a:cubicBezTo>
                    <a:pt x="2218690" y="608330"/>
                    <a:pt x="2213610" y="613410"/>
                    <a:pt x="2213610" y="613410"/>
                  </a:cubicBezTo>
                  <a:moveTo>
                    <a:pt x="2415540" y="687070"/>
                  </a:moveTo>
                  <a:cubicBezTo>
                    <a:pt x="2424430" y="692150"/>
                    <a:pt x="2433320" y="690880"/>
                    <a:pt x="2444750" y="690880"/>
                  </a:cubicBezTo>
                  <a:cubicBezTo>
                    <a:pt x="2470150" y="688340"/>
                    <a:pt x="2527300" y="678180"/>
                    <a:pt x="2570480" y="668020"/>
                  </a:cubicBezTo>
                  <a:cubicBezTo>
                    <a:pt x="2617470" y="659130"/>
                    <a:pt x="2674620" y="642620"/>
                    <a:pt x="2715260" y="632460"/>
                  </a:cubicBezTo>
                  <a:cubicBezTo>
                    <a:pt x="2744470" y="623570"/>
                    <a:pt x="2792730" y="614680"/>
                    <a:pt x="2791460" y="609600"/>
                  </a:cubicBezTo>
                  <a:cubicBezTo>
                    <a:pt x="2791460" y="605790"/>
                    <a:pt x="2722880" y="607060"/>
                    <a:pt x="2688590" y="608330"/>
                  </a:cubicBezTo>
                  <a:cubicBezTo>
                    <a:pt x="2654300" y="609600"/>
                    <a:pt x="2621280" y="612140"/>
                    <a:pt x="2589530" y="617220"/>
                  </a:cubicBezTo>
                  <a:cubicBezTo>
                    <a:pt x="2559050" y="622300"/>
                    <a:pt x="2529840" y="626110"/>
                    <a:pt x="2501900" y="636270"/>
                  </a:cubicBezTo>
                  <a:cubicBezTo>
                    <a:pt x="2471420" y="647700"/>
                    <a:pt x="2415540" y="687070"/>
                    <a:pt x="2415540" y="687070"/>
                  </a:cubicBezTo>
                  <a:moveTo>
                    <a:pt x="2567940" y="1003300"/>
                  </a:moveTo>
                  <a:cubicBezTo>
                    <a:pt x="2622550" y="1009650"/>
                    <a:pt x="2670810" y="1017270"/>
                    <a:pt x="2703830" y="1026160"/>
                  </a:cubicBezTo>
                  <a:cubicBezTo>
                    <a:pt x="2734310" y="1033780"/>
                    <a:pt x="2763520" y="1043940"/>
                    <a:pt x="2791460" y="1055370"/>
                  </a:cubicBezTo>
                  <a:cubicBezTo>
                    <a:pt x="2819400" y="1066800"/>
                    <a:pt x="2852420" y="1092200"/>
                    <a:pt x="2871470" y="1094740"/>
                  </a:cubicBezTo>
                  <a:cubicBezTo>
                    <a:pt x="2880360" y="1096010"/>
                    <a:pt x="2882900" y="1090930"/>
                    <a:pt x="2893060" y="1090930"/>
                  </a:cubicBezTo>
                  <a:cubicBezTo>
                    <a:pt x="2917190" y="1090930"/>
                    <a:pt x="2975610" y="1101090"/>
                    <a:pt x="3014980" y="1106170"/>
                  </a:cubicBezTo>
                  <a:cubicBezTo>
                    <a:pt x="3053080" y="1111250"/>
                    <a:pt x="3089910" y="1122680"/>
                    <a:pt x="3124200" y="1120140"/>
                  </a:cubicBezTo>
                  <a:cubicBezTo>
                    <a:pt x="3154680" y="1116330"/>
                    <a:pt x="3187700" y="1107440"/>
                    <a:pt x="3213100" y="1089660"/>
                  </a:cubicBezTo>
                  <a:cubicBezTo>
                    <a:pt x="3237230" y="1073150"/>
                    <a:pt x="3262630" y="1045210"/>
                    <a:pt x="3271520" y="1016000"/>
                  </a:cubicBezTo>
                  <a:cubicBezTo>
                    <a:pt x="3280410" y="985520"/>
                    <a:pt x="3267710" y="933450"/>
                    <a:pt x="3265170" y="913130"/>
                  </a:cubicBezTo>
                  <a:cubicBezTo>
                    <a:pt x="3263900" y="904240"/>
                    <a:pt x="3263900" y="895350"/>
                    <a:pt x="3260090" y="894080"/>
                  </a:cubicBezTo>
                  <a:cubicBezTo>
                    <a:pt x="3256280" y="892810"/>
                    <a:pt x="3249930" y="904240"/>
                    <a:pt x="3239770" y="910590"/>
                  </a:cubicBezTo>
                  <a:cubicBezTo>
                    <a:pt x="3219450" y="922020"/>
                    <a:pt x="3173730" y="937260"/>
                    <a:pt x="3136900" y="948690"/>
                  </a:cubicBezTo>
                  <a:cubicBezTo>
                    <a:pt x="3094990" y="962660"/>
                    <a:pt x="3048000" y="975360"/>
                    <a:pt x="3001010" y="984250"/>
                  </a:cubicBezTo>
                  <a:cubicBezTo>
                    <a:pt x="2951480" y="994410"/>
                    <a:pt x="2900680" y="1003300"/>
                    <a:pt x="2849880" y="1007110"/>
                  </a:cubicBezTo>
                  <a:cubicBezTo>
                    <a:pt x="2802890" y="1009650"/>
                    <a:pt x="2752090" y="1009650"/>
                    <a:pt x="2706370" y="1004570"/>
                  </a:cubicBezTo>
                  <a:cubicBezTo>
                    <a:pt x="2665730" y="998220"/>
                    <a:pt x="2593340" y="974090"/>
                    <a:pt x="2589530" y="976630"/>
                  </a:cubicBezTo>
                  <a:cubicBezTo>
                    <a:pt x="2588260" y="977900"/>
                    <a:pt x="2584450" y="986790"/>
                    <a:pt x="2584450" y="986790"/>
                  </a:cubicBezTo>
                  <a:cubicBezTo>
                    <a:pt x="2584450" y="986790"/>
                    <a:pt x="2579370" y="991870"/>
                    <a:pt x="2576830" y="994410"/>
                  </a:cubicBezTo>
                  <a:cubicBezTo>
                    <a:pt x="2574290" y="996950"/>
                    <a:pt x="2569210" y="1002030"/>
                    <a:pt x="2569210" y="1002030"/>
                  </a:cubicBezTo>
                  <a:cubicBezTo>
                    <a:pt x="2569210" y="1002030"/>
                    <a:pt x="2567940" y="1003300"/>
                    <a:pt x="2567940" y="1003300"/>
                  </a:cubicBezTo>
                  <a:moveTo>
                    <a:pt x="2696210" y="820420"/>
                  </a:moveTo>
                  <a:cubicBezTo>
                    <a:pt x="2773680" y="833120"/>
                    <a:pt x="2814320" y="831850"/>
                    <a:pt x="2851150" y="829310"/>
                  </a:cubicBezTo>
                  <a:cubicBezTo>
                    <a:pt x="2890520" y="825500"/>
                    <a:pt x="2932430" y="817880"/>
                    <a:pt x="2973070" y="808990"/>
                  </a:cubicBezTo>
                  <a:cubicBezTo>
                    <a:pt x="3012440" y="800100"/>
                    <a:pt x="3055620" y="788670"/>
                    <a:pt x="3091180" y="777240"/>
                  </a:cubicBezTo>
                  <a:cubicBezTo>
                    <a:pt x="3122930" y="767080"/>
                    <a:pt x="3173730" y="759460"/>
                    <a:pt x="3176270" y="744220"/>
                  </a:cubicBezTo>
                  <a:cubicBezTo>
                    <a:pt x="3178810" y="728980"/>
                    <a:pt x="3117850" y="694690"/>
                    <a:pt x="3098800" y="684530"/>
                  </a:cubicBezTo>
                  <a:cubicBezTo>
                    <a:pt x="3089910" y="678180"/>
                    <a:pt x="3086100" y="673100"/>
                    <a:pt x="3077210" y="674370"/>
                  </a:cubicBezTo>
                  <a:cubicBezTo>
                    <a:pt x="3060700" y="675640"/>
                    <a:pt x="3036570" y="709930"/>
                    <a:pt x="3009900" y="723900"/>
                  </a:cubicBezTo>
                  <a:cubicBezTo>
                    <a:pt x="2979420" y="740410"/>
                    <a:pt x="2941320" y="750570"/>
                    <a:pt x="2901950" y="763270"/>
                  </a:cubicBezTo>
                  <a:cubicBezTo>
                    <a:pt x="2857500" y="777240"/>
                    <a:pt x="2796540" y="795020"/>
                    <a:pt x="2758440" y="805180"/>
                  </a:cubicBezTo>
                  <a:cubicBezTo>
                    <a:pt x="2733040" y="811530"/>
                    <a:pt x="2696210" y="820420"/>
                    <a:pt x="2696210" y="820420"/>
                  </a:cubicBezTo>
                </a:path>
              </a:pathLst>
            </a:custGeom>
            <a:solidFill>
              <a:srgbClr val="A6A6A6">
                <a:alpha val="41961"/>
              </a:srgbClr>
            </a:solidFill>
            <a:ln cap="sq">
              <a:noFill/>
              <a:prstDash val="solid"/>
              <a:miter/>
            </a:ln>
          </p:spPr>
          <p:txBody>
            <a:bodyPr/>
            <a:lstStyle/>
            <a:p>
              <a:endParaRPr lang="en-SG" sz="1088"/>
            </a:p>
          </p:txBody>
        </p:sp>
      </p:grpSp>
      <p:grpSp>
        <p:nvGrpSpPr>
          <p:cNvPr id="224" name="Group 193">
            <a:extLst>
              <a:ext uri="{FF2B5EF4-FFF2-40B4-BE49-F238E27FC236}">
                <a16:creationId xmlns:a16="http://schemas.microsoft.com/office/drawing/2014/main" id="{58F3E4A3-1D9C-01DA-67BF-C3CEAA15F9AC}"/>
              </a:ext>
            </a:extLst>
          </p:cNvPr>
          <p:cNvGrpSpPr/>
          <p:nvPr/>
        </p:nvGrpSpPr>
        <p:grpSpPr>
          <a:xfrm>
            <a:off x="7193629" y="2751587"/>
            <a:ext cx="185158" cy="201159"/>
            <a:chOff x="0" y="0"/>
            <a:chExt cx="308610" cy="335280"/>
          </a:xfrm>
        </p:grpSpPr>
        <p:sp>
          <p:nvSpPr>
            <p:cNvPr id="225" name="Freeform 194">
              <a:extLst>
                <a:ext uri="{FF2B5EF4-FFF2-40B4-BE49-F238E27FC236}">
                  <a16:creationId xmlns:a16="http://schemas.microsoft.com/office/drawing/2014/main" id="{6552736B-2501-F61A-C87C-E79F5DC580DB}"/>
                </a:ext>
              </a:extLst>
            </p:cNvPr>
            <p:cNvSpPr/>
            <p:nvPr/>
          </p:nvSpPr>
          <p:spPr>
            <a:xfrm>
              <a:off x="45720" y="44450"/>
              <a:ext cx="210820" cy="256540"/>
            </a:xfrm>
            <a:custGeom>
              <a:avLst/>
              <a:gdLst/>
              <a:ahLst/>
              <a:cxnLst/>
              <a:rect l="l" t="t" r="r" b="b"/>
              <a:pathLst>
                <a:path w="210820" h="256540">
                  <a:moveTo>
                    <a:pt x="210820" y="172720"/>
                  </a:moveTo>
                  <a:cubicBezTo>
                    <a:pt x="143510" y="185420"/>
                    <a:pt x="152400" y="116840"/>
                    <a:pt x="130810" y="102870"/>
                  </a:cubicBezTo>
                  <a:cubicBezTo>
                    <a:pt x="110490" y="90170"/>
                    <a:pt x="52070" y="93980"/>
                    <a:pt x="38100" y="110490"/>
                  </a:cubicBezTo>
                  <a:cubicBezTo>
                    <a:pt x="24130" y="128270"/>
                    <a:pt x="33020" y="189230"/>
                    <a:pt x="49530" y="209550"/>
                  </a:cubicBezTo>
                  <a:cubicBezTo>
                    <a:pt x="64770" y="227330"/>
                    <a:pt x="123190" y="238760"/>
                    <a:pt x="128270" y="231140"/>
                  </a:cubicBezTo>
                  <a:cubicBezTo>
                    <a:pt x="134620" y="219710"/>
                    <a:pt x="0" y="133350"/>
                    <a:pt x="5080" y="102870"/>
                  </a:cubicBezTo>
                  <a:cubicBezTo>
                    <a:pt x="8890" y="80010"/>
                    <a:pt x="63500" y="54610"/>
                    <a:pt x="93980" y="54610"/>
                  </a:cubicBezTo>
                  <a:cubicBezTo>
                    <a:pt x="125730" y="54610"/>
                    <a:pt x="179070" y="81280"/>
                    <a:pt x="191770" y="110490"/>
                  </a:cubicBezTo>
                  <a:cubicBezTo>
                    <a:pt x="204470" y="140970"/>
                    <a:pt x="182880" y="219710"/>
                    <a:pt x="157480" y="238760"/>
                  </a:cubicBezTo>
                  <a:cubicBezTo>
                    <a:pt x="134620" y="256540"/>
                    <a:pt x="81280" y="255270"/>
                    <a:pt x="58420" y="237490"/>
                  </a:cubicBezTo>
                  <a:cubicBezTo>
                    <a:pt x="30480" y="218440"/>
                    <a:pt x="6350" y="148590"/>
                    <a:pt x="12700" y="113030"/>
                  </a:cubicBezTo>
                  <a:cubicBezTo>
                    <a:pt x="19050" y="80010"/>
                    <a:pt x="63500" y="49530"/>
                    <a:pt x="88900" y="30480"/>
                  </a:cubicBezTo>
                  <a:cubicBezTo>
                    <a:pt x="106680" y="17780"/>
                    <a:pt x="125730" y="0"/>
                    <a:pt x="140970" y="6350"/>
                  </a:cubicBezTo>
                  <a:cubicBezTo>
                    <a:pt x="170180" y="17780"/>
                    <a:pt x="210820" y="172720"/>
                    <a:pt x="210820" y="172720"/>
                  </a:cubicBezTo>
                </a:path>
              </a:pathLst>
            </a:custGeom>
            <a:solidFill>
              <a:srgbClr val="A6A6A6">
                <a:alpha val="41961"/>
              </a:srgbClr>
            </a:solidFill>
            <a:ln cap="sq">
              <a:noFill/>
              <a:prstDash val="solid"/>
              <a:miter/>
            </a:ln>
          </p:spPr>
          <p:txBody>
            <a:bodyPr/>
            <a:lstStyle/>
            <a:p>
              <a:endParaRPr lang="en-SG" sz="1088"/>
            </a:p>
          </p:txBody>
        </p:sp>
      </p:grpSp>
      <p:grpSp>
        <p:nvGrpSpPr>
          <p:cNvPr id="226" name="Group 195">
            <a:extLst>
              <a:ext uri="{FF2B5EF4-FFF2-40B4-BE49-F238E27FC236}">
                <a16:creationId xmlns:a16="http://schemas.microsoft.com/office/drawing/2014/main" id="{CD8FE040-ED8D-6FE5-5A29-74476374F420}"/>
              </a:ext>
            </a:extLst>
          </p:cNvPr>
          <p:cNvGrpSpPr/>
          <p:nvPr/>
        </p:nvGrpSpPr>
        <p:grpSpPr>
          <a:xfrm>
            <a:off x="5565308" y="3223247"/>
            <a:ext cx="2656215" cy="1309058"/>
            <a:chOff x="0" y="0"/>
            <a:chExt cx="4427220" cy="2181860"/>
          </a:xfrm>
        </p:grpSpPr>
        <p:sp>
          <p:nvSpPr>
            <p:cNvPr id="227" name="Freeform 196">
              <a:extLst>
                <a:ext uri="{FF2B5EF4-FFF2-40B4-BE49-F238E27FC236}">
                  <a16:creationId xmlns:a16="http://schemas.microsoft.com/office/drawing/2014/main" id="{4E8D13D9-F176-443A-79BA-20B61EC4514F}"/>
                </a:ext>
              </a:extLst>
            </p:cNvPr>
            <p:cNvSpPr/>
            <p:nvPr/>
          </p:nvSpPr>
          <p:spPr>
            <a:xfrm>
              <a:off x="50800" y="45720"/>
              <a:ext cx="4331970" cy="2085340"/>
            </a:xfrm>
            <a:custGeom>
              <a:avLst/>
              <a:gdLst/>
              <a:ahLst/>
              <a:cxnLst/>
              <a:rect l="l" t="t" r="r" b="b"/>
              <a:pathLst>
                <a:path w="4331970" h="2085340">
                  <a:moveTo>
                    <a:pt x="0" y="958850"/>
                  </a:moveTo>
                  <a:cubicBezTo>
                    <a:pt x="1270" y="944880"/>
                    <a:pt x="1270" y="938530"/>
                    <a:pt x="1270" y="937260"/>
                  </a:cubicBezTo>
                  <a:cubicBezTo>
                    <a:pt x="1270" y="937260"/>
                    <a:pt x="3810" y="930910"/>
                    <a:pt x="3810" y="927100"/>
                  </a:cubicBezTo>
                  <a:cubicBezTo>
                    <a:pt x="5080" y="924560"/>
                    <a:pt x="7620" y="916940"/>
                    <a:pt x="7620" y="916940"/>
                  </a:cubicBezTo>
                  <a:cubicBezTo>
                    <a:pt x="7620" y="916940"/>
                    <a:pt x="11430" y="910590"/>
                    <a:pt x="12700" y="908050"/>
                  </a:cubicBezTo>
                  <a:cubicBezTo>
                    <a:pt x="15240" y="905510"/>
                    <a:pt x="17780" y="899160"/>
                    <a:pt x="17780" y="899160"/>
                  </a:cubicBezTo>
                  <a:cubicBezTo>
                    <a:pt x="19050" y="899160"/>
                    <a:pt x="22860" y="894080"/>
                    <a:pt x="25400" y="891540"/>
                  </a:cubicBezTo>
                  <a:cubicBezTo>
                    <a:pt x="27940" y="889000"/>
                    <a:pt x="33020" y="883920"/>
                    <a:pt x="33020" y="883920"/>
                  </a:cubicBezTo>
                  <a:cubicBezTo>
                    <a:pt x="33020" y="883920"/>
                    <a:pt x="39370" y="880110"/>
                    <a:pt x="41910" y="877570"/>
                  </a:cubicBezTo>
                  <a:cubicBezTo>
                    <a:pt x="45720" y="876300"/>
                    <a:pt x="52070" y="872490"/>
                    <a:pt x="52070" y="872490"/>
                  </a:cubicBezTo>
                  <a:cubicBezTo>
                    <a:pt x="52070" y="872490"/>
                    <a:pt x="58420" y="869950"/>
                    <a:pt x="62230" y="868680"/>
                  </a:cubicBezTo>
                  <a:cubicBezTo>
                    <a:pt x="64770" y="867410"/>
                    <a:pt x="68580" y="867410"/>
                    <a:pt x="72390" y="866140"/>
                  </a:cubicBezTo>
                  <a:cubicBezTo>
                    <a:pt x="77470" y="863600"/>
                    <a:pt x="81280" y="858520"/>
                    <a:pt x="90170" y="855980"/>
                  </a:cubicBezTo>
                  <a:cubicBezTo>
                    <a:pt x="107950" y="849630"/>
                    <a:pt x="173990" y="849630"/>
                    <a:pt x="175260" y="839470"/>
                  </a:cubicBezTo>
                  <a:cubicBezTo>
                    <a:pt x="177800" y="826770"/>
                    <a:pt x="91440" y="810260"/>
                    <a:pt x="87630" y="784860"/>
                  </a:cubicBezTo>
                  <a:cubicBezTo>
                    <a:pt x="82550" y="746760"/>
                    <a:pt x="181610" y="662940"/>
                    <a:pt x="237490" y="622300"/>
                  </a:cubicBezTo>
                  <a:cubicBezTo>
                    <a:pt x="290830" y="584200"/>
                    <a:pt x="375920" y="558800"/>
                    <a:pt x="415290" y="541020"/>
                  </a:cubicBezTo>
                  <a:cubicBezTo>
                    <a:pt x="434340" y="533400"/>
                    <a:pt x="457200" y="525780"/>
                    <a:pt x="457200" y="523240"/>
                  </a:cubicBezTo>
                  <a:cubicBezTo>
                    <a:pt x="455930" y="520700"/>
                    <a:pt x="426720" y="524510"/>
                    <a:pt x="406400" y="525780"/>
                  </a:cubicBezTo>
                  <a:cubicBezTo>
                    <a:pt x="374650" y="527050"/>
                    <a:pt x="325120" y="530860"/>
                    <a:pt x="287020" y="530860"/>
                  </a:cubicBezTo>
                  <a:cubicBezTo>
                    <a:pt x="251460" y="530860"/>
                    <a:pt x="203200" y="525780"/>
                    <a:pt x="186690" y="524510"/>
                  </a:cubicBezTo>
                  <a:cubicBezTo>
                    <a:pt x="181610" y="523240"/>
                    <a:pt x="180340" y="523240"/>
                    <a:pt x="176530" y="521970"/>
                  </a:cubicBezTo>
                  <a:cubicBezTo>
                    <a:pt x="172720" y="521970"/>
                    <a:pt x="166370" y="520700"/>
                    <a:pt x="165100" y="520700"/>
                  </a:cubicBezTo>
                  <a:cubicBezTo>
                    <a:pt x="165100" y="520700"/>
                    <a:pt x="158750" y="518160"/>
                    <a:pt x="156210" y="516890"/>
                  </a:cubicBezTo>
                  <a:cubicBezTo>
                    <a:pt x="152400" y="515620"/>
                    <a:pt x="146050" y="513080"/>
                    <a:pt x="146050" y="513080"/>
                  </a:cubicBezTo>
                  <a:cubicBezTo>
                    <a:pt x="146050" y="513080"/>
                    <a:pt x="139700" y="509270"/>
                    <a:pt x="137160" y="506730"/>
                  </a:cubicBezTo>
                  <a:cubicBezTo>
                    <a:pt x="134620" y="505460"/>
                    <a:pt x="128270" y="500380"/>
                    <a:pt x="128270" y="500380"/>
                  </a:cubicBezTo>
                  <a:cubicBezTo>
                    <a:pt x="128270" y="500380"/>
                    <a:pt x="123190" y="495300"/>
                    <a:pt x="120650" y="492760"/>
                  </a:cubicBezTo>
                  <a:cubicBezTo>
                    <a:pt x="119380" y="490220"/>
                    <a:pt x="114300" y="485140"/>
                    <a:pt x="114300" y="485140"/>
                  </a:cubicBezTo>
                  <a:cubicBezTo>
                    <a:pt x="114300" y="485140"/>
                    <a:pt x="110490" y="478790"/>
                    <a:pt x="109220" y="474980"/>
                  </a:cubicBezTo>
                  <a:cubicBezTo>
                    <a:pt x="107950" y="472440"/>
                    <a:pt x="104140" y="466090"/>
                    <a:pt x="104140" y="466090"/>
                  </a:cubicBezTo>
                  <a:cubicBezTo>
                    <a:pt x="104140" y="466090"/>
                    <a:pt x="102870" y="458470"/>
                    <a:pt x="101600" y="454660"/>
                  </a:cubicBezTo>
                  <a:cubicBezTo>
                    <a:pt x="101600" y="452120"/>
                    <a:pt x="99060" y="444500"/>
                    <a:pt x="99060" y="444500"/>
                  </a:cubicBezTo>
                  <a:cubicBezTo>
                    <a:pt x="99060" y="444500"/>
                    <a:pt x="100330" y="438150"/>
                    <a:pt x="100330" y="434340"/>
                  </a:cubicBezTo>
                  <a:cubicBezTo>
                    <a:pt x="100330" y="430530"/>
                    <a:pt x="100330" y="422910"/>
                    <a:pt x="100330" y="422910"/>
                  </a:cubicBezTo>
                  <a:cubicBezTo>
                    <a:pt x="100330" y="422910"/>
                    <a:pt x="101600" y="416560"/>
                    <a:pt x="102870" y="412750"/>
                  </a:cubicBezTo>
                  <a:cubicBezTo>
                    <a:pt x="102870" y="408940"/>
                    <a:pt x="105410" y="402590"/>
                    <a:pt x="105410" y="402590"/>
                  </a:cubicBezTo>
                  <a:cubicBezTo>
                    <a:pt x="105410" y="402590"/>
                    <a:pt x="109220" y="396240"/>
                    <a:pt x="110490" y="393700"/>
                  </a:cubicBezTo>
                  <a:cubicBezTo>
                    <a:pt x="111760" y="389890"/>
                    <a:pt x="115570" y="383540"/>
                    <a:pt x="115570" y="383540"/>
                  </a:cubicBezTo>
                  <a:cubicBezTo>
                    <a:pt x="115570" y="383540"/>
                    <a:pt x="120650" y="378460"/>
                    <a:pt x="123190" y="375920"/>
                  </a:cubicBezTo>
                  <a:cubicBezTo>
                    <a:pt x="124460" y="373380"/>
                    <a:pt x="129540" y="368300"/>
                    <a:pt x="129540" y="368300"/>
                  </a:cubicBezTo>
                  <a:cubicBezTo>
                    <a:pt x="129540" y="368300"/>
                    <a:pt x="135890" y="363220"/>
                    <a:pt x="138430" y="361950"/>
                  </a:cubicBezTo>
                  <a:cubicBezTo>
                    <a:pt x="142240" y="359410"/>
                    <a:pt x="147320" y="355600"/>
                    <a:pt x="147320" y="355600"/>
                  </a:cubicBezTo>
                  <a:cubicBezTo>
                    <a:pt x="147320" y="355600"/>
                    <a:pt x="154940" y="353060"/>
                    <a:pt x="157480" y="351790"/>
                  </a:cubicBezTo>
                  <a:cubicBezTo>
                    <a:pt x="161290" y="350520"/>
                    <a:pt x="167640" y="347980"/>
                    <a:pt x="167640" y="347980"/>
                  </a:cubicBezTo>
                  <a:cubicBezTo>
                    <a:pt x="167640" y="347980"/>
                    <a:pt x="175260" y="347980"/>
                    <a:pt x="177800" y="346710"/>
                  </a:cubicBezTo>
                  <a:cubicBezTo>
                    <a:pt x="181610" y="346710"/>
                    <a:pt x="189230" y="346710"/>
                    <a:pt x="189230" y="346710"/>
                  </a:cubicBezTo>
                  <a:cubicBezTo>
                    <a:pt x="189230" y="345440"/>
                    <a:pt x="290830" y="299720"/>
                    <a:pt x="292100" y="293370"/>
                  </a:cubicBezTo>
                  <a:cubicBezTo>
                    <a:pt x="292100" y="293370"/>
                    <a:pt x="290830" y="293370"/>
                    <a:pt x="289560" y="292100"/>
                  </a:cubicBezTo>
                  <a:cubicBezTo>
                    <a:pt x="288290" y="290830"/>
                    <a:pt x="283210" y="284480"/>
                    <a:pt x="283210" y="283210"/>
                  </a:cubicBezTo>
                  <a:cubicBezTo>
                    <a:pt x="283210" y="283210"/>
                    <a:pt x="279400" y="276860"/>
                    <a:pt x="278130" y="274320"/>
                  </a:cubicBezTo>
                  <a:cubicBezTo>
                    <a:pt x="276860" y="270510"/>
                    <a:pt x="273050" y="264160"/>
                    <a:pt x="273050" y="264160"/>
                  </a:cubicBezTo>
                  <a:cubicBezTo>
                    <a:pt x="273050" y="264160"/>
                    <a:pt x="271780" y="257810"/>
                    <a:pt x="270510" y="254000"/>
                  </a:cubicBezTo>
                  <a:cubicBezTo>
                    <a:pt x="270510" y="250190"/>
                    <a:pt x="269240" y="243840"/>
                    <a:pt x="269240" y="243840"/>
                  </a:cubicBezTo>
                  <a:cubicBezTo>
                    <a:pt x="269240" y="243840"/>
                    <a:pt x="269240" y="236220"/>
                    <a:pt x="269240" y="232410"/>
                  </a:cubicBezTo>
                  <a:cubicBezTo>
                    <a:pt x="269240" y="229870"/>
                    <a:pt x="269240" y="222250"/>
                    <a:pt x="269240" y="222250"/>
                  </a:cubicBezTo>
                  <a:cubicBezTo>
                    <a:pt x="269240" y="222250"/>
                    <a:pt x="270510" y="215900"/>
                    <a:pt x="271780" y="212090"/>
                  </a:cubicBezTo>
                  <a:cubicBezTo>
                    <a:pt x="273050" y="208280"/>
                    <a:pt x="274320" y="201930"/>
                    <a:pt x="274320" y="201930"/>
                  </a:cubicBezTo>
                  <a:cubicBezTo>
                    <a:pt x="274320" y="201930"/>
                    <a:pt x="278130" y="195580"/>
                    <a:pt x="279400" y="191770"/>
                  </a:cubicBezTo>
                  <a:cubicBezTo>
                    <a:pt x="281940" y="189230"/>
                    <a:pt x="284480" y="182880"/>
                    <a:pt x="284480" y="182880"/>
                  </a:cubicBezTo>
                  <a:cubicBezTo>
                    <a:pt x="284480" y="182880"/>
                    <a:pt x="289560" y="177800"/>
                    <a:pt x="292100" y="175260"/>
                  </a:cubicBezTo>
                  <a:cubicBezTo>
                    <a:pt x="294640" y="172720"/>
                    <a:pt x="299720" y="167640"/>
                    <a:pt x="299720" y="167640"/>
                  </a:cubicBezTo>
                  <a:cubicBezTo>
                    <a:pt x="299720" y="166370"/>
                    <a:pt x="306070" y="162560"/>
                    <a:pt x="308610" y="161290"/>
                  </a:cubicBezTo>
                  <a:cubicBezTo>
                    <a:pt x="311150" y="158750"/>
                    <a:pt x="317500" y="154940"/>
                    <a:pt x="317500" y="154940"/>
                  </a:cubicBezTo>
                  <a:cubicBezTo>
                    <a:pt x="317500" y="154940"/>
                    <a:pt x="323850" y="152400"/>
                    <a:pt x="327660" y="151130"/>
                  </a:cubicBezTo>
                  <a:cubicBezTo>
                    <a:pt x="331470" y="149860"/>
                    <a:pt x="337820" y="148590"/>
                    <a:pt x="337820" y="148590"/>
                  </a:cubicBezTo>
                  <a:cubicBezTo>
                    <a:pt x="337820" y="148590"/>
                    <a:pt x="440690" y="102870"/>
                    <a:pt x="485140" y="85090"/>
                  </a:cubicBezTo>
                  <a:cubicBezTo>
                    <a:pt x="521970" y="71120"/>
                    <a:pt x="552450" y="60960"/>
                    <a:pt x="585470" y="50800"/>
                  </a:cubicBezTo>
                  <a:cubicBezTo>
                    <a:pt x="615950" y="40640"/>
                    <a:pt x="641350" y="31750"/>
                    <a:pt x="674370" y="24130"/>
                  </a:cubicBezTo>
                  <a:cubicBezTo>
                    <a:pt x="711200" y="15240"/>
                    <a:pt x="755650" y="0"/>
                    <a:pt x="793750" y="5080"/>
                  </a:cubicBezTo>
                  <a:cubicBezTo>
                    <a:pt x="831850" y="8890"/>
                    <a:pt x="877570" y="24130"/>
                    <a:pt x="902970" y="46990"/>
                  </a:cubicBezTo>
                  <a:cubicBezTo>
                    <a:pt x="925830" y="68580"/>
                    <a:pt x="925830" y="107950"/>
                    <a:pt x="946150" y="132080"/>
                  </a:cubicBezTo>
                  <a:cubicBezTo>
                    <a:pt x="965200" y="157480"/>
                    <a:pt x="993140" y="185420"/>
                    <a:pt x="1022350" y="195580"/>
                  </a:cubicBezTo>
                  <a:cubicBezTo>
                    <a:pt x="1050290" y="205740"/>
                    <a:pt x="1082040" y="196850"/>
                    <a:pt x="1117600" y="195580"/>
                  </a:cubicBezTo>
                  <a:cubicBezTo>
                    <a:pt x="1164590" y="195580"/>
                    <a:pt x="1225550" y="193040"/>
                    <a:pt x="1282700" y="191770"/>
                  </a:cubicBezTo>
                  <a:cubicBezTo>
                    <a:pt x="1341120" y="190500"/>
                    <a:pt x="1402080" y="186690"/>
                    <a:pt x="1461770" y="185420"/>
                  </a:cubicBezTo>
                  <a:cubicBezTo>
                    <a:pt x="1522730" y="185420"/>
                    <a:pt x="1586230" y="184150"/>
                    <a:pt x="1647190" y="187960"/>
                  </a:cubicBezTo>
                  <a:cubicBezTo>
                    <a:pt x="1706880" y="190500"/>
                    <a:pt x="1767840" y="196850"/>
                    <a:pt x="1823720" y="204470"/>
                  </a:cubicBezTo>
                  <a:cubicBezTo>
                    <a:pt x="1874520" y="210820"/>
                    <a:pt x="1920240" y="218440"/>
                    <a:pt x="1968500" y="228600"/>
                  </a:cubicBezTo>
                  <a:cubicBezTo>
                    <a:pt x="2015490" y="238760"/>
                    <a:pt x="2066290" y="252730"/>
                    <a:pt x="2110740" y="265430"/>
                  </a:cubicBezTo>
                  <a:cubicBezTo>
                    <a:pt x="2150110" y="276860"/>
                    <a:pt x="2184400" y="287020"/>
                    <a:pt x="2219960" y="300990"/>
                  </a:cubicBezTo>
                  <a:cubicBezTo>
                    <a:pt x="2255520" y="314960"/>
                    <a:pt x="2291080" y="330200"/>
                    <a:pt x="2326640" y="346710"/>
                  </a:cubicBezTo>
                  <a:cubicBezTo>
                    <a:pt x="2360930" y="363220"/>
                    <a:pt x="2395220" y="382270"/>
                    <a:pt x="2428240" y="401320"/>
                  </a:cubicBezTo>
                  <a:cubicBezTo>
                    <a:pt x="2459990" y="420370"/>
                    <a:pt x="2489200" y="441960"/>
                    <a:pt x="2518410" y="462280"/>
                  </a:cubicBezTo>
                  <a:cubicBezTo>
                    <a:pt x="2543810" y="480060"/>
                    <a:pt x="2569210" y="496570"/>
                    <a:pt x="2592070" y="516890"/>
                  </a:cubicBezTo>
                  <a:cubicBezTo>
                    <a:pt x="2616200" y="535940"/>
                    <a:pt x="2639060" y="557530"/>
                    <a:pt x="2660650" y="579120"/>
                  </a:cubicBezTo>
                  <a:cubicBezTo>
                    <a:pt x="2682240" y="600710"/>
                    <a:pt x="2702560" y="624840"/>
                    <a:pt x="2720340" y="646430"/>
                  </a:cubicBezTo>
                  <a:cubicBezTo>
                    <a:pt x="2736850" y="666750"/>
                    <a:pt x="2755900" y="699770"/>
                    <a:pt x="2763520" y="706120"/>
                  </a:cubicBezTo>
                  <a:cubicBezTo>
                    <a:pt x="2766060" y="707390"/>
                    <a:pt x="2766060" y="707390"/>
                    <a:pt x="2768600" y="708660"/>
                  </a:cubicBezTo>
                  <a:cubicBezTo>
                    <a:pt x="2780030" y="712470"/>
                    <a:pt x="2830830" y="728980"/>
                    <a:pt x="2858770" y="737870"/>
                  </a:cubicBezTo>
                  <a:cubicBezTo>
                    <a:pt x="2881630" y="744220"/>
                    <a:pt x="2898140" y="746760"/>
                    <a:pt x="2924810" y="753110"/>
                  </a:cubicBezTo>
                  <a:cubicBezTo>
                    <a:pt x="2965450" y="762000"/>
                    <a:pt x="3026410" y="774700"/>
                    <a:pt x="3078480" y="784860"/>
                  </a:cubicBezTo>
                  <a:cubicBezTo>
                    <a:pt x="3128010" y="793750"/>
                    <a:pt x="3178810" y="802640"/>
                    <a:pt x="3229610" y="810260"/>
                  </a:cubicBezTo>
                  <a:cubicBezTo>
                    <a:pt x="3276600" y="817880"/>
                    <a:pt x="3324860" y="825500"/>
                    <a:pt x="3371850" y="830580"/>
                  </a:cubicBezTo>
                  <a:cubicBezTo>
                    <a:pt x="3416300" y="835660"/>
                    <a:pt x="3460750" y="839470"/>
                    <a:pt x="3503930" y="842010"/>
                  </a:cubicBezTo>
                  <a:cubicBezTo>
                    <a:pt x="3544570" y="844550"/>
                    <a:pt x="3583940" y="847090"/>
                    <a:pt x="3622040" y="847090"/>
                  </a:cubicBezTo>
                  <a:cubicBezTo>
                    <a:pt x="3657600" y="847090"/>
                    <a:pt x="3693160" y="845820"/>
                    <a:pt x="3726180" y="843280"/>
                  </a:cubicBezTo>
                  <a:cubicBezTo>
                    <a:pt x="3756660" y="840740"/>
                    <a:pt x="3782060" y="838200"/>
                    <a:pt x="3815080" y="834390"/>
                  </a:cubicBezTo>
                  <a:cubicBezTo>
                    <a:pt x="3858260" y="829310"/>
                    <a:pt x="3917950" y="820420"/>
                    <a:pt x="3963670" y="811530"/>
                  </a:cubicBezTo>
                  <a:cubicBezTo>
                    <a:pt x="4005580" y="805180"/>
                    <a:pt x="4042410" y="795020"/>
                    <a:pt x="4080510" y="789940"/>
                  </a:cubicBezTo>
                  <a:cubicBezTo>
                    <a:pt x="4113530" y="784860"/>
                    <a:pt x="4145280" y="770890"/>
                    <a:pt x="4177030" y="778510"/>
                  </a:cubicBezTo>
                  <a:cubicBezTo>
                    <a:pt x="4212590" y="787400"/>
                    <a:pt x="4257040" y="816610"/>
                    <a:pt x="4281170" y="849630"/>
                  </a:cubicBezTo>
                  <a:cubicBezTo>
                    <a:pt x="4306570" y="882650"/>
                    <a:pt x="4331970" y="942340"/>
                    <a:pt x="4324350" y="977900"/>
                  </a:cubicBezTo>
                  <a:cubicBezTo>
                    <a:pt x="4319270" y="1007110"/>
                    <a:pt x="4288790" y="1031240"/>
                    <a:pt x="4259580" y="1051560"/>
                  </a:cubicBezTo>
                  <a:cubicBezTo>
                    <a:pt x="4226560" y="1074420"/>
                    <a:pt x="4177030" y="1084580"/>
                    <a:pt x="4132580" y="1101090"/>
                  </a:cubicBezTo>
                  <a:cubicBezTo>
                    <a:pt x="4086860" y="1118870"/>
                    <a:pt x="4010660" y="1150620"/>
                    <a:pt x="3992880" y="1156970"/>
                  </a:cubicBezTo>
                  <a:cubicBezTo>
                    <a:pt x="3987800" y="1158240"/>
                    <a:pt x="3985260" y="1156970"/>
                    <a:pt x="3985260" y="1159510"/>
                  </a:cubicBezTo>
                  <a:cubicBezTo>
                    <a:pt x="3983990" y="1160780"/>
                    <a:pt x="3985260" y="1168400"/>
                    <a:pt x="3985260" y="1168400"/>
                  </a:cubicBezTo>
                  <a:cubicBezTo>
                    <a:pt x="3985260" y="1168400"/>
                    <a:pt x="3985260" y="1176020"/>
                    <a:pt x="3983990" y="1179830"/>
                  </a:cubicBezTo>
                  <a:cubicBezTo>
                    <a:pt x="3983990" y="1182370"/>
                    <a:pt x="3982720" y="1189990"/>
                    <a:pt x="3982720" y="1189990"/>
                  </a:cubicBezTo>
                  <a:cubicBezTo>
                    <a:pt x="3982720" y="1189990"/>
                    <a:pt x="3980180" y="1196340"/>
                    <a:pt x="3978910" y="1200150"/>
                  </a:cubicBezTo>
                  <a:cubicBezTo>
                    <a:pt x="3977640" y="1202690"/>
                    <a:pt x="3975100" y="1210310"/>
                    <a:pt x="3975100" y="1210310"/>
                  </a:cubicBezTo>
                  <a:cubicBezTo>
                    <a:pt x="3975100" y="1210310"/>
                    <a:pt x="3971290" y="1215390"/>
                    <a:pt x="3968750" y="1219200"/>
                  </a:cubicBezTo>
                  <a:cubicBezTo>
                    <a:pt x="3967480" y="1221740"/>
                    <a:pt x="3963670" y="1226820"/>
                    <a:pt x="3963670" y="1228090"/>
                  </a:cubicBezTo>
                  <a:cubicBezTo>
                    <a:pt x="3963670" y="1228090"/>
                    <a:pt x="3957320" y="1231900"/>
                    <a:pt x="3954780" y="1234440"/>
                  </a:cubicBezTo>
                  <a:cubicBezTo>
                    <a:pt x="3952240" y="1236980"/>
                    <a:pt x="3947160" y="1242060"/>
                    <a:pt x="3947160" y="1242060"/>
                  </a:cubicBezTo>
                  <a:cubicBezTo>
                    <a:pt x="3947160" y="1242060"/>
                    <a:pt x="3940810" y="1244600"/>
                    <a:pt x="3938270" y="1247140"/>
                  </a:cubicBezTo>
                  <a:cubicBezTo>
                    <a:pt x="3934460" y="1248410"/>
                    <a:pt x="3928110" y="1250950"/>
                    <a:pt x="3928110" y="1252220"/>
                  </a:cubicBezTo>
                  <a:cubicBezTo>
                    <a:pt x="3928110" y="1252220"/>
                    <a:pt x="3921760" y="1253490"/>
                    <a:pt x="3917950" y="1254760"/>
                  </a:cubicBezTo>
                  <a:cubicBezTo>
                    <a:pt x="3914140" y="1254760"/>
                    <a:pt x="3907790" y="1256030"/>
                    <a:pt x="3907790" y="1257300"/>
                  </a:cubicBezTo>
                  <a:cubicBezTo>
                    <a:pt x="3907790" y="1257300"/>
                    <a:pt x="3900170" y="1257300"/>
                    <a:pt x="3896360" y="1256030"/>
                  </a:cubicBezTo>
                  <a:cubicBezTo>
                    <a:pt x="3892550" y="1256030"/>
                    <a:pt x="3886200" y="1256030"/>
                    <a:pt x="3886200" y="1256030"/>
                  </a:cubicBezTo>
                  <a:cubicBezTo>
                    <a:pt x="3886200" y="1256030"/>
                    <a:pt x="3825240" y="1249680"/>
                    <a:pt x="3799840" y="1245870"/>
                  </a:cubicBezTo>
                  <a:cubicBezTo>
                    <a:pt x="3778250" y="1242060"/>
                    <a:pt x="3765550" y="1234440"/>
                    <a:pt x="3743960" y="1235710"/>
                  </a:cubicBezTo>
                  <a:cubicBezTo>
                    <a:pt x="3712210" y="1238250"/>
                    <a:pt x="3642360" y="1261110"/>
                    <a:pt x="3629660" y="1270000"/>
                  </a:cubicBezTo>
                  <a:cubicBezTo>
                    <a:pt x="3625850" y="1271270"/>
                    <a:pt x="3627120" y="1272540"/>
                    <a:pt x="3624580" y="1275080"/>
                  </a:cubicBezTo>
                  <a:cubicBezTo>
                    <a:pt x="3614420" y="1285240"/>
                    <a:pt x="3576320" y="1323340"/>
                    <a:pt x="3548380" y="1351280"/>
                  </a:cubicBezTo>
                  <a:cubicBezTo>
                    <a:pt x="3514090" y="1385570"/>
                    <a:pt x="3473450" y="1426210"/>
                    <a:pt x="3432810" y="1461770"/>
                  </a:cubicBezTo>
                  <a:cubicBezTo>
                    <a:pt x="3392170" y="1497330"/>
                    <a:pt x="3348990" y="1531620"/>
                    <a:pt x="3305810" y="1564640"/>
                  </a:cubicBezTo>
                  <a:cubicBezTo>
                    <a:pt x="3263900" y="1596390"/>
                    <a:pt x="3214370" y="1630680"/>
                    <a:pt x="3175000" y="1654810"/>
                  </a:cubicBezTo>
                  <a:cubicBezTo>
                    <a:pt x="3145790" y="1673860"/>
                    <a:pt x="3096260" y="1695450"/>
                    <a:pt x="3093720" y="1703070"/>
                  </a:cubicBezTo>
                  <a:cubicBezTo>
                    <a:pt x="3092450" y="1705610"/>
                    <a:pt x="3094990" y="1706880"/>
                    <a:pt x="3094990" y="1706880"/>
                  </a:cubicBezTo>
                  <a:cubicBezTo>
                    <a:pt x="3094990" y="1706880"/>
                    <a:pt x="3096260" y="1714500"/>
                    <a:pt x="3097530" y="1718310"/>
                  </a:cubicBezTo>
                  <a:cubicBezTo>
                    <a:pt x="3098800" y="1720850"/>
                    <a:pt x="3100070" y="1728470"/>
                    <a:pt x="3100070" y="1728470"/>
                  </a:cubicBezTo>
                  <a:cubicBezTo>
                    <a:pt x="3100070" y="1728470"/>
                    <a:pt x="3100070" y="1736090"/>
                    <a:pt x="3100070" y="1738630"/>
                  </a:cubicBezTo>
                  <a:cubicBezTo>
                    <a:pt x="3098800" y="1742440"/>
                    <a:pt x="3098800" y="1750060"/>
                    <a:pt x="3098800" y="1750060"/>
                  </a:cubicBezTo>
                  <a:cubicBezTo>
                    <a:pt x="3098800" y="1750060"/>
                    <a:pt x="3097530" y="1756410"/>
                    <a:pt x="3096260" y="1760220"/>
                  </a:cubicBezTo>
                  <a:cubicBezTo>
                    <a:pt x="3094990" y="1764030"/>
                    <a:pt x="3093720" y="1770380"/>
                    <a:pt x="3093720" y="1770380"/>
                  </a:cubicBezTo>
                  <a:cubicBezTo>
                    <a:pt x="3093720" y="1770380"/>
                    <a:pt x="3089910" y="1776730"/>
                    <a:pt x="3088640" y="1779270"/>
                  </a:cubicBezTo>
                  <a:cubicBezTo>
                    <a:pt x="3086100" y="1783080"/>
                    <a:pt x="3082290" y="1789430"/>
                    <a:pt x="3082290" y="1789430"/>
                  </a:cubicBezTo>
                  <a:cubicBezTo>
                    <a:pt x="3082290" y="1789430"/>
                    <a:pt x="3078480" y="1794510"/>
                    <a:pt x="3075940" y="1797050"/>
                  </a:cubicBezTo>
                  <a:cubicBezTo>
                    <a:pt x="3073400" y="1799590"/>
                    <a:pt x="3068320" y="1804670"/>
                    <a:pt x="3068320" y="1804670"/>
                  </a:cubicBezTo>
                  <a:cubicBezTo>
                    <a:pt x="3068320" y="1804670"/>
                    <a:pt x="3061970" y="1808480"/>
                    <a:pt x="3059430" y="1811020"/>
                  </a:cubicBezTo>
                  <a:cubicBezTo>
                    <a:pt x="3055620" y="1812290"/>
                    <a:pt x="3050540" y="1816100"/>
                    <a:pt x="3050540" y="1816100"/>
                  </a:cubicBezTo>
                  <a:cubicBezTo>
                    <a:pt x="3050540" y="1816100"/>
                    <a:pt x="3042920" y="1818640"/>
                    <a:pt x="3040380" y="1819910"/>
                  </a:cubicBezTo>
                  <a:cubicBezTo>
                    <a:pt x="3036570" y="1821180"/>
                    <a:pt x="3030220" y="1823720"/>
                    <a:pt x="3030220" y="1823720"/>
                  </a:cubicBezTo>
                  <a:cubicBezTo>
                    <a:pt x="3030220" y="1823720"/>
                    <a:pt x="3022600" y="1823720"/>
                    <a:pt x="3018790" y="1823720"/>
                  </a:cubicBezTo>
                  <a:cubicBezTo>
                    <a:pt x="3014980" y="1824990"/>
                    <a:pt x="3008630" y="1824990"/>
                    <a:pt x="3008630" y="1824990"/>
                  </a:cubicBezTo>
                  <a:cubicBezTo>
                    <a:pt x="3008630" y="1824990"/>
                    <a:pt x="2885440" y="1822450"/>
                    <a:pt x="2867660" y="1838960"/>
                  </a:cubicBezTo>
                  <a:cubicBezTo>
                    <a:pt x="2858770" y="1846580"/>
                    <a:pt x="2867660" y="1860550"/>
                    <a:pt x="2860040" y="1870710"/>
                  </a:cubicBezTo>
                  <a:cubicBezTo>
                    <a:pt x="2848610" y="1889760"/>
                    <a:pt x="2810510" y="1910080"/>
                    <a:pt x="2782570" y="1925320"/>
                  </a:cubicBezTo>
                  <a:cubicBezTo>
                    <a:pt x="2753360" y="1941830"/>
                    <a:pt x="2719070" y="1951990"/>
                    <a:pt x="2688590" y="1962150"/>
                  </a:cubicBezTo>
                  <a:cubicBezTo>
                    <a:pt x="2659380" y="1972310"/>
                    <a:pt x="2631440" y="1979930"/>
                    <a:pt x="2602230" y="1987550"/>
                  </a:cubicBezTo>
                  <a:cubicBezTo>
                    <a:pt x="2571750" y="1995170"/>
                    <a:pt x="2543810" y="2001520"/>
                    <a:pt x="2510790" y="2009140"/>
                  </a:cubicBezTo>
                  <a:cubicBezTo>
                    <a:pt x="2472690" y="2016760"/>
                    <a:pt x="2426970" y="2024380"/>
                    <a:pt x="2386330" y="2032000"/>
                  </a:cubicBezTo>
                  <a:cubicBezTo>
                    <a:pt x="2346960" y="2039620"/>
                    <a:pt x="2306320" y="2047240"/>
                    <a:pt x="2269490" y="2053590"/>
                  </a:cubicBezTo>
                  <a:cubicBezTo>
                    <a:pt x="2237740" y="2059940"/>
                    <a:pt x="2208530" y="2065020"/>
                    <a:pt x="2178050" y="2068830"/>
                  </a:cubicBezTo>
                  <a:cubicBezTo>
                    <a:pt x="2146300" y="2073910"/>
                    <a:pt x="2113280" y="2077720"/>
                    <a:pt x="2081530" y="2080260"/>
                  </a:cubicBezTo>
                  <a:cubicBezTo>
                    <a:pt x="2051050" y="2082800"/>
                    <a:pt x="2023110" y="2082800"/>
                    <a:pt x="1991360" y="2084070"/>
                  </a:cubicBezTo>
                  <a:cubicBezTo>
                    <a:pt x="1955800" y="2085340"/>
                    <a:pt x="1916430" y="2084070"/>
                    <a:pt x="1879600" y="2084070"/>
                  </a:cubicBezTo>
                  <a:cubicBezTo>
                    <a:pt x="1844040" y="2084070"/>
                    <a:pt x="1808480" y="2085340"/>
                    <a:pt x="1771650" y="2084070"/>
                  </a:cubicBezTo>
                  <a:cubicBezTo>
                    <a:pt x="1733550" y="2084070"/>
                    <a:pt x="1691640" y="2085340"/>
                    <a:pt x="1654810" y="2082800"/>
                  </a:cubicBezTo>
                  <a:cubicBezTo>
                    <a:pt x="1621790" y="2080260"/>
                    <a:pt x="1592580" y="2076450"/>
                    <a:pt x="1560830" y="2070100"/>
                  </a:cubicBezTo>
                  <a:cubicBezTo>
                    <a:pt x="1530350" y="2065020"/>
                    <a:pt x="1501140" y="2057400"/>
                    <a:pt x="1469390" y="2047240"/>
                  </a:cubicBezTo>
                  <a:cubicBezTo>
                    <a:pt x="1432560" y="2035810"/>
                    <a:pt x="1389380" y="2019300"/>
                    <a:pt x="1351280" y="2004060"/>
                  </a:cubicBezTo>
                  <a:cubicBezTo>
                    <a:pt x="1316990" y="1990090"/>
                    <a:pt x="1271270" y="1971040"/>
                    <a:pt x="1250950" y="1962150"/>
                  </a:cubicBezTo>
                  <a:cubicBezTo>
                    <a:pt x="1240790" y="1958340"/>
                    <a:pt x="1236980" y="1950720"/>
                    <a:pt x="1230630" y="1953260"/>
                  </a:cubicBezTo>
                  <a:cubicBezTo>
                    <a:pt x="1219200" y="1958340"/>
                    <a:pt x="1220470" y="2006600"/>
                    <a:pt x="1203960" y="2021840"/>
                  </a:cubicBezTo>
                  <a:cubicBezTo>
                    <a:pt x="1183640" y="2040890"/>
                    <a:pt x="1141730" y="2048510"/>
                    <a:pt x="1108710" y="2048510"/>
                  </a:cubicBezTo>
                  <a:cubicBezTo>
                    <a:pt x="1070610" y="2047240"/>
                    <a:pt x="1027430" y="2033270"/>
                    <a:pt x="986790" y="2012950"/>
                  </a:cubicBezTo>
                  <a:cubicBezTo>
                    <a:pt x="938530" y="1987550"/>
                    <a:pt x="882650" y="1935480"/>
                    <a:pt x="843280" y="1902460"/>
                  </a:cubicBezTo>
                  <a:cubicBezTo>
                    <a:pt x="814070" y="1878330"/>
                    <a:pt x="792480" y="1855470"/>
                    <a:pt x="768350" y="1835150"/>
                  </a:cubicBezTo>
                  <a:cubicBezTo>
                    <a:pt x="748030" y="1816100"/>
                    <a:pt x="731520" y="1797050"/>
                    <a:pt x="709930" y="1783080"/>
                  </a:cubicBezTo>
                  <a:cubicBezTo>
                    <a:pt x="688340" y="1769110"/>
                    <a:pt x="665480" y="1764030"/>
                    <a:pt x="638810" y="1750060"/>
                  </a:cubicBezTo>
                  <a:cubicBezTo>
                    <a:pt x="603250" y="1732280"/>
                    <a:pt x="556260" y="1706880"/>
                    <a:pt x="513080" y="1682750"/>
                  </a:cubicBezTo>
                  <a:cubicBezTo>
                    <a:pt x="468630" y="1657350"/>
                    <a:pt x="417830" y="1629410"/>
                    <a:pt x="374650" y="1601470"/>
                  </a:cubicBezTo>
                  <a:cubicBezTo>
                    <a:pt x="335280" y="1576070"/>
                    <a:pt x="294640" y="1551940"/>
                    <a:pt x="261620" y="1522730"/>
                  </a:cubicBezTo>
                  <a:cubicBezTo>
                    <a:pt x="232410" y="1496060"/>
                    <a:pt x="186690" y="1436370"/>
                    <a:pt x="186690" y="1436370"/>
                  </a:cubicBezTo>
                  <a:cubicBezTo>
                    <a:pt x="186690" y="1436370"/>
                    <a:pt x="180340" y="1431290"/>
                    <a:pt x="177800" y="1430020"/>
                  </a:cubicBezTo>
                  <a:cubicBezTo>
                    <a:pt x="175260" y="1427480"/>
                    <a:pt x="168910" y="1423670"/>
                    <a:pt x="168910" y="1423670"/>
                  </a:cubicBezTo>
                  <a:cubicBezTo>
                    <a:pt x="168910" y="1423670"/>
                    <a:pt x="163830" y="1418590"/>
                    <a:pt x="162560" y="1416050"/>
                  </a:cubicBezTo>
                  <a:cubicBezTo>
                    <a:pt x="160020" y="1413510"/>
                    <a:pt x="154940" y="1408430"/>
                    <a:pt x="154940" y="1408430"/>
                  </a:cubicBezTo>
                  <a:cubicBezTo>
                    <a:pt x="154940" y="1407160"/>
                    <a:pt x="151130" y="1402080"/>
                    <a:pt x="149860" y="1398270"/>
                  </a:cubicBezTo>
                  <a:cubicBezTo>
                    <a:pt x="148590" y="1395730"/>
                    <a:pt x="144780" y="1389380"/>
                    <a:pt x="144780" y="1389380"/>
                  </a:cubicBezTo>
                  <a:cubicBezTo>
                    <a:pt x="144780" y="1388110"/>
                    <a:pt x="143510" y="1381760"/>
                    <a:pt x="142240" y="1377950"/>
                  </a:cubicBezTo>
                  <a:cubicBezTo>
                    <a:pt x="140970" y="1375410"/>
                    <a:pt x="139700" y="1367790"/>
                    <a:pt x="139700" y="1367790"/>
                  </a:cubicBezTo>
                  <a:cubicBezTo>
                    <a:pt x="139700" y="1367790"/>
                    <a:pt x="139700" y="1361440"/>
                    <a:pt x="139700" y="1357630"/>
                  </a:cubicBezTo>
                  <a:cubicBezTo>
                    <a:pt x="139700" y="1353820"/>
                    <a:pt x="139700" y="1346200"/>
                    <a:pt x="139700" y="1346200"/>
                  </a:cubicBezTo>
                  <a:cubicBezTo>
                    <a:pt x="139700" y="1346200"/>
                    <a:pt x="140970" y="1339850"/>
                    <a:pt x="142240" y="1336040"/>
                  </a:cubicBezTo>
                  <a:cubicBezTo>
                    <a:pt x="142240" y="1332230"/>
                    <a:pt x="144780" y="1325880"/>
                    <a:pt x="144780" y="1325880"/>
                  </a:cubicBezTo>
                  <a:cubicBezTo>
                    <a:pt x="144780" y="1325880"/>
                    <a:pt x="147320" y="1319530"/>
                    <a:pt x="149860" y="1315720"/>
                  </a:cubicBezTo>
                  <a:cubicBezTo>
                    <a:pt x="151130" y="1313180"/>
                    <a:pt x="154940" y="1306830"/>
                    <a:pt x="154940" y="1306830"/>
                  </a:cubicBezTo>
                  <a:cubicBezTo>
                    <a:pt x="154940" y="1306830"/>
                    <a:pt x="158750" y="1301750"/>
                    <a:pt x="161290" y="1299210"/>
                  </a:cubicBezTo>
                  <a:cubicBezTo>
                    <a:pt x="163830" y="1296670"/>
                    <a:pt x="168910" y="1290320"/>
                    <a:pt x="168910" y="1290320"/>
                  </a:cubicBezTo>
                  <a:cubicBezTo>
                    <a:pt x="168910" y="1290320"/>
                    <a:pt x="173990" y="1286510"/>
                    <a:pt x="177800" y="1283970"/>
                  </a:cubicBezTo>
                  <a:cubicBezTo>
                    <a:pt x="180340" y="1282700"/>
                    <a:pt x="186690" y="1278890"/>
                    <a:pt x="186690" y="1278890"/>
                  </a:cubicBezTo>
                  <a:cubicBezTo>
                    <a:pt x="186690" y="1278890"/>
                    <a:pt x="193040" y="1276350"/>
                    <a:pt x="195580" y="1275080"/>
                  </a:cubicBezTo>
                  <a:cubicBezTo>
                    <a:pt x="199390" y="1273810"/>
                    <a:pt x="205740" y="1271270"/>
                    <a:pt x="205740" y="1271270"/>
                  </a:cubicBezTo>
                  <a:cubicBezTo>
                    <a:pt x="205740" y="1271270"/>
                    <a:pt x="213360" y="1270000"/>
                    <a:pt x="217170" y="1270000"/>
                  </a:cubicBezTo>
                  <a:cubicBezTo>
                    <a:pt x="220980" y="1268730"/>
                    <a:pt x="227330" y="1268730"/>
                    <a:pt x="227330" y="1268730"/>
                  </a:cubicBezTo>
                  <a:cubicBezTo>
                    <a:pt x="227330" y="1268730"/>
                    <a:pt x="234950" y="1268730"/>
                    <a:pt x="237490" y="1270000"/>
                  </a:cubicBezTo>
                  <a:cubicBezTo>
                    <a:pt x="241300" y="1270000"/>
                    <a:pt x="248920" y="1270000"/>
                    <a:pt x="248920" y="1271270"/>
                  </a:cubicBezTo>
                  <a:cubicBezTo>
                    <a:pt x="248920" y="1271270"/>
                    <a:pt x="255270" y="1272540"/>
                    <a:pt x="259080" y="1273810"/>
                  </a:cubicBezTo>
                  <a:cubicBezTo>
                    <a:pt x="261620" y="1275080"/>
                    <a:pt x="269240" y="1277620"/>
                    <a:pt x="269240" y="1277620"/>
                  </a:cubicBezTo>
                  <a:cubicBezTo>
                    <a:pt x="269240" y="1277620"/>
                    <a:pt x="270510" y="1278890"/>
                    <a:pt x="270510" y="1278890"/>
                  </a:cubicBezTo>
                  <a:cubicBezTo>
                    <a:pt x="270510" y="1278890"/>
                    <a:pt x="270510" y="1277620"/>
                    <a:pt x="271780" y="1276350"/>
                  </a:cubicBezTo>
                  <a:cubicBezTo>
                    <a:pt x="273050" y="1275080"/>
                    <a:pt x="276860" y="1267460"/>
                    <a:pt x="276860" y="1267460"/>
                  </a:cubicBezTo>
                  <a:cubicBezTo>
                    <a:pt x="276860" y="1267460"/>
                    <a:pt x="280670" y="1262380"/>
                    <a:pt x="283210" y="1259840"/>
                  </a:cubicBezTo>
                  <a:cubicBezTo>
                    <a:pt x="285750" y="1257300"/>
                    <a:pt x="290830" y="1250950"/>
                    <a:pt x="290830" y="1250950"/>
                  </a:cubicBezTo>
                  <a:cubicBezTo>
                    <a:pt x="290830" y="1250950"/>
                    <a:pt x="295910" y="1247140"/>
                    <a:pt x="299720" y="1244600"/>
                  </a:cubicBezTo>
                  <a:cubicBezTo>
                    <a:pt x="302260" y="1243330"/>
                    <a:pt x="307340" y="1239520"/>
                    <a:pt x="307340" y="1239520"/>
                  </a:cubicBezTo>
                  <a:cubicBezTo>
                    <a:pt x="308610" y="1239520"/>
                    <a:pt x="314960" y="1236980"/>
                    <a:pt x="317500" y="1235710"/>
                  </a:cubicBezTo>
                  <a:cubicBezTo>
                    <a:pt x="321310" y="1234440"/>
                    <a:pt x="327660" y="1231900"/>
                    <a:pt x="327660" y="1231900"/>
                  </a:cubicBezTo>
                  <a:cubicBezTo>
                    <a:pt x="327660" y="1230630"/>
                    <a:pt x="331470" y="1231900"/>
                    <a:pt x="332740" y="1230630"/>
                  </a:cubicBezTo>
                  <a:cubicBezTo>
                    <a:pt x="332740" y="1229360"/>
                    <a:pt x="331470" y="1225550"/>
                    <a:pt x="331470" y="1225550"/>
                  </a:cubicBezTo>
                  <a:cubicBezTo>
                    <a:pt x="331470" y="1225550"/>
                    <a:pt x="334010" y="1221740"/>
                    <a:pt x="332740" y="1220470"/>
                  </a:cubicBezTo>
                  <a:cubicBezTo>
                    <a:pt x="328930" y="1215390"/>
                    <a:pt x="281940" y="1225550"/>
                    <a:pt x="269240" y="1226820"/>
                  </a:cubicBezTo>
                  <a:cubicBezTo>
                    <a:pt x="264160" y="1226820"/>
                    <a:pt x="261620" y="1226820"/>
                    <a:pt x="257810" y="1226820"/>
                  </a:cubicBezTo>
                  <a:cubicBezTo>
                    <a:pt x="255270" y="1226820"/>
                    <a:pt x="247650" y="1226820"/>
                    <a:pt x="247650" y="1226820"/>
                  </a:cubicBezTo>
                  <a:cubicBezTo>
                    <a:pt x="247650" y="1226820"/>
                    <a:pt x="240030" y="1225550"/>
                    <a:pt x="237490" y="1224280"/>
                  </a:cubicBezTo>
                  <a:cubicBezTo>
                    <a:pt x="233680" y="1223010"/>
                    <a:pt x="227330" y="1221740"/>
                    <a:pt x="226060" y="1221740"/>
                  </a:cubicBezTo>
                  <a:cubicBezTo>
                    <a:pt x="226060" y="1221740"/>
                    <a:pt x="219710" y="1219200"/>
                    <a:pt x="217170" y="1216660"/>
                  </a:cubicBezTo>
                  <a:cubicBezTo>
                    <a:pt x="213360" y="1215390"/>
                    <a:pt x="207010" y="1212850"/>
                    <a:pt x="207010" y="1212850"/>
                  </a:cubicBezTo>
                  <a:cubicBezTo>
                    <a:pt x="207010" y="1212850"/>
                    <a:pt x="201930" y="1207770"/>
                    <a:pt x="199390" y="1205230"/>
                  </a:cubicBezTo>
                  <a:cubicBezTo>
                    <a:pt x="196850" y="1202690"/>
                    <a:pt x="191770" y="1198880"/>
                    <a:pt x="191770" y="1198880"/>
                  </a:cubicBezTo>
                  <a:cubicBezTo>
                    <a:pt x="190500" y="1198880"/>
                    <a:pt x="186690" y="1192530"/>
                    <a:pt x="185420" y="1189990"/>
                  </a:cubicBezTo>
                  <a:cubicBezTo>
                    <a:pt x="182880" y="1187450"/>
                    <a:pt x="179070" y="1181100"/>
                    <a:pt x="179070" y="1181100"/>
                  </a:cubicBezTo>
                  <a:cubicBezTo>
                    <a:pt x="179070" y="1181100"/>
                    <a:pt x="176530" y="1174750"/>
                    <a:pt x="175260" y="1170940"/>
                  </a:cubicBezTo>
                  <a:cubicBezTo>
                    <a:pt x="173990" y="1168400"/>
                    <a:pt x="170180" y="1160780"/>
                    <a:pt x="170180" y="1160780"/>
                  </a:cubicBezTo>
                  <a:cubicBezTo>
                    <a:pt x="170180" y="1160780"/>
                    <a:pt x="170180" y="1154430"/>
                    <a:pt x="168910" y="1150620"/>
                  </a:cubicBezTo>
                  <a:cubicBezTo>
                    <a:pt x="168910" y="1146810"/>
                    <a:pt x="167640" y="1140460"/>
                    <a:pt x="167640" y="1140460"/>
                  </a:cubicBezTo>
                  <a:cubicBezTo>
                    <a:pt x="167640" y="1139190"/>
                    <a:pt x="168910" y="1132840"/>
                    <a:pt x="168910" y="1129030"/>
                  </a:cubicBezTo>
                  <a:cubicBezTo>
                    <a:pt x="168910" y="1125220"/>
                    <a:pt x="170180" y="1118870"/>
                    <a:pt x="170180" y="1118870"/>
                  </a:cubicBezTo>
                  <a:cubicBezTo>
                    <a:pt x="170180" y="1118870"/>
                    <a:pt x="172720" y="1112520"/>
                    <a:pt x="173990" y="1108710"/>
                  </a:cubicBezTo>
                  <a:cubicBezTo>
                    <a:pt x="175260" y="1104900"/>
                    <a:pt x="177800" y="1098550"/>
                    <a:pt x="177800" y="1098550"/>
                  </a:cubicBezTo>
                  <a:cubicBezTo>
                    <a:pt x="177800" y="1098550"/>
                    <a:pt x="181610" y="1092200"/>
                    <a:pt x="182880" y="1089660"/>
                  </a:cubicBezTo>
                  <a:cubicBezTo>
                    <a:pt x="185420" y="1087120"/>
                    <a:pt x="189230" y="1080770"/>
                    <a:pt x="189230" y="1080770"/>
                  </a:cubicBezTo>
                  <a:cubicBezTo>
                    <a:pt x="189230" y="1080770"/>
                    <a:pt x="194310" y="1075690"/>
                    <a:pt x="196850" y="1073150"/>
                  </a:cubicBezTo>
                  <a:cubicBezTo>
                    <a:pt x="199390" y="1070610"/>
                    <a:pt x="204470" y="1066800"/>
                    <a:pt x="204470" y="1065530"/>
                  </a:cubicBezTo>
                  <a:cubicBezTo>
                    <a:pt x="204470" y="1065530"/>
                    <a:pt x="210820" y="1062990"/>
                    <a:pt x="214630" y="1060450"/>
                  </a:cubicBezTo>
                  <a:cubicBezTo>
                    <a:pt x="217170" y="1059180"/>
                    <a:pt x="223520" y="1055370"/>
                    <a:pt x="223520" y="1055370"/>
                  </a:cubicBezTo>
                  <a:cubicBezTo>
                    <a:pt x="223520" y="1055370"/>
                    <a:pt x="231140" y="1054100"/>
                    <a:pt x="233680" y="1052830"/>
                  </a:cubicBezTo>
                  <a:cubicBezTo>
                    <a:pt x="237490" y="1051560"/>
                    <a:pt x="243840" y="1050290"/>
                    <a:pt x="243840" y="1050290"/>
                  </a:cubicBezTo>
                  <a:cubicBezTo>
                    <a:pt x="245110" y="1050290"/>
                    <a:pt x="523240" y="957580"/>
                    <a:pt x="520700" y="951230"/>
                  </a:cubicBezTo>
                  <a:cubicBezTo>
                    <a:pt x="520700" y="948690"/>
                    <a:pt x="450850" y="965200"/>
                    <a:pt x="412750" y="972820"/>
                  </a:cubicBezTo>
                  <a:cubicBezTo>
                    <a:pt x="372110" y="980440"/>
                    <a:pt x="325120" y="989330"/>
                    <a:pt x="285750" y="998220"/>
                  </a:cubicBezTo>
                  <a:cubicBezTo>
                    <a:pt x="252730" y="1005840"/>
                    <a:pt x="224790" y="1014730"/>
                    <a:pt x="195580" y="1021080"/>
                  </a:cubicBezTo>
                  <a:cubicBezTo>
                    <a:pt x="165100" y="1028700"/>
                    <a:pt x="106680" y="1040130"/>
                    <a:pt x="105410" y="1040130"/>
                  </a:cubicBezTo>
                  <a:cubicBezTo>
                    <a:pt x="105410" y="1040130"/>
                    <a:pt x="99060" y="1040130"/>
                    <a:pt x="95250" y="1041400"/>
                  </a:cubicBezTo>
                  <a:cubicBezTo>
                    <a:pt x="91440" y="1041400"/>
                    <a:pt x="85090" y="1041400"/>
                    <a:pt x="85090" y="1041400"/>
                  </a:cubicBezTo>
                  <a:cubicBezTo>
                    <a:pt x="83820" y="1041400"/>
                    <a:pt x="77470" y="1040130"/>
                    <a:pt x="73660" y="1040130"/>
                  </a:cubicBezTo>
                  <a:cubicBezTo>
                    <a:pt x="69850" y="1038860"/>
                    <a:pt x="63500" y="1037590"/>
                    <a:pt x="63500" y="1037590"/>
                  </a:cubicBezTo>
                  <a:cubicBezTo>
                    <a:pt x="63500" y="1037590"/>
                    <a:pt x="57150" y="1035050"/>
                    <a:pt x="53340" y="1033780"/>
                  </a:cubicBezTo>
                  <a:cubicBezTo>
                    <a:pt x="50800" y="1032510"/>
                    <a:pt x="44450" y="1029970"/>
                    <a:pt x="43180" y="1029970"/>
                  </a:cubicBezTo>
                  <a:cubicBezTo>
                    <a:pt x="43180" y="1029970"/>
                    <a:pt x="38100" y="1024890"/>
                    <a:pt x="35560" y="1022350"/>
                  </a:cubicBezTo>
                  <a:cubicBezTo>
                    <a:pt x="33020" y="1021080"/>
                    <a:pt x="26670" y="1016000"/>
                    <a:pt x="26670" y="1016000"/>
                  </a:cubicBezTo>
                  <a:cubicBezTo>
                    <a:pt x="26670" y="1016000"/>
                    <a:pt x="22860" y="1010920"/>
                    <a:pt x="20320" y="1008380"/>
                  </a:cubicBezTo>
                  <a:cubicBezTo>
                    <a:pt x="17780" y="1005840"/>
                    <a:pt x="13970" y="999490"/>
                    <a:pt x="13970" y="999490"/>
                  </a:cubicBezTo>
                  <a:cubicBezTo>
                    <a:pt x="12700" y="999490"/>
                    <a:pt x="10160" y="993140"/>
                    <a:pt x="8890" y="990600"/>
                  </a:cubicBezTo>
                  <a:cubicBezTo>
                    <a:pt x="7620" y="986790"/>
                    <a:pt x="3810" y="980440"/>
                    <a:pt x="3810" y="980440"/>
                  </a:cubicBezTo>
                  <a:cubicBezTo>
                    <a:pt x="3810" y="980440"/>
                    <a:pt x="2540" y="972820"/>
                    <a:pt x="2540" y="970280"/>
                  </a:cubicBezTo>
                  <a:cubicBezTo>
                    <a:pt x="1270" y="966470"/>
                    <a:pt x="0" y="958850"/>
                    <a:pt x="0" y="958850"/>
                  </a:cubicBezTo>
                  <a:moveTo>
                    <a:pt x="610870" y="650240"/>
                  </a:moveTo>
                  <a:cubicBezTo>
                    <a:pt x="749300" y="624840"/>
                    <a:pt x="746760" y="621030"/>
                    <a:pt x="746760" y="618490"/>
                  </a:cubicBezTo>
                  <a:cubicBezTo>
                    <a:pt x="746760" y="614680"/>
                    <a:pt x="745490" y="607060"/>
                    <a:pt x="745490" y="607060"/>
                  </a:cubicBezTo>
                  <a:cubicBezTo>
                    <a:pt x="746760" y="607060"/>
                    <a:pt x="748030" y="600710"/>
                    <a:pt x="748030" y="596900"/>
                  </a:cubicBezTo>
                  <a:cubicBezTo>
                    <a:pt x="749300" y="593090"/>
                    <a:pt x="750570" y="586740"/>
                    <a:pt x="750570" y="586740"/>
                  </a:cubicBezTo>
                  <a:cubicBezTo>
                    <a:pt x="750570" y="586740"/>
                    <a:pt x="750570" y="585470"/>
                    <a:pt x="750570" y="585470"/>
                  </a:cubicBezTo>
                  <a:cubicBezTo>
                    <a:pt x="749300" y="584200"/>
                    <a:pt x="678180" y="619760"/>
                    <a:pt x="652780" y="631190"/>
                  </a:cubicBezTo>
                  <a:cubicBezTo>
                    <a:pt x="636270" y="638810"/>
                    <a:pt x="610870" y="650240"/>
                    <a:pt x="610870" y="650240"/>
                  </a:cubicBezTo>
                  <a:moveTo>
                    <a:pt x="617220" y="344170"/>
                  </a:moveTo>
                  <a:cubicBezTo>
                    <a:pt x="690880" y="346710"/>
                    <a:pt x="688340" y="345440"/>
                    <a:pt x="685800" y="344170"/>
                  </a:cubicBezTo>
                  <a:cubicBezTo>
                    <a:pt x="684530" y="342900"/>
                    <a:pt x="678180" y="337820"/>
                    <a:pt x="678180" y="337820"/>
                  </a:cubicBezTo>
                  <a:cubicBezTo>
                    <a:pt x="678180" y="336550"/>
                    <a:pt x="674370" y="331470"/>
                    <a:pt x="671830" y="328930"/>
                  </a:cubicBezTo>
                  <a:cubicBezTo>
                    <a:pt x="670560" y="326390"/>
                    <a:pt x="670560" y="323850"/>
                    <a:pt x="668020" y="322580"/>
                  </a:cubicBezTo>
                  <a:cubicBezTo>
                    <a:pt x="660400" y="321310"/>
                    <a:pt x="617220" y="344170"/>
                    <a:pt x="617220" y="344170"/>
                  </a:cubicBezTo>
                  <a:moveTo>
                    <a:pt x="727710" y="1423670"/>
                  </a:moveTo>
                  <a:cubicBezTo>
                    <a:pt x="770890" y="1451610"/>
                    <a:pt x="853440" y="1504950"/>
                    <a:pt x="878840" y="1524000"/>
                  </a:cubicBezTo>
                  <a:cubicBezTo>
                    <a:pt x="890270" y="1531620"/>
                    <a:pt x="902970" y="1540510"/>
                    <a:pt x="902970" y="1540510"/>
                  </a:cubicBezTo>
                  <a:cubicBezTo>
                    <a:pt x="902970" y="1540510"/>
                    <a:pt x="896620" y="1535430"/>
                    <a:pt x="896620" y="1535430"/>
                  </a:cubicBezTo>
                  <a:cubicBezTo>
                    <a:pt x="896620" y="1535430"/>
                    <a:pt x="892810" y="1530350"/>
                    <a:pt x="890270" y="1527810"/>
                  </a:cubicBezTo>
                  <a:cubicBezTo>
                    <a:pt x="887730" y="1524000"/>
                    <a:pt x="883920" y="1518920"/>
                    <a:pt x="883920" y="1518920"/>
                  </a:cubicBezTo>
                  <a:cubicBezTo>
                    <a:pt x="883920" y="1518920"/>
                    <a:pt x="880110" y="1512570"/>
                    <a:pt x="878840" y="1508760"/>
                  </a:cubicBezTo>
                  <a:cubicBezTo>
                    <a:pt x="877570" y="1506220"/>
                    <a:pt x="875030" y="1499870"/>
                    <a:pt x="875030" y="1499870"/>
                  </a:cubicBezTo>
                  <a:cubicBezTo>
                    <a:pt x="875030" y="1498600"/>
                    <a:pt x="873760" y="1492250"/>
                    <a:pt x="872490" y="1488440"/>
                  </a:cubicBezTo>
                  <a:cubicBezTo>
                    <a:pt x="872490" y="1485900"/>
                    <a:pt x="871220" y="1478280"/>
                    <a:pt x="871220" y="1478280"/>
                  </a:cubicBezTo>
                  <a:cubicBezTo>
                    <a:pt x="871220" y="1478280"/>
                    <a:pt x="871220" y="1470660"/>
                    <a:pt x="871220" y="1468120"/>
                  </a:cubicBezTo>
                  <a:cubicBezTo>
                    <a:pt x="871220" y="1464310"/>
                    <a:pt x="871220" y="1456690"/>
                    <a:pt x="871220" y="1456690"/>
                  </a:cubicBezTo>
                  <a:cubicBezTo>
                    <a:pt x="871220" y="1456690"/>
                    <a:pt x="873760" y="1450340"/>
                    <a:pt x="875030" y="1446530"/>
                  </a:cubicBezTo>
                  <a:cubicBezTo>
                    <a:pt x="876300" y="1442720"/>
                    <a:pt x="877570" y="1436370"/>
                    <a:pt x="877570" y="1436370"/>
                  </a:cubicBezTo>
                  <a:cubicBezTo>
                    <a:pt x="877570" y="1436370"/>
                    <a:pt x="881380" y="1430020"/>
                    <a:pt x="883920" y="1427480"/>
                  </a:cubicBezTo>
                  <a:cubicBezTo>
                    <a:pt x="885190" y="1424940"/>
                    <a:pt x="887730" y="1421130"/>
                    <a:pt x="887730" y="1421130"/>
                  </a:cubicBezTo>
                  <a:cubicBezTo>
                    <a:pt x="886460" y="1421130"/>
                    <a:pt x="886460" y="1421130"/>
                    <a:pt x="886460" y="1421130"/>
                  </a:cubicBezTo>
                  <a:cubicBezTo>
                    <a:pt x="881380" y="1421130"/>
                    <a:pt x="727710" y="1423670"/>
                    <a:pt x="727710" y="1423670"/>
                  </a:cubicBezTo>
                  <a:moveTo>
                    <a:pt x="915670" y="1549400"/>
                  </a:moveTo>
                  <a:cubicBezTo>
                    <a:pt x="1007110" y="1615440"/>
                    <a:pt x="1016000" y="1621790"/>
                    <a:pt x="1016000" y="1621790"/>
                  </a:cubicBezTo>
                  <a:cubicBezTo>
                    <a:pt x="1016000" y="1621790"/>
                    <a:pt x="1018540" y="1615440"/>
                    <a:pt x="1019810" y="1611630"/>
                  </a:cubicBezTo>
                  <a:cubicBezTo>
                    <a:pt x="1019810" y="1607820"/>
                    <a:pt x="1022350" y="1601470"/>
                    <a:pt x="1022350" y="1601470"/>
                  </a:cubicBezTo>
                  <a:cubicBezTo>
                    <a:pt x="1022350" y="1601470"/>
                    <a:pt x="1026160" y="1595120"/>
                    <a:pt x="1028700" y="1592580"/>
                  </a:cubicBezTo>
                  <a:cubicBezTo>
                    <a:pt x="1029970" y="1588770"/>
                    <a:pt x="1033780" y="1583690"/>
                    <a:pt x="1033780" y="1583690"/>
                  </a:cubicBezTo>
                  <a:cubicBezTo>
                    <a:pt x="1033780" y="1583690"/>
                    <a:pt x="1038860" y="1578610"/>
                    <a:pt x="1041400" y="1576070"/>
                  </a:cubicBezTo>
                  <a:cubicBezTo>
                    <a:pt x="1043940" y="1573530"/>
                    <a:pt x="1047750" y="1572260"/>
                    <a:pt x="1047750" y="1569720"/>
                  </a:cubicBezTo>
                  <a:cubicBezTo>
                    <a:pt x="1045210" y="1564640"/>
                    <a:pt x="976630" y="1559560"/>
                    <a:pt x="975360" y="1559560"/>
                  </a:cubicBezTo>
                  <a:cubicBezTo>
                    <a:pt x="975360" y="1559560"/>
                    <a:pt x="969010" y="1560830"/>
                    <a:pt x="965200" y="1560830"/>
                  </a:cubicBezTo>
                  <a:cubicBezTo>
                    <a:pt x="961390" y="1560830"/>
                    <a:pt x="955040" y="1560830"/>
                    <a:pt x="955040" y="1560830"/>
                  </a:cubicBezTo>
                  <a:cubicBezTo>
                    <a:pt x="953770" y="1560830"/>
                    <a:pt x="947420" y="1559560"/>
                    <a:pt x="943610" y="1559560"/>
                  </a:cubicBezTo>
                  <a:cubicBezTo>
                    <a:pt x="939800" y="1558290"/>
                    <a:pt x="933450" y="1557020"/>
                    <a:pt x="933450" y="1557020"/>
                  </a:cubicBezTo>
                  <a:cubicBezTo>
                    <a:pt x="933450" y="1557020"/>
                    <a:pt x="927100" y="1554480"/>
                    <a:pt x="923290" y="1553210"/>
                  </a:cubicBezTo>
                  <a:cubicBezTo>
                    <a:pt x="920750" y="1551940"/>
                    <a:pt x="915670" y="1549400"/>
                    <a:pt x="915670" y="1549400"/>
                  </a:cubicBezTo>
                  <a:moveTo>
                    <a:pt x="1570990" y="843280"/>
                  </a:moveTo>
                  <a:cubicBezTo>
                    <a:pt x="1659890" y="862330"/>
                    <a:pt x="1713230" y="869950"/>
                    <a:pt x="1748790" y="868680"/>
                  </a:cubicBezTo>
                  <a:cubicBezTo>
                    <a:pt x="1775460" y="868680"/>
                    <a:pt x="1817370" y="863600"/>
                    <a:pt x="1818640" y="857250"/>
                  </a:cubicBezTo>
                  <a:cubicBezTo>
                    <a:pt x="1818640" y="848360"/>
                    <a:pt x="1722120" y="824230"/>
                    <a:pt x="1700530" y="817880"/>
                  </a:cubicBezTo>
                  <a:cubicBezTo>
                    <a:pt x="1691640" y="815340"/>
                    <a:pt x="1689100" y="812800"/>
                    <a:pt x="1682750" y="812800"/>
                  </a:cubicBezTo>
                  <a:cubicBezTo>
                    <a:pt x="1675130" y="814070"/>
                    <a:pt x="1671320" y="820420"/>
                    <a:pt x="1661160" y="824230"/>
                  </a:cubicBezTo>
                  <a:cubicBezTo>
                    <a:pt x="1640840" y="830580"/>
                    <a:pt x="1570990" y="843280"/>
                    <a:pt x="1570990" y="843280"/>
                  </a:cubicBezTo>
                  <a:moveTo>
                    <a:pt x="1573530" y="1129030"/>
                  </a:moveTo>
                  <a:cubicBezTo>
                    <a:pt x="1596390" y="1163320"/>
                    <a:pt x="1689100" y="1174750"/>
                    <a:pt x="1694180" y="1169670"/>
                  </a:cubicBezTo>
                  <a:cubicBezTo>
                    <a:pt x="1695450" y="1168400"/>
                    <a:pt x="1694180" y="1165860"/>
                    <a:pt x="1694180" y="1165860"/>
                  </a:cubicBezTo>
                  <a:cubicBezTo>
                    <a:pt x="1694180" y="1165860"/>
                    <a:pt x="1694180" y="1158240"/>
                    <a:pt x="1694180" y="1155700"/>
                  </a:cubicBezTo>
                  <a:cubicBezTo>
                    <a:pt x="1694180" y="1151890"/>
                    <a:pt x="1695450" y="1144270"/>
                    <a:pt x="1695450" y="1144270"/>
                  </a:cubicBezTo>
                  <a:cubicBezTo>
                    <a:pt x="1695450" y="1144270"/>
                    <a:pt x="1697990" y="1137920"/>
                    <a:pt x="1697990" y="1134110"/>
                  </a:cubicBezTo>
                  <a:cubicBezTo>
                    <a:pt x="1699260" y="1130300"/>
                    <a:pt x="1701800" y="1123950"/>
                    <a:pt x="1701800" y="1123950"/>
                  </a:cubicBezTo>
                  <a:cubicBezTo>
                    <a:pt x="1701800" y="1123950"/>
                    <a:pt x="1705610" y="1117600"/>
                    <a:pt x="1706880" y="1115060"/>
                  </a:cubicBezTo>
                  <a:cubicBezTo>
                    <a:pt x="1709420" y="1112520"/>
                    <a:pt x="1711960" y="1109980"/>
                    <a:pt x="1711960" y="1108710"/>
                  </a:cubicBezTo>
                  <a:cubicBezTo>
                    <a:pt x="1710690" y="1104900"/>
                    <a:pt x="1691640" y="1107440"/>
                    <a:pt x="1681480" y="1107440"/>
                  </a:cubicBezTo>
                  <a:cubicBezTo>
                    <a:pt x="1671320" y="1107440"/>
                    <a:pt x="1662430" y="1108710"/>
                    <a:pt x="1653540" y="1109980"/>
                  </a:cubicBezTo>
                  <a:cubicBezTo>
                    <a:pt x="1643380" y="1111250"/>
                    <a:pt x="1635760" y="1113790"/>
                    <a:pt x="1624330" y="1116330"/>
                  </a:cubicBezTo>
                  <a:cubicBezTo>
                    <a:pt x="1610360" y="1120140"/>
                    <a:pt x="1573530" y="1129030"/>
                    <a:pt x="1573530" y="1129030"/>
                  </a:cubicBezTo>
                  <a:moveTo>
                    <a:pt x="1690370" y="369570"/>
                  </a:moveTo>
                  <a:cubicBezTo>
                    <a:pt x="1798320" y="415290"/>
                    <a:pt x="1797050" y="420370"/>
                    <a:pt x="1805940" y="424180"/>
                  </a:cubicBezTo>
                  <a:cubicBezTo>
                    <a:pt x="1837690" y="438150"/>
                    <a:pt x="1972310" y="438150"/>
                    <a:pt x="2040890" y="449580"/>
                  </a:cubicBezTo>
                  <a:cubicBezTo>
                    <a:pt x="2096770" y="458470"/>
                    <a:pt x="2188210" y="483870"/>
                    <a:pt x="2189480" y="480060"/>
                  </a:cubicBezTo>
                  <a:cubicBezTo>
                    <a:pt x="2189480" y="478790"/>
                    <a:pt x="2176780" y="473710"/>
                    <a:pt x="2165350" y="469900"/>
                  </a:cubicBezTo>
                  <a:cubicBezTo>
                    <a:pt x="2143760" y="462280"/>
                    <a:pt x="2101850" y="448310"/>
                    <a:pt x="2066290" y="438150"/>
                  </a:cubicBezTo>
                  <a:cubicBezTo>
                    <a:pt x="2025650" y="426720"/>
                    <a:pt x="1981200" y="414020"/>
                    <a:pt x="1938020" y="403860"/>
                  </a:cubicBezTo>
                  <a:cubicBezTo>
                    <a:pt x="1894840" y="394970"/>
                    <a:pt x="1849120" y="387350"/>
                    <a:pt x="1807210" y="381000"/>
                  </a:cubicBezTo>
                  <a:cubicBezTo>
                    <a:pt x="1766570" y="375920"/>
                    <a:pt x="1690370" y="369570"/>
                    <a:pt x="1690370" y="369570"/>
                  </a:cubicBezTo>
                  <a:moveTo>
                    <a:pt x="2570480" y="1539240"/>
                  </a:moveTo>
                  <a:cubicBezTo>
                    <a:pt x="2665730" y="1554480"/>
                    <a:pt x="2667000" y="1555750"/>
                    <a:pt x="2673350" y="1557020"/>
                  </a:cubicBezTo>
                  <a:cubicBezTo>
                    <a:pt x="2683510" y="1557020"/>
                    <a:pt x="2698750" y="1550670"/>
                    <a:pt x="2717800" y="1546860"/>
                  </a:cubicBezTo>
                  <a:cubicBezTo>
                    <a:pt x="2748280" y="1539240"/>
                    <a:pt x="2809240" y="1526540"/>
                    <a:pt x="2844800" y="1516380"/>
                  </a:cubicBezTo>
                  <a:cubicBezTo>
                    <a:pt x="2870200" y="1510030"/>
                    <a:pt x="2910840" y="1499870"/>
                    <a:pt x="2909570" y="1496060"/>
                  </a:cubicBezTo>
                  <a:cubicBezTo>
                    <a:pt x="2909570" y="1490980"/>
                    <a:pt x="2825750" y="1490980"/>
                    <a:pt x="2794000" y="1493520"/>
                  </a:cubicBezTo>
                  <a:cubicBezTo>
                    <a:pt x="2772410" y="1496060"/>
                    <a:pt x="2762250" y="1498600"/>
                    <a:pt x="2739390" y="1502410"/>
                  </a:cubicBezTo>
                  <a:cubicBezTo>
                    <a:pt x="2698750" y="1511300"/>
                    <a:pt x="2570480" y="1539240"/>
                    <a:pt x="2570480" y="1539240"/>
                  </a:cubicBezTo>
                  <a:moveTo>
                    <a:pt x="3766820" y="1017270"/>
                  </a:moveTo>
                  <a:cubicBezTo>
                    <a:pt x="3823970" y="1033780"/>
                    <a:pt x="3893820" y="1004570"/>
                    <a:pt x="3893820" y="1002030"/>
                  </a:cubicBezTo>
                  <a:cubicBezTo>
                    <a:pt x="3893820" y="1000760"/>
                    <a:pt x="3851910" y="1009650"/>
                    <a:pt x="3831590" y="1012190"/>
                  </a:cubicBezTo>
                  <a:cubicBezTo>
                    <a:pt x="3810000" y="1014730"/>
                    <a:pt x="3766820" y="1017270"/>
                    <a:pt x="3766820" y="1017270"/>
                  </a:cubicBezTo>
                </a:path>
              </a:pathLst>
            </a:custGeom>
            <a:solidFill>
              <a:srgbClr val="A6A6A6">
                <a:alpha val="41961"/>
              </a:srgbClr>
            </a:solidFill>
            <a:ln cap="sq">
              <a:noFill/>
              <a:prstDash val="solid"/>
              <a:miter/>
            </a:ln>
          </p:spPr>
          <p:txBody>
            <a:bodyPr/>
            <a:lstStyle/>
            <a:p>
              <a:endParaRPr lang="en-SG" sz="1088"/>
            </a:p>
          </p:txBody>
        </p:sp>
      </p:grpSp>
      <p:grpSp>
        <p:nvGrpSpPr>
          <p:cNvPr id="228" name="Group 197">
            <a:extLst>
              <a:ext uri="{FF2B5EF4-FFF2-40B4-BE49-F238E27FC236}">
                <a16:creationId xmlns:a16="http://schemas.microsoft.com/office/drawing/2014/main" id="{477610E9-7417-7AD0-3059-7C15EEF212D8}"/>
              </a:ext>
            </a:extLst>
          </p:cNvPr>
          <p:cNvGrpSpPr/>
          <p:nvPr/>
        </p:nvGrpSpPr>
        <p:grpSpPr>
          <a:xfrm>
            <a:off x="6249555" y="3472407"/>
            <a:ext cx="1016463" cy="332217"/>
            <a:chOff x="0" y="0"/>
            <a:chExt cx="1694180" cy="553720"/>
          </a:xfrm>
        </p:grpSpPr>
        <p:sp>
          <p:nvSpPr>
            <p:cNvPr id="229" name="Freeform 198">
              <a:extLst>
                <a:ext uri="{FF2B5EF4-FFF2-40B4-BE49-F238E27FC236}">
                  <a16:creationId xmlns:a16="http://schemas.microsoft.com/office/drawing/2014/main" id="{58EA8321-B9B8-3843-02C8-BFCCDF49A5E3}"/>
                </a:ext>
              </a:extLst>
            </p:cNvPr>
            <p:cNvSpPr/>
            <p:nvPr/>
          </p:nvSpPr>
          <p:spPr>
            <a:xfrm>
              <a:off x="43180" y="13970"/>
              <a:ext cx="1602740" cy="488950"/>
            </a:xfrm>
            <a:custGeom>
              <a:avLst/>
              <a:gdLst/>
              <a:ahLst/>
              <a:cxnLst/>
              <a:rect l="l" t="t" r="r" b="b"/>
              <a:pathLst>
                <a:path w="1602740" h="488950">
                  <a:moveTo>
                    <a:pt x="1483360" y="488950"/>
                  </a:moveTo>
                  <a:cubicBezTo>
                    <a:pt x="1216660" y="278130"/>
                    <a:pt x="1174750" y="260350"/>
                    <a:pt x="1096010" y="242570"/>
                  </a:cubicBezTo>
                  <a:cubicBezTo>
                    <a:pt x="958850" y="213360"/>
                    <a:pt x="681990" y="210820"/>
                    <a:pt x="518160" y="207010"/>
                  </a:cubicBezTo>
                  <a:cubicBezTo>
                    <a:pt x="396240" y="204470"/>
                    <a:pt x="252730" y="248920"/>
                    <a:pt x="201930" y="214630"/>
                  </a:cubicBezTo>
                  <a:cubicBezTo>
                    <a:pt x="173990" y="195580"/>
                    <a:pt x="161290" y="139700"/>
                    <a:pt x="166370" y="124460"/>
                  </a:cubicBezTo>
                  <a:cubicBezTo>
                    <a:pt x="170180" y="118110"/>
                    <a:pt x="185420" y="113030"/>
                    <a:pt x="187960" y="114300"/>
                  </a:cubicBezTo>
                  <a:cubicBezTo>
                    <a:pt x="193040" y="121920"/>
                    <a:pt x="123190" y="264160"/>
                    <a:pt x="91440" y="265430"/>
                  </a:cubicBezTo>
                  <a:cubicBezTo>
                    <a:pt x="63500" y="265430"/>
                    <a:pt x="0" y="181610"/>
                    <a:pt x="7620" y="146050"/>
                  </a:cubicBezTo>
                  <a:cubicBezTo>
                    <a:pt x="16510" y="104140"/>
                    <a:pt x="110490" y="59690"/>
                    <a:pt x="194310" y="36830"/>
                  </a:cubicBezTo>
                  <a:cubicBezTo>
                    <a:pt x="332740" y="0"/>
                    <a:pt x="613410" y="29210"/>
                    <a:pt x="788670" y="38100"/>
                  </a:cubicBezTo>
                  <a:cubicBezTo>
                    <a:pt x="927100" y="45720"/>
                    <a:pt x="1054100" y="49530"/>
                    <a:pt x="1160780" y="78740"/>
                  </a:cubicBezTo>
                  <a:cubicBezTo>
                    <a:pt x="1248410" y="100330"/>
                    <a:pt x="1316990" y="132080"/>
                    <a:pt x="1388110" y="176530"/>
                  </a:cubicBezTo>
                  <a:cubicBezTo>
                    <a:pt x="1463040" y="222250"/>
                    <a:pt x="1593850" y="293370"/>
                    <a:pt x="1598930" y="350520"/>
                  </a:cubicBezTo>
                  <a:cubicBezTo>
                    <a:pt x="1602740" y="397510"/>
                    <a:pt x="1483360" y="488950"/>
                    <a:pt x="1483360" y="488950"/>
                  </a:cubicBezTo>
                </a:path>
              </a:pathLst>
            </a:custGeom>
            <a:solidFill>
              <a:srgbClr val="A6A6A6">
                <a:alpha val="41961"/>
              </a:srgbClr>
            </a:solidFill>
            <a:ln cap="sq">
              <a:noFill/>
              <a:prstDash val="solid"/>
              <a:miter/>
            </a:ln>
          </p:spPr>
          <p:txBody>
            <a:bodyPr/>
            <a:lstStyle/>
            <a:p>
              <a:endParaRPr lang="en-SG" sz="1088"/>
            </a:p>
          </p:txBody>
        </p:sp>
      </p:grpSp>
      <p:grpSp>
        <p:nvGrpSpPr>
          <p:cNvPr id="230" name="Group 199">
            <a:extLst>
              <a:ext uri="{FF2B5EF4-FFF2-40B4-BE49-F238E27FC236}">
                <a16:creationId xmlns:a16="http://schemas.microsoft.com/office/drawing/2014/main" id="{5682A96F-FAAD-033D-DDC9-BEAFE027F20A}"/>
              </a:ext>
            </a:extLst>
          </p:cNvPr>
          <p:cNvGrpSpPr/>
          <p:nvPr/>
        </p:nvGrpSpPr>
        <p:grpSpPr>
          <a:xfrm>
            <a:off x="5787039" y="2501664"/>
            <a:ext cx="1646609" cy="1397446"/>
            <a:chOff x="0" y="0"/>
            <a:chExt cx="2744470" cy="2329180"/>
          </a:xfrm>
        </p:grpSpPr>
        <p:sp>
          <p:nvSpPr>
            <p:cNvPr id="231" name="Freeform 200">
              <a:extLst>
                <a:ext uri="{FF2B5EF4-FFF2-40B4-BE49-F238E27FC236}">
                  <a16:creationId xmlns:a16="http://schemas.microsoft.com/office/drawing/2014/main" id="{4189F999-CBA8-E953-8CE6-3286A6858244}"/>
                </a:ext>
              </a:extLst>
            </p:cNvPr>
            <p:cNvSpPr/>
            <p:nvPr/>
          </p:nvSpPr>
          <p:spPr>
            <a:xfrm>
              <a:off x="25400" y="44450"/>
              <a:ext cx="2673350" cy="2236470"/>
            </a:xfrm>
            <a:custGeom>
              <a:avLst/>
              <a:gdLst/>
              <a:ahLst/>
              <a:cxnLst/>
              <a:rect l="l" t="t" r="r" b="b"/>
              <a:pathLst>
                <a:path w="2673350" h="2236470">
                  <a:moveTo>
                    <a:pt x="25400" y="1136650"/>
                  </a:moveTo>
                  <a:cubicBezTo>
                    <a:pt x="226060" y="1002030"/>
                    <a:pt x="327660" y="955040"/>
                    <a:pt x="406400" y="919480"/>
                  </a:cubicBezTo>
                  <a:cubicBezTo>
                    <a:pt x="476250" y="889000"/>
                    <a:pt x="601980" y="850900"/>
                    <a:pt x="605790" y="840740"/>
                  </a:cubicBezTo>
                  <a:cubicBezTo>
                    <a:pt x="605790" y="839470"/>
                    <a:pt x="604520" y="839470"/>
                    <a:pt x="604520" y="838200"/>
                  </a:cubicBezTo>
                  <a:cubicBezTo>
                    <a:pt x="603250" y="835660"/>
                    <a:pt x="598170" y="829310"/>
                    <a:pt x="598170" y="829310"/>
                  </a:cubicBezTo>
                  <a:cubicBezTo>
                    <a:pt x="598170" y="829310"/>
                    <a:pt x="596900" y="821690"/>
                    <a:pt x="595630" y="819150"/>
                  </a:cubicBezTo>
                  <a:cubicBezTo>
                    <a:pt x="594360" y="815340"/>
                    <a:pt x="593090" y="808990"/>
                    <a:pt x="593090" y="807720"/>
                  </a:cubicBezTo>
                  <a:cubicBezTo>
                    <a:pt x="593090" y="807720"/>
                    <a:pt x="593090" y="801370"/>
                    <a:pt x="591820" y="797560"/>
                  </a:cubicBezTo>
                  <a:cubicBezTo>
                    <a:pt x="591820" y="793750"/>
                    <a:pt x="591820" y="787400"/>
                    <a:pt x="591820" y="787400"/>
                  </a:cubicBezTo>
                  <a:cubicBezTo>
                    <a:pt x="591820" y="787400"/>
                    <a:pt x="593090" y="779780"/>
                    <a:pt x="594360" y="775970"/>
                  </a:cubicBezTo>
                  <a:cubicBezTo>
                    <a:pt x="594360" y="773430"/>
                    <a:pt x="596900" y="765810"/>
                    <a:pt x="596900" y="765810"/>
                  </a:cubicBezTo>
                  <a:cubicBezTo>
                    <a:pt x="596900" y="765810"/>
                    <a:pt x="599440" y="759460"/>
                    <a:pt x="600710" y="756920"/>
                  </a:cubicBezTo>
                  <a:cubicBezTo>
                    <a:pt x="601980" y="753110"/>
                    <a:pt x="605790" y="746760"/>
                    <a:pt x="605790" y="746760"/>
                  </a:cubicBezTo>
                  <a:cubicBezTo>
                    <a:pt x="605790" y="746760"/>
                    <a:pt x="609600" y="741680"/>
                    <a:pt x="612140" y="737870"/>
                  </a:cubicBezTo>
                  <a:cubicBezTo>
                    <a:pt x="614680" y="735330"/>
                    <a:pt x="619760" y="730250"/>
                    <a:pt x="619760" y="730250"/>
                  </a:cubicBezTo>
                  <a:cubicBezTo>
                    <a:pt x="619760" y="730250"/>
                    <a:pt x="624840" y="726440"/>
                    <a:pt x="627380" y="723900"/>
                  </a:cubicBezTo>
                  <a:cubicBezTo>
                    <a:pt x="631190" y="721360"/>
                    <a:pt x="636270" y="717550"/>
                    <a:pt x="636270" y="717550"/>
                  </a:cubicBezTo>
                  <a:cubicBezTo>
                    <a:pt x="636270" y="717550"/>
                    <a:pt x="642620" y="715010"/>
                    <a:pt x="646430" y="713740"/>
                  </a:cubicBezTo>
                  <a:cubicBezTo>
                    <a:pt x="650240" y="711200"/>
                    <a:pt x="656590" y="708660"/>
                    <a:pt x="656590" y="708660"/>
                  </a:cubicBezTo>
                  <a:cubicBezTo>
                    <a:pt x="656590" y="708660"/>
                    <a:pt x="819150" y="613410"/>
                    <a:pt x="880110" y="581660"/>
                  </a:cubicBezTo>
                  <a:cubicBezTo>
                    <a:pt x="923290" y="560070"/>
                    <a:pt x="976630" y="539750"/>
                    <a:pt x="989330" y="530860"/>
                  </a:cubicBezTo>
                  <a:cubicBezTo>
                    <a:pt x="993140" y="528320"/>
                    <a:pt x="995680" y="525780"/>
                    <a:pt x="994410" y="525780"/>
                  </a:cubicBezTo>
                  <a:cubicBezTo>
                    <a:pt x="994410" y="524510"/>
                    <a:pt x="981710" y="528320"/>
                    <a:pt x="969010" y="532130"/>
                  </a:cubicBezTo>
                  <a:cubicBezTo>
                    <a:pt x="934720" y="539750"/>
                    <a:pt x="829310" y="562610"/>
                    <a:pt x="774700" y="572770"/>
                  </a:cubicBezTo>
                  <a:cubicBezTo>
                    <a:pt x="735330" y="580390"/>
                    <a:pt x="695960" y="589280"/>
                    <a:pt x="673100" y="588010"/>
                  </a:cubicBezTo>
                  <a:cubicBezTo>
                    <a:pt x="661670" y="588010"/>
                    <a:pt x="652780" y="582930"/>
                    <a:pt x="646430" y="581660"/>
                  </a:cubicBezTo>
                  <a:cubicBezTo>
                    <a:pt x="641350" y="581660"/>
                    <a:pt x="638810" y="581660"/>
                    <a:pt x="635000" y="582930"/>
                  </a:cubicBezTo>
                  <a:cubicBezTo>
                    <a:pt x="631190" y="582930"/>
                    <a:pt x="624840" y="582930"/>
                    <a:pt x="624840" y="582930"/>
                  </a:cubicBezTo>
                  <a:cubicBezTo>
                    <a:pt x="624840" y="582930"/>
                    <a:pt x="617220" y="581660"/>
                    <a:pt x="614680" y="580390"/>
                  </a:cubicBezTo>
                  <a:cubicBezTo>
                    <a:pt x="610870" y="580390"/>
                    <a:pt x="603250" y="577850"/>
                    <a:pt x="603250" y="577850"/>
                  </a:cubicBezTo>
                  <a:cubicBezTo>
                    <a:pt x="603250" y="577850"/>
                    <a:pt x="596900" y="575310"/>
                    <a:pt x="594360" y="574040"/>
                  </a:cubicBezTo>
                  <a:cubicBezTo>
                    <a:pt x="590550" y="571500"/>
                    <a:pt x="584200" y="568960"/>
                    <a:pt x="584200" y="568960"/>
                  </a:cubicBezTo>
                  <a:cubicBezTo>
                    <a:pt x="584200" y="568960"/>
                    <a:pt x="579120" y="563880"/>
                    <a:pt x="576580" y="562610"/>
                  </a:cubicBezTo>
                  <a:cubicBezTo>
                    <a:pt x="572770" y="560070"/>
                    <a:pt x="567690" y="554990"/>
                    <a:pt x="567690" y="554990"/>
                  </a:cubicBezTo>
                  <a:cubicBezTo>
                    <a:pt x="567690" y="554990"/>
                    <a:pt x="563880" y="549910"/>
                    <a:pt x="561340" y="547370"/>
                  </a:cubicBezTo>
                  <a:cubicBezTo>
                    <a:pt x="558800" y="543560"/>
                    <a:pt x="554990" y="538480"/>
                    <a:pt x="554990" y="538480"/>
                  </a:cubicBezTo>
                  <a:cubicBezTo>
                    <a:pt x="554990" y="538480"/>
                    <a:pt x="552450" y="532130"/>
                    <a:pt x="551180" y="528320"/>
                  </a:cubicBezTo>
                  <a:cubicBezTo>
                    <a:pt x="549910" y="524510"/>
                    <a:pt x="546100" y="518160"/>
                    <a:pt x="546100" y="518160"/>
                  </a:cubicBezTo>
                  <a:cubicBezTo>
                    <a:pt x="546100" y="518160"/>
                    <a:pt x="546100" y="511810"/>
                    <a:pt x="544830" y="508000"/>
                  </a:cubicBezTo>
                  <a:cubicBezTo>
                    <a:pt x="544830" y="504190"/>
                    <a:pt x="543560" y="497840"/>
                    <a:pt x="543560" y="497840"/>
                  </a:cubicBezTo>
                  <a:cubicBezTo>
                    <a:pt x="543560" y="496570"/>
                    <a:pt x="543560" y="490220"/>
                    <a:pt x="543560" y="486410"/>
                  </a:cubicBezTo>
                  <a:cubicBezTo>
                    <a:pt x="544830" y="482600"/>
                    <a:pt x="544830" y="476250"/>
                    <a:pt x="544830" y="476250"/>
                  </a:cubicBezTo>
                  <a:cubicBezTo>
                    <a:pt x="544830" y="476250"/>
                    <a:pt x="547370" y="468630"/>
                    <a:pt x="548640" y="466090"/>
                  </a:cubicBezTo>
                  <a:cubicBezTo>
                    <a:pt x="549910" y="462280"/>
                    <a:pt x="552450" y="455930"/>
                    <a:pt x="552450" y="455930"/>
                  </a:cubicBezTo>
                  <a:cubicBezTo>
                    <a:pt x="552450" y="455930"/>
                    <a:pt x="556260" y="449580"/>
                    <a:pt x="557530" y="447040"/>
                  </a:cubicBezTo>
                  <a:cubicBezTo>
                    <a:pt x="560070" y="443230"/>
                    <a:pt x="563880" y="438150"/>
                    <a:pt x="563880" y="438150"/>
                  </a:cubicBezTo>
                  <a:cubicBezTo>
                    <a:pt x="563880" y="436880"/>
                    <a:pt x="568960" y="433070"/>
                    <a:pt x="571500" y="430530"/>
                  </a:cubicBezTo>
                  <a:cubicBezTo>
                    <a:pt x="574040" y="427990"/>
                    <a:pt x="579120" y="422910"/>
                    <a:pt x="579120" y="422910"/>
                  </a:cubicBezTo>
                  <a:cubicBezTo>
                    <a:pt x="579120" y="422910"/>
                    <a:pt x="585470" y="419100"/>
                    <a:pt x="588010" y="417830"/>
                  </a:cubicBezTo>
                  <a:cubicBezTo>
                    <a:pt x="591820" y="415290"/>
                    <a:pt x="596900" y="412750"/>
                    <a:pt x="598170" y="412750"/>
                  </a:cubicBezTo>
                  <a:cubicBezTo>
                    <a:pt x="598170" y="411480"/>
                    <a:pt x="604520" y="410210"/>
                    <a:pt x="608330" y="408940"/>
                  </a:cubicBezTo>
                  <a:cubicBezTo>
                    <a:pt x="610870" y="407670"/>
                    <a:pt x="618490" y="406400"/>
                    <a:pt x="618490" y="406400"/>
                  </a:cubicBezTo>
                  <a:cubicBezTo>
                    <a:pt x="618490" y="406400"/>
                    <a:pt x="680720" y="377190"/>
                    <a:pt x="680720" y="372110"/>
                  </a:cubicBezTo>
                  <a:cubicBezTo>
                    <a:pt x="680720" y="370840"/>
                    <a:pt x="676910" y="369570"/>
                    <a:pt x="674370" y="368300"/>
                  </a:cubicBezTo>
                  <a:cubicBezTo>
                    <a:pt x="670560" y="367030"/>
                    <a:pt x="664210" y="364490"/>
                    <a:pt x="664210" y="364490"/>
                  </a:cubicBezTo>
                  <a:cubicBezTo>
                    <a:pt x="664210" y="363220"/>
                    <a:pt x="659130" y="359410"/>
                    <a:pt x="656590" y="356870"/>
                  </a:cubicBezTo>
                  <a:cubicBezTo>
                    <a:pt x="654050" y="354330"/>
                    <a:pt x="647700" y="350520"/>
                    <a:pt x="647700" y="350520"/>
                  </a:cubicBezTo>
                  <a:cubicBezTo>
                    <a:pt x="647700" y="350520"/>
                    <a:pt x="643890" y="344170"/>
                    <a:pt x="641350" y="341630"/>
                  </a:cubicBezTo>
                  <a:cubicBezTo>
                    <a:pt x="640080" y="339090"/>
                    <a:pt x="635000" y="332740"/>
                    <a:pt x="635000" y="332740"/>
                  </a:cubicBezTo>
                  <a:cubicBezTo>
                    <a:pt x="635000" y="332740"/>
                    <a:pt x="632460" y="326390"/>
                    <a:pt x="631190" y="322580"/>
                  </a:cubicBezTo>
                  <a:cubicBezTo>
                    <a:pt x="629920" y="320040"/>
                    <a:pt x="627380" y="313690"/>
                    <a:pt x="627380" y="312420"/>
                  </a:cubicBezTo>
                  <a:cubicBezTo>
                    <a:pt x="627380" y="312420"/>
                    <a:pt x="626110" y="306070"/>
                    <a:pt x="626110" y="302260"/>
                  </a:cubicBezTo>
                  <a:cubicBezTo>
                    <a:pt x="624840" y="298450"/>
                    <a:pt x="624840" y="292100"/>
                    <a:pt x="624840" y="292100"/>
                  </a:cubicBezTo>
                  <a:cubicBezTo>
                    <a:pt x="624840" y="292100"/>
                    <a:pt x="624840" y="284480"/>
                    <a:pt x="624840" y="280670"/>
                  </a:cubicBezTo>
                  <a:cubicBezTo>
                    <a:pt x="626110" y="278130"/>
                    <a:pt x="626110" y="270510"/>
                    <a:pt x="626110" y="270510"/>
                  </a:cubicBezTo>
                  <a:cubicBezTo>
                    <a:pt x="626110" y="270510"/>
                    <a:pt x="628650" y="264160"/>
                    <a:pt x="629920" y="260350"/>
                  </a:cubicBezTo>
                  <a:cubicBezTo>
                    <a:pt x="631190" y="256540"/>
                    <a:pt x="633730" y="250190"/>
                    <a:pt x="633730" y="250190"/>
                  </a:cubicBezTo>
                  <a:cubicBezTo>
                    <a:pt x="633730" y="250190"/>
                    <a:pt x="637540" y="243840"/>
                    <a:pt x="638810" y="241300"/>
                  </a:cubicBezTo>
                  <a:cubicBezTo>
                    <a:pt x="641350" y="238760"/>
                    <a:pt x="645160" y="232410"/>
                    <a:pt x="645160" y="232410"/>
                  </a:cubicBezTo>
                  <a:cubicBezTo>
                    <a:pt x="645160" y="232410"/>
                    <a:pt x="650240" y="227330"/>
                    <a:pt x="652780" y="224790"/>
                  </a:cubicBezTo>
                  <a:cubicBezTo>
                    <a:pt x="655320" y="222250"/>
                    <a:pt x="660400" y="217170"/>
                    <a:pt x="660400" y="217170"/>
                  </a:cubicBezTo>
                  <a:cubicBezTo>
                    <a:pt x="660400" y="217170"/>
                    <a:pt x="666750" y="214630"/>
                    <a:pt x="670560" y="212090"/>
                  </a:cubicBezTo>
                  <a:cubicBezTo>
                    <a:pt x="673100" y="210820"/>
                    <a:pt x="679450" y="207010"/>
                    <a:pt x="679450" y="207010"/>
                  </a:cubicBezTo>
                  <a:cubicBezTo>
                    <a:pt x="679450" y="207010"/>
                    <a:pt x="685800" y="205740"/>
                    <a:pt x="689610" y="204470"/>
                  </a:cubicBezTo>
                  <a:cubicBezTo>
                    <a:pt x="693420" y="203200"/>
                    <a:pt x="699770" y="201930"/>
                    <a:pt x="699770" y="201930"/>
                  </a:cubicBezTo>
                  <a:cubicBezTo>
                    <a:pt x="699770" y="201930"/>
                    <a:pt x="763270" y="160020"/>
                    <a:pt x="803910" y="142240"/>
                  </a:cubicBezTo>
                  <a:cubicBezTo>
                    <a:pt x="853440" y="119380"/>
                    <a:pt x="919480" y="101600"/>
                    <a:pt x="977900" y="83820"/>
                  </a:cubicBezTo>
                  <a:cubicBezTo>
                    <a:pt x="1036320" y="66040"/>
                    <a:pt x="1098550" y="50800"/>
                    <a:pt x="1154430" y="39370"/>
                  </a:cubicBezTo>
                  <a:cubicBezTo>
                    <a:pt x="1205230" y="27940"/>
                    <a:pt x="1254760" y="17780"/>
                    <a:pt x="1300480" y="12700"/>
                  </a:cubicBezTo>
                  <a:cubicBezTo>
                    <a:pt x="1337310" y="8890"/>
                    <a:pt x="1369060" y="0"/>
                    <a:pt x="1403350" y="6350"/>
                  </a:cubicBezTo>
                  <a:cubicBezTo>
                    <a:pt x="1438910" y="13970"/>
                    <a:pt x="1485900" y="31750"/>
                    <a:pt x="1508760" y="58420"/>
                  </a:cubicBezTo>
                  <a:cubicBezTo>
                    <a:pt x="1530350" y="82550"/>
                    <a:pt x="1543050" y="135890"/>
                    <a:pt x="1541780" y="156210"/>
                  </a:cubicBezTo>
                  <a:cubicBezTo>
                    <a:pt x="1540510" y="166370"/>
                    <a:pt x="1527810" y="176530"/>
                    <a:pt x="1529080" y="177800"/>
                  </a:cubicBezTo>
                  <a:cubicBezTo>
                    <a:pt x="1531620" y="180340"/>
                    <a:pt x="1543050" y="170180"/>
                    <a:pt x="1557020" y="165100"/>
                  </a:cubicBezTo>
                  <a:cubicBezTo>
                    <a:pt x="1597660" y="151130"/>
                    <a:pt x="1728470" y="106680"/>
                    <a:pt x="1802130" y="106680"/>
                  </a:cubicBezTo>
                  <a:cubicBezTo>
                    <a:pt x="1863090" y="106680"/>
                    <a:pt x="1932940" y="115570"/>
                    <a:pt x="1969770" y="148590"/>
                  </a:cubicBezTo>
                  <a:cubicBezTo>
                    <a:pt x="2005330" y="179070"/>
                    <a:pt x="2029460" y="265430"/>
                    <a:pt x="2026920" y="293370"/>
                  </a:cubicBezTo>
                  <a:cubicBezTo>
                    <a:pt x="2026920" y="304800"/>
                    <a:pt x="2011680" y="312420"/>
                    <a:pt x="2014220" y="316230"/>
                  </a:cubicBezTo>
                  <a:cubicBezTo>
                    <a:pt x="2020570" y="325120"/>
                    <a:pt x="2101850" y="299720"/>
                    <a:pt x="2133600" y="297180"/>
                  </a:cubicBezTo>
                  <a:cubicBezTo>
                    <a:pt x="2153920" y="295910"/>
                    <a:pt x="2174240" y="299720"/>
                    <a:pt x="2184400" y="299720"/>
                  </a:cubicBezTo>
                  <a:cubicBezTo>
                    <a:pt x="2189480" y="299720"/>
                    <a:pt x="2190750" y="299720"/>
                    <a:pt x="2194560" y="299720"/>
                  </a:cubicBezTo>
                  <a:cubicBezTo>
                    <a:pt x="2198370" y="299720"/>
                    <a:pt x="2205990" y="298450"/>
                    <a:pt x="2205990" y="298450"/>
                  </a:cubicBezTo>
                  <a:cubicBezTo>
                    <a:pt x="2205990" y="298450"/>
                    <a:pt x="2212340" y="300990"/>
                    <a:pt x="2216150" y="300990"/>
                  </a:cubicBezTo>
                  <a:cubicBezTo>
                    <a:pt x="2219960" y="302260"/>
                    <a:pt x="2226310" y="303530"/>
                    <a:pt x="2226310" y="303530"/>
                  </a:cubicBezTo>
                  <a:cubicBezTo>
                    <a:pt x="2226310" y="303530"/>
                    <a:pt x="2232660" y="306070"/>
                    <a:pt x="2236470" y="308610"/>
                  </a:cubicBezTo>
                  <a:cubicBezTo>
                    <a:pt x="2239010" y="309880"/>
                    <a:pt x="2245360" y="312420"/>
                    <a:pt x="2245360" y="312420"/>
                  </a:cubicBezTo>
                  <a:cubicBezTo>
                    <a:pt x="2246630" y="312420"/>
                    <a:pt x="2251710" y="317500"/>
                    <a:pt x="2254250" y="320040"/>
                  </a:cubicBezTo>
                  <a:cubicBezTo>
                    <a:pt x="2256790" y="321310"/>
                    <a:pt x="2261870" y="326390"/>
                    <a:pt x="2261870" y="326390"/>
                  </a:cubicBezTo>
                  <a:cubicBezTo>
                    <a:pt x="2263140" y="326390"/>
                    <a:pt x="2266950" y="332740"/>
                    <a:pt x="2268220" y="335280"/>
                  </a:cubicBezTo>
                  <a:cubicBezTo>
                    <a:pt x="2270760" y="337820"/>
                    <a:pt x="2274570" y="342900"/>
                    <a:pt x="2274570" y="344170"/>
                  </a:cubicBezTo>
                  <a:cubicBezTo>
                    <a:pt x="2275840" y="344170"/>
                    <a:pt x="2278380" y="350520"/>
                    <a:pt x="2279650" y="353060"/>
                  </a:cubicBezTo>
                  <a:cubicBezTo>
                    <a:pt x="2280920" y="356870"/>
                    <a:pt x="2283460" y="363220"/>
                    <a:pt x="2283460" y="363220"/>
                  </a:cubicBezTo>
                  <a:cubicBezTo>
                    <a:pt x="2283460" y="363220"/>
                    <a:pt x="2284730" y="370840"/>
                    <a:pt x="2284730" y="373380"/>
                  </a:cubicBezTo>
                  <a:cubicBezTo>
                    <a:pt x="2286000" y="377190"/>
                    <a:pt x="2287270" y="384810"/>
                    <a:pt x="2287270" y="384810"/>
                  </a:cubicBezTo>
                  <a:cubicBezTo>
                    <a:pt x="2287270" y="384810"/>
                    <a:pt x="2284730" y="388620"/>
                    <a:pt x="2286000" y="389890"/>
                  </a:cubicBezTo>
                  <a:cubicBezTo>
                    <a:pt x="2288540" y="391160"/>
                    <a:pt x="2297430" y="384810"/>
                    <a:pt x="2305050" y="387350"/>
                  </a:cubicBezTo>
                  <a:cubicBezTo>
                    <a:pt x="2324100" y="393700"/>
                    <a:pt x="2379980" y="454660"/>
                    <a:pt x="2385060" y="464820"/>
                  </a:cubicBezTo>
                  <a:cubicBezTo>
                    <a:pt x="2385060" y="467360"/>
                    <a:pt x="2383790" y="468630"/>
                    <a:pt x="2385060" y="469900"/>
                  </a:cubicBezTo>
                  <a:cubicBezTo>
                    <a:pt x="2388870" y="471170"/>
                    <a:pt x="2484120" y="364490"/>
                    <a:pt x="2484120" y="363220"/>
                  </a:cubicBezTo>
                  <a:cubicBezTo>
                    <a:pt x="2484120" y="363220"/>
                    <a:pt x="2487930" y="356870"/>
                    <a:pt x="2489200" y="354330"/>
                  </a:cubicBezTo>
                  <a:cubicBezTo>
                    <a:pt x="2491740" y="351790"/>
                    <a:pt x="2495550" y="345440"/>
                    <a:pt x="2495550" y="345440"/>
                  </a:cubicBezTo>
                  <a:cubicBezTo>
                    <a:pt x="2495550" y="345440"/>
                    <a:pt x="2499360" y="340360"/>
                    <a:pt x="2501900" y="337820"/>
                  </a:cubicBezTo>
                  <a:cubicBezTo>
                    <a:pt x="2504440" y="335280"/>
                    <a:pt x="2509520" y="330200"/>
                    <a:pt x="2509520" y="330200"/>
                  </a:cubicBezTo>
                  <a:cubicBezTo>
                    <a:pt x="2509520" y="330200"/>
                    <a:pt x="2515870" y="326390"/>
                    <a:pt x="2518410" y="323850"/>
                  </a:cubicBezTo>
                  <a:cubicBezTo>
                    <a:pt x="2522220" y="322580"/>
                    <a:pt x="2528570" y="318770"/>
                    <a:pt x="2528570" y="318770"/>
                  </a:cubicBezTo>
                  <a:cubicBezTo>
                    <a:pt x="2528570" y="318770"/>
                    <a:pt x="2534920" y="316230"/>
                    <a:pt x="2538730" y="314960"/>
                  </a:cubicBezTo>
                  <a:cubicBezTo>
                    <a:pt x="2541270" y="313690"/>
                    <a:pt x="2548890" y="311150"/>
                    <a:pt x="2548890" y="311150"/>
                  </a:cubicBezTo>
                  <a:cubicBezTo>
                    <a:pt x="2548890" y="311150"/>
                    <a:pt x="2555240" y="311150"/>
                    <a:pt x="2559050" y="311150"/>
                  </a:cubicBezTo>
                  <a:cubicBezTo>
                    <a:pt x="2562860" y="311150"/>
                    <a:pt x="2569210" y="309880"/>
                    <a:pt x="2570480" y="309880"/>
                  </a:cubicBezTo>
                  <a:cubicBezTo>
                    <a:pt x="2570480" y="309880"/>
                    <a:pt x="2576830" y="311150"/>
                    <a:pt x="2580640" y="312420"/>
                  </a:cubicBezTo>
                  <a:cubicBezTo>
                    <a:pt x="2584450" y="312420"/>
                    <a:pt x="2590800" y="313690"/>
                    <a:pt x="2590800" y="313690"/>
                  </a:cubicBezTo>
                  <a:cubicBezTo>
                    <a:pt x="2590800" y="313690"/>
                    <a:pt x="2597150" y="316230"/>
                    <a:pt x="2600960" y="317500"/>
                  </a:cubicBezTo>
                  <a:cubicBezTo>
                    <a:pt x="2603500" y="318770"/>
                    <a:pt x="2611120" y="322580"/>
                    <a:pt x="2611120" y="322580"/>
                  </a:cubicBezTo>
                  <a:cubicBezTo>
                    <a:pt x="2611120" y="322580"/>
                    <a:pt x="2616200" y="326390"/>
                    <a:pt x="2618740" y="328930"/>
                  </a:cubicBezTo>
                  <a:cubicBezTo>
                    <a:pt x="2622550" y="331470"/>
                    <a:pt x="2627630" y="335280"/>
                    <a:pt x="2627630" y="335280"/>
                  </a:cubicBezTo>
                  <a:cubicBezTo>
                    <a:pt x="2627630" y="335280"/>
                    <a:pt x="2632710" y="340360"/>
                    <a:pt x="2633980" y="342900"/>
                  </a:cubicBezTo>
                  <a:cubicBezTo>
                    <a:pt x="2636520" y="346710"/>
                    <a:pt x="2641600" y="351790"/>
                    <a:pt x="2641600" y="351790"/>
                  </a:cubicBezTo>
                  <a:cubicBezTo>
                    <a:pt x="2641600" y="351790"/>
                    <a:pt x="2644140" y="358140"/>
                    <a:pt x="2645410" y="361950"/>
                  </a:cubicBezTo>
                  <a:cubicBezTo>
                    <a:pt x="2646680" y="364490"/>
                    <a:pt x="2650490" y="370840"/>
                    <a:pt x="2650490" y="370840"/>
                  </a:cubicBezTo>
                  <a:cubicBezTo>
                    <a:pt x="2650490" y="370840"/>
                    <a:pt x="2651760" y="378460"/>
                    <a:pt x="2651760" y="382270"/>
                  </a:cubicBezTo>
                  <a:cubicBezTo>
                    <a:pt x="2653030" y="384810"/>
                    <a:pt x="2654300" y="392430"/>
                    <a:pt x="2654300" y="392430"/>
                  </a:cubicBezTo>
                  <a:cubicBezTo>
                    <a:pt x="2654300" y="392430"/>
                    <a:pt x="2654300" y="400050"/>
                    <a:pt x="2654300" y="402590"/>
                  </a:cubicBezTo>
                  <a:cubicBezTo>
                    <a:pt x="2654300" y="406400"/>
                    <a:pt x="2653030" y="414020"/>
                    <a:pt x="2653030" y="414020"/>
                  </a:cubicBezTo>
                  <a:cubicBezTo>
                    <a:pt x="2653030" y="414020"/>
                    <a:pt x="2651760" y="420370"/>
                    <a:pt x="2650490" y="424180"/>
                  </a:cubicBezTo>
                  <a:cubicBezTo>
                    <a:pt x="2649220" y="427990"/>
                    <a:pt x="2649220" y="429260"/>
                    <a:pt x="2647950" y="434340"/>
                  </a:cubicBezTo>
                  <a:cubicBezTo>
                    <a:pt x="2644140" y="443230"/>
                    <a:pt x="2633980" y="463550"/>
                    <a:pt x="2630170" y="476250"/>
                  </a:cubicBezTo>
                  <a:cubicBezTo>
                    <a:pt x="2625090" y="485140"/>
                    <a:pt x="2617470" y="492760"/>
                    <a:pt x="2620010" y="502920"/>
                  </a:cubicBezTo>
                  <a:cubicBezTo>
                    <a:pt x="2622550" y="519430"/>
                    <a:pt x="2661920" y="534670"/>
                    <a:pt x="2667000" y="557530"/>
                  </a:cubicBezTo>
                  <a:cubicBezTo>
                    <a:pt x="2673350" y="585470"/>
                    <a:pt x="2653030" y="627380"/>
                    <a:pt x="2639060" y="660400"/>
                  </a:cubicBezTo>
                  <a:cubicBezTo>
                    <a:pt x="2625090" y="694690"/>
                    <a:pt x="2603500" y="730250"/>
                    <a:pt x="2580640" y="762000"/>
                  </a:cubicBezTo>
                  <a:cubicBezTo>
                    <a:pt x="2557780" y="795020"/>
                    <a:pt x="2531110" y="825500"/>
                    <a:pt x="2504440" y="855980"/>
                  </a:cubicBezTo>
                  <a:cubicBezTo>
                    <a:pt x="2480310" y="886460"/>
                    <a:pt x="2449830" y="916940"/>
                    <a:pt x="2428240" y="942340"/>
                  </a:cubicBezTo>
                  <a:cubicBezTo>
                    <a:pt x="2411730" y="962660"/>
                    <a:pt x="2386330" y="982980"/>
                    <a:pt x="2382520" y="994410"/>
                  </a:cubicBezTo>
                  <a:cubicBezTo>
                    <a:pt x="2382520" y="999490"/>
                    <a:pt x="2383790" y="1000760"/>
                    <a:pt x="2386330" y="1005840"/>
                  </a:cubicBezTo>
                  <a:cubicBezTo>
                    <a:pt x="2391410" y="1019810"/>
                    <a:pt x="2409190" y="1061720"/>
                    <a:pt x="2421890" y="1090930"/>
                  </a:cubicBezTo>
                  <a:cubicBezTo>
                    <a:pt x="2434590" y="1122680"/>
                    <a:pt x="2449830" y="1153160"/>
                    <a:pt x="2461260" y="1184910"/>
                  </a:cubicBezTo>
                  <a:cubicBezTo>
                    <a:pt x="2472690" y="1215390"/>
                    <a:pt x="2479040" y="1247140"/>
                    <a:pt x="2487930" y="1277620"/>
                  </a:cubicBezTo>
                  <a:cubicBezTo>
                    <a:pt x="2498090" y="1308100"/>
                    <a:pt x="2508250" y="1334770"/>
                    <a:pt x="2518410" y="1365250"/>
                  </a:cubicBezTo>
                  <a:cubicBezTo>
                    <a:pt x="2528570" y="1395730"/>
                    <a:pt x="2537460" y="1428750"/>
                    <a:pt x="2548890" y="1461770"/>
                  </a:cubicBezTo>
                  <a:cubicBezTo>
                    <a:pt x="2559050" y="1496060"/>
                    <a:pt x="2578100" y="1529080"/>
                    <a:pt x="2583180" y="1565910"/>
                  </a:cubicBezTo>
                  <a:cubicBezTo>
                    <a:pt x="2588260" y="1606550"/>
                    <a:pt x="2592070" y="1667510"/>
                    <a:pt x="2573020" y="1697990"/>
                  </a:cubicBezTo>
                  <a:cubicBezTo>
                    <a:pt x="2556510" y="1723390"/>
                    <a:pt x="2518410" y="1733550"/>
                    <a:pt x="2487930" y="1746250"/>
                  </a:cubicBezTo>
                  <a:cubicBezTo>
                    <a:pt x="2456180" y="1758950"/>
                    <a:pt x="2414270" y="1772920"/>
                    <a:pt x="2385060" y="1772920"/>
                  </a:cubicBezTo>
                  <a:cubicBezTo>
                    <a:pt x="2363470" y="1774190"/>
                    <a:pt x="2340610" y="1761490"/>
                    <a:pt x="2330450" y="1764030"/>
                  </a:cubicBezTo>
                  <a:cubicBezTo>
                    <a:pt x="2326640" y="1764030"/>
                    <a:pt x="2324100" y="1766570"/>
                    <a:pt x="2321560" y="1767840"/>
                  </a:cubicBezTo>
                  <a:cubicBezTo>
                    <a:pt x="2320290" y="1767840"/>
                    <a:pt x="2317750" y="1767840"/>
                    <a:pt x="2315210" y="1767840"/>
                  </a:cubicBezTo>
                  <a:cubicBezTo>
                    <a:pt x="2313940" y="1769110"/>
                    <a:pt x="2310130" y="1772920"/>
                    <a:pt x="2310130" y="1772920"/>
                  </a:cubicBezTo>
                  <a:cubicBezTo>
                    <a:pt x="2310130" y="1772920"/>
                    <a:pt x="2303780" y="1776730"/>
                    <a:pt x="2301240" y="1778000"/>
                  </a:cubicBezTo>
                  <a:cubicBezTo>
                    <a:pt x="2297430" y="1779270"/>
                    <a:pt x="2292350" y="1783080"/>
                    <a:pt x="2292350" y="1783080"/>
                  </a:cubicBezTo>
                  <a:cubicBezTo>
                    <a:pt x="2291080" y="1783080"/>
                    <a:pt x="2284730" y="1785620"/>
                    <a:pt x="2280920" y="1785620"/>
                  </a:cubicBezTo>
                  <a:cubicBezTo>
                    <a:pt x="2278380" y="1786890"/>
                    <a:pt x="2270760" y="1789430"/>
                    <a:pt x="2270760" y="1789430"/>
                  </a:cubicBezTo>
                  <a:cubicBezTo>
                    <a:pt x="2270760" y="1789430"/>
                    <a:pt x="2264410" y="1789430"/>
                    <a:pt x="2260600" y="1789430"/>
                  </a:cubicBezTo>
                  <a:cubicBezTo>
                    <a:pt x="2256790" y="1789430"/>
                    <a:pt x="2250440" y="1789430"/>
                    <a:pt x="2249170" y="1789430"/>
                  </a:cubicBezTo>
                  <a:cubicBezTo>
                    <a:pt x="2249170" y="1789430"/>
                    <a:pt x="2240280" y="1788160"/>
                    <a:pt x="2233930" y="1786890"/>
                  </a:cubicBezTo>
                  <a:cubicBezTo>
                    <a:pt x="2225040" y="1786890"/>
                    <a:pt x="2212340" y="1784350"/>
                    <a:pt x="2202180" y="1784350"/>
                  </a:cubicBezTo>
                  <a:cubicBezTo>
                    <a:pt x="2189480" y="1784350"/>
                    <a:pt x="2175510" y="1790700"/>
                    <a:pt x="2164080" y="1789430"/>
                  </a:cubicBezTo>
                  <a:cubicBezTo>
                    <a:pt x="2155190" y="1786890"/>
                    <a:pt x="2150110" y="1779270"/>
                    <a:pt x="2141220" y="1776730"/>
                  </a:cubicBezTo>
                  <a:cubicBezTo>
                    <a:pt x="2131060" y="1774190"/>
                    <a:pt x="2120900" y="1774190"/>
                    <a:pt x="2104390" y="1772920"/>
                  </a:cubicBezTo>
                  <a:cubicBezTo>
                    <a:pt x="2070100" y="1770380"/>
                    <a:pt x="2005330" y="1762760"/>
                    <a:pt x="1949450" y="1761490"/>
                  </a:cubicBezTo>
                  <a:cubicBezTo>
                    <a:pt x="1885950" y="1758950"/>
                    <a:pt x="1802130" y="1760220"/>
                    <a:pt x="1741170" y="1761490"/>
                  </a:cubicBezTo>
                  <a:cubicBezTo>
                    <a:pt x="1692910" y="1762760"/>
                    <a:pt x="1630680" y="1750060"/>
                    <a:pt x="1612900" y="1767840"/>
                  </a:cubicBezTo>
                  <a:cubicBezTo>
                    <a:pt x="1600200" y="1779270"/>
                    <a:pt x="1612900" y="1802130"/>
                    <a:pt x="1607820" y="1823720"/>
                  </a:cubicBezTo>
                  <a:cubicBezTo>
                    <a:pt x="1602740" y="1851660"/>
                    <a:pt x="1587500" y="1887220"/>
                    <a:pt x="1574800" y="1921510"/>
                  </a:cubicBezTo>
                  <a:cubicBezTo>
                    <a:pt x="1560830" y="1958340"/>
                    <a:pt x="1515110" y="2018030"/>
                    <a:pt x="1527810" y="2035810"/>
                  </a:cubicBezTo>
                  <a:cubicBezTo>
                    <a:pt x="1539240" y="2052320"/>
                    <a:pt x="1604010" y="2025650"/>
                    <a:pt x="1640840" y="2026920"/>
                  </a:cubicBezTo>
                  <a:cubicBezTo>
                    <a:pt x="1673860" y="2029460"/>
                    <a:pt x="1705610" y="2039620"/>
                    <a:pt x="1736090" y="2044700"/>
                  </a:cubicBezTo>
                  <a:cubicBezTo>
                    <a:pt x="1762760" y="2049780"/>
                    <a:pt x="1809750" y="2056130"/>
                    <a:pt x="1812290" y="2059940"/>
                  </a:cubicBezTo>
                  <a:cubicBezTo>
                    <a:pt x="1811020" y="2068830"/>
                    <a:pt x="1780540" y="2226310"/>
                    <a:pt x="1779270" y="2233930"/>
                  </a:cubicBezTo>
                  <a:cubicBezTo>
                    <a:pt x="1776730" y="2236470"/>
                    <a:pt x="1731010" y="2225040"/>
                    <a:pt x="1703070" y="2219960"/>
                  </a:cubicBezTo>
                  <a:cubicBezTo>
                    <a:pt x="1670050" y="2213610"/>
                    <a:pt x="1630680" y="2208530"/>
                    <a:pt x="1592580" y="2198370"/>
                  </a:cubicBezTo>
                  <a:cubicBezTo>
                    <a:pt x="1549400" y="2188210"/>
                    <a:pt x="1492250" y="2178050"/>
                    <a:pt x="1454150" y="2156460"/>
                  </a:cubicBezTo>
                  <a:cubicBezTo>
                    <a:pt x="1421130" y="2136140"/>
                    <a:pt x="1389380" y="2109470"/>
                    <a:pt x="1374140" y="2078990"/>
                  </a:cubicBezTo>
                  <a:cubicBezTo>
                    <a:pt x="1358900" y="2049780"/>
                    <a:pt x="1356360" y="2014220"/>
                    <a:pt x="1360170" y="1979930"/>
                  </a:cubicBezTo>
                  <a:cubicBezTo>
                    <a:pt x="1363980" y="1940560"/>
                    <a:pt x="1394460" y="1897380"/>
                    <a:pt x="1407160" y="1860550"/>
                  </a:cubicBezTo>
                  <a:cubicBezTo>
                    <a:pt x="1418590" y="1828800"/>
                    <a:pt x="1445260" y="1788160"/>
                    <a:pt x="1433830" y="1774190"/>
                  </a:cubicBezTo>
                  <a:cubicBezTo>
                    <a:pt x="1422400" y="1758950"/>
                    <a:pt x="1367790" y="1781810"/>
                    <a:pt x="1330960" y="1778000"/>
                  </a:cubicBezTo>
                  <a:cubicBezTo>
                    <a:pt x="1286510" y="1772920"/>
                    <a:pt x="1221740" y="1766570"/>
                    <a:pt x="1188720" y="1741170"/>
                  </a:cubicBezTo>
                  <a:cubicBezTo>
                    <a:pt x="1159510" y="1719580"/>
                    <a:pt x="1139190" y="1681480"/>
                    <a:pt x="1132840" y="1648460"/>
                  </a:cubicBezTo>
                  <a:cubicBezTo>
                    <a:pt x="1126490" y="1616710"/>
                    <a:pt x="1136650" y="1578610"/>
                    <a:pt x="1146810" y="1545590"/>
                  </a:cubicBezTo>
                  <a:cubicBezTo>
                    <a:pt x="1156970" y="1511300"/>
                    <a:pt x="1184910" y="1468120"/>
                    <a:pt x="1192530" y="1446530"/>
                  </a:cubicBezTo>
                  <a:cubicBezTo>
                    <a:pt x="1195070" y="1437640"/>
                    <a:pt x="1200150" y="1433830"/>
                    <a:pt x="1197610" y="1424940"/>
                  </a:cubicBezTo>
                  <a:cubicBezTo>
                    <a:pt x="1189990" y="1405890"/>
                    <a:pt x="1113790" y="1367790"/>
                    <a:pt x="1090930" y="1348740"/>
                  </a:cubicBezTo>
                  <a:cubicBezTo>
                    <a:pt x="1079500" y="1339850"/>
                    <a:pt x="1076960" y="1329690"/>
                    <a:pt x="1066800" y="1325880"/>
                  </a:cubicBezTo>
                  <a:cubicBezTo>
                    <a:pt x="1055370" y="1322070"/>
                    <a:pt x="1042670" y="1328420"/>
                    <a:pt x="1021080" y="1330960"/>
                  </a:cubicBezTo>
                  <a:cubicBezTo>
                    <a:pt x="966470" y="1338580"/>
                    <a:pt x="828040" y="1360170"/>
                    <a:pt x="727710" y="1370330"/>
                  </a:cubicBezTo>
                  <a:cubicBezTo>
                    <a:pt x="623570" y="1381760"/>
                    <a:pt x="509270" y="1394460"/>
                    <a:pt x="405130" y="1395730"/>
                  </a:cubicBezTo>
                  <a:cubicBezTo>
                    <a:pt x="309880" y="1397000"/>
                    <a:pt x="195580" y="1395730"/>
                    <a:pt x="127000" y="1380490"/>
                  </a:cubicBezTo>
                  <a:cubicBezTo>
                    <a:pt x="83820" y="1371600"/>
                    <a:pt x="46990" y="1369060"/>
                    <a:pt x="26670" y="1339850"/>
                  </a:cubicBezTo>
                  <a:cubicBezTo>
                    <a:pt x="0" y="1300480"/>
                    <a:pt x="25400" y="1136650"/>
                    <a:pt x="25400" y="1136650"/>
                  </a:cubicBezTo>
                  <a:moveTo>
                    <a:pt x="217170" y="1215390"/>
                  </a:moveTo>
                  <a:cubicBezTo>
                    <a:pt x="400050" y="1215390"/>
                    <a:pt x="397510" y="1212850"/>
                    <a:pt x="396240" y="1210310"/>
                  </a:cubicBezTo>
                  <a:cubicBezTo>
                    <a:pt x="396240" y="1206500"/>
                    <a:pt x="393700" y="1200150"/>
                    <a:pt x="393700" y="1200150"/>
                  </a:cubicBezTo>
                  <a:cubicBezTo>
                    <a:pt x="393700" y="1198880"/>
                    <a:pt x="393700" y="1192530"/>
                    <a:pt x="393700" y="1188720"/>
                  </a:cubicBezTo>
                  <a:cubicBezTo>
                    <a:pt x="393700" y="1184910"/>
                    <a:pt x="392430" y="1178560"/>
                    <a:pt x="392430" y="1178560"/>
                  </a:cubicBezTo>
                  <a:cubicBezTo>
                    <a:pt x="392430" y="1178560"/>
                    <a:pt x="393700" y="1170940"/>
                    <a:pt x="394970" y="1167130"/>
                  </a:cubicBezTo>
                  <a:cubicBezTo>
                    <a:pt x="396240" y="1164590"/>
                    <a:pt x="397510" y="1156970"/>
                    <a:pt x="397510" y="1156970"/>
                  </a:cubicBezTo>
                  <a:cubicBezTo>
                    <a:pt x="397510" y="1156970"/>
                    <a:pt x="400050" y="1150620"/>
                    <a:pt x="401320" y="1148080"/>
                  </a:cubicBezTo>
                  <a:cubicBezTo>
                    <a:pt x="403860" y="1144270"/>
                    <a:pt x="406400" y="1137920"/>
                    <a:pt x="406400" y="1137920"/>
                  </a:cubicBezTo>
                  <a:cubicBezTo>
                    <a:pt x="406400" y="1137920"/>
                    <a:pt x="411480" y="1132840"/>
                    <a:pt x="412750" y="1129030"/>
                  </a:cubicBezTo>
                  <a:cubicBezTo>
                    <a:pt x="415290" y="1126490"/>
                    <a:pt x="420370" y="1121410"/>
                    <a:pt x="420370" y="1121410"/>
                  </a:cubicBezTo>
                  <a:cubicBezTo>
                    <a:pt x="420370" y="1121410"/>
                    <a:pt x="425450" y="1117600"/>
                    <a:pt x="427990" y="1115060"/>
                  </a:cubicBezTo>
                  <a:cubicBezTo>
                    <a:pt x="431800" y="1112520"/>
                    <a:pt x="433070" y="1111250"/>
                    <a:pt x="436880" y="1108710"/>
                  </a:cubicBezTo>
                  <a:cubicBezTo>
                    <a:pt x="443230" y="1103630"/>
                    <a:pt x="466090" y="1089660"/>
                    <a:pt x="464820" y="1088390"/>
                  </a:cubicBezTo>
                  <a:cubicBezTo>
                    <a:pt x="463550" y="1085850"/>
                    <a:pt x="270510" y="1183640"/>
                    <a:pt x="236220" y="1202690"/>
                  </a:cubicBezTo>
                  <a:cubicBezTo>
                    <a:pt x="226060" y="1207770"/>
                    <a:pt x="217170" y="1215390"/>
                    <a:pt x="217170" y="1215390"/>
                  </a:cubicBezTo>
                  <a:moveTo>
                    <a:pt x="873760" y="1172210"/>
                  </a:moveTo>
                  <a:cubicBezTo>
                    <a:pt x="930910" y="1160780"/>
                    <a:pt x="924560" y="1150620"/>
                    <a:pt x="919480" y="1149350"/>
                  </a:cubicBezTo>
                  <a:cubicBezTo>
                    <a:pt x="910590" y="1146810"/>
                    <a:pt x="873760" y="1172210"/>
                    <a:pt x="873760" y="1172210"/>
                  </a:cubicBezTo>
                  <a:moveTo>
                    <a:pt x="1076960" y="1071880"/>
                  </a:moveTo>
                  <a:cubicBezTo>
                    <a:pt x="1087120" y="1084580"/>
                    <a:pt x="1082040" y="1070610"/>
                    <a:pt x="1082040" y="1069340"/>
                  </a:cubicBezTo>
                  <a:cubicBezTo>
                    <a:pt x="1082040" y="1069340"/>
                    <a:pt x="1076960" y="1071880"/>
                    <a:pt x="1076960" y="1071880"/>
                  </a:cubicBezTo>
                  <a:moveTo>
                    <a:pt x="1308100" y="1619250"/>
                  </a:moveTo>
                  <a:cubicBezTo>
                    <a:pt x="1400810" y="1605280"/>
                    <a:pt x="1398270" y="1602740"/>
                    <a:pt x="1395730" y="1597660"/>
                  </a:cubicBezTo>
                  <a:cubicBezTo>
                    <a:pt x="1389380" y="1586230"/>
                    <a:pt x="1357630" y="1541780"/>
                    <a:pt x="1342390" y="1543050"/>
                  </a:cubicBezTo>
                  <a:cubicBezTo>
                    <a:pt x="1328420" y="1546860"/>
                    <a:pt x="1308100" y="1619250"/>
                    <a:pt x="1308100" y="1619250"/>
                  </a:cubicBezTo>
                  <a:moveTo>
                    <a:pt x="1390650" y="1205230"/>
                  </a:moveTo>
                  <a:cubicBezTo>
                    <a:pt x="1441450" y="1289050"/>
                    <a:pt x="1413510" y="1358900"/>
                    <a:pt x="1419860" y="1371600"/>
                  </a:cubicBezTo>
                  <a:cubicBezTo>
                    <a:pt x="1421130" y="1375410"/>
                    <a:pt x="1422400" y="1372870"/>
                    <a:pt x="1426210" y="1376680"/>
                  </a:cubicBezTo>
                  <a:cubicBezTo>
                    <a:pt x="1440180" y="1388110"/>
                    <a:pt x="1496060" y="1438910"/>
                    <a:pt x="1524000" y="1475740"/>
                  </a:cubicBezTo>
                  <a:cubicBezTo>
                    <a:pt x="1550670" y="1510030"/>
                    <a:pt x="1555750" y="1572260"/>
                    <a:pt x="1588770" y="1590040"/>
                  </a:cubicBezTo>
                  <a:cubicBezTo>
                    <a:pt x="1624330" y="1610360"/>
                    <a:pt x="1680210" y="1584960"/>
                    <a:pt x="1733550" y="1583690"/>
                  </a:cubicBezTo>
                  <a:cubicBezTo>
                    <a:pt x="1798320" y="1582420"/>
                    <a:pt x="1901190" y="1582420"/>
                    <a:pt x="1949450" y="1583690"/>
                  </a:cubicBezTo>
                  <a:cubicBezTo>
                    <a:pt x="1974850" y="1584960"/>
                    <a:pt x="2000250" y="1593850"/>
                    <a:pt x="2006600" y="1587500"/>
                  </a:cubicBezTo>
                  <a:cubicBezTo>
                    <a:pt x="2009140" y="1583690"/>
                    <a:pt x="2001520" y="1577340"/>
                    <a:pt x="2002790" y="1569720"/>
                  </a:cubicBezTo>
                  <a:cubicBezTo>
                    <a:pt x="2007870" y="1551940"/>
                    <a:pt x="2068830" y="1504950"/>
                    <a:pt x="2071370" y="1496060"/>
                  </a:cubicBezTo>
                  <a:cubicBezTo>
                    <a:pt x="2071370" y="1493520"/>
                    <a:pt x="2070100" y="1493520"/>
                    <a:pt x="2070100" y="1492250"/>
                  </a:cubicBezTo>
                  <a:cubicBezTo>
                    <a:pt x="2070100" y="1489710"/>
                    <a:pt x="2070100" y="1484630"/>
                    <a:pt x="2068830" y="1480820"/>
                  </a:cubicBezTo>
                  <a:cubicBezTo>
                    <a:pt x="2068830" y="1479550"/>
                    <a:pt x="2070100" y="1477010"/>
                    <a:pt x="2068830" y="1475740"/>
                  </a:cubicBezTo>
                  <a:cubicBezTo>
                    <a:pt x="2061210" y="1470660"/>
                    <a:pt x="1985010" y="1515110"/>
                    <a:pt x="1943100" y="1512570"/>
                  </a:cubicBezTo>
                  <a:cubicBezTo>
                    <a:pt x="1899920" y="1508760"/>
                    <a:pt x="1833880" y="1488440"/>
                    <a:pt x="1813560" y="1454150"/>
                  </a:cubicBezTo>
                  <a:cubicBezTo>
                    <a:pt x="1793240" y="1418590"/>
                    <a:pt x="1807210" y="1336040"/>
                    <a:pt x="1832610" y="1296670"/>
                  </a:cubicBezTo>
                  <a:cubicBezTo>
                    <a:pt x="1855470" y="1259840"/>
                    <a:pt x="1922780" y="1234440"/>
                    <a:pt x="1951990" y="1221740"/>
                  </a:cubicBezTo>
                  <a:cubicBezTo>
                    <a:pt x="1967230" y="1215390"/>
                    <a:pt x="1987550" y="1216660"/>
                    <a:pt x="1988820" y="1211580"/>
                  </a:cubicBezTo>
                  <a:cubicBezTo>
                    <a:pt x="1988820" y="1209040"/>
                    <a:pt x="1985010" y="1205230"/>
                    <a:pt x="1979930" y="1202690"/>
                  </a:cubicBezTo>
                  <a:cubicBezTo>
                    <a:pt x="1968500" y="1197610"/>
                    <a:pt x="1916430" y="1192530"/>
                    <a:pt x="1906270" y="1195070"/>
                  </a:cubicBezTo>
                  <a:cubicBezTo>
                    <a:pt x="1903730" y="1196340"/>
                    <a:pt x="1905000" y="1197610"/>
                    <a:pt x="1902460" y="1198880"/>
                  </a:cubicBezTo>
                  <a:cubicBezTo>
                    <a:pt x="1892300" y="1206500"/>
                    <a:pt x="1846580" y="1235710"/>
                    <a:pt x="1816100" y="1252220"/>
                  </a:cubicBezTo>
                  <a:cubicBezTo>
                    <a:pt x="1785620" y="1270000"/>
                    <a:pt x="1753870" y="1286510"/>
                    <a:pt x="1722120" y="1299210"/>
                  </a:cubicBezTo>
                  <a:cubicBezTo>
                    <a:pt x="1687830" y="1313180"/>
                    <a:pt x="1654810" y="1330960"/>
                    <a:pt x="1617980" y="1332230"/>
                  </a:cubicBezTo>
                  <a:cubicBezTo>
                    <a:pt x="1573530" y="1332230"/>
                    <a:pt x="1489710" y="1322070"/>
                    <a:pt x="1474470" y="1292860"/>
                  </a:cubicBezTo>
                  <a:cubicBezTo>
                    <a:pt x="1460500" y="1264920"/>
                    <a:pt x="1524000" y="1167130"/>
                    <a:pt x="1521460" y="1164590"/>
                  </a:cubicBezTo>
                  <a:cubicBezTo>
                    <a:pt x="1521460" y="1164590"/>
                    <a:pt x="1520190" y="1164590"/>
                    <a:pt x="1520190" y="1164590"/>
                  </a:cubicBezTo>
                  <a:cubicBezTo>
                    <a:pt x="1511300" y="1168400"/>
                    <a:pt x="1390650" y="1205230"/>
                    <a:pt x="1390650" y="1205230"/>
                  </a:cubicBezTo>
                  <a:moveTo>
                    <a:pt x="1685290" y="379730"/>
                  </a:moveTo>
                  <a:cubicBezTo>
                    <a:pt x="1775460" y="354330"/>
                    <a:pt x="1837690" y="304800"/>
                    <a:pt x="1833880" y="295910"/>
                  </a:cubicBezTo>
                  <a:cubicBezTo>
                    <a:pt x="1830070" y="287020"/>
                    <a:pt x="1723390" y="309880"/>
                    <a:pt x="1718310" y="316230"/>
                  </a:cubicBezTo>
                  <a:cubicBezTo>
                    <a:pt x="1717040" y="317500"/>
                    <a:pt x="1718310" y="320040"/>
                    <a:pt x="1718310" y="320040"/>
                  </a:cubicBezTo>
                  <a:cubicBezTo>
                    <a:pt x="1718310" y="320040"/>
                    <a:pt x="1717040" y="326390"/>
                    <a:pt x="1715770" y="330200"/>
                  </a:cubicBezTo>
                  <a:cubicBezTo>
                    <a:pt x="1715770" y="334010"/>
                    <a:pt x="1713230" y="340360"/>
                    <a:pt x="1713230" y="340360"/>
                  </a:cubicBezTo>
                  <a:cubicBezTo>
                    <a:pt x="1713230" y="340360"/>
                    <a:pt x="1710690" y="346710"/>
                    <a:pt x="1709420" y="350520"/>
                  </a:cubicBezTo>
                  <a:cubicBezTo>
                    <a:pt x="1706880" y="353060"/>
                    <a:pt x="1704340" y="359410"/>
                    <a:pt x="1704340" y="359410"/>
                  </a:cubicBezTo>
                  <a:cubicBezTo>
                    <a:pt x="1704340" y="360680"/>
                    <a:pt x="1699260" y="365760"/>
                    <a:pt x="1696720" y="368300"/>
                  </a:cubicBezTo>
                  <a:cubicBezTo>
                    <a:pt x="1695450" y="370840"/>
                    <a:pt x="1690370" y="375920"/>
                    <a:pt x="1690370" y="375920"/>
                  </a:cubicBezTo>
                  <a:cubicBezTo>
                    <a:pt x="1690370" y="375920"/>
                    <a:pt x="1685290" y="379730"/>
                    <a:pt x="1685290" y="379730"/>
                  </a:cubicBezTo>
                  <a:moveTo>
                    <a:pt x="2056130" y="1042670"/>
                  </a:moveTo>
                  <a:cubicBezTo>
                    <a:pt x="2139950" y="1083310"/>
                    <a:pt x="2138680" y="1080770"/>
                    <a:pt x="2138680" y="1080770"/>
                  </a:cubicBezTo>
                  <a:cubicBezTo>
                    <a:pt x="2138680" y="1080770"/>
                    <a:pt x="2139950" y="1073150"/>
                    <a:pt x="2139950" y="1069340"/>
                  </a:cubicBezTo>
                  <a:cubicBezTo>
                    <a:pt x="2139950" y="1066800"/>
                    <a:pt x="2141220" y="1059180"/>
                    <a:pt x="2141220" y="1059180"/>
                  </a:cubicBezTo>
                  <a:cubicBezTo>
                    <a:pt x="2141220" y="1059180"/>
                    <a:pt x="2142490" y="1052830"/>
                    <a:pt x="2143760" y="1049020"/>
                  </a:cubicBezTo>
                  <a:cubicBezTo>
                    <a:pt x="2145030" y="1045210"/>
                    <a:pt x="2146300" y="1042670"/>
                    <a:pt x="2147570" y="1038860"/>
                  </a:cubicBezTo>
                  <a:cubicBezTo>
                    <a:pt x="2150110" y="1032510"/>
                    <a:pt x="2153920" y="1023620"/>
                    <a:pt x="2159000" y="1013460"/>
                  </a:cubicBezTo>
                  <a:cubicBezTo>
                    <a:pt x="2166620" y="999490"/>
                    <a:pt x="2188210" y="979170"/>
                    <a:pt x="2192020" y="961390"/>
                  </a:cubicBezTo>
                  <a:cubicBezTo>
                    <a:pt x="2194560" y="943610"/>
                    <a:pt x="2188210" y="910590"/>
                    <a:pt x="2184400" y="909320"/>
                  </a:cubicBezTo>
                  <a:cubicBezTo>
                    <a:pt x="2183130" y="909320"/>
                    <a:pt x="2181860" y="910590"/>
                    <a:pt x="2180590" y="913130"/>
                  </a:cubicBezTo>
                  <a:cubicBezTo>
                    <a:pt x="2176780" y="915670"/>
                    <a:pt x="2166620" y="923290"/>
                    <a:pt x="2164080" y="927100"/>
                  </a:cubicBezTo>
                  <a:cubicBezTo>
                    <a:pt x="2162810" y="928370"/>
                    <a:pt x="2162810" y="928370"/>
                    <a:pt x="2160270" y="929640"/>
                  </a:cubicBezTo>
                  <a:cubicBezTo>
                    <a:pt x="2151380" y="939800"/>
                    <a:pt x="2075180" y="1005840"/>
                    <a:pt x="2068830" y="1019810"/>
                  </a:cubicBezTo>
                  <a:cubicBezTo>
                    <a:pt x="2067560" y="1023620"/>
                    <a:pt x="2070100" y="1024890"/>
                    <a:pt x="2068830" y="1027430"/>
                  </a:cubicBezTo>
                  <a:cubicBezTo>
                    <a:pt x="2067560" y="1031240"/>
                    <a:pt x="2056130" y="1042670"/>
                    <a:pt x="2056130" y="1042670"/>
                  </a:cubicBezTo>
                  <a:moveTo>
                    <a:pt x="2075180" y="755650"/>
                  </a:moveTo>
                  <a:cubicBezTo>
                    <a:pt x="2125980" y="689610"/>
                    <a:pt x="2133600" y="680720"/>
                    <a:pt x="2132330" y="679450"/>
                  </a:cubicBezTo>
                  <a:cubicBezTo>
                    <a:pt x="2129790" y="678180"/>
                    <a:pt x="2085340" y="716280"/>
                    <a:pt x="2081530" y="718820"/>
                  </a:cubicBezTo>
                  <a:cubicBezTo>
                    <a:pt x="2078990" y="721360"/>
                    <a:pt x="2075180" y="755650"/>
                    <a:pt x="2075180" y="755650"/>
                  </a:cubicBezTo>
                  <a:moveTo>
                    <a:pt x="2193290" y="1391920"/>
                  </a:moveTo>
                  <a:cubicBezTo>
                    <a:pt x="2202180" y="1397000"/>
                    <a:pt x="2208530" y="1400810"/>
                    <a:pt x="2209800" y="1400810"/>
                  </a:cubicBezTo>
                  <a:cubicBezTo>
                    <a:pt x="2209800" y="1400810"/>
                    <a:pt x="2214880" y="1405890"/>
                    <a:pt x="2217420" y="1407160"/>
                  </a:cubicBezTo>
                  <a:cubicBezTo>
                    <a:pt x="2219960" y="1409700"/>
                    <a:pt x="2225040" y="1414780"/>
                    <a:pt x="2225040" y="1414780"/>
                  </a:cubicBezTo>
                  <a:cubicBezTo>
                    <a:pt x="2225040" y="1414780"/>
                    <a:pt x="2227580" y="1422400"/>
                    <a:pt x="2230120" y="1423670"/>
                  </a:cubicBezTo>
                  <a:cubicBezTo>
                    <a:pt x="2235200" y="1424940"/>
                    <a:pt x="2251710" y="1423670"/>
                    <a:pt x="2252980" y="1419860"/>
                  </a:cubicBezTo>
                  <a:cubicBezTo>
                    <a:pt x="2254250" y="1414780"/>
                    <a:pt x="2209800" y="1386840"/>
                    <a:pt x="2200910" y="1386840"/>
                  </a:cubicBezTo>
                  <a:cubicBezTo>
                    <a:pt x="2197100" y="1386840"/>
                    <a:pt x="2193290" y="1391920"/>
                    <a:pt x="2193290" y="1391920"/>
                  </a:cubicBezTo>
                  <a:moveTo>
                    <a:pt x="2222500" y="1164590"/>
                  </a:moveTo>
                  <a:cubicBezTo>
                    <a:pt x="2246630" y="1215390"/>
                    <a:pt x="2252980" y="1212850"/>
                    <a:pt x="2259330" y="1215390"/>
                  </a:cubicBezTo>
                  <a:cubicBezTo>
                    <a:pt x="2269490" y="1219200"/>
                    <a:pt x="2288540" y="1240790"/>
                    <a:pt x="2292350" y="1238250"/>
                  </a:cubicBezTo>
                  <a:cubicBezTo>
                    <a:pt x="2296160" y="1234440"/>
                    <a:pt x="2265680" y="1163320"/>
                    <a:pt x="2258060" y="1159510"/>
                  </a:cubicBezTo>
                  <a:cubicBezTo>
                    <a:pt x="2255520" y="1159510"/>
                    <a:pt x="2254250" y="1160780"/>
                    <a:pt x="2252980" y="1160780"/>
                  </a:cubicBezTo>
                  <a:cubicBezTo>
                    <a:pt x="2250440" y="1162050"/>
                    <a:pt x="2242820" y="1164590"/>
                    <a:pt x="2242820" y="1164590"/>
                  </a:cubicBezTo>
                  <a:cubicBezTo>
                    <a:pt x="2242820" y="1164590"/>
                    <a:pt x="2235200" y="1164590"/>
                    <a:pt x="2231390" y="1164590"/>
                  </a:cubicBezTo>
                  <a:cubicBezTo>
                    <a:pt x="2228850" y="1164590"/>
                    <a:pt x="2222500" y="1164590"/>
                    <a:pt x="2222500" y="1164590"/>
                  </a:cubicBezTo>
                </a:path>
              </a:pathLst>
            </a:custGeom>
            <a:solidFill>
              <a:srgbClr val="A6A6A6">
                <a:alpha val="41961"/>
              </a:srgbClr>
            </a:solidFill>
            <a:ln cap="sq">
              <a:noFill/>
              <a:prstDash val="solid"/>
              <a:miter/>
            </a:ln>
          </p:spPr>
          <p:txBody>
            <a:bodyPr/>
            <a:lstStyle/>
            <a:p>
              <a:endParaRPr lang="en-SG" sz="1088"/>
            </a:p>
          </p:txBody>
        </p:sp>
      </p:grpSp>
      <p:grpSp>
        <p:nvGrpSpPr>
          <p:cNvPr id="232" name="Group 201">
            <a:extLst>
              <a:ext uri="{FF2B5EF4-FFF2-40B4-BE49-F238E27FC236}">
                <a16:creationId xmlns:a16="http://schemas.microsoft.com/office/drawing/2014/main" id="{1AE48DDB-73B3-6A5B-36E5-50F8A3B64466}"/>
              </a:ext>
            </a:extLst>
          </p:cNvPr>
          <p:cNvGrpSpPr/>
          <p:nvPr/>
        </p:nvGrpSpPr>
        <p:grpSpPr>
          <a:xfrm>
            <a:off x="8018077" y="2858264"/>
            <a:ext cx="1178762" cy="995128"/>
            <a:chOff x="0" y="0"/>
            <a:chExt cx="1964690" cy="1658620"/>
          </a:xfrm>
        </p:grpSpPr>
        <p:sp>
          <p:nvSpPr>
            <p:cNvPr id="233" name="Freeform 202">
              <a:extLst>
                <a:ext uri="{FF2B5EF4-FFF2-40B4-BE49-F238E27FC236}">
                  <a16:creationId xmlns:a16="http://schemas.microsoft.com/office/drawing/2014/main" id="{A1B7DB30-1163-12E6-9670-C64A225DEC5A}"/>
                </a:ext>
              </a:extLst>
            </p:cNvPr>
            <p:cNvSpPr/>
            <p:nvPr/>
          </p:nvSpPr>
          <p:spPr>
            <a:xfrm>
              <a:off x="48260" y="48260"/>
              <a:ext cx="1865630" cy="1560830"/>
            </a:xfrm>
            <a:custGeom>
              <a:avLst/>
              <a:gdLst/>
              <a:ahLst/>
              <a:cxnLst/>
              <a:rect l="l" t="t" r="r" b="b"/>
              <a:pathLst>
                <a:path w="1865630" h="1560830">
                  <a:moveTo>
                    <a:pt x="213360" y="1122680"/>
                  </a:moveTo>
                  <a:cubicBezTo>
                    <a:pt x="274320" y="807720"/>
                    <a:pt x="240030" y="552450"/>
                    <a:pt x="292100" y="477520"/>
                  </a:cubicBezTo>
                  <a:cubicBezTo>
                    <a:pt x="321310" y="438150"/>
                    <a:pt x="382270" y="416560"/>
                    <a:pt x="415290" y="424180"/>
                  </a:cubicBezTo>
                  <a:cubicBezTo>
                    <a:pt x="444500" y="430530"/>
                    <a:pt x="474980" y="483870"/>
                    <a:pt x="483870" y="502920"/>
                  </a:cubicBezTo>
                  <a:cubicBezTo>
                    <a:pt x="488950" y="513080"/>
                    <a:pt x="488950" y="516890"/>
                    <a:pt x="487680" y="527050"/>
                  </a:cubicBezTo>
                  <a:cubicBezTo>
                    <a:pt x="486410" y="542290"/>
                    <a:pt x="480060" y="571500"/>
                    <a:pt x="467360" y="586740"/>
                  </a:cubicBezTo>
                  <a:cubicBezTo>
                    <a:pt x="454660" y="600710"/>
                    <a:pt x="431800" y="614680"/>
                    <a:pt x="412750" y="617220"/>
                  </a:cubicBezTo>
                  <a:cubicBezTo>
                    <a:pt x="392430" y="619760"/>
                    <a:pt x="367030" y="612140"/>
                    <a:pt x="350520" y="603250"/>
                  </a:cubicBezTo>
                  <a:cubicBezTo>
                    <a:pt x="337820" y="596900"/>
                    <a:pt x="331470" y="590550"/>
                    <a:pt x="321310" y="572770"/>
                  </a:cubicBezTo>
                  <a:cubicBezTo>
                    <a:pt x="290830" y="513080"/>
                    <a:pt x="233680" y="204470"/>
                    <a:pt x="228600" y="134620"/>
                  </a:cubicBezTo>
                  <a:cubicBezTo>
                    <a:pt x="227330" y="113030"/>
                    <a:pt x="224790" y="106680"/>
                    <a:pt x="229870" y="92710"/>
                  </a:cubicBezTo>
                  <a:cubicBezTo>
                    <a:pt x="236220" y="74930"/>
                    <a:pt x="254000" y="53340"/>
                    <a:pt x="269240" y="41910"/>
                  </a:cubicBezTo>
                  <a:cubicBezTo>
                    <a:pt x="280670" y="33020"/>
                    <a:pt x="295910" y="30480"/>
                    <a:pt x="308610" y="29210"/>
                  </a:cubicBezTo>
                  <a:cubicBezTo>
                    <a:pt x="322580" y="27940"/>
                    <a:pt x="337820" y="30480"/>
                    <a:pt x="350520" y="35560"/>
                  </a:cubicBezTo>
                  <a:cubicBezTo>
                    <a:pt x="363220" y="41910"/>
                    <a:pt x="375920" y="50800"/>
                    <a:pt x="384810" y="62230"/>
                  </a:cubicBezTo>
                  <a:cubicBezTo>
                    <a:pt x="393700" y="72390"/>
                    <a:pt x="396240" y="78740"/>
                    <a:pt x="402590" y="100330"/>
                  </a:cubicBezTo>
                  <a:cubicBezTo>
                    <a:pt x="426720" y="181610"/>
                    <a:pt x="476250" y="537210"/>
                    <a:pt x="490220" y="709930"/>
                  </a:cubicBezTo>
                  <a:cubicBezTo>
                    <a:pt x="499110" y="838200"/>
                    <a:pt x="509270" y="947420"/>
                    <a:pt x="491490" y="1045210"/>
                  </a:cubicBezTo>
                  <a:cubicBezTo>
                    <a:pt x="477520" y="1127760"/>
                    <a:pt x="440690" y="1210310"/>
                    <a:pt x="412750" y="1263650"/>
                  </a:cubicBezTo>
                  <a:cubicBezTo>
                    <a:pt x="394970" y="1299210"/>
                    <a:pt x="381000" y="1316990"/>
                    <a:pt x="359410" y="1344930"/>
                  </a:cubicBezTo>
                  <a:cubicBezTo>
                    <a:pt x="331470" y="1380490"/>
                    <a:pt x="292100" y="1427480"/>
                    <a:pt x="257810" y="1459230"/>
                  </a:cubicBezTo>
                  <a:cubicBezTo>
                    <a:pt x="227330" y="1485900"/>
                    <a:pt x="196850" y="1508760"/>
                    <a:pt x="167640" y="1526540"/>
                  </a:cubicBezTo>
                  <a:cubicBezTo>
                    <a:pt x="143510" y="1540510"/>
                    <a:pt x="116840" y="1555750"/>
                    <a:pt x="96520" y="1558290"/>
                  </a:cubicBezTo>
                  <a:cubicBezTo>
                    <a:pt x="80010" y="1560830"/>
                    <a:pt x="67310" y="1558290"/>
                    <a:pt x="54610" y="1550670"/>
                  </a:cubicBezTo>
                  <a:cubicBezTo>
                    <a:pt x="38100" y="1543050"/>
                    <a:pt x="17780" y="1525270"/>
                    <a:pt x="8890" y="1507490"/>
                  </a:cubicBezTo>
                  <a:cubicBezTo>
                    <a:pt x="1270" y="1489710"/>
                    <a:pt x="0" y="1461770"/>
                    <a:pt x="5080" y="1443990"/>
                  </a:cubicBezTo>
                  <a:cubicBezTo>
                    <a:pt x="7620" y="1430020"/>
                    <a:pt x="11430" y="1423670"/>
                    <a:pt x="26670" y="1407160"/>
                  </a:cubicBezTo>
                  <a:cubicBezTo>
                    <a:pt x="74930" y="1353820"/>
                    <a:pt x="335280" y="1191260"/>
                    <a:pt x="416560" y="1122680"/>
                  </a:cubicBezTo>
                  <a:cubicBezTo>
                    <a:pt x="457200" y="1089660"/>
                    <a:pt x="485140" y="1036320"/>
                    <a:pt x="501650" y="1041400"/>
                  </a:cubicBezTo>
                  <a:cubicBezTo>
                    <a:pt x="516890" y="1046480"/>
                    <a:pt x="529590" y="1109980"/>
                    <a:pt x="516890" y="1136650"/>
                  </a:cubicBezTo>
                  <a:cubicBezTo>
                    <a:pt x="501650" y="1167130"/>
                    <a:pt x="422910" y="1176020"/>
                    <a:pt x="392430" y="1203960"/>
                  </a:cubicBezTo>
                  <a:cubicBezTo>
                    <a:pt x="365760" y="1226820"/>
                    <a:pt x="328930" y="1277620"/>
                    <a:pt x="335280" y="1286510"/>
                  </a:cubicBezTo>
                  <a:cubicBezTo>
                    <a:pt x="342900" y="1296670"/>
                    <a:pt x="416560" y="1268730"/>
                    <a:pt x="450850" y="1248410"/>
                  </a:cubicBezTo>
                  <a:cubicBezTo>
                    <a:pt x="487680" y="1226820"/>
                    <a:pt x="544830" y="1197610"/>
                    <a:pt x="548640" y="1158240"/>
                  </a:cubicBezTo>
                  <a:cubicBezTo>
                    <a:pt x="554990" y="1098550"/>
                    <a:pt x="417830" y="979170"/>
                    <a:pt x="379730" y="913130"/>
                  </a:cubicBezTo>
                  <a:cubicBezTo>
                    <a:pt x="356870" y="872490"/>
                    <a:pt x="340360" y="842010"/>
                    <a:pt x="332740" y="808990"/>
                  </a:cubicBezTo>
                  <a:cubicBezTo>
                    <a:pt x="326390" y="782320"/>
                    <a:pt x="321310" y="753110"/>
                    <a:pt x="328930" y="731520"/>
                  </a:cubicBezTo>
                  <a:cubicBezTo>
                    <a:pt x="336550" y="712470"/>
                    <a:pt x="355600" y="694690"/>
                    <a:pt x="370840" y="684530"/>
                  </a:cubicBezTo>
                  <a:cubicBezTo>
                    <a:pt x="383540" y="676910"/>
                    <a:pt x="398780" y="674370"/>
                    <a:pt x="412750" y="674370"/>
                  </a:cubicBezTo>
                  <a:cubicBezTo>
                    <a:pt x="426720" y="674370"/>
                    <a:pt x="441960" y="676910"/>
                    <a:pt x="453390" y="684530"/>
                  </a:cubicBezTo>
                  <a:cubicBezTo>
                    <a:pt x="469900" y="694690"/>
                    <a:pt x="497840" y="730250"/>
                    <a:pt x="495300" y="732790"/>
                  </a:cubicBezTo>
                  <a:cubicBezTo>
                    <a:pt x="492760" y="735330"/>
                    <a:pt x="410210" y="679450"/>
                    <a:pt x="412750" y="674370"/>
                  </a:cubicBezTo>
                  <a:cubicBezTo>
                    <a:pt x="415290" y="666750"/>
                    <a:pt x="518160" y="701040"/>
                    <a:pt x="571500" y="722630"/>
                  </a:cubicBezTo>
                  <a:cubicBezTo>
                    <a:pt x="629920" y="745490"/>
                    <a:pt x="681990" y="774700"/>
                    <a:pt x="746760" y="811530"/>
                  </a:cubicBezTo>
                  <a:cubicBezTo>
                    <a:pt x="833120" y="861060"/>
                    <a:pt x="995680" y="960120"/>
                    <a:pt x="1036320" y="1000760"/>
                  </a:cubicBezTo>
                  <a:cubicBezTo>
                    <a:pt x="1050290" y="1016000"/>
                    <a:pt x="1054100" y="1023620"/>
                    <a:pt x="1057910" y="1037590"/>
                  </a:cubicBezTo>
                  <a:cubicBezTo>
                    <a:pt x="1062990" y="1055370"/>
                    <a:pt x="1062990" y="1082040"/>
                    <a:pt x="1055370" y="1101090"/>
                  </a:cubicBezTo>
                  <a:cubicBezTo>
                    <a:pt x="1047750" y="1118870"/>
                    <a:pt x="1028700" y="1137920"/>
                    <a:pt x="1010920" y="1145540"/>
                  </a:cubicBezTo>
                  <a:cubicBezTo>
                    <a:pt x="993140" y="1154430"/>
                    <a:pt x="975360" y="1156970"/>
                    <a:pt x="948690" y="1150620"/>
                  </a:cubicBezTo>
                  <a:cubicBezTo>
                    <a:pt x="881380" y="1132840"/>
                    <a:pt x="723900" y="1013460"/>
                    <a:pt x="629920" y="938530"/>
                  </a:cubicBezTo>
                  <a:cubicBezTo>
                    <a:pt x="546100" y="869950"/>
                    <a:pt x="435610" y="773430"/>
                    <a:pt x="408940" y="718820"/>
                  </a:cubicBezTo>
                  <a:cubicBezTo>
                    <a:pt x="397510" y="694690"/>
                    <a:pt x="398780" y="674370"/>
                    <a:pt x="402590" y="656590"/>
                  </a:cubicBezTo>
                  <a:cubicBezTo>
                    <a:pt x="405130" y="641350"/>
                    <a:pt x="412750" y="628650"/>
                    <a:pt x="422910" y="618490"/>
                  </a:cubicBezTo>
                  <a:cubicBezTo>
                    <a:pt x="431800" y="608330"/>
                    <a:pt x="444500" y="599440"/>
                    <a:pt x="458470" y="595630"/>
                  </a:cubicBezTo>
                  <a:cubicBezTo>
                    <a:pt x="471170" y="590550"/>
                    <a:pt x="486410" y="589280"/>
                    <a:pt x="500380" y="590550"/>
                  </a:cubicBezTo>
                  <a:cubicBezTo>
                    <a:pt x="514350" y="591820"/>
                    <a:pt x="525780" y="595630"/>
                    <a:pt x="539750" y="605790"/>
                  </a:cubicBezTo>
                  <a:cubicBezTo>
                    <a:pt x="562610" y="623570"/>
                    <a:pt x="577850" y="664210"/>
                    <a:pt x="613410" y="699770"/>
                  </a:cubicBezTo>
                  <a:cubicBezTo>
                    <a:pt x="673100" y="759460"/>
                    <a:pt x="806450" y="875030"/>
                    <a:pt x="887730" y="915670"/>
                  </a:cubicBezTo>
                  <a:cubicBezTo>
                    <a:pt x="942340" y="943610"/>
                    <a:pt x="985520" y="952500"/>
                    <a:pt x="1037590" y="956310"/>
                  </a:cubicBezTo>
                  <a:cubicBezTo>
                    <a:pt x="1096010" y="961390"/>
                    <a:pt x="1154430" y="948690"/>
                    <a:pt x="1224280" y="933450"/>
                  </a:cubicBezTo>
                  <a:cubicBezTo>
                    <a:pt x="1318260" y="914400"/>
                    <a:pt x="1470660" y="867410"/>
                    <a:pt x="1546860" y="838200"/>
                  </a:cubicBezTo>
                  <a:cubicBezTo>
                    <a:pt x="1590040" y="821690"/>
                    <a:pt x="1615440" y="811530"/>
                    <a:pt x="1644650" y="789940"/>
                  </a:cubicBezTo>
                  <a:cubicBezTo>
                    <a:pt x="1673860" y="769620"/>
                    <a:pt x="1700530" y="726440"/>
                    <a:pt x="1723390" y="711200"/>
                  </a:cubicBezTo>
                  <a:cubicBezTo>
                    <a:pt x="1738630" y="702310"/>
                    <a:pt x="1750060" y="697230"/>
                    <a:pt x="1762760" y="695960"/>
                  </a:cubicBezTo>
                  <a:cubicBezTo>
                    <a:pt x="1776730" y="693420"/>
                    <a:pt x="1793240" y="695960"/>
                    <a:pt x="1805940" y="699770"/>
                  </a:cubicBezTo>
                  <a:cubicBezTo>
                    <a:pt x="1818640" y="704850"/>
                    <a:pt x="1831340" y="712470"/>
                    <a:pt x="1841500" y="723900"/>
                  </a:cubicBezTo>
                  <a:cubicBezTo>
                    <a:pt x="1852930" y="737870"/>
                    <a:pt x="1863090" y="764540"/>
                    <a:pt x="1864360" y="782320"/>
                  </a:cubicBezTo>
                  <a:cubicBezTo>
                    <a:pt x="1865630" y="796290"/>
                    <a:pt x="1863090" y="808990"/>
                    <a:pt x="1855470" y="822960"/>
                  </a:cubicBezTo>
                  <a:cubicBezTo>
                    <a:pt x="1842770" y="847090"/>
                    <a:pt x="1818640" y="872490"/>
                    <a:pt x="1781810" y="902970"/>
                  </a:cubicBezTo>
                  <a:cubicBezTo>
                    <a:pt x="1708150" y="962660"/>
                    <a:pt x="1516380" y="1080770"/>
                    <a:pt x="1409700" y="1131570"/>
                  </a:cubicBezTo>
                  <a:cubicBezTo>
                    <a:pt x="1337310" y="1165860"/>
                    <a:pt x="1276350" y="1187450"/>
                    <a:pt x="1215390" y="1200150"/>
                  </a:cubicBezTo>
                  <a:cubicBezTo>
                    <a:pt x="1164590" y="1210310"/>
                    <a:pt x="1115060" y="1211580"/>
                    <a:pt x="1070610" y="1210310"/>
                  </a:cubicBezTo>
                  <a:cubicBezTo>
                    <a:pt x="1033780" y="1210310"/>
                    <a:pt x="995680" y="1211580"/>
                    <a:pt x="969010" y="1200150"/>
                  </a:cubicBezTo>
                  <a:cubicBezTo>
                    <a:pt x="947420" y="1191260"/>
                    <a:pt x="929640" y="1174750"/>
                    <a:pt x="919480" y="1159510"/>
                  </a:cubicBezTo>
                  <a:cubicBezTo>
                    <a:pt x="911860" y="1146810"/>
                    <a:pt x="908050" y="1134110"/>
                    <a:pt x="908050" y="1118870"/>
                  </a:cubicBezTo>
                  <a:cubicBezTo>
                    <a:pt x="908050" y="1101090"/>
                    <a:pt x="918210" y="1074420"/>
                    <a:pt x="928370" y="1059180"/>
                  </a:cubicBezTo>
                  <a:cubicBezTo>
                    <a:pt x="937260" y="1047750"/>
                    <a:pt x="944880" y="1040130"/>
                    <a:pt x="962660" y="1033780"/>
                  </a:cubicBezTo>
                  <a:cubicBezTo>
                    <a:pt x="996950" y="1019810"/>
                    <a:pt x="1080770" y="1031240"/>
                    <a:pt x="1135380" y="1013460"/>
                  </a:cubicBezTo>
                  <a:cubicBezTo>
                    <a:pt x="1192530" y="994410"/>
                    <a:pt x="1256030" y="951230"/>
                    <a:pt x="1297940" y="922020"/>
                  </a:cubicBezTo>
                  <a:cubicBezTo>
                    <a:pt x="1328420" y="901700"/>
                    <a:pt x="1344930" y="887730"/>
                    <a:pt x="1369060" y="862330"/>
                  </a:cubicBezTo>
                  <a:cubicBezTo>
                    <a:pt x="1402080" y="829310"/>
                    <a:pt x="1443990" y="782320"/>
                    <a:pt x="1473200" y="736600"/>
                  </a:cubicBezTo>
                  <a:cubicBezTo>
                    <a:pt x="1502410" y="689610"/>
                    <a:pt x="1526540" y="636270"/>
                    <a:pt x="1544320" y="584200"/>
                  </a:cubicBezTo>
                  <a:cubicBezTo>
                    <a:pt x="1562100" y="533400"/>
                    <a:pt x="1569720" y="491490"/>
                    <a:pt x="1579880" y="426720"/>
                  </a:cubicBezTo>
                  <a:cubicBezTo>
                    <a:pt x="1592580" y="328930"/>
                    <a:pt x="1578610" y="104140"/>
                    <a:pt x="1601470" y="48260"/>
                  </a:cubicBezTo>
                  <a:cubicBezTo>
                    <a:pt x="1609090" y="30480"/>
                    <a:pt x="1619250" y="25400"/>
                    <a:pt x="1630680" y="16510"/>
                  </a:cubicBezTo>
                  <a:cubicBezTo>
                    <a:pt x="1642110" y="8890"/>
                    <a:pt x="1656080" y="3810"/>
                    <a:pt x="1670050" y="2540"/>
                  </a:cubicBezTo>
                  <a:cubicBezTo>
                    <a:pt x="1684020" y="0"/>
                    <a:pt x="1699260" y="2540"/>
                    <a:pt x="1711960" y="7620"/>
                  </a:cubicBezTo>
                  <a:cubicBezTo>
                    <a:pt x="1724660" y="12700"/>
                    <a:pt x="1736090" y="16510"/>
                    <a:pt x="1747520" y="31750"/>
                  </a:cubicBezTo>
                  <a:cubicBezTo>
                    <a:pt x="1771650" y="66040"/>
                    <a:pt x="1789430" y="175260"/>
                    <a:pt x="1802130" y="241300"/>
                  </a:cubicBezTo>
                  <a:cubicBezTo>
                    <a:pt x="1813560" y="297180"/>
                    <a:pt x="1821180" y="351790"/>
                    <a:pt x="1823720" y="401320"/>
                  </a:cubicBezTo>
                  <a:cubicBezTo>
                    <a:pt x="1824990" y="441960"/>
                    <a:pt x="1824990" y="474980"/>
                    <a:pt x="1819910" y="514350"/>
                  </a:cubicBezTo>
                  <a:cubicBezTo>
                    <a:pt x="1813560" y="557530"/>
                    <a:pt x="1799590" y="604520"/>
                    <a:pt x="1783080" y="648970"/>
                  </a:cubicBezTo>
                  <a:cubicBezTo>
                    <a:pt x="1766570" y="695960"/>
                    <a:pt x="1744980" y="741680"/>
                    <a:pt x="1718310" y="786130"/>
                  </a:cubicBezTo>
                  <a:cubicBezTo>
                    <a:pt x="1692910" y="830580"/>
                    <a:pt x="1664970" y="871220"/>
                    <a:pt x="1626870" y="915670"/>
                  </a:cubicBezTo>
                  <a:cubicBezTo>
                    <a:pt x="1579880" y="971550"/>
                    <a:pt x="1501140" y="1049020"/>
                    <a:pt x="1451610" y="1087120"/>
                  </a:cubicBezTo>
                  <a:cubicBezTo>
                    <a:pt x="1418590" y="1112520"/>
                    <a:pt x="1404620" y="1122680"/>
                    <a:pt x="1363980" y="1139190"/>
                  </a:cubicBezTo>
                  <a:cubicBezTo>
                    <a:pt x="1286510" y="1172210"/>
                    <a:pt x="1064260" y="1272540"/>
                    <a:pt x="999490" y="1236980"/>
                  </a:cubicBezTo>
                  <a:cubicBezTo>
                    <a:pt x="955040" y="1211580"/>
                    <a:pt x="923290" y="1106170"/>
                    <a:pt x="946150" y="1066800"/>
                  </a:cubicBezTo>
                  <a:cubicBezTo>
                    <a:pt x="974090" y="1018540"/>
                    <a:pt x="1146810" y="1027430"/>
                    <a:pt x="1217930" y="1003300"/>
                  </a:cubicBezTo>
                  <a:cubicBezTo>
                    <a:pt x="1266190" y="988060"/>
                    <a:pt x="1296670" y="977900"/>
                    <a:pt x="1336040" y="951230"/>
                  </a:cubicBezTo>
                  <a:cubicBezTo>
                    <a:pt x="1385570" y="919480"/>
                    <a:pt x="1442720" y="855980"/>
                    <a:pt x="1482090" y="811530"/>
                  </a:cubicBezTo>
                  <a:cubicBezTo>
                    <a:pt x="1513840" y="775970"/>
                    <a:pt x="1535430" y="750570"/>
                    <a:pt x="1558290" y="708660"/>
                  </a:cubicBezTo>
                  <a:cubicBezTo>
                    <a:pt x="1590040" y="654050"/>
                    <a:pt x="1629410" y="571500"/>
                    <a:pt x="1642110" y="505460"/>
                  </a:cubicBezTo>
                  <a:cubicBezTo>
                    <a:pt x="1652270" y="449580"/>
                    <a:pt x="1645920" y="403860"/>
                    <a:pt x="1639570" y="344170"/>
                  </a:cubicBezTo>
                  <a:cubicBezTo>
                    <a:pt x="1631950" y="267970"/>
                    <a:pt x="1586230" y="144780"/>
                    <a:pt x="1591310" y="90170"/>
                  </a:cubicBezTo>
                  <a:cubicBezTo>
                    <a:pt x="1593850" y="63500"/>
                    <a:pt x="1602740" y="45720"/>
                    <a:pt x="1614170" y="31750"/>
                  </a:cubicBezTo>
                  <a:cubicBezTo>
                    <a:pt x="1623060" y="19050"/>
                    <a:pt x="1634490" y="11430"/>
                    <a:pt x="1649730" y="7620"/>
                  </a:cubicBezTo>
                  <a:cubicBezTo>
                    <a:pt x="1666240" y="2540"/>
                    <a:pt x="1694180" y="0"/>
                    <a:pt x="1711960" y="7620"/>
                  </a:cubicBezTo>
                  <a:cubicBezTo>
                    <a:pt x="1731010" y="13970"/>
                    <a:pt x="1748790" y="25400"/>
                    <a:pt x="1758950" y="49530"/>
                  </a:cubicBezTo>
                  <a:cubicBezTo>
                    <a:pt x="1781810" y="97790"/>
                    <a:pt x="1769110" y="236220"/>
                    <a:pt x="1766570" y="309880"/>
                  </a:cubicBezTo>
                  <a:cubicBezTo>
                    <a:pt x="1765300" y="367030"/>
                    <a:pt x="1762760" y="406400"/>
                    <a:pt x="1753870" y="459740"/>
                  </a:cubicBezTo>
                  <a:cubicBezTo>
                    <a:pt x="1744980" y="520700"/>
                    <a:pt x="1731010" y="590550"/>
                    <a:pt x="1708150" y="652780"/>
                  </a:cubicBezTo>
                  <a:cubicBezTo>
                    <a:pt x="1685290" y="717550"/>
                    <a:pt x="1653540" y="783590"/>
                    <a:pt x="1615440" y="842010"/>
                  </a:cubicBezTo>
                  <a:cubicBezTo>
                    <a:pt x="1578610" y="899160"/>
                    <a:pt x="1525270" y="958850"/>
                    <a:pt x="1482090" y="1000760"/>
                  </a:cubicBezTo>
                  <a:cubicBezTo>
                    <a:pt x="1450340" y="1031240"/>
                    <a:pt x="1430020" y="1049020"/>
                    <a:pt x="1390650" y="1074420"/>
                  </a:cubicBezTo>
                  <a:cubicBezTo>
                    <a:pt x="1334770" y="1111250"/>
                    <a:pt x="1230630" y="1167130"/>
                    <a:pt x="1172210" y="1187450"/>
                  </a:cubicBezTo>
                  <a:cubicBezTo>
                    <a:pt x="1135380" y="1200150"/>
                    <a:pt x="1111250" y="1201420"/>
                    <a:pt x="1079500" y="1203960"/>
                  </a:cubicBezTo>
                  <a:cubicBezTo>
                    <a:pt x="1043940" y="1206500"/>
                    <a:pt x="994410" y="1207770"/>
                    <a:pt x="969010" y="1200150"/>
                  </a:cubicBezTo>
                  <a:cubicBezTo>
                    <a:pt x="952500" y="1195070"/>
                    <a:pt x="942340" y="1188720"/>
                    <a:pt x="932180" y="1177290"/>
                  </a:cubicBezTo>
                  <a:cubicBezTo>
                    <a:pt x="920750" y="1163320"/>
                    <a:pt x="909320" y="1139190"/>
                    <a:pt x="908050" y="1118870"/>
                  </a:cubicBezTo>
                  <a:cubicBezTo>
                    <a:pt x="906780" y="1099820"/>
                    <a:pt x="918210" y="1074420"/>
                    <a:pt x="928370" y="1059180"/>
                  </a:cubicBezTo>
                  <a:cubicBezTo>
                    <a:pt x="937260" y="1047750"/>
                    <a:pt x="946150" y="1038860"/>
                    <a:pt x="962660" y="1033780"/>
                  </a:cubicBezTo>
                  <a:cubicBezTo>
                    <a:pt x="994410" y="1023620"/>
                    <a:pt x="1068070" y="1040130"/>
                    <a:pt x="1116330" y="1035050"/>
                  </a:cubicBezTo>
                  <a:cubicBezTo>
                    <a:pt x="1159510" y="1031240"/>
                    <a:pt x="1201420" y="1021080"/>
                    <a:pt x="1238250" y="1010920"/>
                  </a:cubicBezTo>
                  <a:cubicBezTo>
                    <a:pt x="1270000" y="1000760"/>
                    <a:pt x="1287780" y="993140"/>
                    <a:pt x="1324610" y="975360"/>
                  </a:cubicBezTo>
                  <a:cubicBezTo>
                    <a:pt x="1393190" y="942340"/>
                    <a:pt x="1536700" y="862330"/>
                    <a:pt x="1611630" y="808990"/>
                  </a:cubicBezTo>
                  <a:cubicBezTo>
                    <a:pt x="1666240" y="772160"/>
                    <a:pt x="1704340" y="715010"/>
                    <a:pt x="1742440" y="701040"/>
                  </a:cubicBezTo>
                  <a:cubicBezTo>
                    <a:pt x="1765300" y="692150"/>
                    <a:pt x="1786890" y="693420"/>
                    <a:pt x="1805940" y="699770"/>
                  </a:cubicBezTo>
                  <a:cubicBezTo>
                    <a:pt x="1823720" y="706120"/>
                    <a:pt x="1844040" y="723900"/>
                    <a:pt x="1854200" y="740410"/>
                  </a:cubicBezTo>
                  <a:cubicBezTo>
                    <a:pt x="1863090" y="758190"/>
                    <a:pt x="1865630" y="782320"/>
                    <a:pt x="1863090" y="803910"/>
                  </a:cubicBezTo>
                  <a:cubicBezTo>
                    <a:pt x="1859280" y="825500"/>
                    <a:pt x="1847850" y="848360"/>
                    <a:pt x="1831340" y="869950"/>
                  </a:cubicBezTo>
                  <a:cubicBezTo>
                    <a:pt x="1808480" y="896620"/>
                    <a:pt x="1766570" y="923290"/>
                    <a:pt x="1731010" y="946150"/>
                  </a:cubicBezTo>
                  <a:cubicBezTo>
                    <a:pt x="1692910" y="969010"/>
                    <a:pt x="1656080" y="985520"/>
                    <a:pt x="1606550" y="1005840"/>
                  </a:cubicBezTo>
                  <a:cubicBezTo>
                    <a:pt x="1540510" y="1032510"/>
                    <a:pt x="1442720" y="1062990"/>
                    <a:pt x="1361440" y="1083310"/>
                  </a:cubicBezTo>
                  <a:cubicBezTo>
                    <a:pt x="1285240" y="1103630"/>
                    <a:pt x="1197610" y="1120140"/>
                    <a:pt x="1132840" y="1127760"/>
                  </a:cubicBezTo>
                  <a:cubicBezTo>
                    <a:pt x="1085850" y="1132840"/>
                    <a:pt x="1050290" y="1135380"/>
                    <a:pt x="1009650" y="1132840"/>
                  </a:cubicBezTo>
                  <a:cubicBezTo>
                    <a:pt x="970280" y="1129030"/>
                    <a:pt x="929640" y="1121410"/>
                    <a:pt x="892810" y="1109980"/>
                  </a:cubicBezTo>
                  <a:cubicBezTo>
                    <a:pt x="857250" y="1099820"/>
                    <a:pt x="829310" y="1087120"/>
                    <a:pt x="792480" y="1065530"/>
                  </a:cubicBezTo>
                  <a:cubicBezTo>
                    <a:pt x="741680" y="1036320"/>
                    <a:pt x="666750" y="980440"/>
                    <a:pt x="622300" y="944880"/>
                  </a:cubicBezTo>
                  <a:cubicBezTo>
                    <a:pt x="590550" y="919480"/>
                    <a:pt x="571500" y="905510"/>
                    <a:pt x="543560" y="877570"/>
                  </a:cubicBezTo>
                  <a:cubicBezTo>
                    <a:pt x="506730" y="840740"/>
                    <a:pt x="443230" y="769620"/>
                    <a:pt x="421640" y="736600"/>
                  </a:cubicBezTo>
                  <a:cubicBezTo>
                    <a:pt x="410210" y="721360"/>
                    <a:pt x="405130" y="712470"/>
                    <a:pt x="401320" y="698500"/>
                  </a:cubicBezTo>
                  <a:cubicBezTo>
                    <a:pt x="398780" y="685800"/>
                    <a:pt x="398780" y="669290"/>
                    <a:pt x="402590" y="656590"/>
                  </a:cubicBezTo>
                  <a:cubicBezTo>
                    <a:pt x="406400" y="642620"/>
                    <a:pt x="412750" y="628650"/>
                    <a:pt x="422910" y="618490"/>
                  </a:cubicBezTo>
                  <a:cubicBezTo>
                    <a:pt x="431800" y="608330"/>
                    <a:pt x="444500" y="599440"/>
                    <a:pt x="458470" y="595630"/>
                  </a:cubicBezTo>
                  <a:cubicBezTo>
                    <a:pt x="471170" y="590550"/>
                    <a:pt x="486410" y="589280"/>
                    <a:pt x="500380" y="590550"/>
                  </a:cubicBezTo>
                  <a:cubicBezTo>
                    <a:pt x="514350" y="591820"/>
                    <a:pt x="523240" y="595630"/>
                    <a:pt x="539750" y="605790"/>
                  </a:cubicBezTo>
                  <a:cubicBezTo>
                    <a:pt x="582930" y="633730"/>
                    <a:pt x="661670" y="734060"/>
                    <a:pt x="736600" y="796290"/>
                  </a:cubicBezTo>
                  <a:cubicBezTo>
                    <a:pt x="824230" y="866140"/>
                    <a:pt x="994410" y="957580"/>
                    <a:pt x="1036320" y="1000760"/>
                  </a:cubicBezTo>
                  <a:cubicBezTo>
                    <a:pt x="1050290" y="1016000"/>
                    <a:pt x="1054100" y="1023620"/>
                    <a:pt x="1057910" y="1037590"/>
                  </a:cubicBezTo>
                  <a:cubicBezTo>
                    <a:pt x="1062990" y="1055370"/>
                    <a:pt x="1061720" y="1083310"/>
                    <a:pt x="1055370" y="1101090"/>
                  </a:cubicBezTo>
                  <a:cubicBezTo>
                    <a:pt x="1050290" y="1115060"/>
                    <a:pt x="1040130" y="1125220"/>
                    <a:pt x="1029970" y="1134110"/>
                  </a:cubicBezTo>
                  <a:cubicBezTo>
                    <a:pt x="1018540" y="1143000"/>
                    <a:pt x="1007110" y="1150620"/>
                    <a:pt x="990600" y="1151890"/>
                  </a:cubicBezTo>
                  <a:cubicBezTo>
                    <a:pt x="967740" y="1154430"/>
                    <a:pt x="938530" y="1146810"/>
                    <a:pt x="904240" y="1131570"/>
                  </a:cubicBezTo>
                  <a:cubicBezTo>
                    <a:pt x="843280" y="1104900"/>
                    <a:pt x="753110" y="1022350"/>
                    <a:pt x="665480" y="969010"/>
                  </a:cubicBezTo>
                  <a:cubicBezTo>
                    <a:pt x="563880" y="909320"/>
                    <a:pt x="361950" y="848360"/>
                    <a:pt x="328930" y="795020"/>
                  </a:cubicBezTo>
                  <a:cubicBezTo>
                    <a:pt x="316230" y="773430"/>
                    <a:pt x="322580" y="750570"/>
                    <a:pt x="328930" y="731520"/>
                  </a:cubicBezTo>
                  <a:cubicBezTo>
                    <a:pt x="336550" y="713740"/>
                    <a:pt x="354330" y="693420"/>
                    <a:pt x="370840" y="684530"/>
                  </a:cubicBezTo>
                  <a:cubicBezTo>
                    <a:pt x="388620" y="675640"/>
                    <a:pt x="415290" y="673100"/>
                    <a:pt x="434340" y="676910"/>
                  </a:cubicBezTo>
                  <a:cubicBezTo>
                    <a:pt x="453390" y="681990"/>
                    <a:pt x="468630" y="694690"/>
                    <a:pt x="485140" y="713740"/>
                  </a:cubicBezTo>
                  <a:cubicBezTo>
                    <a:pt x="515620" y="746760"/>
                    <a:pt x="538480" y="824230"/>
                    <a:pt x="572770" y="880110"/>
                  </a:cubicBezTo>
                  <a:cubicBezTo>
                    <a:pt x="610870" y="943610"/>
                    <a:pt x="681990" y="1014730"/>
                    <a:pt x="704850" y="1071880"/>
                  </a:cubicBezTo>
                  <a:cubicBezTo>
                    <a:pt x="720090" y="1112520"/>
                    <a:pt x="725170" y="1149350"/>
                    <a:pt x="721360" y="1183640"/>
                  </a:cubicBezTo>
                  <a:cubicBezTo>
                    <a:pt x="717550" y="1215390"/>
                    <a:pt x="701040" y="1245870"/>
                    <a:pt x="684530" y="1272540"/>
                  </a:cubicBezTo>
                  <a:cubicBezTo>
                    <a:pt x="668020" y="1297940"/>
                    <a:pt x="646430" y="1319530"/>
                    <a:pt x="622300" y="1341120"/>
                  </a:cubicBezTo>
                  <a:cubicBezTo>
                    <a:pt x="596900" y="1363980"/>
                    <a:pt x="565150" y="1386840"/>
                    <a:pt x="532130" y="1405890"/>
                  </a:cubicBezTo>
                  <a:cubicBezTo>
                    <a:pt x="497840" y="1427480"/>
                    <a:pt x="457200" y="1450340"/>
                    <a:pt x="417830" y="1459230"/>
                  </a:cubicBezTo>
                  <a:cubicBezTo>
                    <a:pt x="381000" y="1468120"/>
                    <a:pt x="340360" y="1471930"/>
                    <a:pt x="306070" y="1463040"/>
                  </a:cubicBezTo>
                  <a:cubicBezTo>
                    <a:pt x="275590" y="1455420"/>
                    <a:pt x="245110" y="1442720"/>
                    <a:pt x="222250" y="1416050"/>
                  </a:cubicBezTo>
                  <a:cubicBezTo>
                    <a:pt x="193040" y="1381760"/>
                    <a:pt x="160020" y="1311910"/>
                    <a:pt x="161290" y="1261110"/>
                  </a:cubicBezTo>
                  <a:cubicBezTo>
                    <a:pt x="162560" y="1209040"/>
                    <a:pt x="203200" y="1144270"/>
                    <a:pt x="231140" y="1107440"/>
                  </a:cubicBezTo>
                  <a:cubicBezTo>
                    <a:pt x="252730" y="1080770"/>
                    <a:pt x="275590" y="1068070"/>
                    <a:pt x="300990" y="1050290"/>
                  </a:cubicBezTo>
                  <a:cubicBezTo>
                    <a:pt x="328930" y="1031240"/>
                    <a:pt x="360680" y="1013460"/>
                    <a:pt x="393700" y="998220"/>
                  </a:cubicBezTo>
                  <a:cubicBezTo>
                    <a:pt x="427990" y="981710"/>
                    <a:pt x="467360" y="962660"/>
                    <a:pt x="502920" y="958850"/>
                  </a:cubicBezTo>
                  <a:cubicBezTo>
                    <a:pt x="537210" y="956310"/>
                    <a:pt x="577850" y="958850"/>
                    <a:pt x="603250" y="974090"/>
                  </a:cubicBezTo>
                  <a:cubicBezTo>
                    <a:pt x="628650" y="989330"/>
                    <a:pt x="654050" y="1019810"/>
                    <a:pt x="657860" y="1050290"/>
                  </a:cubicBezTo>
                  <a:cubicBezTo>
                    <a:pt x="662940" y="1092200"/>
                    <a:pt x="636270" y="1151890"/>
                    <a:pt x="593090" y="1207770"/>
                  </a:cubicBezTo>
                  <a:cubicBezTo>
                    <a:pt x="513080" y="1309370"/>
                    <a:pt x="208280" y="1508760"/>
                    <a:pt x="135890" y="1545590"/>
                  </a:cubicBezTo>
                  <a:cubicBezTo>
                    <a:pt x="116840" y="1555750"/>
                    <a:pt x="109220" y="1557020"/>
                    <a:pt x="96520" y="1558290"/>
                  </a:cubicBezTo>
                  <a:cubicBezTo>
                    <a:pt x="82550" y="1559560"/>
                    <a:pt x="67310" y="1557020"/>
                    <a:pt x="54610" y="1550670"/>
                  </a:cubicBezTo>
                  <a:cubicBezTo>
                    <a:pt x="41910" y="1545590"/>
                    <a:pt x="29210" y="1535430"/>
                    <a:pt x="20320" y="1525270"/>
                  </a:cubicBezTo>
                  <a:cubicBezTo>
                    <a:pt x="11430" y="1515110"/>
                    <a:pt x="5080" y="1499870"/>
                    <a:pt x="2540" y="1487170"/>
                  </a:cubicBezTo>
                  <a:cubicBezTo>
                    <a:pt x="0" y="1473200"/>
                    <a:pt x="0" y="1457960"/>
                    <a:pt x="5080" y="1443990"/>
                  </a:cubicBezTo>
                  <a:cubicBezTo>
                    <a:pt x="8890" y="1431290"/>
                    <a:pt x="13970" y="1421130"/>
                    <a:pt x="26670" y="1407160"/>
                  </a:cubicBezTo>
                  <a:cubicBezTo>
                    <a:pt x="52070" y="1377950"/>
                    <a:pt x="132080" y="1330960"/>
                    <a:pt x="171450" y="1291590"/>
                  </a:cubicBezTo>
                  <a:cubicBezTo>
                    <a:pt x="204470" y="1258570"/>
                    <a:pt x="228600" y="1230630"/>
                    <a:pt x="251460" y="1191260"/>
                  </a:cubicBezTo>
                  <a:cubicBezTo>
                    <a:pt x="276860" y="1145540"/>
                    <a:pt x="303530" y="1093470"/>
                    <a:pt x="314960" y="1029970"/>
                  </a:cubicBezTo>
                  <a:cubicBezTo>
                    <a:pt x="330200" y="947420"/>
                    <a:pt x="321310" y="848360"/>
                    <a:pt x="312420" y="730250"/>
                  </a:cubicBezTo>
                  <a:cubicBezTo>
                    <a:pt x="300990" y="561340"/>
                    <a:pt x="220980" y="196850"/>
                    <a:pt x="227330" y="113030"/>
                  </a:cubicBezTo>
                  <a:cubicBezTo>
                    <a:pt x="228600" y="91440"/>
                    <a:pt x="232410" y="85090"/>
                    <a:pt x="238760" y="72390"/>
                  </a:cubicBezTo>
                  <a:cubicBezTo>
                    <a:pt x="246380" y="60960"/>
                    <a:pt x="255270" y="49530"/>
                    <a:pt x="269240" y="41910"/>
                  </a:cubicBezTo>
                  <a:cubicBezTo>
                    <a:pt x="284480" y="33020"/>
                    <a:pt x="312420" y="27940"/>
                    <a:pt x="330200" y="30480"/>
                  </a:cubicBezTo>
                  <a:cubicBezTo>
                    <a:pt x="345440" y="31750"/>
                    <a:pt x="358140" y="38100"/>
                    <a:pt x="369570" y="46990"/>
                  </a:cubicBezTo>
                  <a:cubicBezTo>
                    <a:pt x="381000" y="55880"/>
                    <a:pt x="387350" y="62230"/>
                    <a:pt x="396240" y="80010"/>
                  </a:cubicBezTo>
                  <a:cubicBezTo>
                    <a:pt x="421640" y="132080"/>
                    <a:pt x="461010" y="327660"/>
                    <a:pt x="474980" y="408940"/>
                  </a:cubicBezTo>
                  <a:cubicBezTo>
                    <a:pt x="483870" y="458470"/>
                    <a:pt x="491490" y="494030"/>
                    <a:pt x="487680" y="527050"/>
                  </a:cubicBezTo>
                  <a:cubicBezTo>
                    <a:pt x="485140" y="549910"/>
                    <a:pt x="480060" y="571500"/>
                    <a:pt x="467360" y="586740"/>
                  </a:cubicBezTo>
                  <a:cubicBezTo>
                    <a:pt x="454660" y="600710"/>
                    <a:pt x="431800" y="614680"/>
                    <a:pt x="412750" y="617220"/>
                  </a:cubicBezTo>
                  <a:cubicBezTo>
                    <a:pt x="392430" y="619760"/>
                    <a:pt x="367030" y="614680"/>
                    <a:pt x="350520" y="603250"/>
                  </a:cubicBezTo>
                  <a:cubicBezTo>
                    <a:pt x="334010" y="593090"/>
                    <a:pt x="312420" y="554990"/>
                    <a:pt x="313690" y="552450"/>
                  </a:cubicBezTo>
                  <a:cubicBezTo>
                    <a:pt x="314960" y="551180"/>
                    <a:pt x="336550" y="584200"/>
                    <a:pt x="355600" y="588010"/>
                  </a:cubicBezTo>
                  <a:cubicBezTo>
                    <a:pt x="381000" y="595630"/>
                    <a:pt x="435610" y="551180"/>
                    <a:pt x="455930" y="570230"/>
                  </a:cubicBezTo>
                  <a:cubicBezTo>
                    <a:pt x="496570" y="605790"/>
                    <a:pt x="445770" y="847090"/>
                    <a:pt x="431800" y="956310"/>
                  </a:cubicBezTo>
                  <a:cubicBezTo>
                    <a:pt x="420370" y="1038860"/>
                    <a:pt x="427990" y="1144270"/>
                    <a:pt x="387350" y="1168400"/>
                  </a:cubicBezTo>
                  <a:cubicBezTo>
                    <a:pt x="350520" y="1191260"/>
                    <a:pt x="213360" y="1122680"/>
                    <a:pt x="213360" y="1122680"/>
                  </a:cubicBezTo>
                </a:path>
              </a:pathLst>
            </a:custGeom>
            <a:solidFill>
              <a:srgbClr val="A6A6A6">
                <a:alpha val="41961"/>
              </a:srgbClr>
            </a:solidFill>
            <a:ln cap="sq">
              <a:noFill/>
              <a:prstDash val="solid"/>
              <a:miter/>
            </a:ln>
          </p:spPr>
          <p:txBody>
            <a:bodyPr/>
            <a:lstStyle/>
            <a:p>
              <a:endParaRPr lang="en-SG" sz="1088"/>
            </a:p>
          </p:txBody>
        </p:sp>
      </p:grpSp>
      <p:grpSp>
        <p:nvGrpSpPr>
          <p:cNvPr id="234" name="Group 203">
            <a:extLst>
              <a:ext uri="{FF2B5EF4-FFF2-40B4-BE49-F238E27FC236}">
                <a16:creationId xmlns:a16="http://schemas.microsoft.com/office/drawing/2014/main" id="{96390894-3317-DCC5-0721-F7606C7EB32D}"/>
              </a:ext>
            </a:extLst>
          </p:cNvPr>
          <p:cNvGrpSpPr/>
          <p:nvPr/>
        </p:nvGrpSpPr>
        <p:grpSpPr>
          <a:xfrm>
            <a:off x="8755662" y="2871216"/>
            <a:ext cx="358124" cy="374126"/>
            <a:chOff x="0" y="0"/>
            <a:chExt cx="596900" cy="623570"/>
          </a:xfrm>
        </p:grpSpPr>
        <p:sp>
          <p:nvSpPr>
            <p:cNvPr id="235" name="Freeform 204">
              <a:extLst>
                <a:ext uri="{FF2B5EF4-FFF2-40B4-BE49-F238E27FC236}">
                  <a16:creationId xmlns:a16="http://schemas.microsoft.com/office/drawing/2014/main" id="{719A65F2-635B-D486-5E18-7C6D6106B5C0}"/>
                </a:ext>
              </a:extLst>
            </p:cNvPr>
            <p:cNvSpPr/>
            <p:nvPr/>
          </p:nvSpPr>
          <p:spPr>
            <a:xfrm>
              <a:off x="49530" y="46990"/>
              <a:ext cx="506730" cy="533400"/>
            </a:xfrm>
            <a:custGeom>
              <a:avLst/>
              <a:gdLst/>
              <a:ahLst/>
              <a:cxnLst/>
              <a:rect l="l" t="t" r="r" b="b"/>
              <a:pathLst>
                <a:path w="506730" h="533400">
                  <a:moveTo>
                    <a:pt x="458470" y="314960"/>
                  </a:moveTo>
                  <a:cubicBezTo>
                    <a:pt x="346710" y="316230"/>
                    <a:pt x="283210" y="303530"/>
                    <a:pt x="237490" y="287020"/>
                  </a:cubicBezTo>
                  <a:cubicBezTo>
                    <a:pt x="195580" y="273050"/>
                    <a:pt x="156210" y="251460"/>
                    <a:pt x="123190" y="231140"/>
                  </a:cubicBezTo>
                  <a:cubicBezTo>
                    <a:pt x="93980" y="214630"/>
                    <a:pt x="64770" y="195580"/>
                    <a:pt x="45720" y="177800"/>
                  </a:cubicBezTo>
                  <a:cubicBezTo>
                    <a:pt x="31750" y="165100"/>
                    <a:pt x="21590" y="152400"/>
                    <a:pt x="13970" y="138430"/>
                  </a:cubicBezTo>
                  <a:cubicBezTo>
                    <a:pt x="7620" y="125730"/>
                    <a:pt x="2540" y="111760"/>
                    <a:pt x="1270" y="97790"/>
                  </a:cubicBezTo>
                  <a:cubicBezTo>
                    <a:pt x="0" y="83820"/>
                    <a:pt x="2540" y="68580"/>
                    <a:pt x="8890" y="55880"/>
                  </a:cubicBezTo>
                  <a:cubicBezTo>
                    <a:pt x="13970" y="43180"/>
                    <a:pt x="24130" y="30480"/>
                    <a:pt x="34290" y="21590"/>
                  </a:cubicBezTo>
                  <a:cubicBezTo>
                    <a:pt x="45720" y="13970"/>
                    <a:pt x="58420" y="6350"/>
                    <a:pt x="73660" y="3810"/>
                  </a:cubicBezTo>
                  <a:cubicBezTo>
                    <a:pt x="91440" y="1270"/>
                    <a:pt x="110490" y="2540"/>
                    <a:pt x="135890" y="15240"/>
                  </a:cubicBezTo>
                  <a:cubicBezTo>
                    <a:pt x="191770" y="43180"/>
                    <a:pt x="306070" y="162560"/>
                    <a:pt x="368300" y="237490"/>
                  </a:cubicBezTo>
                  <a:cubicBezTo>
                    <a:pt x="421640" y="299720"/>
                    <a:pt x="506730" y="377190"/>
                    <a:pt x="496570" y="426720"/>
                  </a:cubicBezTo>
                  <a:cubicBezTo>
                    <a:pt x="487680" y="469900"/>
                    <a:pt x="389890" y="533400"/>
                    <a:pt x="347980" y="525780"/>
                  </a:cubicBezTo>
                  <a:cubicBezTo>
                    <a:pt x="304800" y="515620"/>
                    <a:pt x="287020" y="417830"/>
                    <a:pt x="241300" y="361950"/>
                  </a:cubicBezTo>
                  <a:cubicBezTo>
                    <a:pt x="182880" y="289560"/>
                    <a:pt x="43180" y="193040"/>
                    <a:pt x="13970" y="138430"/>
                  </a:cubicBezTo>
                  <a:cubicBezTo>
                    <a:pt x="1270" y="113030"/>
                    <a:pt x="0" y="93980"/>
                    <a:pt x="2540" y="76200"/>
                  </a:cubicBezTo>
                  <a:cubicBezTo>
                    <a:pt x="3810" y="60960"/>
                    <a:pt x="11430" y="48260"/>
                    <a:pt x="19050" y="36830"/>
                  </a:cubicBezTo>
                  <a:cubicBezTo>
                    <a:pt x="27940" y="26670"/>
                    <a:pt x="39370" y="16510"/>
                    <a:pt x="53340" y="10160"/>
                  </a:cubicBezTo>
                  <a:cubicBezTo>
                    <a:pt x="69850" y="3810"/>
                    <a:pt x="91440" y="0"/>
                    <a:pt x="115570" y="6350"/>
                  </a:cubicBezTo>
                  <a:cubicBezTo>
                    <a:pt x="153670" y="16510"/>
                    <a:pt x="204470" y="73660"/>
                    <a:pt x="250190" y="96520"/>
                  </a:cubicBezTo>
                  <a:cubicBezTo>
                    <a:pt x="292100" y="118110"/>
                    <a:pt x="340360" y="137160"/>
                    <a:pt x="377190" y="142240"/>
                  </a:cubicBezTo>
                  <a:cubicBezTo>
                    <a:pt x="403860" y="146050"/>
                    <a:pt x="433070" y="123190"/>
                    <a:pt x="448310" y="135890"/>
                  </a:cubicBezTo>
                  <a:cubicBezTo>
                    <a:pt x="472440" y="157480"/>
                    <a:pt x="458470" y="314960"/>
                    <a:pt x="458470" y="314960"/>
                  </a:cubicBezTo>
                </a:path>
              </a:pathLst>
            </a:custGeom>
            <a:solidFill>
              <a:srgbClr val="A6A6A6">
                <a:alpha val="41961"/>
              </a:srgbClr>
            </a:solidFill>
            <a:ln cap="sq">
              <a:noFill/>
              <a:prstDash val="solid"/>
              <a:miter/>
            </a:ln>
          </p:spPr>
          <p:txBody>
            <a:bodyPr/>
            <a:lstStyle/>
            <a:p>
              <a:endParaRPr lang="en-SG" sz="1088"/>
            </a:p>
          </p:txBody>
        </p:sp>
      </p:grpSp>
      <p:grpSp>
        <p:nvGrpSpPr>
          <p:cNvPr id="236" name="Group 205">
            <a:extLst>
              <a:ext uri="{FF2B5EF4-FFF2-40B4-BE49-F238E27FC236}">
                <a16:creationId xmlns:a16="http://schemas.microsoft.com/office/drawing/2014/main" id="{08DEAEC8-D98E-8686-F915-64F05C9CF576}"/>
              </a:ext>
            </a:extLst>
          </p:cNvPr>
          <p:cNvGrpSpPr/>
          <p:nvPr/>
        </p:nvGrpSpPr>
        <p:grpSpPr>
          <a:xfrm>
            <a:off x="7539564" y="2726442"/>
            <a:ext cx="864070" cy="1316678"/>
            <a:chOff x="0" y="0"/>
            <a:chExt cx="1440180" cy="2194560"/>
          </a:xfrm>
        </p:grpSpPr>
        <p:sp>
          <p:nvSpPr>
            <p:cNvPr id="237" name="Freeform 206">
              <a:extLst>
                <a:ext uri="{FF2B5EF4-FFF2-40B4-BE49-F238E27FC236}">
                  <a16:creationId xmlns:a16="http://schemas.microsoft.com/office/drawing/2014/main" id="{0905E692-EEF0-D65F-87AF-B3773F33B837}"/>
                </a:ext>
              </a:extLst>
            </p:cNvPr>
            <p:cNvSpPr/>
            <p:nvPr/>
          </p:nvSpPr>
          <p:spPr>
            <a:xfrm>
              <a:off x="50800" y="39370"/>
              <a:ext cx="1341120" cy="2103120"/>
            </a:xfrm>
            <a:custGeom>
              <a:avLst/>
              <a:gdLst/>
              <a:ahLst/>
              <a:cxnLst/>
              <a:rect l="l" t="t" r="r" b="b"/>
              <a:pathLst>
                <a:path w="1341120" h="2103120">
                  <a:moveTo>
                    <a:pt x="0" y="1797050"/>
                  </a:moveTo>
                  <a:cubicBezTo>
                    <a:pt x="0" y="1795780"/>
                    <a:pt x="1270" y="1789430"/>
                    <a:pt x="2540" y="1785620"/>
                  </a:cubicBezTo>
                  <a:cubicBezTo>
                    <a:pt x="2540" y="1783080"/>
                    <a:pt x="3810" y="1775460"/>
                    <a:pt x="3810" y="1775460"/>
                  </a:cubicBezTo>
                  <a:cubicBezTo>
                    <a:pt x="3810" y="1775460"/>
                    <a:pt x="7620" y="1769110"/>
                    <a:pt x="8890" y="1765300"/>
                  </a:cubicBezTo>
                  <a:cubicBezTo>
                    <a:pt x="10160" y="1762760"/>
                    <a:pt x="12700" y="1756410"/>
                    <a:pt x="12700" y="1756410"/>
                  </a:cubicBezTo>
                  <a:cubicBezTo>
                    <a:pt x="12700" y="1756410"/>
                    <a:pt x="17780" y="1750060"/>
                    <a:pt x="20320" y="1747520"/>
                  </a:cubicBezTo>
                  <a:cubicBezTo>
                    <a:pt x="21590" y="1744980"/>
                    <a:pt x="26670" y="1739900"/>
                    <a:pt x="26670" y="1739900"/>
                  </a:cubicBezTo>
                  <a:cubicBezTo>
                    <a:pt x="26670" y="1739900"/>
                    <a:pt x="33020" y="1734820"/>
                    <a:pt x="35560" y="1733550"/>
                  </a:cubicBezTo>
                  <a:cubicBezTo>
                    <a:pt x="38100" y="1731010"/>
                    <a:pt x="43180" y="1727200"/>
                    <a:pt x="44450" y="1725930"/>
                  </a:cubicBezTo>
                  <a:cubicBezTo>
                    <a:pt x="44450" y="1725930"/>
                    <a:pt x="50800" y="1723390"/>
                    <a:pt x="53340" y="1722120"/>
                  </a:cubicBezTo>
                  <a:cubicBezTo>
                    <a:pt x="57150" y="1720850"/>
                    <a:pt x="63500" y="1718310"/>
                    <a:pt x="63500" y="1718310"/>
                  </a:cubicBezTo>
                  <a:cubicBezTo>
                    <a:pt x="63500" y="1718310"/>
                    <a:pt x="71120" y="1717040"/>
                    <a:pt x="73660" y="1715770"/>
                  </a:cubicBezTo>
                  <a:cubicBezTo>
                    <a:pt x="77470" y="1715770"/>
                    <a:pt x="85090" y="1714500"/>
                    <a:pt x="85090" y="1714500"/>
                  </a:cubicBezTo>
                  <a:cubicBezTo>
                    <a:pt x="85090" y="1714500"/>
                    <a:pt x="99060" y="1720850"/>
                    <a:pt x="106680" y="1719580"/>
                  </a:cubicBezTo>
                  <a:cubicBezTo>
                    <a:pt x="118110" y="1719580"/>
                    <a:pt x="129540" y="1710690"/>
                    <a:pt x="146050" y="1706880"/>
                  </a:cubicBezTo>
                  <a:cubicBezTo>
                    <a:pt x="171450" y="1701800"/>
                    <a:pt x="212090" y="1700530"/>
                    <a:pt x="248920" y="1692910"/>
                  </a:cubicBezTo>
                  <a:cubicBezTo>
                    <a:pt x="289560" y="1684020"/>
                    <a:pt x="337820" y="1672590"/>
                    <a:pt x="379730" y="1656080"/>
                  </a:cubicBezTo>
                  <a:cubicBezTo>
                    <a:pt x="422910" y="1639570"/>
                    <a:pt x="464820" y="1617980"/>
                    <a:pt x="502920" y="1593850"/>
                  </a:cubicBezTo>
                  <a:cubicBezTo>
                    <a:pt x="538480" y="1570990"/>
                    <a:pt x="571500" y="1543050"/>
                    <a:pt x="603250" y="1513840"/>
                  </a:cubicBezTo>
                  <a:cubicBezTo>
                    <a:pt x="636270" y="1482090"/>
                    <a:pt x="670560" y="1441450"/>
                    <a:pt x="695960" y="1408430"/>
                  </a:cubicBezTo>
                  <a:cubicBezTo>
                    <a:pt x="716280" y="1383030"/>
                    <a:pt x="728980" y="1360170"/>
                    <a:pt x="744220" y="1333500"/>
                  </a:cubicBezTo>
                  <a:cubicBezTo>
                    <a:pt x="762000" y="1306830"/>
                    <a:pt x="778510" y="1276350"/>
                    <a:pt x="793750" y="1245870"/>
                  </a:cubicBezTo>
                  <a:cubicBezTo>
                    <a:pt x="810260" y="1214120"/>
                    <a:pt x="824230" y="1184910"/>
                    <a:pt x="839470" y="1146810"/>
                  </a:cubicBezTo>
                  <a:cubicBezTo>
                    <a:pt x="861060" y="1097280"/>
                    <a:pt x="897890" y="1013460"/>
                    <a:pt x="905510" y="974090"/>
                  </a:cubicBezTo>
                  <a:cubicBezTo>
                    <a:pt x="910590" y="955040"/>
                    <a:pt x="908050" y="946150"/>
                    <a:pt x="908050" y="929640"/>
                  </a:cubicBezTo>
                  <a:cubicBezTo>
                    <a:pt x="908050" y="906780"/>
                    <a:pt x="906780" y="876300"/>
                    <a:pt x="904240" y="848360"/>
                  </a:cubicBezTo>
                  <a:cubicBezTo>
                    <a:pt x="902970" y="816610"/>
                    <a:pt x="909320" y="768350"/>
                    <a:pt x="897890" y="749300"/>
                  </a:cubicBezTo>
                  <a:cubicBezTo>
                    <a:pt x="891540" y="737870"/>
                    <a:pt x="876300" y="739140"/>
                    <a:pt x="867410" y="731520"/>
                  </a:cubicBezTo>
                  <a:cubicBezTo>
                    <a:pt x="858520" y="722630"/>
                    <a:pt x="854710" y="704850"/>
                    <a:pt x="844550" y="699770"/>
                  </a:cubicBezTo>
                  <a:cubicBezTo>
                    <a:pt x="833120" y="695960"/>
                    <a:pt x="820420" y="707390"/>
                    <a:pt x="806450" y="702310"/>
                  </a:cubicBezTo>
                  <a:cubicBezTo>
                    <a:pt x="777240" y="692150"/>
                    <a:pt x="715010" y="643890"/>
                    <a:pt x="693420" y="601980"/>
                  </a:cubicBezTo>
                  <a:cubicBezTo>
                    <a:pt x="670560" y="561340"/>
                    <a:pt x="666750" y="504190"/>
                    <a:pt x="670560" y="455930"/>
                  </a:cubicBezTo>
                  <a:cubicBezTo>
                    <a:pt x="674370" y="407670"/>
                    <a:pt x="693420" y="356870"/>
                    <a:pt x="717550" y="312420"/>
                  </a:cubicBezTo>
                  <a:cubicBezTo>
                    <a:pt x="742950" y="265430"/>
                    <a:pt x="778510" y="209550"/>
                    <a:pt x="824230" y="184150"/>
                  </a:cubicBezTo>
                  <a:cubicBezTo>
                    <a:pt x="869950" y="157480"/>
                    <a:pt x="951230" y="138430"/>
                    <a:pt x="993140" y="157480"/>
                  </a:cubicBezTo>
                  <a:cubicBezTo>
                    <a:pt x="1032510" y="175260"/>
                    <a:pt x="1066800" y="287020"/>
                    <a:pt x="1073150" y="284480"/>
                  </a:cubicBezTo>
                  <a:cubicBezTo>
                    <a:pt x="1076960" y="284480"/>
                    <a:pt x="1073150" y="273050"/>
                    <a:pt x="1074420" y="265430"/>
                  </a:cubicBezTo>
                  <a:cubicBezTo>
                    <a:pt x="1075690" y="248920"/>
                    <a:pt x="1087120" y="218440"/>
                    <a:pt x="1087120" y="195580"/>
                  </a:cubicBezTo>
                  <a:cubicBezTo>
                    <a:pt x="1087120" y="173990"/>
                    <a:pt x="1070610" y="137160"/>
                    <a:pt x="1076960" y="133350"/>
                  </a:cubicBezTo>
                  <a:cubicBezTo>
                    <a:pt x="1080770" y="129540"/>
                    <a:pt x="1092200" y="144780"/>
                    <a:pt x="1098550" y="143510"/>
                  </a:cubicBezTo>
                  <a:cubicBezTo>
                    <a:pt x="1106170" y="142240"/>
                    <a:pt x="1116330" y="133350"/>
                    <a:pt x="1117600" y="124460"/>
                  </a:cubicBezTo>
                  <a:cubicBezTo>
                    <a:pt x="1118870" y="104140"/>
                    <a:pt x="1036320" y="43180"/>
                    <a:pt x="1045210" y="24130"/>
                  </a:cubicBezTo>
                  <a:cubicBezTo>
                    <a:pt x="1054100" y="3810"/>
                    <a:pt x="1160780" y="0"/>
                    <a:pt x="1183640" y="11430"/>
                  </a:cubicBezTo>
                  <a:cubicBezTo>
                    <a:pt x="1195070" y="16510"/>
                    <a:pt x="1196340" y="36830"/>
                    <a:pt x="1201420" y="38100"/>
                  </a:cubicBezTo>
                  <a:cubicBezTo>
                    <a:pt x="1203960" y="38100"/>
                    <a:pt x="1203960" y="31750"/>
                    <a:pt x="1207770" y="30480"/>
                  </a:cubicBezTo>
                  <a:cubicBezTo>
                    <a:pt x="1220470" y="30480"/>
                    <a:pt x="1281430" y="77470"/>
                    <a:pt x="1299210" y="111760"/>
                  </a:cubicBezTo>
                  <a:cubicBezTo>
                    <a:pt x="1319530" y="146050"/>
                    <a:pt x="1313180" y="199390"/>
                    <a:pt x="1319530" y="238760"/>
                  </a:cubicBezTo>
                  <a:cubicBezTo>
                    <a:pt x="1324610" y="270510"/>
                    <a:pt x="1329690" y="294640"/>
                    <a:pt x="1332230" y="327660"/>
                  </a:cubicBezTo>
                  <a:cubicBezTo>
                    <a:pt x="1336040" y="368300"/>
                    <a:pt x="1341120" y="422910"/>
                    <a:pt x="1337310" y="463550"/>
                  </a:cubicBezTo>
                  <a:cubicBezTo>
                    <a:pt x="1333500" y="497840"/>
                    <a:pt x="1318260" y="549910"/>
                    <a:pt x="1314450" y="558800"/>
                  </a:cubicBezTo>
                  <a:cubicBezTo>
                    <a:pt x="1314450" y="561340"/>
                    <a:pt x="1313180" y="560070"/>
                    <a:pt x="1313180" y="562610"/>
                  </a:cubicBezTo>
                  <a:cubicBezTo>
                    <a:pt x="1311910" y="566420"/>
                    <a:pt x="1318260" y="579120"/>
                    <a:pt x="1315720" y="593090"/>
                  </a:cubicBezTo>
                  <a:cubicBezTo>
                    <a:pt x="1310640" y="622300"/>
                    <a:pt x="1270000" y="701040"/>
                    <a:pt x="1245870" y="726440"/>
                  </a:cubicBezTo>
                  <a:cubicBezTo>
                    <a:pt x="1233170" y="740410"/>
                    <a:pt x="1214120" y="736600"/>
                    <a:pt x="1205230" y="751840"/>
                  </a:cubicBezTo>
                  <a:cubicBezTo>
                    <a:pt x="1191260" y="779780"/>
                    <a:pt x="1211580" y="853440"/>
                    <a:pt x="1207770" y="895350"/>
                  </a:cubicBezTo>
                  <a:cubicBezTo>
                    <a:pt x="1205230" y="929640"/>
                    <a:pt x="1197610" y="969010"/>
                    <a:pt x="1193800" y="988060"/>
                  </a:cubicBezTo>
                  <a:cubicBezTo>
                    <a:pt x="1192530" y="995680"/>
                    <a:pt x="1191260" y="996950"/>
                    <a:pt x="1188720" y="1005840"/>
                  </a:cubicBezTo>
                  <a:cubicBezTo>
                    <a:pt x="1184910" y="1027430"/>
                    <a:pt x="1182370" y="1082040"/>
                    <a:pt x="1173480" y="1122680"/>
                  </a:cubicBezTo>
                  <a:cubicBezTo>
                    <a:pt x="1164590" y="1168400"/>
                    <a:pt x="1151890" y="1217930"/>
                    <a:pt x="1136650" y="1264920"/>
                  </a:cubicBezTo>
                  <a:cubicBezTo>
                    <a:pt x="1121410" y="1311910"/>
                    <a:pt x="1103630" y="1358900"/>
                    <a:pt x="1083310" y="1405890"/>
                  </a:cubicBezTo>
                  <a:cubicBezTo>
                    <a:pt x="1062990" y="1451610"/>
                    <a:pt x="1040130" y="1498600"/>
                    <a:pt x="1018540" y="1543050"/>
                  </a:cubicBezTo>
                  <a:cubicBezTo>
                    <a:pt x="996950" y="1584960"/>
                    <a:pt x="975360" y="1626870"/>
                    <a:pt x="953770" y="1664970"/>
                  </a:cubicBezTo>
                  <a:cubicBezTo>
                    <a:pt x="933450" y="1700530"/>
                    <a:pt x="911860" y="1733550"/>
                    <a:pt x="891540" y="1766570"/>
                  </a:cubicBezTo>
                  <a:cubicBezTo>
                    <a:pt x="872490" y="1795780"/>
                    <a:pt x="855980" y="1819910"/>
                    <a:pt x="834390" y="1850390"/>
                  </a:cubicBezTo>
                  <a:cubicBezTo>
                    <a:pt x="806450" y="1888490"/>
                    <a:pt x="767080" y="1936750"/>
                    <a:pt x="736600" y="1974850"/>
                  </a:cubicBezTo>
                  <a:cubicBezTo>
                    <a:pt x="711200" y="2009140"/>
                    <a:pt x="681990" y="2045970"/>
                    <a:pt x="664210" y="2070100"/>
                  </a:cubicBezTo>
                  <a:cubicBezTo>
                    <a:pt x="652780" y="2084070"/>
                    <a:pt x="638810" y="2103120"/>
                    <a:pt x="636270" y="2103120"/>
                  </a:cubicBezTo>
                  <a:cubicBezTo>
                    <a:pt x="629920" y="2098040"/>
                    <a:pt x="504190" y="1997710"/>
                    <a:pt x="497840" y="1992630"/>
                  </a:cubicBezTo>
                  <a:cubicBezTo>
                    <a:pt x="497840" y="1990090"/>
                    <a:pt x="513080" y="1973580"/>
                    <a:pt x="524510" y="1958340"/>
                  </a:cubicBezTo>
                  <a:cubicBezTo>
                    <a:pt x="543560" y="1935480"/>
                    <a:pt x="579120" y="1888490"/>
                    <a:pt x="598170" y="1864360"/>
                  </a:cubicBezTo>
                  <a:cubicBezTo>
                    <a:pt x="609600" y="1849120"/>
                    <a:pt x="628650" y="1830070"/>
                    <a:pt x="627380" y="1827530"/>
                  </a:cubicBezTo>
                  <a:cubicBezTo>
                    <a:pt x="624840" y="1826260"/>
                    <a:pt x="607060" y="1841500"/>
                    <a:pt x="591820" y="1849120"/>
                  </a:cubicBezTo>
                  <a:cubicBezTo>
                    <a:pt x="566420" y="1863090"/>
                    <a:pt x="520700" y="1887220"/>
                    <a:pt x="485140" y="1899920"/>
                  </a:cubicBezTo>
                  <a:cubicBezTo>
                    <a:pt x="450850" y="1911350"/>
                    <a:pt x="421640" y="1918970"/>
                    <a:pt x="383540" y="1922780"/>
                  </a:cubicBezTo>
                  <a:cubicBezTo>
                    <a:pt x="336550" y="1927860"/>
                    <a:pt x="271780" y="1929130"/>
                    <a:pt x="220980" y="1922780"/>
                  </a:cubicBezTo>
                  <a:cubicBezTo>
                    <a:pt x="175260" y="1917700"/>
                    <a:pt x="92710" y="1892300"/>
                    <a:pt x="92710" y="1892300"/>
                  </a:cubicBezTo>
                  <a:cubicBezTo>
                    <a:pt x="91440" y="1892300"/>
                    <a:pt x="85090" y="1892300"/>
                    <a:pt x="81280" y="1891030"/>
                  </a:cubicBezTo>
                  <a:cubicBezTo>
                    <a:pt x="77470" y="1891030"/>
                    <a:pt x="71120" y="1891030"/>
                    <a:pt x="71120" y="1891030"/>
                  </a:cubicBezTo>
                  <a:cubicBezTo>
                    <a:pt x="71120" y="1891030"/>
                    <a:pt x="63500" y="1888490"/>
                    <a:pt x="60960" y="1887220"/>
                  </a:cubicBezTo>
                  <a:cubicBezTo>
                    <a:pt x="57150" y="1885950"/>
                    <a:pt x="50800" y="1883410"/>
                    <a:pt x="50800" y="1883410"/>
                  </a:cubicBezTo>
                  <a:cubicBezTo>
                    <a:pt x="50800" y="1883410"/>
                    <a:pt x="44450" y="1879600"/>
                    <a:pt x="41910" y="1878330"/>
                  </a:cubicBezTo>
                  <a:cubicBezTo>
                    <a:pt x="38100" y="1875790"/>
                    <a:pt x="33020" y="1871980"/>
                    <a:pt x="31750" y="1871980"/>
                  </a:cubicBezTo>
                  <a:cubicBezTo>
                    <a:pt x="31750" y="1871980"/>
                    <a:pt x="27940" y="1866900"/>
                    <a:pt x="25400" y="1864360"/>
                  </a:cubicBezTo>
                  <a:cubicBezTo>
                    <a:pt x="22860" y="1861820"/>
                    <a:pt x="17780" y="1856740"/>
                    <a:pt x="17780" y="1856740"/>
                  </a:cubicBezTo>
                  <a:cubicBezTo>
                    <a:pt x="17780" y="1856740"/>
                    <a:pt x="13970" y="1850390"/>
                    <a:pt x="11430" y="1847850"/>
                  </a:cubicBezTo>
                  <a:cubicBezTo>
                    <a:pt x="10160" y="1844040"/>
                    <a:pt x="6350" y="1838960"/>
                    <a:pt x="6350" y="1838960"/>
                  </a:cubicBezTo>
                  <a:cubicBezTo>
                    <a:pt x="6350" y="1837690"/>
                    <a:pt x="5080" y="1831340"/>
                    <a:pt x="3810" y="1828800"/>
                  </a:cubicBezTo>
                  <a:cubicBezTo>
                    <a:pt x="2540" y="1824990"/>
                    <a:pt x="1270" y="1818640"/>
                    <a:pt x="1270" y="1817370"/>
                  </a:cubicBezTo>
                  <a:cubicBezTo>
                    <a:pt x="1270" y="1817370"/>
                    <a:pt x="0" y="1811020"/>
                    <a:pt x="0" y="1807210"/>
                  </a:cubicBezTo>
                  <a:cubicBezTo>
                    <a:pt x="0" y="1803400"/>
                    <a:pt x="0" y="1797050"/>
                    <a:pt x="0" y="1797050"/>
                  </a:cubicBezTo>
                  <a:moveTo>
                    <a:pt x="886460" y="302260"/>
                  </a:moveTo>
                  <a:cubicBezTo>
                    <a:pt x="895350" y="294640"/>
                    <a:pt x="891540" y="283210"/>
                    <a:pt x="890270" y="283210"/>
                  </a:cubicBezTo>
                  <a:cubicBezTo>
                    <a:pt x="889000" y="283210"/>
                    <a:pt x="886460" y="302260"/>
                    <a:pt x="886460" y="302260"/>
                  </a:cubicBezTo>
                </a:path>
              </a:pathLst>
            </a:custGeom>
            <a:solidFill>
              <a:srgbClr val="A6A6A6">
                <a:alpha val="41961"/>
              </a:srgbClr>
            </a:solidFill>
            <a:ln cap="sq">
              <a:noFill/>
              <a:prstDash val="solid"/>
              <a:miter/>
            </a:ln>
          </p:spPr>
          <p:txBody>
            <a:bodyPr/>
            <a:lstStyle/>
            <a:p>
              <a:endParaRPr lang="en-SG" sz="1088"/>
            </a:p>
          </p:txBody>
        </p:sp>
      </p:grpSp>
      <p:grpSp>
        <p:nvGrpSpPr>
          <p:cNvPr id="238" name="Group 207">
            <a:extLst>
              <a:ext uri="{FF2B5EF4-FFF2-40B4-BE49-F238E27FC236}">
                <a16:creationId xmlns:a16="http://schemas.microsoft.com/office/drawing/2014/main" id="{ECAA05C7-D48A-DA05-2526-2249A52D077C}"/>
              </a:ext>
            </a:extLst>
          </p:cNvPr>
          <p:cNvGrpSpPr/>
          <p:nvPr/>
        </p:nvGrpSpPr>
        <p:grpSpPr>
          <a:xfrm>
            <a:off x="8194093" y="2839978"/>
            <a:ext cx="937980" cy="894549"/>
            <a:chOff x="0" y="0"/>
            <a:chExt cx="1563370" cy="1490980"/>
          </a:xfrm>
        </p:grpSpPr>
        <p:sp>
          <p:nvSpPr>
            <p:cNvPr id="239" name="Freeform 208">
              <a:extLst>
                <a:ext uri="{FF2B5EF4-FFF2-40B4-BE49-F238E27FC236}">
                  <a16:creationId xmlns:a16="http://schemas.microsoft.com/office/drawing/2014/main" id="{4646EC55-D070-8C1A-08EE-210464B2065F}"/>
                </a:ext>
              </a:extLst>
            </p:cNvPr>
            <p:cNvSpPr/>
            <p:nvPr/>
          </p:nvSpPr>
          <p:spPr>
            <a:xfrm>
              <a:off x="48260" y="15240"/>
              <a:ext cx="1502410" cy="1432560"/>
            </a:xfrm>
            <a:custGeom>
              <a:avLst/>
              <a:gdLst/>
              <a:ahLst/>
              <a:cxnLst/>
              <a:rect l="l" t="t" r="r" b="b"/>
              <a:pathLst>
                <a:path w="1502410" h="1432560">
                  <a:moveTo>
                    <a:pt x="121920" y="1163320"/>
                  </a:moveTo>
                  <a:cubicBezTo>
                    <a:pt x="243840" y="1253490"/>
                    <a:pt x="304800" y="1253490"/>
                    <a:pt x="359410" y="1245870"/>
                  </a:cubicBezTo>
                  <a:cubicBezTo>
                    <a:pt x="424180" y="1238250"/>
                    <a:pt x="505460" y="1202690"/>
                    <a:pt x="562610" y="1177290"/>
                  </a:cubicBezTo>
                  <a:cubicBezTo>
                    <a:pt x="608330" y="1156970"/>
                    <a:pt x="679450" y="1113790"/>
                    <a:pt x="680720" y="1115060"/>
                  </a:cubicBezTo>
                  <a:cubicBezTo>
                    <a:pt x="680720" y="1115060"/>
                    <a:pt x="615950" y="1169670"/>
                    <a:pt x="576580" y="1174750"/>
                  </a:cubicBezTo>
                  <a:cubicBezTo>
                    <a:pt x="530860" y="1182370"/>
                    <a:pt x="472440" y="1156970"/>
                    <a:pt x="422910" y="1140460"/>
                  </a:cubicBezTo>
                  <a:cubicBezTo>
                    <a:pt x="375920" y="1125220"/>
                    <a:pt x="323850" y="1106170"/>
                    <a:pt x="285750" y="1078230"/>
                  </a:cubicBezTo>
                  <a:cubicBezTo>
                    <a:pt x="250190" y="1054100"/>
                    <a:pt x="223520" y="1021080"/>
                    <a:pt x="198120" y="986790"/>
                  </a:cubicBezTo>
                  <a:cubicBezTo>
                    <a:pt x="171450" y="951230"/>
                    <a:pt x="139700" y="899160"/>
                    <a:pt x="130810" y="868680"/>
                  </a:cubicBezTo>
                  <a:cubicBezTo>
                    <a:pt x="125730" y="852170"/>
                    <a:pt x="124460" y="840740"/>
                    <a:pt x="127000" y="826770"/>
                  </a:cubicBezTo>
                  <a:cubicBezTo>
                    <a:pt x="129540" y="812800"/>
                    <a:pt x="134620" y="798830"/>
                    <a:pt x="143510" y="787400"/>
                  </a:cubicBezTo>
                  <a:cubicBezTo>
                    <a:pt x="156210" y="773430"/>
                    <a:pt x="177800" y="758190"/>
                    <a:pt x="198120" y="754380"/>
                  </a:cubicBezTo>
                  <a:cubicBezTo>
                    <a:pt x="217170" y="750570"/>
                    <a:pt x="243840" y="756920"/>
                    <a:pt x="260350" y="764540"/>
                  </a:cubicBezTo>
                  <a:cubicBezTo>
                    <a:pt x="273050" y="770890"/>
                    <a:pt x="285750" y="779780"/>
                    <a:pt x="290830" y="793750"/>
                  </a:cubicBezTo>
                  <a:cubicBezTo>
                    <a:pt x="297180" y="815340"/>
                    <a:pt x="267970" y="852170"/>
                    <a:pt x="275590" y="890270"/>
                  </a:cubicBezTo>
                  <a:cubicBezTo>
                    <a:pt x="287020" y="953770"/>
                    <a:pt x="377190" y="1070610"/>
                    <a:pt x="420370" y="1129030"/>
                  </a:cubicBezTo>
                  <a:cubicBezTo>
                    <a:pt x="447040" y="1164590"/>
                    <a:pt x="467360" y="1192530"/>
                    <a:pt x="495300" y="1211580"/>
                  </a:cubicBezTo>
                  <a:cubicBezTo>
                    <a:pt x="520700" y="1229360"/>
                    <a:pt x="548640" y="1238250"/>
                    <a:pt x="579120" y="1243330"/>
                  </a:cubicBezTo>
                  <a:cubicBezTo>
                    <a:pt x="614680" y="1249680"/>
                    <a:pt x="650240" y="1248410"/>
                    <a:pt x="695960" y="1242060"/>
                  </a:cubicBezTo>
                  <a:cubicBezTo>
                    <a:pt x="765810" y="1230630"/>
                    <a:pt x="891540" y="1186180"/>
                    <a:pt x="953770" y="1164590"/>
                  </a:cubicBezTo>
                  <a:cubicBezTo>
                    <a:pt x="989330" y="1151890"/>
                    <a:pt x="1005840" y="1145540"/>
                    <a:pt x="1035050" y="1129030"/>
                  </a:cubicBezTo>
                  <a:cubicBezTo>
                    <a:pt x="1074420" y="1107440"/>
                    <a:pt x="1127760" y="1071880"/>
                    <a:pt x="1159510" y="1037590"/>
                  </a:cubicBezTo>
                  <a:cubicBezTo>
                    <a:pt x="1188720" y="1005840"/>
                    <a:pt x="1206500" y="977900"/>
                    <a:pt x="1224280" y="932180"/>
                  </a:cubicBezTo>
                  <a:cubicBezTo>
                    <a:pt x="1249680" y="863600"/>
                    <a:pt x="1267460" y="746760"/>
                    <a:pt x="1276350" y="656590"/>
                  </a:cubicBezTo>
                  <a:cubicBezTo>
                    <a:pt x="1285240" y="572770"/>
                    <a:pt x="1282700" y="502920"/>
                    <a:pt x="1281430" y="412750"/>
                  </a:cubicBezTo>
                  <a:cubicBezTo>
                    <a:pt x="1280160" y="302260"/>
                    <a:pt x="1215390" y="93980"/>
                    <a:pt x="1263650" y="41910"/>
                  </a:cubicBezTo>
                  <a:cubicBezTo>
                    <a:pt x="1296670" y="5080"/>
                    <a:pt x="1402080" y="0"/>
                    <a:pt x="1441450" y="35560"/>
                  </a:cubicBezTo>
                  <a:cubicBezTo>
                    <a:pt x="1502410" y="91440"/>
                    <a:pt x="1465580" y="356870"/>
                    <a:pt x="1463040" y="491490"/>
                  </a:cubicBezTo>
                  <a:cubicBezTo>
                    <a:pt x="1461770" y="600710"/>
                    <a:pt x="1454150" y="694690"/>
                    <a:pt x="1438910" y="786130"/>
                  </a:cubicBezTo>
                  <a:cubicBezTo>
                    <a:pt x="1424940" y="867410"/>
                    <a:pt x="1404620" y="956310"/>
                    <a:pt x="1381760" y="1013460"/>
                  </a:cubicBezTo>
                  <a:cubicBezTo>
                    <a:pt x="1366520" y="1051560"/>
                    <a:pt x="1351280" y="1078230"/>
                    <a:pt x="1332230" y="1104900"/>
                  </a:cubicBezTo>
                  <a:cubicBezTo>
                    <a:pt x="1314450" y="1130300"/>
                    <a:pt x="1300480" y="1149350"/>
                    <a:pt x="1273810" y="1173480"/>
                  </a:cubicBezTo>
                  <a:cubicBezTo>
                    <a:pt x="1233170" y="1210310"/>
                    <a:pt x="1165860" y="1259840"/>
                    <a:pt x="1106170" y="1292860"/>
                  </a:cubicBezTo>
                  <a:cubicBezTo>
                    <a:pt x="1045210" y="1324610"/>
                    <a:pt x="977900" y="1343660"/>
                    <a:pt x="911860" y="1365250"/>
                  </a:cubicBezTo>
                  <a:cubicBezTo>
                    <a:pt x="845820" y="1386840"/>
                    <a:pt x="777240" y="1410970"/>
                    <a:pt x="709930" y="1418590"/>
                  </a:cubicBezTo>
                  <a:cubicBezTo>
                    <a:pt x="647700" y="1426210"/>
                    <a:pt x="581660" y="1426210"/>
                    <a:pt x="524510" y="1412240"/>
                  </a:cubicBezTo>
                  <a:cubicBezTo>
                    <a:pt x="471170" y="1399540"/>
                    <a:pt x="419100" y="1375410"/>
                    <a:pt x="375920" y="1343660"/>
                  </a:cubicBezTo>
                  <a:cubicBezTo>
                    <a:pt x="332740" y="1310640"/>
                    <a:pt x="298450" y="1263650"/>
                    <a:pt x="266700" y="1217930"/>
                  </a:cubicBezTo>
                  <a:cubicBezTo>
                    <a:pt x="233680" y="1170940"/>
                    <a:pt x="207010" y="1115060"/>
                    <a:pt x="182880" y="1064260"/>
                  </a:cubicBezTo>
                  <a:cubicBezTo>
                    <a:pt x="161290" y="1017270"/>
                    <a:pt x="134620" y="970280"/>
                    <a:pt x="129540" y="924560"/>
                  </a:cubicBezTo>
                  <a:cubicBezTo>
                    <a:pt x="124460" y="881380"/>
                    <a:pt x="146050" y="797560"/>
                    <a:pt x="147320" y="797560"/>
                  </a:cubicBezTo>
                  <a:cubicBezTo>
                    <a:pt x="147320" y="797560"/>
                    <a:pt x="143510" y="887730"/>
                    <a:pt x="139700" y="889000"/>
                  </a:cubicBezTo>
                  <a:cubicBezTo>
                    <a:pt x="135890" y="889000"/>
                    <a:pt x="124460" y="845820"/>
                    <a:pt x="127000" y="826770"/>
                  </a:cubicBezTo>
                  <a:cubicBezTo>
                    <a:pt x="130810" y="807720"/>
                    <a:pt x="143510" y="784860"/>
                    <a:pt x="158750" y="772160"/>
                  </a:cubicBezTo>
                  <a:cubicBezTo>
                    <a:pt x="173990" y="759460"/>
                    <a:pt x="199390" y="751840"/>
                    <a:pt x="218440" y="751840"/>
                  </a:cubicBezTo>
                  <a:cubicBezTo>
                    <a:pt x="238760" y="753110"/>
                    <a:pt x="257810" y="760730"/>
                    <a:pt x="276860" y="777240"/>
                  </a:cubicBezTo>
                  <a:cubicBezTo>
                    <a:pt x="308610" y="803910"/>
                    <a:pt x="336550" y="891540"/>
                    <a:pt x="373380" y="924560"/>
                  </a:cubicBezTo>
                  <a:cubicBezTo>
                    <a:pt x="401320" y="948690"/>
                    <a:pt x="425450" y="953770"/>
                    <a:pt x="466090" y="969010"/>
                  </a:cubicBezTo>
                  <a:cubicBezTo>
                    <a:pt x="535940" y="993140"/>
                    <a:pt x="692150" y="1000760"/>
                    <a:pt x="755650" y="1038860"/>
                  </a:cubicBezTo>
                  <a:cubicBezTo>
                    <a:pt x="795020" y="1062990"/>
                    <a:pt x="828040" y="1096010"/>
                    <a:pt x="835660" y="1130300"/>
                  </a:cubicBezTo>
                  <a:cubicBezTo>
                    <a:pt x="843280" y="1163320"/>
                    <a:pt x="831850" y="1207770"/>
                    <a:pt x="807720" y="1239520"/>
                  </a:cubicBezTo>
                  <a:cubicBezTo>
                    <a:pt x="774700" y="1282700"/>
                    <a:pt x="695960" y="1313180"/>
                    <a:pt x="628650" y="1342390"/>
                  </a:cubicBezTo>
                  <a:cubicBezTo>
                    <a:pt x="552450" y="1375410"/>
                    <a:pt x="443230" y="1412240"/>
                    <a:pt x="368300" y="1423670"/>
                  </a:cubicBezTo>
                  <a:cubicBezTo>
                    <a:pt x="314960" y="1432560"/>
                    <a:pt x="273050" y="1432560"/>
                    <a:pt x="226060" y="1424940"/>
                  </a:cubicBezTo>
                  <a:cubicBezTo>
                    <a:pt x="179070" y="1416050"/>
                    <a:pt x="128270" y="1394460"/>
                    <a:pt x="88900" y="1371600"/>
                  </a:cubicBezTo>
                  <a:cubicBezTo>
                    <a:pt x="54610" y="1351280"/>
                    <a:pt x="5080" y="1327150"/>
                    <a:pt x="2540" y="1297940"/>
                  </a:cubicBezTo>
                  <a:cubicBezTo>
                    <a:pt x="0" y="1261110"/>
                    <a:pt x="121920" y="1163320"/>
                    <a:pt x="121920" y="1163320"/>
                  </a:cubicBezTo>
                </a:path>
              </a:pathLst>
            </a:custGeom>
            <a:solidFill>
              <a:srgbClr val="A6A6A6">
                <a:alpha val="41961"/>
              </a:srgbClr>
            </a:solidFill>
            <a:ln cap="sq">
              <a:noFill/>
              <a:prstDash val="solid"/>
              <a:miter/>
            </a:ln>
          </p:spPr>
          <p:txBody>
            <a:bodyPr/>
            <a:lstStyle/>
            <a:p>
              <a:endParaRPr lang="en-SG" sz="1088"/>
            </a:p>
          </p:txBody>
        </p:sp>
      </p:grpSp>
      <p:grpSp>
        <p:nvGrpSpPr>
          <p:cNvPr id="240" name="Group 209">
            <a:extLst>
              <a:ext uri="{FF2B5EF4-FFF2-40B4-BE49-F238E27FC236}">
                <a16:creationId xmlns:a16="http://schemas.microsoft.com/office/drawing/2014/main" id="{E750E908-B684-91EE-2308-E70760D22D86}"/>
              </a:ext>
            </a:extLst>
          </p:cNvPr>
          <p:cNvGrpSpPr/>
          <p:nvPr/>
        </p:nvGrpSpPr>
        <p:grpSpPr>
          <a:xfrm>
            <a:off x="6075065" y="1956856"/>
            <a:ext cx="2305710" cy="715487"/>
            <a:chOff x="0" y="0"/>
            <a:chExt cx="3843020" cy="1192530"/>
          </a:xfrm>
        </p:grpSpPr>
        <p:sp>
          <p:nvSpPr>
            <p:cNvPr id="241" name="Freeform 210">
              <a:extLst>
                <a:ext uri="{FF2B5EF4-FFF2-40B4-BE49-F238E27FC236}">
                  <a16:creationId xmlns:a16="http://schemas.microsoft.com/office/drawing/2014/main" id="{26321726-5CD2-32EE-67FC-E7CF855F4A66}"/>
                </a:ext>
              </a:extLst>
            </p:cNvPr>
            <p:cNvSpPr/>
            <p:nvPr/>
          </p:nvSpPr>
          <p:spPr>
            <a:xfrm>
              <a:off x="25400" y="46990"/>
              <a:ext cx="3771900" cy="1098550"/>
            </a:xfrm>
            <a:custGeom>
              <a:avLst/>
              <a:gdLst/>
              <a:ahLst/>
              <a:cxnLst/>
              <a:rect l="l" t="t" r="r" b="b"/>
              <a:pathLst>
                <a:path w="3771900" h="1098550">
                  <a:moveTo>
                    <a:pt x="3448050" y="1094740"/>
                  </a:moveTo>
                  <a:cubicBezTo>
                    <a:pt x="3436620" y="958850"/>
                    <a:pt x="3449320" y="891540"/>
                    <a:pt x="3463290" y="843280"/>
                  </a:cubicBezTo>
                  <a:cubicBezTo>
                    <a:pt x="3474720" y="803910"/>
                    <a:pt x="3489960" y="768350"/>
                    <a:pt x="3506470" y="736600"/>
                  </a:cubicBezTo>
                  <a:cubicBezTo>
                    <a:pt x="3521710" y="706120"/>
                    <a:pt x="3559810" y="679450"/>
                    <a:pt x="3558540" y="651510"/>
                  </a:cubicBezTo>
                  <a:cubicBezTo>
                    <a:pt x="3558540" y="624840"/>
                    <a:pt x="3536950" y="595630"/>
                    <a:pt x="3505200" y="570230"/>
                  </a:cubicBezTo>
                  <a:cubicBezTo>
                    <a:pt x="3448050" y="525780"/>
                    <a:pt x="3304540" y="491490"/>
                    <a:pt x="3202940" y="462280"/>
                  </a:cubicBezTo>
                  <a:cubicBezTo>
                    <a:pt x="3103880" y="433070"/>
                    <a:pt x="3034030" y="412750"/>
                    <a:pt x="2901950" y="396240"/>
                  </a:cubicBezTo>
                  <a:cubicBezTo>
                    <a:pt x="2658110" y="364490"/>
                    <a:pt x="2053590" y="392430"/>
                    <a:pt x="1844040" y="354330"/>
                  </a:cubicBezTo>
                  <a:cubicBezTo>
                    <a:pt x="1752600" y="336550"/>
                    <a:pt x="1713230" y="316230"/>
                    <a:pt x="1651000" y="288290"/>
                  </a:cubicBezTo>
                  <a:cubicBezTo>
                    <a:pt x="1591310" y="260350"/>
                    <a:pt x="1530350" y="198120"/>
                    <a:pt x="1480820" y="187960"/>
                  </a:cubicBezTo>
                  <a:cubicBezTo>
                    <a:pt x="1446530" y="180340"/>
                    <a:pt x="1433830" y="185420"/>
                    <a:pt x="1389380" y="198120"/>
                  </a:cubicBezTo>
                  <a:cubicBezTo>
                    <a:pt x="1249680" y="234950"/>
                    <a:pt x="698500" y="485140"/>
                    <a:pt x="561340" y="561340"/>
                  </a:cubicBezTo>
                  <a:cubicBezTo>
                    <a:pt x="513080" y="588010"/>
                    <a:pt x="508000" y="594360"/>
                    <a:pt x="468630" y="624840"/>
                  </a:cubicBezTo>
                  <a:cubicBezTo>
                    <a:pt x="392430" y="683260"/>
                    <a:pt x="203200" y="913130"/>
                    <a:pt x="149860" y="900430"/>
                  </a:cubicBezTo>
                  <a:cubicBezTo>
                    <a:pt x="121920" y="894080"/>
                    <a:pt x="104140" y="829310"/>
                    <a:pt x="107950" y="795020"/>
                  </a:cubicBezTo>
                  <a:cubicBezTo>
                    <a:pt x="111760" y="759460"/>
                    <a:pt x="142240" y="725170"/>
                    <a:pt x="177800" y="692150"/>
                  </a:cubicBezTo>
                  <a:cubicBezTo>
                    <a:pt x="231140" y="643890"/>
                    <a:pt x="321310" y="607060"/>
                    <a:pt x="421640" y="553720"/>
                  </a:cubicBezTo>
                  <a:cubicBezTo>
                    <a:pt x="579120" y="471170"/>
                    <a:pt x="858520" y="328930"/>
                    <a:pt x="1036320" y="254000"/>
                  </a:cubicBezTo>
                  <a:cubicBezTo>
                    <a:pt x="1165860" y="198120"/>
                    <a:pt x="1281430" y="157480"/>
                    <a:pt x="1383030" y="128270"/>
                  </a:cubicBezTo>
                  <a:cubicBezTo>
                    <a:pt x="1459230" y="105410"/>
                    <a:pt x="1501140" y="93980"/>
                    <a:pt x="1590040" y="82550"/>
                  </a:cubicBezTo>
                  <a:cubicBezTo>
                    <a:pt x="1742440" y="62230"/>
                    <a:pt x="2099310" y="46990"/>
                    <a:pt x="2221230" y="50800"/>
                  </a:cubicBezTo>
                  <a:cubicBezTo>
                    <a:pt x="2270760" y="53340"/>
                    <a:pt x="2286000" y="55880"/>
                    <a:pt x="2325370" y="63500"/>
                  </a:cubicBezTo>
                  <a:cubicBezTo>
                    <a:pt x="2377440" y="74930"/>
                    <a:pt x="2447290" y="93980"/>
                    <a:pt x="2505710" y="118110"/>
                  </a:cubicBezTo>
                  <a:cubicBezTo>
                    <a:pt x="2566670" y="142240"/>
                    <a:pt x="2636520" y="181610"/>
                    <a:pt x="2683510" y="212090"/>
                  </a:cubicBezTo>
                  <a:cubicBezTo>
                    <a:pt x="2717800" y="233680"/>
                    <a:pt x="2764790" y="247650"/>
                    <a:pt x="2767330" y="275590"/>
                  </a:cubicBezTo>
                  <a:cubicBezTo>
                    <a:pt x="2771140" y="309880"/>
                    <a:pt x="2682240" y="406400"/>
                    <a:pt x="2650490" y="408940"/>
                  </a:cubicBezTo>
                  <a:cubicBezTo>
                    <a:pt x="2631440" y="411480"/>
                    <a:pt x="2623820" y="383540"/>
                    <a:pt x="2600960" y="368300"/>
                  </a:cubicBezTo>
                  <a:cubicBezTo>
                    <a:pt x="2557780" y="341630"/>
                    <a:pt x="2465070" y="293370"/>
                    <a:pt x="2407920" y="271780"/>
                  </a:cubicBezTo>
                  <a:cubicBezTo>
                    <a:pt x="2364740" y="255270"/>
                    <a:pt x="2330450" y="245110"/>
                    <a:pt x="2293620" y="238760"/>
                  </a:cubicBezTo>
                  <a:cubicBezTo>
                    <a:pt x="2258060" y="232410"/>
                    <a:pt x="2237740" y="231140"/>
                    <a:pt x="2190750" y="229870"/>
                  </a:cubicBezTo>
                  <a:cubicBezTo>
                    <a:pt x="2086610" y="228600"/>
                    <a:pt x="1828800" y="233680"/>
                    <a:pt x="1689100" y="250190"/>
                  </a:cubicBezTo>
                  <a:cubicBezTo>
                    <a:pt x="1590040" y="261620"/>
                    <a:pt x="1524000" y="273050"/>
                    <a:pt x="1435100" y="297180"/>
                  </a:cubicBezTo>
                  <a:cubicBezTo>
                    <a:pt x="1332230" y="325120"/>
                    <a:pt x="1233170" y="363220"/>
                    <a:pt x="1109980" y="415290"/>
                  </a:cubicBezTo>
                  <a:cubicBezTo>
                    <a:pt x="938530" y="487680"/>
                    <a:pt x="681990" y="614680"/>
                    <a:pt x="508000" y="709930"/>
                  </a:cubicBezTo>
                  <a:cubicBezTo>
                    <a:pt x="368300" y="786130"/>
                    <a:pt x="228600" y="899160"/>
                    <a:pt x="138430" y="932180"/>
                  </a:cubicBezTo>
                  <a:cubicBezTo>
                    <a:pt x="91440" y="948690"/>
                    <a:pt x="45720" y="967740"/>
                    <a:pt x="25400" y="949960"/>
                  </a:cubicBezTo>
                  <a:cubicBezTo>
                    <a:pt x="0" y="927100"/>
                    <a:pt x="2540" y="826770"/>
                    <a:pt x="31750" y="764540"/>
                  </a:cubicBezTo>
                  <a:cubicBezTo>
                    <a:pt x="77470" y="670560"/>
                    <a:pt x="266700" y="552450"/>
                    <a:pt x="360680" y="482600"/>
                  </a:cubicBezTo>
                  <a:cubicBezTo>
                    <a:pt x="426720" y="435610"/>
                    <a:pt x="454660" y="417830"/>
                    <a:pt x="535940" y="375920"/>
                  </a:cubicBezTo>
                  <a:cubicBezTo>
                    <a:pt x="701040" y="289560"/>
                    <a:pt x="1177290" y="86360"/>
                    <a:pt x="1316990" y="35560"/>
                  </a:cubicBezTo>
                  <a:cubicBezTo>
                    <a:pt x="1366520" y="16510"/>
                    <a:pt x="1386840" y="7620"/>
                    <a:pt x="1421130" y="3810"/>
                  </a:cubicBezTo>
                  <a:cubicBezTo>
                    <a:pt x="1451610" y="0"/>
                    <a:pt x="1478280" y="0"/>
                    <a:pt x="1512570" y="11430"/>
                  </a:cubicBezTo>
                  <a:cubicBezTo>
                    <a:pt x="1564640" y="26670"/>
                    <a:pt x="1629410" y="85090"/>
                    <a:pt x="1694180" y="113030"/>
                  </a:cubicBezTo>
                  <a:cubicBezTo>
                    <a:pt x="1762760" y="142240"/>
                    <a:pt x="1835150" y="168910"/>
                    <a:pt x="1915160" y="180340"/>
                  </a:cubicBezTo>
                  <a:cubicBezTo>
                    <a:pt x="2005330" y="194310"/>
                    <a:pt x="2089150" y="177800"/>
                    <a:pt x="2211070" y="181610"/>
                  </a:cubicBezTo>
                  <a:cubicBezTo>
                    <a:pt x="2409190" y="187960"/>
                    <a:pt x="2814320" y="204470"/>
                    <a:pt x="2994660" y="228600"/>
                  </a:cubicBezTo>
                  <a:cubicBezTo>
                    <a:pt x="3092450" y="242570"/>
                    <a:pt x="3134360" y="252730"/>
                    <a:pt x="3216910" y="276860"/>
                  </a:cubicBezTo>
                  <a:cubicBezTo>
                    <a:pt x="3328670" y="309880"/>
                    <a:pt x="3525520" y="378460"/>
                    <a:pt x="3600450" y="420370"/>
                  </a:cubicBezTo>
                  <a:cubicBezTo>
                    <a:pt x="3636010" y="440690"/>
                    <a:pt x="3648710" y="453390"/>
                    <a:pt x="3671570" y="474980"/>
                  </a:cubicBezTo>
                  <a:cubicBezTo>
                    <a:pt x="3696970" y="499110"/>
                    <a:pt x="3724910" y="528320"/>
                    <a:pt x="3741420" y="558800"/>
                  </a:cubicBezTo>
                  <a:cubicBezTo>
                    <a:pt x="3756660" y="589280"/>
                    <a:pt x="3771900" y="622300"/>
                    <a:pt x="3766820" y="656590"/>
                  </a:cubicBezTo>
                  <a:cubicBezTo>
                    <a:pt x="3759200" y="703580"/>
                    <a:pt x="3690620" y="765810"/>
                    <a:pt x="3667760" y="810260"/>
                  </a:cubicBezTo>
                  <a:cubicBezTo>
                    <a:pt x="3651250" y="842010"/>
                    <a:pt x="3642360" y="866140"/>
                    <a:pt x="3633470" y="895350"/>
                  </a:cubicBezTo>
                  <a:cubicBezTo>
                    <a:pt x="3624580" y="923290"/>
                    <a:pt x="3613150" y="953770"/>
                    <a:pt x="3613150" y="982980"/>
                  </a:cubicBezTo>
                  <a:cubicBezTo>
                    <a:pt x="3611880" y="1012190"/>
                    <a:pt x="3641090" y="1051560"/>
                    <a:pt x="3625850" y="1070610"/>
                  </a:cubicBezTo>
                  <a:cubicBezTo>
                    <a:pt x="3605530" y="1098550"/>
                    <a:pt x="3448050" y="1094740"/>
                    <a:pt x="3448050" y="1094740"/>
                  </a:cubicBezTo>
                </a:path>
              </a:pathLst>
            </a:custGeom>
            <a:solidFill>
              <a:srgbClr val="A6A6A6">
                <a:alpha val="41961"/>
              </a:srgbClr>
            </a:solidFill>
            <a:ln cap="sq">
              <a:noFill/>
              <a:prstDash val="solid"/>
              <a:miter/>
            </a:ln>
          </p:spPr>
          <p:txBody>
            <a:bodyPr/>
            <a:lstStyle/>
            <a:p>
              <a:endParaRPr lang="en-SG" sz="1088"/>
            </a:p>
          </p:txBody>
        </p:sp>
      </p:grpSp>
      <p:grpSp>
        <p:nvGrpSpPr>
          <p:cNvPr id="242" name="Group 211">
            <a:extLst>
              <a:ext uri="{FF2B5EF4-FFF2-40B4-BE49-F238E27FC236}">
                <a16:creationId xmlns:a16="http://schemas.microsoft.com/office/drawing/2014/main" id="{E0C2F9AC-5CA2-1832-28DB-EFBC538E86E4}"/>
              </a:ext>
            </a:extLst>
          </p:cNvPr>
          <p:cNvGrpSpPr/>
          <p:nvPr/>
        </p:nvGrpSpPr>
        <p:grpSpPr>
          <a:xfrm>
            <a:off x="4447502" y="1055450"/>
            <a:ext cx="960839" cy="1001986"/>
            <a:chOff x="0" y="0"/>
            <a:chExt cx="1601470" cy="1670050"/>
          </a:xfrm>
        </p:grpSpPr>
        <p:sp>
          <p:nvSpPr>
            <p:cNvPr id="243" name="Freeform 212">
              <a:extLst>
                <a:ext uri="{FF2B5EF4-FFF2-40B4-BE49-F238E27FC236}">
                  <a16:creationId xmlns:a16="http://schemas.microsoft.com/office/drawing/2014/main" id="{6B82D2BC-0B32-AD2F-8ED0-AFB952A9E7D6}"/>
                </a:ext>
              </a:extLst>
            </p:cNvPr>
            <p:cNvSpPr/>
            <p:nvPr/>
          </p:nvSpPr>
          <p:spPr>
            <a:xfrm>
              <a:off x="43180" y="30480"/>
              <a:ext cx="1511300" cy="1598930"/>
            </a:xfrm>
            <a:custGeom>
              <a:avLst/>
              <a:gdLst/>
              <a:ahLst/>
              <a:cxnLst/>
              <a:rect l="l" t="t" r="r" b="b"/>
              <a:pathLst>
                <a:path w="1511300" h="1598930">
                  <a:moveTo>
                    <a:pt x="1479550" y="1009650"/>
                  </a:moveTo>
                  <a:cubicBezTo>
                    <a:pt x="1341120" y="1201420"/>
                    <a:pt x="1309370" y="1239520"/>
                    <a:pt x="1263650" y="1282700"/>
                  </a:cubicBezTo>
                  <a:cubicBezTo>
                    <a:pt x="1207770" y="1338580"/>
                    <a:pt x="1116330" y="1418590"/>
                    <a:pt x="1057910" y="1456690"/>
                  </a:cubicBezTo>
                  <a:cubicBezTo>
                    <a:pt x="1019810" y="1482090"/>
                    <a:pt x="996950" y="1493520"/>
                    <a:pt x="956310" y="1510030"/>
                  </a:cubicBezTo>
                  <a:cubicBezTo>
                    <a:pt x="902970" y="1531620"/>
                    <a:pt x="824230" y="1550670"/>
                    <a:pt x="758190" y="1564640"/>
                  </a:cubicBezTo>
                  <a:cubicBezTo>
                    <a:pt x="694690" y="1577340"/>
                    <a:pt x="626110" y="1586230"/>
                    <a:pt x="567690" y="1588770"/>
                  </a:cubicBezTo>
                  <a:cubicBezTo>
                    <a:pt x="518160" y="1590040"/>
                    <a:pt x="466090" y="1598930"/>
                    <a:pt x="429260" y="1579880"/>
                  </a:cubicBezTo>
                  <a:cubicBezTo>
                    <a:pt x="392430" y="1562100"/>
                    <a:pt x="353060" y="1515110"/>
                    <a:pt x="346710" y="1480820"/>
                  </a:cubicBezTo>
                  <a:cubicBezTo>
                    <a:pt x="341630" y="1449070"/>
                    <a:pt x="361950" y="1403350"/>
                    <a:pt x="383540" y="1380490"/>
                  </a:cubicBezTo>
                  <a:cubicBezTo>
                    <a:pt x="402590" y="1357630"/>
                    <a:pt x="431800" y="1347470"/>
                    <a:pt x="467360" y="1339850"/>
                  </a:cubicBezTo>
                  <a:cubicBezTo>
                    <a:pt x="523240" y="1327150"/>
                    <a:pt x="626110" y="1348740"/>
                    <a:pt x="689610" y="1343660"/>
                  </a:cubicBezTo>
                  <a:cubicBezTo>
                    <a:pt x="739140" y="1341120"/>
                    <a:pt x="778510" y="1336040"/>
                    <a:pt x="817880" y="1324610"/>
                  </a:cubicBezTo>
                  <a:cubicBezTo>
                    <a:pt x="857250" y="1314450"/>
                    <a:pt x="892810" y="1297940"/>
                    <a:pt x="928370" y="1278890"/>
                  </a:cubicBezTo>
                  <a:cubicBezTo>
                    <a:pt x="965200" y="1258570"/>
                    <a:pt x="1002030" y="1233170"/>
                    <a:pt x="1035050" y="1205230"/>
                  </a:cubicBezTo>
                  <a:cubicBezTo>
                    <a:pt x="1068070" y="1178560"/>
                    <a:pt x="1131570" y="1127760"/>
                    <a:pt x="1126490" y="1116330"/>
                  </a:cubicBezTo>
                  <a:cubicBezTo>
                    <a:pt x="1120140" y="1106170"/>
                    <a:pt x="1056640" y="1118870"/>
                    <a:pt x="1013460" y="1135380"/>
                  </a:cubicBezTo>
                  <a:cubicBezTo>
                    <a:pt x="939800" y="1163320"/>
                    <a:pt x="815340" y="1275080"/>
                    <a:pt x="741680" y="1310640"/>
                  </a:cubicBezTo>
                  <a:cubicBezTo>
                    <a:pt x="695960" y="1332230"/>
                    <a:pt x="661670" y="1341120"/>
                    <a:pt x="624840" y="1350010"/>
                  </a:cubicBezTo>
                  <a:cubicBezTo>
                    <a:pt x="591820" y="1356360"/>
                    <a:pt x="562610" y="1358900"/>
                    <a:pt x="528320" y="1358900"/>
                  </a:cubicBezTo>
                  <a:cubicBezTo>
                    <a:pt x="488950" y="1360170"/>
                    <a:pt x="441960" y="1357630"/>
                    <a:pt x="403860" y="1348740"/>
                  </a:cubicBezTo>
                  <a:cubicBezTo>
                    <a:pt x="367030" y="1339850"/>
                    <a:pt x="335280" y="1323340"/>
                    <a:pt x="303530" y="1305560"/>
                  </a:cubicBezTo>
                  <a:cubicBezTo>
                    <a:pt x="270510" y="1287780"/>
                    <a:pt x="245110" y="1271270"/>
                    <a:pt x="212090" y="1242060"/>
                  </a:cubicBezTo>
                  <a:cubicBezTo>
                    <a:pt x="163830" y="1201420"/>
                    <a:pt x="90170" y="1125220"/>
                    <a:pt x="55880" y="1073150"/>
                  </a:cubicBezTo>
                  <a:cubicBezTo>
                    <a:pt x="31750" y="1037590"/>
                    <a:pt x="17780" y="1009650"/>
                    <a:pt x="8890" y="972820"/>
                  </a:cubicBezTo>
                  <a:cubicBezTo>
                    <a:pt x="0" y="933450"/>
                    <a:pt x="0" y="891540"/>
                    <a:pt x="7620" y="843280"/>
                  </a:cubicBezTo>
                  <a:cubicBezTo>
                    <a:pt x="17780" y="775970"/>
                    <a:pt x="57150" y="674370"/>
                    <a:pt x="86360" y="614680"/>
                  </a:cubicBezTo>
                  <a:cubicBezTo>
                    <a:pt x="109220" y="570230"/>
                    <a:pt x="132080" y="541020"/>
                    <a:pt x="158750" y="506730"/>
                  </a:cubicBezTo>
                  <a:cubicBezTo>
                    <a:pt x="185420" y="472440"/>
                    <a:pt x="215900" y="439420"/>
                    <a:pt x="248920" y="408940"/>
                  </a:cubicBezTo>
                  <a:cubicBezTo>
                    <a:pt x="283210" y="375920"/>
                    <a:pt x="316230" y="349250"/>
                    <a:pt x="360680" y="316230"/>
                  </a:cubicBezTo>
                  <a:cubicBezTo>
                    <a:pt x="421640" y="273050"/>
                    <a:pt x="509270" y="218440"/>
                    <a:pt x="582930" y="175260"/>
                  </a:cubicBezTo>
                  <a:cubicBezTo>
                    <a:pt x="654050" y="134620"/>
                    <a:pt x="734060" y="91440"/>
                    <a:pt x="796290" y="63500"/>
                  </a:cubicBezTo>
                  <a:cubicBezTo>
                    <a:pt x="842010" y="44450"/>
                    <a:pt x="872490" y="27940"/>
                    <a:pt x="919480" y="20320"/>
                  </a:cubicBezTo>
                  <a:cubicBezTo>
                    <a:pt x="977900" y="11430"/>
                    <a:pt x="1047750" y="0"/>
                    <a:pt x="1120140" y="26670"/>
                  </a:cubicBezTo>
                  <a:cubicBezTo>
                    <a:pt x="1234440" y="68580"/>
                    <a:pt x="1497330" y="248920"/>
                    <a:pt x="1506220" y="334010"/>
                  </a:cubicBezTo>
                  <a:cubicBezTo>
                    <a:pt x="1511300" y="386080"/>
                    <a:pt x="1445260" y="464820"/>
                    <a:pt x="1391920" y="471170"/>
                  </a:cubicBezTo>
                  <a:cubicBezTo>
                    <a:pt x="1306830" y="480060"/>
                    <a:pt x="1108710" y="208280"/>
                    <a:pt x="1019810" y="186690"/>
                  </a:cubicBezTo>
                  <a:cubicBezTo>
                    <a:pt x="977900" y="176530"/>
                    <a:pt x="956310" y="193040"/>
                    <a:pt x="918210" y="205740"/>
                  </a:cubicBezTo>
                  <a:cubicBezTo>
                    <a:pt x="862330" y="223520"/>
                    <a:pt x="795020" y="259080"/>
                    <a:pt x="725170" y="298450"/>
                  </a:cubicBezTo>
                  <a:cubicBezTo>
                    <a:pt x="633730" y="349250"/>
                    <a:pt x="499110" y="426720"/>
                    <a:pt x="417830" y="492760"/>
                  </a:cubicBezTo>
                  <a:cubicBezTo>
                    <a:pt x="356870" y="544830"/>
                    <a:pt x="309880" y="595630"/>
                    <a:pt x="271780" y="651510"/>
                  </a:cubicBezTo>
                  <a:cubicBezTo>
                    <a:pt x="236220" y="704850"/>
                    <a:pt x="209550" y="770890"/>
                    <a:pt x="194310" y="820420"/>
                  </a:cubicBezTo>
                  <a:cubicBezTo>
                    <a:pt x="182880" y="857250"/>
                    <a:pt x="173990" y="889000"/>
                    <a:pt x="179070" y="919480"/>
                  </a:cubicBezTo>
                  <a:cubicBezTo>
                    <a:pt x="184150" y="948690"/>
                    <a:pt x="201930" y="974090"/>
                    <a:pt x="220980" y="999490"/>
                  </a:cubicBezTo>
                  <a:cubicBezTo>
                    <a:pt x="241300" y="1028700"/>
                    <a:pt x="274320" y="1056640"/>
                    <a:pt x="300990" y="1080770"/>
                  </a:cubicBezTo>
                  <a:cubicBezTo>
                    <a:pt x="323850" y="1102360"/>
                    <a:pt x="344170" y="1122680"/>
                    <a:pt x="369570" y="1139190"/>
                  </a:cubicBezTo>
                  <a:cubicBezTo>
                    <a:pt x="396240" y="1155700"/>
                    <a:pt x="427990" y="1170940"/>
                    <a:pt x="458470" y="1178560"/>
                  </a:cubicBezTo>
                  <a:cubicBezTo>
                    <a:pt x="487680" y="1184910"/>
                    <a:pt x="519430" y="1183640"/>
                    <a:pt x="551180" y="1179830"/>
                  </a:cubicBezTo>
                  <a:cubicBezTo>
                    <a:pt x="585470" y="1176020"/>
                    <a:pt x="618490" y="1170940"/>
                    <a:pt x="656590" y="1154430"/>
                  </a:cubicBezTo>
                  <a:cubicBezTo>
                    <a:pt x="709930" y="1130300"/>
                    <a:pt x="768350" y="1073150"/>
                    <a:pt x="829310" y="1038860"/>
                  </a:cubicBezTo>
                  <a:cubicBezTo>
                    <a:pt x="891540" y="1002030"/>
                    <a:pt x="972820" y="957580"/>
                    <a:pt x="1028700" y="938530"/>
                  </a:cubicBezTo>
                  <a:cubicBezTo>
                    <a:pt x="1065530" y="925830"/>
                    <a:pt x="1088390" y="918210"/>
                    <a:pt x="1123950" y="920750"/>
                  </a:cubicBezTo>
                  <a:cubicBezTo>
                    <a:pt x="1169670" y="923290"/>
                    <a:pt x="1247140" y="938530"/>
                    <a:pt x="1280160" y="974090"/>
                  </a:cubicBezTo>
                  <a:cubicBezTo>
                    <a:pt x="1313180" y="1007110"/>
                    <a:pt x="1329690" y="1076960"/>
                    <a:pt x="1323340" y="1122680"/>
                  </a:cubicBezTo>
                  <a:cubicBezTo>
                    <a:pt x="1318260" y="1164590"/>
                    <a:pt x="1283970" y="1202690"/>
                    <a:pt x="1254760" y="1239520"/>
                  </a:cubicBezTo>
                  <a:cubicBezTo>
                    <a:pt x="1223010" y="1278890"/>
                    <a:pt x="1181100" y="1316990"/>
                    <a:pt x="1139190" y="1350010"/>
                  </a:cubicBezTo>
                  <a:cubicBezTo>
                    <a:pt x="1097280" y="1383030"/>
                    <a:pt x="1051560" y="1414780"/>
                    <a:pt x="1004570" y="1438910"/>
                  </a:cubicBezTo>
                  <a:cubicBezTo>
                    <a:pt x="958850" y="1463040"/>
                    <a:pt x="908050" y="1484630"/>
                    <a:pt x="861060" y="1497330"/>
                  </a:cubicBezTo>
                  <a:cubicBezTo>
                    <a:pt x="817880" y="1510030"/>
                    <a:pt x="772160" y="1517650"/>
                    <a:pt x="732790" y="1521460"/>
                  </a:cubicBezTo>
                  <a:cubicBezTo>
                    <a:pt x="699770" y="1524000"/>
                    <a:pt x="673100" y="1524000"/>
                    <a:pt x="638810" y="1521460"/>
                  </a:cubicBezTo>
                  <a:cubicBezTo>
                    <a:pt x="599440" y="1518920"/>
                    <a:pt x="535940" y="1525270"/>
                    <a:pt x="511810" y="1502410"/>
                  </a:cubicBezTo>
                  <a:cubicBezTo>
                    <a:pt x="490220" y="1484630"/>
                    <a:pt x="471170" y="1435100"/>
                    <a:pt x="485140" y="1413510"/>
                  </a:cubicBezTo>
                  <a:cubicBezTo>
                    <a:pt x="511810" y="1372870"/>
                    <a:pt x="717550" y="1394460"/>
                    <a:pt x="802640" y="1372870"/>
                  </a:cubicBezTo>
                  <a:cubicBezTo>
                    <a:pt x="862330" y="1358900"/>
                    <a:pt x="900430" y="1344930"/>
                    <a:pt x="949960" y="1315720"/>
                  </a:cubicBezTo>
                  <a:cubicBezTo>
                    <a:pt x="1010920" y="1280160"/>
                    <a:pt x="1082040" y="1212850"/>
                    <a:pt x="1131570" y="1164590"/>
                  </a:cubicBezTo>
                  <a:cubicBezTo>
                    <a:pt x="1170940" y="1126490"/>
                    <a:pt x="1198880" y="1094740"/>
                    <a:pt x="1230630" y="1054100"/>
                  </a:cubicBezTo>
                  <a:cubicBezTo>
                    <a:pt x="1266190" y="1009650"/>
                    <a:pt x="1291590" y="914400"/>
                    <a:pt x="1332230" y="906780"/>
                  </a:cubicBezTo>
                  <a:cubicBezTo>
                    <a:pt x="1374140" y="899160"/>
                    <a:pt x="1479550" y="1009650"/>
                    <a:pt x="1479550" y="1009650"/>
                  </a:cubicBezTo>
                </a:path>
              </a:pathLst>
            </a:custGeom>
            <a:solidFill>
              <a:srgbClr val="A6A6A6">
                <a:alpha val="41961"/>
              </a:srgbClr>
            </a:solidFill>
            <a:ln cap="sq">
              <a:noFill/>
              <a:prstDash val="solid"/>
              <a:miter/>
            </a:ln>
          </p:spPr>
          <p:txBody>
            <a:bodyPr/>
            <a:lstStyle/>
            <a:p>
              <a:endParaRPr lang="en-SG" sz="1088"/>
            </a:p>
          </p:txBody>
        </p:sp>
      </p:grpSp>
      <p:grpSp>
        <p:nvGrpSpPr>
          <p:cNvPr id="244" name="Group 213">
            <a:extLst>
              <a:ext uri="{FF2B5EF4-FFF2-40B4-BE49-F238E27FC236}">
                <a16:creationId xmlns:a16="http://schemas.microsoft.com/office/drawing/2014/main" id="{43E3D96F-C852-FE55-A32E-CDFD6D338FF9}"/>
              </a:ext>
            </a:extLst>
          </p:cNvPr>
          <p:cNvGrpSpPr/>
          <p:nvPr/>
        </p:nvGrpSpPr>
        <p:grpSpPr>
          <a:xfrm>
            <a:off x="4697429" y="1865421"/>
            <a:ext cx="300215" cy="322312"/>
            <a:chOff x="0" y="0"/>
            <a:chExt cx="500380" cy="537210"/>
          </a:xfrm>
        </p:grpSpPr>
        <p:sp>
          <p:nvSpPr>
            <p:cNvPr id="245" name="Freeform 214">
              <a:extLst>
                <a:ext uri="{FF2B5EF4-FFF2-40B4-BE49-F238E27FC236}">
                  <a16:creationId xmlns:a16="http://schemas.microsoft.com/office/drawing/2014/main" id="{5C944C9F-74F7-316B-9407-D6594386CE71}"/>
                </a:ext>
              </a:extLst>
            </p:cNvPr>
            <p:cNvSpPr/>
            <p:nvPr/>
          </p:nvSpPr>
          <p:spPr>
            <a:xfrm>
              <a:off x="49530" y="48260"/>
              <a:ext cx="398780" cy="447040"/>
            </a:xfrm>
            <a:custGeom>
              <a:avLst/>
              <a:gdLst/>
              <a:ahLst/>
              <a:cxnLst/>
              <a:rect l="l" t="t" r="r" b="b"/>
              <a:pathLst>
                <a:path w="398780" h="447040">
                  <a:moveTo>
                    <a:pt x="398780" y="148590"/>
                  </a:moveTo>
                  <a:cubicBezTo>
                    <a:pt x="311150" y="205740"/>
                    <a:pt x="261620" y="236220"/>
                    <a:pt x="224790" y="234950"/>
                  </a:cubicBezTo>
                  <a:cubicBezTo>
                    <a:pt x="193040" y="234950"/>
                    <a:pt x="135890" y="208280"/>
                    <a:pt x="137160" y="200660"/>
                  </a:cubicBezTo>
                  <a:cubicBezTo>
                    <a:pt x="137160" y="191770"/>
                    <a:pt x="218440" y="175260"/>
                    <a:pt x="227330" y="186690"/>
                  </a:cubicBezTo>
                  <a:cubicBezTo>
                    <a:pt x="237490" y="199390"/>
                    <a:pt x="213360" y="242570"/>
                    <a:pt x="191770" y="274320"/>
                  </a:cubicBezTo>
                  <a:cubicBezTo>
                    <a:pt x="160020" y="322580"/>
                    <a:pt x="58420" y="447040"/>
                    <a:pt x="27940" y="438150"/>
                  </a:cubicBezTo>
                  <a:cubicBezTo>
                    <a:pt x="6350" y="431800"/>
                    <a:pt x="1270" y="358140"/>
                    <a:pt x="1270" y="321310"/>
                  </a:cubicBezTo>
                  <a:cubicBezTo>
                    <a:pt x="0" y="289560"/>
                    <a:pt x="10160" y="262890"/>
                    <a:pt x="17780" y="233680"/>
                  </a:cubicBezTo>
                  <a:cubicBezTo>
                    <a:pt x="26670" y="201930"/>
                    <a:pt x="38100" y="171450"/>
                    <a:pt x="54610" y="140970"/>
                  </a:cubicBezTo>
                  <a:cubicBezTo>
                    <a:pt x="72390" y="107950"/>
                    <a:pt x="88900" y="60960"/>
                    <a:pt x="119380" y="44450"/>
                  </a:cubicBezTo>
                  <a:cubicBezTo>
                    <a:pt x="149860" y="27940"/>
                    <a:pt x="207010" y="55880"/>
                    <a:pt x="238760" y="44450"/>
                  </a:cubicBezTo>
                  <a:cubicBezTo>
                    <a:pt x="261620" y="36830"/>
                    <a:pt x="274320" y="0"/>
                    <a:pt x="294640" y="2540"/>
                  </a:cubicBezTo>
                  <a:cubicBezTo>
                    <a:pt x="326390" y="7620"/>
                    <a:pt x="398780" y="148590"/>
                    <a:pt x="398780" y="148590"/>
                  </a:cubicBezTo>
                </a:path>
              </a:pathLst>
            </a:custGeom>
            <a:solidFill>
              <a:srgbClr val="A6A6A6">
                <a:alpha val="41961"/>
              </a:srgbClr>
            </a:solidFill>
            <a:ln cap="sq">
              <a:noFill/>
              <a:prstDash val="solid"/>
              <a:miter/>
            </a:ln>
          </p:spPr>
          <p:txBody>
            <a:bodyPr/>
            <a:lstStyle/>
            <a:p>
              <a:endParaRPr lang="en-SG" sz="1088"/>
            </a:p>
          </p:txBody>
        </p:sp>
      </p:grpSp>
      <p:grpSp>
        <p:nvGrpSpPr>
          <p:cNvPr id="246" name="Group 215">
            <a:extLst>
              <a:ext uri="{FF2B5EF4-FFF2-40B4-BE49-F238E27FC236}">
                <a16:creationId xmlns:a16="http://schemas.microsoft.com/office/drawing/2014/main" id="{FDCA1908-9F3B-D248-4CF4-054EB5D08B4B}"/>
              </a:ext>
            </a:extLst>
          </p:cNvPr>
          <p:cNvGrpSpPr/>
          <p:nvPr/>
        </p:nvGrpSpPr>
        <p:grpSpPr>
          <a:xfrm>
            <a:off x="5130224" y="1062308"/>
            <a:ext cx="466323" cy="835115"/>
            <a:chOff x="0" y="0"/>
            <a:chExt cx="777240" cy="1391920"/>
          </a:xfrm>
        </p:grpSpPr>
        <p:sp>
          <p:nvSpPr>
            <p:cNvPr id="247" name="Freeform 216">
              <a:extLst>
                <a:ext uri="{FF2B5EF4-FFF2-40B4-BE49-F238E27FC236}">
                  <a16:creationId xmlns:a16="http://schemas.microsoft.com/office/drawing/2014/main" id="{23543E95-4809-7A7F-C0E8-98428F6CEC4B}"/>
                </a:ext>
              </a:extLst>
            </p:cNvPr>
            <p:cNvSpPr/>
            <p:nvPr/>
          </p:nvSpPr>
          <p:spPr>
            <a:xfrm>
              <a:off x="46990" y="48260"/>
              <a:ext cx="680720" cy="1316990"/>
            </a:xfrm>
            <a:custGeom>
              <a:avLst/>
              <a:gdLst/>
              <a:ahLst/>
              <a:cxnLst/>
              <a:rect l="l" t="t" r="r" b="b"/>
              <a:pathLst>
                <a:path w="680720" h="1316990">
                  <a:moveTo>
                    <a:pt x="3810" y="1115060"/>
                  </a:moveTo>
                  <a:cubicBezTo>
                    <a:pt x="317500" y="1036320"/>
                    <a:pt x="337820" y="1028700"/>
                    <a:pt x="361950" y="1010920"/>
                  </a:cubicBezTo>
                  <a:cubicBezTo>
                    <a:pt x="388620" y="991870"/>
                    <a:pt x="414020" y="965200"/>
                    <a:pt x="431800" y="937260"/>
                  </a:cubicBezTo>
                  <a:cubicBezTo>
                    <a:pt x="449580" y="909320"/>
                    <a:pt x="458470" y="885190"/>
                    <a:pt x="468630" y="840740"/>
                  </a:cubicBezTo>
                  <a:cubicBezTo>
                    <a:pt x="487680" y="754380"/>
                    <a:pt x="508000" y="528320"/>
                    <a:pt x="501650" y="444500"/>
                  </a:cubicBezTo>
                  <a:cubicBezTo>
                    <a:pt x="499110" y="403860"/>
                    <a:pt x="494030" y="387350"/>
                    <a:pt x="481330" y="354330"/>
                  </a:cubicBezTo>
                  <a:cubicBezTo>
                    <a:pt x="461010" y="306070"/>
                    <a:pt x="408940" y="227330"/>
                    <a:pt x="378460" y="186690"/>
                  </a:cubicBezTo>
                  <a:cubicBezTo>
                    <a:pt x="359410" y="161290"/>
                    <a:pt x="325120" y="152400"/>
                    <a:pt x="325120" y="129540"/>
                  </a:cubicBezTo>
                  <a:cubicBezTo>
                    <a:pt x="326390" y="95250"/>
                    <a:pt x="408940" y="0"/>
                    <a:pt x="449580" y="2540"/>
                  </a:cubicBezTo>
                  <a:cubicBezTo>
                    <a:pt x="494030" y="5080"/>
                    <a:pt x="542290" y="107950"/>
                    <a:pt x="577850" y="165100"/>
                  </a:cubicBezTo>
                  <a:cubicBezTo>
                    <a:pt x="612140" y="218440"/>
                    <a:pt x="645160" y="273050"/>
                    <a:pt x="662940" y="334010"/>
                  </a:cubicBezTo>
                  <a:cubicBezTo>
                    <a:pt x="679450" y="396240"/>
                    <a:pt x="680720" y="454660"/>
                    <a:pt x="678180" y="533400"/>
                  </a:cubicBezTo>
                  <a:cubicBezTo>
                    <a:pt x="675640" y="648970"/>
                    <a:pt x="668020" y="858520"/>
                    <a:pt x="626110" y="962660"/>
                  </a:cubicBezTo>
                  <a:cubicBezTo>
                    <a:pt x="596900" y="1032510"/>
                    <a:pt x="544830" y="1078230"/>
                    <a:pt x="504190" y="1117600"/>
                  </a:cubicBezTo>
                  <a:cubicBezTo>
                    <a:pt x="474980" y="1145540"/>
                    <a:pt x="454660" y="1160780"/>
                    <a:pt x="417830" y="1181100"/>
                  </a:cubicBezTo>
                  <a:cubicBezTo>
                    <a:pt x="368300" y="1207770"/>
                    <a:pt x="289560" y="1234440"/>
                    <a:pt x="224790" y="1253490"/>
                  </a:cubicBezTo>
                  <a:cubicBezTo>
                    <a:pt x="162560" y="1271270"/>
                    <a:pt x="72390" y="1316990"/>
                    <a:pt x="35560" y="1291590"/>
                  </a:cubicBezTo>
                  <a:cubicBezTo>
                    <a:pt x="0" y="1268730"/>
                    <a:pt x="3810" y="1115060"/>
                    <a:pt x="3810" y="1115060"/>
                  </a:cubicBezTo>
                </a:path>
              </a:pathLst>
            </a:custGeom>
            <a:solidFill>
              <a:srgbClr val="A6A6A6">
                <a:alpha val="41961"/>
              </a:srgbClr>
            </a:solidFill>
            <a:ln cap="sq">
              <a:noFill/>
              <a:prstDash val="solid"/>
              <a:miter/>
            </a:ln>
          </p:spPr>
          <p:txBody>
            <a:bodyPr/>
            <a:lstStyle/>
            <a:p>
              <a:endParaRPr lang="en-SG" sz="1088"/>
            </a:p>
          </p:txBody>
        </p:sp>
      </p:grpSp>
      <p:grpSp>
        <p:nvGrpSpPr>
          <p:cNvPr id="248" name="Group 217">
            <a:extLst>
              <a:ext uri="{FF2B5EF4-FFF2-40B4-BE49-F238E27FC236}">
                <a16:creationId xmlns:a16="http://schemas.microsoft.com/office/drawing/2014/main" id="{C8BFB757-6FD2-56BC-5260-8F2A87F37A4D}"/>
              </a:ext>
            </a:extLst>
          </p:cNvPr>
          <p:cNvGrpSpPr/>
          <p:nvPr/>
        </p:nvGrpSpPr>
        <p:grpSpPr>
          <a:xfrm>
            <a:off x="8619269" y="1336616"/>
            <a:ext cx="691104" cy="619478"/>
            <a:chOff x="0" y="0"/>
            <a:chExt cx="1151890" cy="1032510"/>
          </a:xfrm>
        </p:grpSpPr>
        <p:sp>
          <p:nvSpPr>
            <p:cNvPr id="249" name="Freeform 218">
              <a:extLst>
                <a:ext uri="{FF2B5EF4-FFF2-40B4-BE49-F238E27FC236}">
                  <a16:creationId xmlns:a16="http://schemas.microsoft.com/office/drawing/2014/main" id="{95BE4313-941B-7A8B-D004-EBEE7D5BC8F9}"/>
                </a:ext>
              </a:extLst>
            </p:cNvPr>
            <p:cNvSpPr/>
            <p:nvPr/>
          </p:nvSpPr>
          <p:spPr>
            <a:xfrm>
              <a:off x="44450" y="50800"/>
              <a:ext cx="1056640" cy="930910"/>
            </a:xfrm>
            <a:custGeom>
              <a:avLst/>
              <a:gdLst/>
              <a:ahLst/>
              <a:cxnLst/>
              <a:rect l="l" t="t" r="r" b="b"/>
              <a:pathLst>
                <a:path w="1056640" h="930910">
                  <a:moveTo>
                    <a:pt x="234950" y="0"/>
                  </a:moveTo>
                  <a:cubicBezTo>
                    <a:pt x="302260" y="238760"/>
                    <a:pt x="300990" y="340360"/>
                    <a:pt x="294640" y="398780"/>
                  </a:cubicBezTo>
                  <a:cubicBezTo>
                    <a:pt x="290830" y="435610"/>
                    <a:pt x="285750" y="452120"/>
                    <a:pt x="273050" y="488950"/>
                  </a:cubicBezTo>
                  <a:cubicBezTo>
                    <a:pt x="250190" y="552450"/>
                    <a:pt x="195580" y="702310"/>
                    <a:pt x="154940" y="741680"/>
                  </a:cubicBezTo>
                  <a:cubicBezTo>
                    <a:pt x="135890" y="760730"/>
                    <a:pt x="115570" y="764540"/>
                    <a:pt x="97790" y="767080"/>
                  </a:cubicBezTo>
                  <a:cubicBezTo>
                    <a:pt x="82550" y="768350"/>
                    <a:pt x="68580" y="764540"/>
                    <a:pt x="55880" y="758190"/>
                  </a:cubicBezTo>
                  <a:cubicBezTo>
                    <a:pt x="43180" y="751840"/>
                    <a:pt x="30480" y="742950"/>
                    <a:pt x="22860" y="731520"/>
                  </a:cubicBezTo>
                  <a:cubicBezTo>
                    <a:pt x="13970" y="720090"/>
                    <a:pt x="7620" y="706120"/>
                    <a:pt x="6350" y="692150"/>
                  </a:cubicBezTo>
                  <a:cubicBezTo>
                    <a:pt x="3810" y="678180"/>
                    <a:pt x="0" y="665480"/>
                    <a:pt x="8890" y="650240"/>
                  </a:cubicBezTo>
                  <a:cubicBezTo>
                    <a:pt x="27940" y="617220"/>
                    <a:pt x="123190" y="561340"/>
                    <a:pt x="173990" y="535940"/>
                  </a:cubicBezTo>
                  <a:cubicBezTo>
                    <a:pt x="210820" y="516890"/>
                    <a:pt x="233680" y="508000"/>
                    <a:pt x="276860" y="500380"/>
                  </a:cubicBezTo>
                  <a:cubicBezTo>
                    <a:pt x="341630" y="487680"/>
                    <a:pt x="452120" y="483870"/>
                    <a:pt x="525780" y="487680"/>
                  </a:cubicBezTo>
                  <a:cubicBezTo>
                    <a:pt x="584200" y="491490"/>
                    <a:pt x="626110" y="500380"/>
                    <a:pt x="680720" y="514350"/>
                  </a:cubicBezTo>
                  <a:cubicBezTo>
                    <a:pt x="746760" y="530860"/>
                    <a:pt x="843280" y="560070"/>
                    <a:pt x="892810" y="588010"/>
                  </a:cubicBezTo>
                  <a:cubicBezTo>
                    <a:pt x="923290" y="605790"/>
                    <a:pt x="944880" y="623570"/>
                    <a:pt x="960120" y="643890"/>
                  </a:cubicBezTo>
                  <a:cubicBezTo>
                    <a:pt x="972820" y="662940"/>
                    <a:pt x="980440" y="685800"/>
                    <a:pt x="981710" y="703580"/>
                  </a:cubicBezTo>
                  <a:cubicBezTo>
                    <a:pt x="982980" y="718820"/>
                    <a:pt x="977900" y="732790"/>
                    <a:pt x="971550" y="744220"/>
                  </a:cubicBezTo>
                  <a:cubicBezTo>
                    <a:pt x="965200" y="756920"/>
                    <a:pt x="956310" y="768350"/>
                    <a:pt x="943610" y="775970"/>
                  </a:cubicBezTo>
                  <a:cubicBezTo>
                    <a:pt x="927100" y="786130"/>
                    <a:pt x="901700" y="793750"/>
                    <a:pt x="881380" y="791210"/>
                  </a:cubicBezTo>
                  <a:cubicBezTo>
                    <a:pt x="862330" y="788670"/>
                    <a:pt x="848360" y="768350"/>
                    <a:pt x="825500" y="762000"/>
                  </a:cubicBezTo>
                  <a:cubicBezTo>
                    <a:pt x="796290" y="754380"/>
                    <a:pt x="755650" y="768350"/>
                    <a:pt x="713740" y="758190"/>
                  </a:cubicBezTo>
                  <a:cubicBezTo>
                    <a:pt x="652780" y="745490"/>
                    <a:pt x="543560" y="694690"/>
                    <a:pt x="504190" y="668020"/>
                  </a:cubicBezTo>
                  <a:cubicBezTo>
                    <a:pt x="485140" y="654050"/>
                    <a:pt x="474980" y="643890"/>
                    <a:pt x="466090" y="629920"/>
                  </a:cubicBezTo>
                  <a:cubicBezTo>
                    <a:pt x="459740" y="617220"/>
                    <a:pt x="455930" y="603250"/>
                    <a:pt x="455930" y="589280"/>
                  </a:cubicBezTo>
                  <a:cubicBezTo>
                    <a:pt x="455930" y="575310"/>
                    <a:pt x="457200" y="560070"/>
                    <a:pt x="464820" y="547370"/>
                  </a:cubicBezTo>
                  <a:cubicBezTo>
                    <a:pt x="473710" y="532130"/>
                    <a:pt x="495300" y="513080"/>
                    <a:pt x="511810" y="504190"/>
                  </a:cubicBezTo>
                  <a:cubicBezTo>
                    <a:pt x="524510" y="497840"/>
                    <a:pt x="535940" y="497840"/>
                    <a:pt x="553720" y="499110"/>
                  </a:cubicBezTo>
                  <a:cubicBezTo>
                    <a:pt x="586740" y="500380"/>
                    <a:pt x="641350" y="515620"/>
                    <a:pt x="689610" y="533400"/>
                  </a:cubicBezTo>
                  <a:cubicBezTo>
                    <a:pt x="749300" y="556260"/>
                    <a:pt x="831850" y="603250"/>
                    <a:pt x="881380" y="632460"/>
                  </a:cubicBezTo>
                  <a:cubicBezTo>
                    <a:pt x="913130" y="651510"/>
                    <a:pt x="932180" y="662940"/>
                    <a:pt x="958850" y="687070"/>
                  </a:cubicBezTo>
                  <a:cubicBezTo>
                    <a:pt x="990600" y="716280"/>
                    <a:pt x="1056640" y="760730"/>
                    <a:pt x="1055370" y="798830"/>
                  </a:cubicBezTo>
                  <a:cubicBezTo>
                    <a:pt x="1055370" y="842010"/>
                    <a:pt x="974090" y="930910"/>
                    <a:pt x="934720" y="929640"/>
                  </a:cubicBezTo>
                  <a:cubicBezTo>
                    <a:pt x="897890" y="929640"/>
                    <a:pt x="873760" y="847090"/>
                    <a:pt x="826770" y="807720"/>
                  </a:cubicBezTo>
                  <a:cubicBezTo>
                    <a:pt x="764540" y="756920"/>
                    <a:pt x="648970" y="680720"/>
                    <a:pt x="586740" y="662940"/>
                  </a:cubicBezTo>
                  <a:cubicBezTo>
                    <a:pt x="549910" y="652780"/>
                    <a:pt x="513080" y="668020"/>
                    <a:pt x="495300" y="661670"/>
                  </a:cubicBezTo>
                  <a:cubicBezTo>
                    <a:pt x="486410" y="657860"/>
                    <a:pt x="483870" y="654050"/>
                    <a:pt x="478790" y="647700"/>
                  </a:cubicBezTo>
                  <a:cubicBezTo>
                    <a:pt x="472440" y="638810"/>
                    <a:pt x="461010" y="624840"/>
                    <a:pt x="458470" y="610870"/>
                  </a:cubicBezTo>
                  <a:cubicBezTo>
                    <a:pt x="454660" y="593090"/>
                    <a:pt x="458470" y="563880"/>
                    <a:pt x="464820" y="547370"/>
                  </a:cubicBezTo>
                  <a:cubicBezTo>
                    <a:pt x="471170" y="533400"/>
                    <a:pt x="480060" y="523240"/>
                    <a:pt x="492760" y="515620"/>
                  </a:cubicBezTo>
                  <a:cubicBezTo>
                    <a:pt x="508000" y="505460"/>
                    <a:pt x="527050" y="496570"/>
                    <a:pt x="553720" y="499110"/>
                  </a:cubicBezTo>
                  <a:cubicBezTo>
                    <a:pt x="601980" y="502920"/>
                    <a:pt x="690880" y="562610"/>
                    <a:pt x="759460" y="586740"/>
                  </a:cubicBezTo>
                  <a:cubicBezTo>
                    <a:pt x="825500" y="610870"/>
                    <a:pt x="928370" y="619760"/>
                    <a:pt x="960120" y="643890"/>
                  </a:cubicBezTo>
                  <a:cubicBezTo>
                    <a:pt x="974090" y="655320"/>
                    <a:pt x="976630" y="669290"/>
                    <a:pt x="979170" y="681990"/>
                  </a:cubicBezTo>
                  <a:cubicBezTo>
                    <a:pt x="982980" y="695960"/>
                    <a:pt x="982980" y="711200"/>
                    <a:pt x="979170" y="725170"/>
                  </a:cubicBezTo>
                  <a:cubicBezTo>
                    <a:pt x="975360" y="737870"/>
                    <a:pt x="967740" y="751840"/>
                    <a:pt x="958850" y="762000"/>
                  </a:cubicBezTo>
                  <a:cubicBezTo>
                    <a:pt x="949960" y="772160"/>
                    <a:pt x="938530" y="782320"/>
                    <a:pt x="924560" y="786130"/>
                  </a:cubicBezTo>
                  <a:cubicBezTo>
                    <a:pt x="906780" y="791210"/>
                    <a:pt x="883920" y="792480"/>
                    <a:pt x="861060" y="786130"/>
                  </a:cubicBezTo>
                  <a:cubicBezTo>
                    <a:pt x="829310" y="777240"/>
                    <a:pt x="801370" y="739140"/>
                    <a:pt x="758190" y="721360"/>
                  </a:cubicBezTo>
                  <a:cubicBezTo>
                    <a:pt x="695960" y="694690"/>
                    <a:pt x="582930" y="673100"/>
                    <a:pt x="516890" y="665480"/>
                  </a:cubicBezTo>
                  <a:cubicBezTo>
                    <a:pt x="472440" y="660400"/>
                    <a:pt x="448310" y="660400"/>
                    <a:pt x="403860" y="664210"/>
                  </a:cubicBezTo>
                  <a:cubicBezTo>
                    <a:pt x="341630" y="669290"/>
                    <a:pt x="213360" y="681990"/>
                    <a:pt x="177800" y="706120"/>
                  </a:cubicBezTo>
                  <a:cubicBezTo>
                    <a:pt x="162560" y="716280"/>
                    <a:pt x="166370" y="731520"/>
                    <a:pt x="154940" y="741680"/>
                  </a:cubicBezTo>
                  <a:cubicBezTo>
                    <a:pt x="142240" y="753110"/>
                    <a:pt x="115570" y="764540"/>
                    <a:pt x="97790" y="767080"/>
                  </a:cubicBezTo>
                  <a:cubicBezTo>
                    <a:pt x="82550" y="768350"/>
                    <a:pt x="68580" y="764540"/>
                    <a:pt x="55880" y="758190"/>
                  </a:cubicBezTo>
                  <a:cubicBezTo>
                    <a:pt x="43180" y="751840"/>
                    <a:pt x="30480" y="742950"/>
                    <a:pt x="22860" y="731520"/>
                  </a:cubicBezTo>
                  <a:cubicBezTo>
                    <a:pt x="13970" y="720090"/>
                    <a:pt x="7620" y="706120"/>
                    <a:pt x="6350" y="692150"/>
                  </a:cubicBezTo>
                  <a:cubicBezTo>
                    <a:pt x="3810" y="679450"/>
                    <a:pt x="3810" y="669290"/>
                    <a:pt x="8890" y="650240"/>
                  </a:cubicBezTo>
                  <a:cubicBezTo>
                    <a:pt x="20320" y="604520"/>
                    <a:pt x="87630" y="494030"/>
                    <a:pt x="104140" y="433070"/>
                  </a:cubicBezTo>
                  <a:cubicBezTo>
                    <a:pt x="115570" y="392430"/>
                    <a:pt x="115570" y="367030"/>
                    <a:pt x="116840" y="326390"/>
                  </a:cubicBezTo>
                  <a:cubicBezTo>
                    <a:pt x="118110" y="271780"/>
                    <a:pt x="116840" y="177800"/>
                    <a:pt x="104140" y="134620"/>
                  </a:cubicBezTo>
                  <a:cubicBezTo>
                    <a:pt x="96520" y="110490"/>
                    <a:pt x="69850" y="97790"/>
                    <a:pt x="74930" y="81280"/>
                  </a:cubicBezTo>
                  <a:cubicBezTo>
                    <a:pt x="83820" y="50800"/>
                    <a:pt x="234950" y="0"/>
                    <a:pt x="234950" y="0"/>
                  </a:cubicBezTo>
                </a:path>
              </a:pathLst>
            </a:custGeom>
            <a:solidFill>
              <a:srgbClr val="A6A6A6">
                <a:alpha val="41961"/>
              </a:srgbClr>
            </a:solidFill>
            <a:ln cap="sq">
              <a:noFill/>
              <a:prstDash val="solid"/>
              <a:miter/>
            </a:ln>
          </p:spPr>
          <p:txBody>
            <a:bodyPr/>
            <a:lstStyle/>
            <a:p>
              <a:endParaRPr lang="en-SG" sz="1088"/>
            </a:p>
          </p:txBody>
        </p:sp>
      </p:grpSp>
      <p:grpSp>
        <p:nvGrpSpPr>
          <p:cNvPr id="250" name="Group 219">
            <a:extLst>
              <a:ext uri="{FF2B5EF4-FFF2-40B4-BE49-F238E27FC236}">
                <a16:creationId xmlns:a16="http://schemas.microsoft.com/office/drawing/2014/main" id="{14A17BD0-5996-A698-2DB3-583F5B8C10C6}"/>
              </a:ext>
            </a:extLst>
          </p:cNvPr>
          <p:cNvGrpSpPr/>
          <p:nvPr/>
        </p:nvGrpSpPr>
        <p:grpSpPr>
          <a:xfrm>
            <a:off x="4870393" y="2273835"/>
            <a:ext cx="1783001" cy="1804336"/>
            <a:chOff x="0" y="0"/>
            <a:chExt cx="2971800" cy="3007360"/>
          </a:xfrm>
        </p:grpSpPr>
        <p:sp>
          <p:nvSpPr>
            <p:cNvPr id="251" name="Freeform 220">
              <a:extLst>
                <a:ext uri="{FF2B5EF4-FFF2-40B4-BE49-F238E27FC236}">
                  <a16:creationId xmlns:a16="http://schemas.microsoft.com/office/drawing/2014/main" id="{4422DB7E-A08A-93FB-5B29-7390C56141A5}"/>
                </a:ext>
              </a:extLst>
            </p:cNvPr>
            <p:cNvSpPr/>
            <p:nvPr/>
          </p:nvSpPr>
          <p:spPr>
            <a:xfrm>
              <a:off x="41910" y="48260"/>
              <a:ext cx="2879090" cy="2910840"/>
            </a:xfrm>
            <a:custGeom>
              <a:avLst/>
              <a:gdLst/>
              <a:ahLst/>
              <a:cxnLst/>
              <a:rect l="l" t="t" r="r" b="b"/>
              <a:pathLst>
                <a:path w="2879090" h="2910840">
                  <a:moveTo>
                    <a:pt x="2476500" y="331470"/>
                  </a:moveTo>
                  <a:cubicBezTo>
                    <a:pt x="2543810" y="313690"/>
                    <a:pt x="2468880" y="337820"/>
                    <a:pt x="2430780" y="358140"/>
                  </a:cubicBezTo>
                  <a:cubicBezTo>
                    <a:pt x="2387600" y="379730"/>
                    <a:pt x="2340610" y="410210"/>
                    <a:pt x="2299970" y="440690"/>
                  </a:cubicBezTo>
                  <a:cubicBezTo>
                    <a:pt x="2263140" y="471170"/>
                    <a:pt x="2226310" y="504190"/>
                    <a:pt x="2197100" y="538480"/>
                  </a:cubicBezTo>
                  <a:cubicBezTo>
                    <a:pt x="2170430" y="571500"/>
                    <a:pt x="2153920" y="621030"/>
                    <a:pt x="2132330" y="641350"/>
                  </a:cubicBezTo>
                  <a:cubicBezTo>
                    <a:pt x="2119630" y="652780"/>
                    <a:pt x="2109470" y="657860"/>
                    <a:pt x="2095500" y="661670"/>
                  </a:cubicBezTo>
                  <a:cubicBezTo>
                    <a:pt x="2082800" y="665480"/>
                    <a:pt x="2067560" y="666750"/>
                    <a:pt x="2053590" y="662940"/>
                  </a:cubicBezTo>
                  <a:cubicBezTo>
                    <a:pt x="2035810" y="657860"/>
                    <a:pt x="2011680" y="643890"/>
                    <a:pt x="2000250" y="627380"/>
                  </a:cubicBezTo>
                  <a:cubicBezTo>
                    <a:pt x="1988820" y="612140"/>
                    <a:pt x="1982470" y="586740"/>
                    <a:pt x="1983740" y="567690"/>
                  </a:cubicBezTo>
                  <a:cubicBezTo>
                    <a:pt x="1986280" y="547370"/>
                    <a:pt x="1993900" y="520700"/>
                    <a:pt x="2011680" y="510540"/>
                  </a:cubicBezTo>
                  <a:cubicBezTo>
                    <a:pt x="2038350" y="495300"/>
                    <a:pt x="2092960" y="534670"/>
                    <a:pt x="2146300" y="521970"/>
                  </a:cubicBezTo>
                  <a:cubicBezTo>
                    <a:pt x="2241550" y="497840"/>
                    <a:pt x="2415540" y="361950"/>
                    <a:pt x="2512060" y="287020"/>
                  </a:cubicBezTo>
                  <a:cubicBezTo>
                    <a:pt x="2581910" y="233680"/>
                    <a:pt x="2641600" y="152400"/>
                    <a:pt x="2682240" y="132080"/>
                  </a:cubicBezTo>
                  <a:cubicBezTo>
                    <a:pt x="2698750" y="123190"/>
                    <a:pt x="2710180" y="123190"/>
                    <a:pt x="2722880" y="123190"/>
                  </a:cubicBezTo>
                  <a:cubicBezTo>
                    <a:pt x="2736850" y="124460"/>
                    <a:pt x="2752090" y="127000"/>
                    <a:pt x="2764790" y="135890"/>
                  </a:cubicBezTo>
                  <a:cubicBezTo>
                    <a:pt x="2780030" y="144780"/>
                    <a:pt x="2797810" y="167640"/>
                    <a:pt x="2804160" y="184150"/>
                  </a:cubicBezTo>
                  <a:cubicBezTo>
                    <a:pt x="2809240" y="198120"/>
                    <a:pt x="2810510" y="212090"/>
                    <a:pt x="2807970" y="226060"/>
                  </a:cubicBezTo>
                  <a:cubicBezTo>
                    <a:pt x="2804160" y="243840"/>
                    <a:pt x="2795270" y="267970"/>
                    <a:pt x="2776220" y="280670"/>
                  </a:cubicBezTo>
                  <a:cubicBezTo>
                    <a:pt x="2744470" y="303530"/>
                    <a:pt x="2663190" y="295910"/>
                    <a:pt x="2614930" y="311150"/>
                  </a:cubicBezTo>
                  <a:cubicBezTo>
                    <a:pt x="2573020" y="323850"/>
                    <a:pt x="2541270" y="340360"/>
                    <a:pt x="2504440" y="360680"/>
                  </a:cubicBezTo>
                  <a:cubicBezTo>
                    <a:pt x="2461260" y="383540"/>
                    <a:pt x="2428240" y="403860"/>
                    <a:pt x="2374900" y="443230"/>
                  </a:cubicBezTo>
                  <a:cubicBezTo>
                    <a:pt x="2274570" y="518160"/>
                    <a:pt x="2045970" y="755650"/>
                    <a:pt x="1965960" y="791210"/>
                  </a:cubicBezTo>
                  <a:cubicBezTo>
                    <a:pt x="1938020" y="802640"/>
                    <a:pt x="1922780" y="802640"/>
                    <a:pt x="1903730" y="797560"/>
                  </a:cubicBezTo>
                  <a:cubicBezTo>
                    <a:pt x="1884680" y="792480"/>
                    <a:pt x="1863090" y="777240"/>
                    <a:pt x="1851660" y="760730"/>
                  </a:cubicBezTo>
                  <a:cubicBezTo>
                    <a:pt x="1841500" y="744220"/>
                    <a:pt x="1835150" y="718820"/>
                    <a:pt x="1837690" y="699770"/>
                  </a:cubicBezTo>
                  <a:cubicBezTo>
                    <a:pt x="1840230" y="680720"/>
                    <a:pt x="1847850" y="661670"/>
                    <a:pt x="1868170" y="643890"/>
                  </a:cubicBezTo>
                  <a:cubicBezTo>
                    <a:pt x="1906270" y="609600"/>
                    <a:pt x="2011680" y="590550"/>
                    <a:pt x="2090420" y="549910"/>
                  </a:cubicBezTo>
                  <a:cubicBezTo>
                    <a:pt x="2186940" y="500380"/>
                    <a:pt x="2298700" y="431800"/>
                    <a:pt x="2401570" y="360680"/>
                  </a:cubicBezTo>
                  <a:cubicBezTo>
                    <a:pt x="2513330" y="283210"/>
                    <a:pt x="2677160" y="137160"/>
                    <a:pt x="2734310" y="102870"/>
                  </a:cubicBezTo>
                  <a:cubicBezTo>
                    <a:pt x="2753360" y="92710"/>
                    <a:pt x="2759710" y="87630"/>
                    <a:pt x="2773680" y="86360"/>
                  </a:cubicBezTo>
                  <a:cubicBezTo>
                    <a:pt x="2791460" y="83820"/>
                    <a:pt x="2819400" y="87630"/>
                    <a:pt x="2835910" y="99060"/>
                  </a:cubicBezTo>
                  <a:cubicBezTo>
                    <a:pt x="2852420" y="109220"/>
                    <a:pt x="2867660" y="129540"/>
                    <a:pt x="2874010" y="148590"/>
                  </a:cubicBezTo>
                  <a:cubicBezTo>
                    <a:pt x="2879090" y="167640"/>
                    <a:pt x="2875280" y="195580"/>
                    <a:pt x="2868930" y="212090"/>
                  </a:cubicBezTo>
                  <a:cubicBezTo>
                    <a:pt x="2863850" y="226060"/>
                    <a:pt x="2857500" y="233680"/>
                    <a:pt x="2842260" y="245110"/>
                  </a:cubicBezTo>
                  <a:cubicBezTo>
                    <a:pt x="2805430" y="270510"/>
                    <a:pt x="2696210" y="292100"/>
                    <a:pt x="2622550" y="325120"/>
                  </a:cubicBezTo>
                  <a:cubicBezTo>
                    <a:pt x="2542540" y="359410"/>
                    <a:pt x="2487930" y="391160"/>
                    <a:pt x="2381250" y="447040"/>
                  </a:cubicBezTo>
                  <a:cubicBezTo>
                    <a:pt x="2171700" y="558800"/>
                    <a:pt x="1555750" y="914400"/>
                    <a:pt x="1446530" y="957580"/>
                  </a:cubicBezTo>
                  <a:cubicBezTo>
                    <a:pt x="1424940" y="966470"/>
                    <a:pt x="1418590" y="967740"/>
                    <a:pt x="1404620" y="967740"/>
                  </a:cubicBezTo>
                  <a:cubicBezTo>
                    <a:pt x="1391920" y="967740"/>
                    <a:pt x="1375410" y="963930"/>
                    <a:pt x="1363980" y="957580"/>
                  </a:cubicBezTo>
                  <a:cubicBezTo>
                    <a:pt x="1351280" y="951230"/>
                    <a:pt x="1339850" y="941070"/>
                    <a:pt x="1332230" y="929640"/>
                  </a:cubicBezTo>
                  <a:cubicBezTo>
                    <a:pt x="1323340" y="918210"/>
                    <a:pt x="1318260" y="904240"/>
                    <a:pt x="1316990" y="890270"/>
                  </a:cubicBezTo>
                  <a:cubicBezTo>
                    <a:pt x="1314450" y="876300"/>
                    <a:pt x="1316990" y="861060"/>
                    <a:pt x="1320800" y="848360"/>
                  </a:cubicBezTo>
                  <a:cubicBezTo>
                    <a:pt x="1325880" y="835660"/>
                    <a:pt x="1328420" y="829310"/>
                    <a:pt x="1344930" y="812800"/>
                  </a:cubicBezTo>
                  <a:cubicBezTo>
                    <a:pt x="1443990" y="716280"/>
                    <a:pt x="2402840" y="81280"/>
                    <a:pt x="2553970" y="16510"/>
                  </a:cubicBezTo>
                  <a:cubicBezTo>
                    <a:pt x="2585720" y="3810"/>
                    <a:pt x="2595880" y="0"/>
                    <a:pt x="2614930" y="2540"/>
                  </a:cubicBezTo>
                  <a:cubicBezTo>
                    <a:pt x="2635250" y="5080"/>
                    <a:pt x="2658110" y="20320"/>
                    <a:pt x="2670810" y="33020"/>
                  </a:cubicBezTo>
                  <a:cubicBezTo>
                    <a:pt x="2680970" y="43180"/>
                    <a:pt x="2687320" y="57150"/>
                    <a:pt x="2689860" y="71120"/>
                  </a:cubicBezTo>
                  <a:cubicBezTo>
                    <a:pt x="2693670" y="83820"/>
                    <a:pt x="2693670" y="99060"/>
                    <a:pt x="2689860" y="113030"/>
                  </a:cubicBezTo>
                  <a:cubicBezTo>
                    <a:pt x="2683510" y="130810"/>
                    <a:pt x="2677160" y="142240"/>
                    <a:pt x="2653030" y="165100"/>
                  </a:cubicBezTo>
                  <a:cubicBezTo>
                    <a:pt x="2541270" y="265430"/>
                    <a:pt x="1668780" y="748030"/>
                    <a:pt x="1549400" y="797560"/>
                  </a:cubicBezTo>
                  <a:cubicBezTo>
                    <a:pt x="1527810" y="806450"/>
                    <a:pt x="1522730" y="810260"/>
                    <a:pt x="1508760" y="808990"/>
                  </a:cubicBezTo>
                  <a:cubicBezTo>
                    <a:pt x="1489710" y="808990"/>
                    <a:pt x="1464310" y="801370"/>
                    <a:pt x="1449070" y="788670"/>
                  </a:cubicBezTo>
                  <a:cubicBezTo>
                    <a:pt x="1433830" y="775970"/>
                    <a:pt x="1421130" y="751840"/>
                    <a:pt x="1417320" y="734060"/>
                  </a:cubicBezTo>
                  <a:cubicBezTo>
                    <a:pt x="1414780" y="718820"/>
                    <a:pt x="1417320" y="704850"/>
                    <a:pt x="1421130" y="690880"/>
                  </a:cubicBezTo>
                  <a:cubicBezTo>
                    <a:pt x="1426210" y="678180"/>
                    <a:pt x="1430020" y="669290"/>
                    <a:pt x="1443990" y="655320"/>
                  </a:cubicBezTo>
                  <a:cubicBezTo>
                    <a:pt x="1480820" y="621030"/>
                    <a:pt x="1577340" y="580390"/>
                    <a:pt x="1676400" y="519430"/>
                  </a:cubicBezTo>
                  <a:cubicBezTo>
                    <a:pt x="1858010" y="405130"/>
                    <a:pt x="2324100" y="45720"/>
                    <a:pt x="2439670" y="12700"/>
                  </a:cubicBezTo>
                  <a:cubicBezTo>
                    <a:pt x="2470150" y="3810"/>
                    <a:pt x="2485390" y="6350"/>
                    <a:pt x="2503170" y="13970"/>
                  </a:cubicBezTo>
                  <a:cubicBezTo>
                    <a:pt x="2520950" y="20320"/>
                    <a:pt x="2541270" y="38100"/>
                    <a:pt x="2550160" y="55880"/>
                  </a:cubicBezTo>
                  <a:cubicBezTo>
                    <a:pt x="2557780" y="73660"/>
                    <a:pt x="2561590" y="100330"/>
                    <a:pt x="2556510" y="119380"/>
                  </a:cubicBezTo>
                  <a:cubicBezTo>
                    <a:pt x="2551430" y="138430"/>
                    <a:pt x="2543810" y="146050"/>
                    <a:pt x="2519680" y="170180"/>
                  </a:cubicBezTo>
                  <a:cubicBezTo>
                    <a:pt x="2402840" y="280670"/>
                    <a:pt x="1488440" y="866140"/>
                    <a:pt x="1339850" y="927100"/>
                  </a:cubicBezTo>
                  <a:cubicBezTo>
                    <a:pt x="1308100" y="939800"/>
                    <a:pt x="1296670" y="942340"/>
                    <a:pt x="1277620" y="939800"/>
                  </a:cubicBezTo>
                  <a:cubicBezTo>
                    <a:pt x="1258570" y="935990"/>
                    <a:pt x="1235710" y="923290"/>
                    <a:pt x="1223010" y="908050"/>
                  </a:cubicBezTo>
                  <a:cubicBezTo>
                    <a:pt x="1210310" y="892810"/>
                    <a:pt x="1201420" y="868680"/>
                    <a:pt x="1202690" y="848360"/>
                  </a:cubicBezTo>
                  <a:cubicBezTo>
                    <a:pt x="1202690" y="829310"/>
                    <a:pt x="1206500" y="816610"/>
                    <a:pt x="1226820" y="789940"/>
                  </a:cubicBezTo>
                  <a:cubicBezTo>
                    <a:pt x="1309370" y="685800"/>
                    <a:pt x="1974850" y="218440"/>
                    <a:pt x="2076450" y="162560"/>
                  </a:cubicBezTo>
                  <a:cubicBezTo>
                    <a:pt x="2096770" y="151130"/>
                    <a:pt x="2103120" y="148590"/>
                    <a:pt x="2115820" y="147320"/>
                  </a:cubicBezTo>
                  <a:cubicBezTo>
                    <a:pt x="2129790" y="144780"/>
                    <a:pt x="2145030" y="147320"/>
                    <a:pt x="2159000" y="152400"/>
                  </a:cubicBezTo>
                  <a:cubicBezTo>
                    <a:pt x="2171700" y="157480"/>
                    <a:pt x="2184400" y="166370"/>
                    <a:pt x="2193290" y="176530"/>
                  </a:cubicBezTo>
                  <a:cubicBezTo>
                    <a:pt x="2202180" y="186690"/>
                    <a:pt x="2209800" y="200660"/>
                    <a:pt x="2213610" y="213360"/>
                  </a:cubicBezTo>
                  <a:cubicBezTo>
                    <a:pt x="2217420" y="227330"/>
                    <a:pt x="2217420" y="242570"/>
                    <a:pt x="2213610" y="256540"/>
                  </a:cubicBezTo>
                  <a:cubicBezTo>
                    <a:pt x="2208530" y="273050"/>
                    <a:pt x="2202180" y="285750"/>
                    <a:pt x="2178050" y="308610"/>
                  </a:cubicBezTo>
                  <a:cubicBezTo>
                    <a:pt x="2066290" y="411480"/>
                    <a:pt x="1198880" y="908050"/>
                    <a:pt x="1054100" y="961390"/>
                  </a:cubicBezTo>
                  <a:cubicBezTo>
                    <a:pt x="1022350" y="974090"/>
                    <a:pt x="1012190" y="976630"/>
                    <a:pt x="993140" y="974090"/>
                  </a:cubicBezTo>
                  <a:cubicBezTo>
                    <a:pt x="972820" y="970280"/>
                    <a:pt x="951230" y="956310"/>
                    <a:pt x="938530" y="941070"/>
                  </a:cubicBezTo>
                  <a:cubicBezTo>
                    <a:pt x="925830" y="925830"/>
                    <a:pt x="918210" y="901700"/>
                    <a:pt x="919480" y="881380"/>
                  </a:cubicBezTo>
                  <a:cubicBezTo>
                    <a:pt x="920750" y="862330"/>
                    <a:pt x="928370" y="844550"/>
                    <a:pt x="944880" y="824230"/>
                  </a:cubicBezTo>
                  <a:cubicBezTo>
                    <a:pt x="974090" y="783590"/>
                    <a:pt x="1052830" y="728980"/>
                    <a:pt x="1115060" y="684530"/>
                  </a:cubicBezTo>
                  <a:cubicBezTo>
                    <a:pt x="1183640" y="635000"/>
                    <a:pt x="1273810" y="577850"/>
                    <a:pt x="1337310" y="541020"/>
                  </a:cubicBezTo>
                  <a:cubicBezTo>
                    <a:pt x="1384300" y="515620"/>
                    <a:pt x="1430020" y="490220"/>
                    <a:pt x="1460500" y="482600"/>
                  </a:cubicBezTo>
                  <a:cubicBezTo>
                    <a:pt x="1478280" y="478790"/>
                    <a:pt x="1489710" y="478790"/>
                    <a:pt x="1503680" y="482600"/>
                  </a:cubicBezTo>
                  <a:cubicBezTo>
                    <a:pt x="1516380" y="485140"/>
                    <a:pt x="1530350" y="491490"/>
                    <a:pt x="1540510" y="501650"/>
                  </a:cubicBezTo>
                  <a:cubicBezTo>
                    <a:pt x="1554480" y="514350"/>
                    <a:pt x="1568450" y="537210"/>
                    <a:pt x="1570990" y="557530"/>
                  </a:cubicBezTo>
                  <a:cubicBezTo>
                    <a:pt x="1573530" y="576580"/>
                    <a:pt x="1572260" y="594360"/>
                    <a:pt x="1557020" y="618490"/>
                  </a:cubicBezTo>
                  <a:cubicBezTo>
                    <a:pt x="1516380" y="680720"/>
                    <a:pt x="1296670" y="807720"/>
                    <a:pt x="1228090" y="877570"/>
                  </a:cubicBezTo>
                  <a:cubicBezTo>
                    <a:pt x="1189990" y="916940"/>
                    <a:pt x="1173480" y="960120"/>
                    <a:pt x="1150620" y="980440"/>
                  </a:cubicBezTo>
                  <a:cubicBezTo>
                    <a:pt x="1137920" y="993140"/>
                    <a:pt x="1129030" y="999490"/>
                    <a:pt x="1115060" y="1004570"/>
                  </a:cubicBezTo>
                  <a:cubicBezTo>
                    <a:pt x="1097280" y="1008380"/>
                    <a:pt x="1069340" y="1009650"/>
                    <a:pt x="1051560" y="1002030"/>
                  </a:cubicBezTo>
                  <a:cubicBezTo>
                    <a:pt x="1033780" y="994410"/>
                    <a:pt x="1014730" y="974090"/>
                    <a:pt x="1005840" y="958850"/>
                  </a:cubicBezTo>
                  <a:cubicBezTo>
                    <a:pt x="998220" y="946150"/>
                    <a:pt x="995680" y="932180"/>
                    <a:pt x="996950" y="916940"/>
                  </a:cubicBezTo>
                  <a:cubicBezTo>
                    <a:pt x="998220" y="899160"/>
                    <a:pt x="1004570" y="869950"/>
                    <a:pt x="1021080" y="858520"/>
                  </a:cubicBezTo>
                  <a:cubicBezTo>
                    <a:pt x="1046480" y="842010"/>
                    <a:pt x="1101090" y="868680"/>
                    <a:pt x="1150620" y="859790"/>
                  </a:cubicBezTo>
                  <a:cubicBezTo>
                    <a:pt x="1226820" y="845820"/>
                    <a:pt x="1305560" y="805180"/>
                    <a:pt x="1426210" y="751840"/>
                  </a:cubicBezTo>
                  <a:cubicBezTo>
                    <a:pt x="1668780" y="646430"/>
                    <a:pt x="2383790" y="259080"/>
                    <a:pt x="2504440" y="234950"/>
                  </a:cubicBezTo>
                  <a:cubicBezTo>
                    <a:pt x="2527300" y="229870"/>
                    <a:pt x="2533650" y="232410"/>
                    <a:pt x="2547620" y="236220"/>
                  </a:cubicBezTo>
                  <a:cubicBezTo>
                    <a:pt x="2560320" y="240030"/>
                    <a:pt x="2574290" y="247650"/>
                    <a:pt x="2584450" y="257810"/>
                  </a:cubicBezTo>
                  <a:cubicBezTo>
                    <a:pt x="2594610" y="266700"/>
                    <a:pt x="2602230" y="280670"/>
                    <a:pt x="2607310" y="293370"/>
                  </a:cubicBezTo>
                  <a:cubicBezTo>
                    <a:pt x="2611120" y="307340"/>
                    <a:pt x="2613660" y="321310"/>
                    <a:pt x="2609850" y="336550"/>
                  </a:cubicBezTo>
                  <a:cubicBezTo>
                    <a:pt x="2606040" y="354330"/>
                    <a:pt x="2600960" y="368300"/>
                    <a:pt x="2579370" y="391160"/>
                  </a:cubicBezTo>
                  <a:cubicBezTo>
                    <a:pt x="2508250" y="464820"/>
                    <a:pt x="2151380" y="661670"/>
                    <a:pt x="2009140" y="759460"/>
                  </a:cubicBezTo>
                  <a:cubicBezTo>
                    <a:pt x="1920240" y="820420"/>
                    <a:pt x="1879600" y="850900"/>
                    <a:pt x="1799590" y="913130"/>
                  </a:cubicBezTo>
                  <a:cubicBezTo>
                    <a:pt x="1686560" y="1000760"/>
                    <a:pt x="1497330" y="1150620"/>
                    <a:pt x="1399540" y="1240790"/>
                  </a:cubicBezTo>
                  <a:cubicBezTo>
                    <a:pt x="1339850" y="1297940"/>
                    <a:pt x="1308100" y="1375410"/>
                    <a:pt x="1261110" y="1388110"/>
                  </a:cubicBezTo>
                  <a:cubicBezTo>
                    <a:pt x="1225550" y="1398270"/>
                    <a:pt x="1160780" y="1381760"/>
                    <a:pt x="1155700" y="1357630"/>
                  </a:cubicBezTo>
                  <a:cubicBezTo>
                    <a:pt x="1143000" y="1299210"/>
                    <a:pt x="1483360" y="1070610"/>
                    <a:pt x="1638300" y="943610"/>
                  </a:cubicBezTo>
                  <a:cubicBezTo>
                    <a:pt x="1778000" y="829310"/>
                    <a:pt x="1963420" y="666750"/>
                    <a:pt x="2040890" y="627380"/>
                  </a:cubicBezTo>
                  <a:cubicBezTo>
                    <a:pt x="2067560" y="612140"/>
                    <a:pt x="2081530" y="607060"/>
                    <a:pt x="2100580" y="608330"/>
                  </a:cubicBezTo>
                  <a:cubicBezTo>
                    <a:pt x="2120900" y="609600"/>
                    <a:pt x="2145030" y="619760"/>
                    <a:pt x="2159000" y="633730"/>
                  </a:cubicBezTo>
                  <a:cubicBezTo>
                    <a:pt x="2172970" y="647700"/>
                    <a:pt x="2181860" y="673100"/>
                    <a:pt x="2184400" y="690880"/>
                  </a:cubicBezTo>
                  <a:cubicBezTo>
                    <a:pt x="2185670" y="706120"/>
                    <a:pt x="2188210" y="713740"/>
                    <a:pt x="2176780" y="732790"/>
                  </a:cubicBezTo>
                  <a:cubicBezTo>
                    <a:pt x="2118360" y="838200"/>
                    <a:pt x="1484630" y="1334770"/>
                    <a:pt x="1278890" y="1541780"/>
                  </a:cubicBezTo>
                  <a:cubicBezTo>
                    <a:pt x="1162050" y="1659890"/>
                    <a:pt x="1082040" y="1805940"/>
                    <a:pt x="1019810" y="1835150"/>
                  </a:cubicBezTo>
                  <a:cubicBezTo>
                    <a:pt x="994410" y="1847850"/>
                    <a:pt x="975360" y="1844040"/>
                    <a:pt x="956310" y="1837690"/>
                  </a:cubicBezTo>
                  <a:cubicBezTo>
                    <a:pt x="937260" y="1832610"/>
                    <a:pt x="916940" y="1814830"/>
                    <a:pt x="906780" y="1798320"/>
                  </a:cubicBezTo>
                  <a:cubicBezTo>
                    <a:pt x="897890" y="1781810"/>
                    <a:pt x="894080" y="1753870"/>
                    <a:pt x="896620" y="1736090"/>
                  </a:cubicBezTo>
                  <a:cubicBezTo>
                    <a:pt x="899160" y="1722120"/>
                    <a:pt x="902970" y="1710690"/>
                    <a:pt x="915670" y="1697990"/>
                  </a:cubicBezTo>
                  <a:cubicBezTo>
                    <a:pt x="935990" y="1676400"/>
                    <a:pt x="988060" y="1668780"/>
                    <a:pt x="1028700" y="1638300"/>
                  </a:cubicBezTo>
                  <a:cubicBezTo>
                    <a:pt x="1094740" y="1590040"/>
                    <a:pt x="1179830" y="1497330"/>
                    <a:pt x="1250950" y="1418590"/>
                  </a:cubicBezTo>
                  <a:cubicBezTo>
                    <a:pt x="1325880" y="1338580"/>
                    <a:pt x="1413510" y="1238250"/>
                    <a:pt x="1466850" y="1159510"/>
                  </a:cubicBezTo>
                  <a:cubicBezTo>
                    <a:pt x="1507490" y="1102360"/>
                    <a:pt x="1531620" y="1029970"/>
                    <a:pt x="1557020" y="1002030"/>
                  </a:cubicBezTo>
                  <a:cubicBezTo>
                    <a:pt x="1569720" y="988060"/>
                    <a:pt x="1578610" y="981710"/>
                    <a:pt x="1591310" y="976630"/>
                  </a:cubicBezTo>
                  <a:cubicBezTo>
                    <a:pt x="1604010" y="971550"/>
                    <a:pt x="1619250" y="967740"/>
                    <a:pt x="1633220" y="970280"/>
                  </a:cubicBezTo>
                  <a:cubicBezTo>
                    <a:pt x="1651000" y="972820"/>
                    <a:pt x="1676400" y="982980"/>
                    <a:pt x="1690370" y="998220"/>
                  </a:cubicBezTo>
                  <a:cubicBezTo>
                    <a:pt x="1703070" y="1012190"/>
                    <a:pt x="1713230" y="1036320"/>
                    <a:pt x="1714500" y="1055370"/>
                  </a:cubicBezTo>
                  <a:cubicBezTo>
                    <a:pt x="1714500" y="1075690"/>
                    <a:pt x="1710690" y="1098550"/>
                    <a:pt x="1694180" y="1115060"/>
                  </a:cubicBezTo>
                  <a:cubicBezTo>
                    <a:pt x="1664970" y="1143000"/>
                    <a:pt x="1573530" y="1141730"/>
                    <a:pt x="1521460" y="1168400"/>
                  </a:cubicBezTo>
                  <a:cubicBezTo>
                    <a:pt x="1471930" y="1195070"/>
                    <a:pt x="1438910" y="1228090"/>
                    <a:pt x="1388110" y="1275080"/>
                  </a:cubicBezTo>
                  <a:cubicBezTo>
                    <a:pt x="1306830" y="1350010"/>
                    <a:pt x="1187450" y="1487170"/>
                    <a:pt x="1093470" y="1590040"/>
                  </a:cubicBezTo>
                  <a:cubicBezTo>
                    <a:pt x="1005840" y="1686560"/>
                    <a:pt x="920750" y="1776730"/>
                    <a:pt x="840740" y="1875790"/>
                  </a:cubicBezTo>
                  <a:cubicBezTo>
                    <a:pt x="760730" y="1974850"/>
                    <a:pt x="656590" y="2094230"/>
                    <a:pt x="614680" y="2184400"/>
                  </a:cubicBezTo>
                  <a:cubicBezTo>
                    <a:pt x="586740" y="2245360"/>
                    <a:pt x="594360" y="2320290"/>
                    <a:pt x="575310" y="2350770"/>
                  </a:cubicBezTo>
                  <a:cubicBezTo>
                    <a:pt x="566420" y="2366010"/>
                    <a:pt x="554990" y="2372360"/>
                    <a:pt x="542290" y="2377440"/>
                  </a:cubicBezTo>
                  <a:cubicBezTo>
                    <a:pt x="530860" y="2383790"/>
                    <a:pt x="515620" y="2387600"/>
                    <a:pt x="501650" y="2386330"/>
                  </a:cubicBezTo>
                  <a:cubicBezTo>
                    <a:pt x="482600" y="2385060"/>
                    <a:pt x="457200" y="2376170"/>
                    <a:pt x="443230" y="2363470"/>
                  </a:cubicBezTo>
                  <a:cubicBezTo>
                    <a:pt x="427990" y="2349500"/>
                    <a:pt x="416560" y="2325370"/>
                    <a:pt x="415290" y="2306320"/>
                  </a:cubicBezTo>
                  <a:cubicBezTo>
                    <a:pt x="412750" y="2287270"/>
                    <a:pt x="416560" y="2265680"/>
                    <a:pt x="431800" y="2245360"/>
                  </a:cubicBezTo>
                  <a:cubicBezTo>
                    <a:pt x="458470" y="2208530"/>
                    <a:pt x="546100" y="2189480"/>
                    <a:pt x="607060" y="2136140"/>
                  </a:cubicBezTo>
                  <a:cubicBezTo>
                    <a:pt x="699770" y="2054860"/>
                    <a:pt x="920750" y="1795780"/>
                    <a:pt x="901700" y="1771650"/>
                  </a:cubicBezTo>
                  <a:cubicBezTo>
                    <a:pt x="887730" y="1753870"/>
                    <a:pt x="734060" y="1838960"/>
                    <a:pt x="662940" y="1883410"/>
                  </a:cubicBezTo>
                  <a:cubicBezTo>
                    <a:pt x="599440" y="1922780"/>
                    <a:pt x="543560" y="1973580"/>
                    <a:pt x="492760" y="2020570"/>
                  </a:cubicBezTo>
                  <a:cubicBezTo>
                    <a:pt x="447040" y="2062480"/>
                    <a:pt x="402590" y="2100580"/>
                    <a:pt x="369570" y="2146300"/>
                  </a:cubicBezTo>
                  <a:cubicBezTo>
                    <a:pt x="337820" y="2189480"/>
                    <a:pt x="302260" y="2239010"/>
                    <a:pt x="295910" y="2284730"/>
                  </a:cubicBezTo>
                  <a:cubicBezTo>
                    <a:pt x="289560" y="2324100"/>
                    <a:pt x="322580" y="2382520"/>
                    <a:pt x="318770" y="2404110"/>
                  </a:cubicBezTo>
                  <a:cubicBezTo>
                    <a:pt x="316230" y="2414270"/>
                    <a:pt x="312420" y="2416810"/>
                    <a:pt x="306070" y="2421890"/>
                  </a:cubicBezTo>
                  <a:cubicBezTo>
                    <a:pt x="294640" y="2432050"/>
                    <a:pt x="270510" y="2449830"/>
                    <a:pt x="250190" y="2452370"/>
                  </a:cubicBezTo>
                  <a:cubicBezTo>
                    <a:pt x="231140" y="2453640"/>
                    <a:pt x="205740" y="2448560"/>
                    <a:pt x="189230" y="2437130"/>
                  </a:cubicBezTo>
                  <a:cubicBezTo>
                    <a:pt x="172720" y="2425700"/>
                    <a:pt x="158750" y="2404110"/>
                    <a:pt x="153670" y="2385060"/>
                  </a:cubicBezTo>
                  <a:cubicBezTo>
                    <a:pt x="148590" y="2366010"/>
                    <a:pt x="146050" y="2343150"/>
                    <a:pt x="161290" y="2322830"/>
                  </a:cubicBezTo>
                  <a:cubicBezTo>
                    <a:pt x="191770" y="2279650"/>
                    <a:pt x="332740" y="2256790"/>
                    <a:pt x="414020" y="2202180"/>
                  </a:cubicBezTo>
                  <a:cubicBezTo>
                    <a:pt x="505460" y="2139950"/>
                    <a:pt x="679450" y="2014220"/>
                    <a:pt x="676910" y="1960880"/>
                  </a:cubicBezTo>
                  <a:cubicBezTo>
                    <a:pt x="674370" y="1929130"/>
                    <a:pt x="622300" y="1903730"/>
                    <a:pt x="584200" y="1893570"/>
                  </a:cubicBezTo>
                  <a:cubicBezTo>
                    <a:pt x="533400" y="1880870"/>
                    <a:pt x="454660" y="1889760"/>
                    <a:pt x="392430" y="1918970"/>
                  </a:cubicBezTo>
                  <a:cubicBezTo>
                    <a:pt x="312420" y="1958340"/>
                    <a:pt x="149860" y="2117090"/>
                    <a:pt x="162560" y="2142490"/>
                  </a:cubicBezTo>
                  <a:cubicBezTo>
                    <a:pt x="171450" y="2161540"/>
                    <a:pt x="280670" y="2147570"/>
                    <a:pt x="326390" y="2123440"/>
                  </a:cubicBezTo>
                  <a:cubicBezTo>
                    <a:pt x="370840" y="2100580"/>
                    <a:pt x="400050" y="2052320"/>
                    <a:pt x="434340" y="2002790"/>
                  </a:cubicBezTo>
                  <a:cubicBezTo>
                    <a:pt x="478790" y="1938020"/>
                    <a:pt x="528320" y="1849120"/>
                    <a:pt x="557530" y="1760220"/>
                  </a:cubicBezTo>
                  <a:cubicBezTo>
                    <a:pt x="589280" y="1662430"/>
                    <a:pt x="632460" y="1449070"/>
                    <a:pt x="610870" y="1438910"/>
                  </a:cubicBezTo>
                  <a:cubicBezTo>
                    <a:pt x="598170" y="1431290"/>
                    <a:pt x="553720" y="1488440"/>
                    <a:pt x="532130" y="1516380"/>
                  </a:cubicBezTo>
                  <a:cubicBezTo>
                    <a:pt x="511810" y="1541780"/>
                    <a:pt x="486410" y="1601470"/>
                    <a:pt x="482600" y="1598930"/>
                  </a:cubicBezTo>
                  <a:cubicBezTo>
                    <a:pt x="476250" y="1596390"/>
                    <a:pt x="509270" y="1487170"/>
                    <a:pt x="527050" y="1442720"/>
                  </a:cubicBezTo>
                  <a:cubicBezTo>
                    <a:pt x="541020" y="1407160"/>
                    <a:pt x="566420" y="1384300"/>
                    <a:pt x="575310" y="1352550"/>
                  </a:cubicBezTo>
                  <a:cubicBezTo>
                    <a:pt x="585470" y="1318260"/>
                    <a:pt x="598170" y="1252220"/>
                    <a:pt x="582930" y="1242060"/>
                  </a:cubicBezTo>
                  <a:cubicBezTo>
                    <a:pt x="568960" y="1231900"/>
                    <a:pt x="521970" y="1258570"/>
                    <a:pt x="496570" y="1278890"/>
                  </a:cubicBezTo>
                  <a:cubicBezTo>
                    <a:pt x="467360" y="1301750"/>
                    <a:pt x="421640" y="1377950"/>
                    <a:pt x="424180" y="1380490"/>
                  </a:cubicBezTo>
                  <a:cubicBezTo>
                    <a:pt x="427990" y="1383030"/>
                    <a:pt x="548640" y="1247140"/>
                    <a:pt x="552450" y="1250950"/>
                  </a:cubicBezTo>
                  <a:cubicBezTo>
                    <a:pt x="558800" y="1254760"/>
                    <a:pt x="422910" y="1400810"/>
                    <a:pt x="388620" y="1483360"/>
                  </a:cubicBezTo>
                  <a:cubicBezTo>
                    <a:pt x="354330" y="1562100"/>
                    <a:pt x="339090" y="1652270"/>
                    <a:pt x="340360" y="1733550"/>
                  </a:cubicBezTo>
                  <a:cubicBezTo>
                    <a:pt x="341630" y="1813560"/>
                    <a:pt x="370840" y="1898650"/>
                    <a:pt x="391160" y="1967230"/>
                  </a:cubicBezTo>
                  <a:cubicBezTo>
                    <a:pt x="408940" y="2024380"/>
                    <a:pt x="427990" y="2078990"/>
                    <a:pt x="454660" y="2120900"/>
                  </a:cubicBezTo>
                  <a:cubicBezTo>
                    <a:pt x="476250" y="2157730"/>
                    <a:pt x="523240" y="2175510"/>
                    <a:pt x="534670" y="2211070"/>
                  </a:cubicBezTo>
                  <a:cubicBezTo>
                    <a:pt x="546100" y="2246630"/>
                    <a:pt x="544830" y="2297430"/>
                    <a:pt x="523240" y="2332990"/>
                  </a:cubicBezTo>
                  <a:cubicBezTo>
                    <a:pt x="491490" y="2379980"/>
                    <a:pt x="332740" y="2400300"/>
                    <a:pt x="327660" y="2440940"/>
                  </a:cubicBezTo>
                  <a:cubicBezTo>
                    <a:pt x="322580" y="2477770"/>
                    <a:pt x="402590" y="2533650"/>
                    <a:pt x="453390" y="2560320"/>
                  </a:cubicBezTo>
                  <a:cubicBezTo>
                    <a:pt x="506730" y="2588260"/>
                    <a:pt x="581660" y="2592070"/>
                    <a:pt x="641350" y="2600960"/>
                  </a:cubicBezTo>
                  <a:cubicBezTo>
                    <a:pt x="697230" y="2608580"/>
                    <a:pt x="755650" y="2616200"/>
                    <a:pt x="803910" y="2611120"/>
                  </a:cubicBezTo>
                  <a:cubicBezTo>
                    <a:pt x="844550" y="2607310"/>
                    <a:pt x="876300" y="2599690"/>
                    <a:pt x="911860" y="2579370"/>
                  </a:cubicBezTo>
                  <a:cubicBezTo>
                    <a:pt x="957580" y="2553970"/>
                    <a:pt x="1014730" y="2475230"/>
                    <a:pt x="1049020" y="2457450"/>
                  </a:cubicBezTo>
                  <a:cubicBezTo>
                    <a:pt x="1065530" y="2448560"/>
                    <a:pt x="1075690" y="2444750"/>
                    <a:pt x="1089660" y="2446020"/>
                  </a:cubicBezTo>
                  <a:cubicBezTo>
                    <a:pt x="1108710" y="2446020"/>
                    <a:pt x="1135380" y="2454910"/>
                    <a:pt x="1149350" y="2466340"/>
                  </a:cubicBezTo>
                  <a:cubicBezTo>
                    <a:pt x="1162050" y="2475230"/>
                    <a:pt x="1169670" y="2487930"/>
                    <a:pt x="1174750" y="2500630"/>
                  </a:cubicBezTo>
                  <a:cubicBezTo>
                    <a:pt x="1179830" y="2513330"/>
                    <a:pt x="1182370" y="2528570"/>
                    <a:pt x="1181100" y="2542540"/>
                  </a:cubicBezTo>
                  <a:cubicBezTo>
                    <a:pt x="1179830" y="2556510"/>
                    <a:pt x="1174750" y="2570480"/>
                    <a:pt x="1167130" y="2583180"/>
                  </a:cubicBezTo>
                  <a:cubicBezTo>
                    <a:pt x="1159510" y="2594610"/>
                    <a:pt x="1153160" y="2608580"/>
                    <a:pt x="1136650" y="2612390"/>
                  </a:cubicBezTo>
                  <a:cubicBezTo>
                    <a:pt x="1099820" y="2618740"/>
                    <a:pt x="1007110" y="2546350"/>
                    <a:pt x="937260" y="2531110"/>
                  </a:cubicBezTo>
                  <a:cubicBezTo>
                    <a:pt x="866140" y="2514600"/>
                    <a:pt x="796290" y="2513330"/>
                    <a:pt x="715010" y="2515870"/>
                  </a:cubicBezTo>
                  <a:cubicBezTo>
                    <a:pt x="615950" y="2518410"/>
                    <a:pt x="398780" y="2517140"/>
                    <a:pt x="384810" y="2556510"/>
                  </a:cubicBezTo>
                  <a:cubicBezTo>
                    <a:pt x="374650" y="2584450"/>
                    <a:pt x="452120" y="2656840"/>
                    <a:pt x="500380" y="2678430"/>
                  </a:cubicBezTo>
                  <a:cubicBezTo>
                    <a:pt x="549910" y="2698750"/>
                    <a:pt x="624840" y="2683510"/>
                    <a:pt x="680720" y="2678430"/>
                  </a:cubicBezTo>
                  <a:cubicBezTo>
                    <a:pt x="730250" y="2673350"/>
                    <a:pt x="777240" y="2669540"/>
                    <a:pt x="817880" y="2653030"/>
                  </a:cubicBezTo>
                  <a:cubicBezTo>
                    <a:pt x="855980" y="2637790"/>
                    <a:pt x="890270" y="2594610"/>
                    <a:pt x="916940" y="2586990"/>
                  </a:cubicBezTo>
                  <a:cubicBezTo>
                    <a:pt x="933450" y="2583180"/>
                    <a:pt x="946150" y="2585720"/>
                    <a:pt x="960120" y="2590800"/>
                  </a:cubicBezTo>
                  <a:cubicBezTo>
                    <a:pt x="972820" y="2594610"/>
                    <a:pt x="985520" y="2603500"/>
                    <a:pt x="995680" y="2612390"/>
                  </a:cubicBezTo>
                  <a:cubicBezTo>
                    <a:pt x="1005840" y="2622550"/>
                    <a:pt x="1013460" y="2636520"/>
                    <a:pt x="1017270" y="2649220"/>
                  </a:cubicBezTo>
                  <a:cubicBezTo>
                    <a:pt x="1021080" y="2663190"/>
                    <a:pt x="1022350" y="2678430"/>
                    <a:pt x="1018540" y="2692400"/>
                  </a:cubicBezTo>
                  <a:cubicBezTo>
                    <a:pt x="1016000" y="2705100"/>
                    <a:pt x="1009650" y="2720340"/>
                    <a:pt x="1000760" y="2730500"/>
                  </a:cubicBezTo>
                  <a:cubicBezTo>
                    <a:pt x="993140" y="2741930"/>
                    <a:pt x="977900" y="2750820"/>
                    <a:pt x="967740" y="2755900"/>
                  </a:cubicBezTo>
                  <a:cubicBezTo>
                    <a:pt x="960120" y="2759710"/>
                    <a:pt x="956310" y="2763520"/>
                    <a:pt x="946150" y="2762250"/>
                  </a:cubicBezTo>
                  <a:cubicBezTo>
                    <a:pt x="923290" y="2758440"/>
                    <a:pt x="871220" y="2693670"/>
                    <a:pt x="826770" y="2680970"/>
                  </a:cubicBezTo>
                  <a:cubicBezTo>
                    <a:pt x="781050" y="2668270"/>
                    <a:pt x="718820" y="2673350"/>
                    <a:pt x="673100" y="2688590"/>
                  </a:cubicBezTo>
                  <a:cubicBezTo>
                    <a:pt x="632460" y="2702560"/>
                    <a:pt x="565150" y="2755900"/>
                    <a:pt x="567690" y="2760980"/>
                  </a:cubicBezTo>
                  <a:cubicBezTo>
                    <a:pt x="568960" y="2764790"/>
                    <a:pt x="623570" y="2739390"/>
                    <a:pt x="660400" y="2730500"/>
                  </a:cubicBezTo>
                  <a:cubicBezTo>
                    <a:pt x="713740" y="2719070"/>
                    <a:pt x="772160" y="2722880"/>
                    <a:pt x="854710" y="2703830"/>
                  </a:cubicBezTo>
                  <a:cubicBezTo>
                    <a:pt x="1007110" y="2667000"/>
                    <a:pt x="1395730" y="2437130"/>
                    <a:pt x="1492250" y="2484120"/>
                  </a:cubicBezTo>
                  <a:cubicBezTo>
                    <a:pt x="1541780" y="2508250"/>
                    <a:pt x="1574800" y="2602230"/>
                    <a:pt x="1549400" y="2651760"/>
                  </a:cubicBezTo>
                  <a:cubicBezTo>
                    <a:pt x="1501140" y="2752090"/>
                    <a:pt x="1046480" y="2840990"/>
                    <a:pt x="878840" y="2879090"/>
                  </a:cubicBezTo>
                  <a:cubicBezTo>
                    <a:pt x="781050" y="2901950"/>
                    <a:pt x="717550" y="2910840"/>
                    <a:pt x="643890" y="2908300"/>
                  </a:cubicBezTo>
                  <a:cubicBezTo>
                    <a:pt x="577850" y="2904490"/>
                    <a:pt x="497840" y="2898140"/>
                    <a:pt x="455930" y="2870200"/>
                  </a:cubicBezTo>
                  <a:cubicBezTo>
                    <a:pt x="425450" y="2849880"/>
                    <a:pt x="401320" y="2818130"/>
                    <a:pt x="398780" y="2782570"/>
                  </a:cubicBezTo>
                  <a:cubicBezTo>
                    <a:pt x="394970" y="2735580"/>
                    <a:pt x="433070" y="2654300"/>
                    <a:pt x="476250" y="2609850"/>
                  </a:cubicBezTo>
                  <a:cubicBezTo>
                    <a:pt x="520700" y="2562860"/>
                    <a:pt x="595630" y="2520950"/>
                    <a:pt x="668020" y="2514600"/>
                  </a:cubicBezTo>
                  <a:cubicBezTo>
                    <a:pt x="758190" y="2505710"/>
                    <a:pt x="930910" y="2571750"/>
                    <a:pt x="979170" y="2599690"/>
                  </a:cubicBezTo>
                  <a:cubicBezTo>
                    <a:pt x="995680" y="2609850"/>
                    <a:pt x="1002030" y="2617470"/>
                    <a:pt x="1008380" y="2630170"/>
                  </a:cubicBezTo>
                  <a:cubicBezTo>
                    <a:pt x="1016000" y="2641600"/>
                    <a:pt x="1019810" y="2656840"/>
                    <a:pt x="1021080" y="2670810"/>
                  </a:cubicBezTo>
                  <a:cubicBezTo>
                    <a:pt x="1021080" y="2684780"/>
                    <a:pt x="1018540" y="2700020"/>
                    <a:pt x="1012190" y="2712720"/>
                  </a:cubicBezTo>
                  <a:cubicBezTo>
                    <a:pt x="1007110" y="2725420"/>
                    <a:pt x="999490" y="2733040"/>
                    <a:pt x="985520" y="2745740"/>
                  </a:cubicBezTo>
                  <a:cubicBezTo>
                    <a:pt x="960120" y="2768600"/>
                    <a:pt x="904240" y="2807970"/>
                    <a:pt x="854710" y="2825750"/>
                  </a:cubicBezTo>
                  <a:cubicBezTo>
                    <a:pt x="800100" y="2846070"/>
                    <a:pt x="737870" y="2853690"/>
                    <a:pt x="671830" y="2856230"/>
                  </a:cubicBezTo>
                  <a:cubicBezTo>
                    <a:pt x="593090" y="2858770"/>
                    <a:pt x="487680" y="2858770"/>
                    <a:pt x="415290" y="2830830"/>
                  </a:cubicBezTo>
                  <a:cubicBezTo>
                    <a:pt x="353060" y="2806700"/>
                    <a:pt x="289560" y="2760980"/>
                    <a:pt x="256540" y="2713990"/>
                  </a:cubicBezTo>
                  <a:cubicBezTo>
                    <a:pt x="228600" y="2672080"/>
                    <a:pt x="214630" y="2616200"/>
                    <a:pt x="218440" y="2569210"/>
                  </a:cubicBezTo>
                  <a:cubicBezTo>
                    <a:pt x="223520" y="2522220"/>
                    <a:pt x="247650" y="2466340"/>
                    <a:pt x="284480" y="2432050"/>
                  </a:cubicBezTo>
                  <a:cubicBezTo>
                    <a:pt x="325120" y="2393950"/>
                    <a:pt x="394970" y="2378710"/>
                    <a:pt x="461010" y="2363470"/>
                  </a:cubicBezTo>
                  <a:cubicBezTo>
                    <a:pt x="541020" y="2344420"/>
                    <a:pt x="641350" y="2326640"/>
                    <a:pt x="734060" y="2338070"/>
                  </a:cubicBezTo>
                  <a:cubicBezTo>
                    <a:pt x="836930" y="2352040"/>
                    <a:pt x="993140" y="2454910"/>
                    <a:pt x="1049020" y="2457450"/>
                  </a:cubicBezTo>
                  <a:cubicBezTo>
                    <a:pt x="1069340" y="2457450"/>
                    <a:pt x="1075690" y="2446020"/>
                    <a:pt x="1089660" y="2446020"/>
                  </a:cubicBezTo>
                  <a:cubicBezTo>
                    <a:pt x="1103630" y="2444750"/>
                    <a:pt x="1118870" y="2448560"/>
                    <a:pt x="1131570" y="2454910"/>
                  </a:cubicBezTo>
                  <a:cubicBezTo>
                    <a:pt x="1144270" y="2459990"/>
                    <a:pt x="1155700" y="2468880"/>
                    <a:pt x="1164590" y="2481580"/>
                  </a:cubicBezTo>
                  <a:cubicBezTo>
                    <a:pt x="1174750" y="2496820"/>
                    <a:pt x="1182370" y="2524760"/>
                    <a:pt x="1181100" y="2542540"/>
                  </a:cubicBezTo>
                  <a:cubicBezTo>
                    <a:pt x="1181100" y="2557780"/>
                    <a:pt x="1176020" y="2566670"/>
                    <a:pt x="1167130" y="2583180"/>
                  </a:cubicBezTo>
                  <a:cubicBezTo>
                    <a:pt x="1151890" y="2609850"/>
                    <a:pt x="1113790" y="2656840"/>
                    <a:pt x="1079500" y="2684780"/>
                  </a:cubicBezTo>
                  <a:cubicBezTo>
                    <a:pt x="1043940" y="2713990"/>
                    <a:pt x="1002030" y="2734310"/>
                    <a:pt x="957580" y="2750820"/>
                  </a:cubicBezTo>
                  <a:cubicBezTo>
                    <a:pt x="908050" y="2769870"/>
                    <a:pt x="850900" y="2783840"/>
                    <a:pt x="793750" y="2788920"/>
                  </a:cubicBezTo>
                  <a:cubicBezTo>
                    <a:pt x="732790" y="2792730"/>
                    <a:pt x="668020" y="2785110"/>
                    <a:pt x="600710" y="2773680"/>
                  </a:cubicBezTo>
                  <a:cubicBezTo>
                    <a:pt x="524510" y="2760980"/>
                    <a:pt x="424180" y="2739390"/>
                    <a:pt x="361950" y="2711450"/>
                  </a:cubicBezTo>
                  <a:cubicBezTo>
                    <a:pt x="316230" y="2692400"/>
                    <a:pt x="284480" y="2669540"/>
                    <a:pt x="251460" y="2640330"/>
                  </a:cubicBezTo>
                  <a:cubicBezTo>
                    <a:pt x="217170" y="2611120"/>
                    <a:pt x="177800" y="2574290"/>
                    <a:pt x="161290" y="2533650"/>
                  </a:cubicBezTo>
                  <a:cubicBezTo>
                    <a:pt x="146050" y="2496820"/>
                    <a:pt x="143510" y="2451100"/>
                    <a:pt x="153670" y="2413000"/>
                  </a:cubicBezTo>
                  <a:cubicBezTo>
                    <a:pt x="165100" y="2371090"/>
                    <a:pt x="198120" y="2325370"/>
                    <a:pt x="231140" y="2294890"/>
                  </a:cubicBezTo>
                  <a:cubicBezTo>
                    <a:pt x="262890" y="2264410"/>
                    <a:pt x="300990" y="2247900"/>
                    <a:pt x="345440" y="2227580"/>
                  </a:cubicBezTo>
                  <a:cubicBezTo>
                    <a:pt x="400050" y="2203450"/>
                    <a:pt x="478790" y="2160270"/>
                    <a:pt x="535940" y="2165350"/>
                  </a:cubicBezTo>
                  <a:cubicBezTo>
                    <a:pt x="584200" y="2170430"/>
                    <a:pt x="652780" y="2203450"/>
                    <a:pt x="664210" y="2237740"/>
                  </a:cubicBezTo>
                  <a:cubicBezTo>
                    <a:pt x="675640" y="2275840"/>
                    <a:pt x="623570" y="2366010"/>
                    <a:pt x="590550" y="2386330"/>
                  </a:cubicBezTo>
                  <a:cubicBezTo>
                    <a:pt x="565150" y="2401570"/>
                    <a:pt x="530860" y="2392680"/>
                    <a:pt x="501650" y="2385060"/>
                  </a:cubicBezTo>
                  <a:cubicBezTo>
                    <a:pt x="467360" y="2376170"/>
                    <a:pt x="433070" y="2354580"/>
                    <a:pt x="401320" y="2327910"/>
                  </a:cubicBezTo>
                  <a:cubicBezTo>
                    <a:pt x="361950" y="2293620"/>
                    <a:pt x="320040" y="2241550"/>
                    <a:pt x="290830" y="2189480"/>
                  </a:cubicBezTo>
                  <a:cubicBezTo>
                    <a:pt x="257810" y="2133600"/>
                    <a:pt x="237490" y="2072640"/>
                    <a:pt x="217170" y="2001520"/>
                  </a:cubicBezTo>
                  <a:cubicBezTo>
                    <a:pt x="193040" y="1915160"/>
                    <a:pt x="163830" y="1803400"/>
                    <a:pt x="166370" y="1704340"/>
                  </a:cubicBezTo>
                  <a:cubicBezTo>
                    <a:pt x="168910" y="1602740"/>
                    <a:pt x="194310" y="1496060"/>
                    <a:pt x="232410" y="1399540"/>
                  </a:cubicBezTo>
                  <a:cubicBezTo>
                    <a:pt x="269240" y="1301750"/>
                    <a:pt x="332740" y="1184910"/>
                    <a:pt x="391160" y="1123950"/>
                  </a:cubicBezTo>
                  <a:cubicBezTo>
                    <a:pt x="433070" y="1080770"/>
                    <a:pt x="480060" y="1046480"/>
                    <a:pt x="525780" y="1038860"/>
                  </a:cubicBezTo>
                  <a:cubicBezTo>
                    <a:pt x="567690" y="1032510"/>
                    <a:pt x="622300" y="1046480"/>
                    <a:pt x="655320" y="1071880"/>
                  </a:cubicBezTo>
                  <a:cubicBezTo>
                    <a:pt x="688340" y="1096010"/>
                    <a:pt x="715010" y="1143000"/>
                    <a:pt x="722630" y="1187450"/>
                  </a:cubicBezTo>
                  <a:cubicBezTo>
                    <a:pt x="731520" y="1235710"/>
                    <a:pt x="718820" y="1303020"/>
                    <a:pt x="693420" y="1352550"/>
                  </a:cubicBezTo>
                  <a:cubicBezTo>
                    <a:pt x="665480" y="1407160"/>
                    <a:pt x="605790" y="1470660"/>
                    <a:pt x="551180" y="1498600"/>
                  </a:cubicBezTo>
                  <a:cubicBezTo>
                    <a:pt x="501650" y="1524000"/>
                    <a:pt x="430530" y="1541780"/>
                    <a:pt x="383540" y="1526540"/>
                  </a:cubicBezTo>
                  <a:cubicBezTo>
                    <a:pt x="336550" y="1510030"/>
                    <a:pt x="281940" y="1452880"/>
                    <a:pt x="269240" y="1403350"/>
                  </a:cubicBezTo>
                  <a:cubicBezTo>
                    <a:pt x="255270" y="1351280"/>
                    <a:pt x="284480" y="1268730"/>
                    <a:pt x="316230" y="1219200"/>
                  </a:cubicBezTo>
                  <a:cubicBezTo>
                    <a:pt x="346710" y="1172210"/>
                    <a:pt x="398780" y="1130300"/>
                    <a:pt x="449580" y="1109980"/>
                  </a:cubicBezTo>
                  <a:cubicBezTo>
                    <a:pt x="501650" y="1089660"/>
                    <a:pt x="574040" y="1075690"/>
                    <a:pt x="623570" y="1096010"/>
                  </a:cubicBezTo>
                  <a:cubicBezTo>
                    <a:pt x="675640" y="1118870"/>
                    <a:pt x="734060" y="1193800"/>
                    <a:pt x="751840" y="1250950"/>
                  </a:cubicBezTo>
                  <a:cubicBezTo>
                    <a:pt x="768350" y="1305560"/>
                    <a:pt x="749300" y="1379220"/>
                    <a:pt x="732790" y="1432560"/>
                  </a:cubicBezTo>
                  <a:cubicBezTo>
                    <a:pt x="717550" y="1479550"/>
                    <a:pt x="689610" y="1518920"/>
                    <a:pt x="661670" y="1558290"/>
                  </a:cubicBezTo>
                  <a:cubicBezTo>
                    <a:pt x="633730" y="1597660"/>
                    <a:pt x="600710" y="1639570"/>
                    <a:pt x="565150" y="1667510"/>
                  </a:cubicBezTo>
                  <a:cubicBezTo>
                    <a:pt x="533400" y="1692910"/>
                    <a:pt x="497840" y="1722120"/>
                    <a:pt x="462280" y="1722120"/>
                  </a:cubicBezTo>
                  <a:cubicBezTo>
                    <a:pt x="421640" y="1720850"/>
                    <a:pt x="354330" y="1689100"/>
                    <a:pt x="332740" y="1652270"/>
                  </a:cubicBezTo>
                  <a:cubicBezTo>
                    <a:pt x="311150" y="1615440"/>
                    <a:pt x="320040" y="1546860"/>
                    <a:pt x="335280" y="1501140"/>
                  </a:cubicBezTo>
                  <a:cubicBezTo>
                    <a:pt x="349250" y="1456690"/>
                    <a:pt x="382270" y="1414780"/>
                    <a:pt x="419100" y="1379220"/>
                  </a:cubicBezTo>
                  <a:cubicBezTo>
                    <a:pt x="459740" y="1339850"/>
                    <a:pt x="521970" y="1285240"/>
                    <a:pt x="576580" y="1281430"/>
                  </a:cubicBezTo>
                  <a:cubicBezTo>
                    <a:pt x="628650" y="1276350"/>
                    <a:pt x="704850" y="1308100"/>
                    <a:pt x="739140" y="1352550"/>
                  </a:cubicBezTo>
                  <a:cubicBezTo>
                    <a:pt x="777240" y="1399540"/>
                    <a:pt x="778510" y="1492250"/>
                    <a:pt x="777240" y="1568450"/>
                  </a:cubicBezTo>
                  <a:cubicBezTo>
                    <a:pt x="774700" y="1653540"/>
                    <a:pt x="749300" y="1751330"/>
                    <a:pt x="716280" y="1841500"/>
                  </a:cubicBezTo>
                  <a:cubicBezTo>
                    <a:pt x="680720" y="1936750"/>
                    <a:pt x="621030" y="2045970"/>
                    <a:pt x="565150" y="2123440"/>
                  </a:cubicBezTo>
                  <a:cubicBezTo>
                    <a:pt x="518160" y="2186940"/>
                    <a:pt x="469900" y="2240280"/>
                    <a:pt x="410210" y="2279650"/>
                  </a:cubicBezTo>
                  <a:cubicBezTo>
                    <a:pt x="349250" y="2320290"/>
                    <a:pt x="264160" y="2366010"/>
                    <a:pt x="201930" y="2362200"/>
                  </a:cubicBezTo>
                  <a:cubicBezTo>
                    <a:pt x="147320" y="2358390"/>
                    <a:pt x="83820" y="2319020"/>
                    <a:pt x="52070" y="2277110"/>
                  </a:cubicBezTo>
                  <a:cubicBezTo>
                    <a:pt x="20320" y="2236470"/>
                    <a:pt x="0" y="2169160"/>
                    <a:pt x="8890" y="2115820"/>
                  </a:cubicBezTo>
                  <a:cubicBezTo>
                    <a:pt x="16510" y="2054860"/>
                    <a:pt x="68580" y="1988820"/>
                    <a:pt x="120650" y="1931670"/>
                  </a:cubicBezTo>
                  <a:cubicBezTo>
                    <a:pt x="181610" y="1864360"/>
                    <a:pt x="271780" y="1780540"/>
                    <a:pt x="363220" y="1750060"/>
                  </a:cubicBezTo>
                  <a:cubicBezTo>
                    <a:pt x="453390" y="1719580"/>
                    <a:pt x="586740" y="1715770"/>
                    <a:pt x="664210" y="1747520"/>
                  </a:cubicBezTo>
                  <a:cubicBezTo>
                    <a:pt x="726440" y="1771650"/>
                    <a:pt x="789940" y="1826260"/>
                    <a:pt x="805180" y="1884680"/>
                  </a:cubicBezTo>
                  <a:cubicBezTo>
                    <a:pt x="822960" y="1953260"/>
                    <a:pt x="777240" y="2067560"/>
                    <a:pt x="728980" y="2145030"/>
                  </a:cubicBezTo>
                  <a:cubicBezTo>
                    <a:pt x="674370" y="2230120"/>
                    <a:pt x="560070" y="2324100"/>
                    <a:pt x="481330" y="2366010"/>
                  </a:cubicBezTo>
                  <a:cubicBezTo>
                    <a:pt x="425450" y="2395220"/>
                    <a:pt x="349250" y="2386330"/>
                    <a:pt x="318770" y="2404110"/>
                  </a:cubicBezTo>
                  <a:cubicBezTo>
                    <a:pt x="303530" y="2414270"/>
                    <a:pt x="302260" y="2428240"/>
                    <a:pt x="290830" y="2437130"/>
                  </a:cubicBezTo>
                  <a:cubicBezTo>
                    <a:pt x="279400" y="2444750"/>
                    <a:pt x="265430" y="2451100"/>
                    <a:pt x="250190" y="2452370"/>
                  </a:cubicBezTo>
                  <a:cubicBezTo>
                    <a:pt x="232410" y="2452370"/>
                    <a:pt x="205740" y="2448560"/>
                    <a:pt x="189230" y="2437130"/>
                  </a:cubicBezTo>
                  <a:cubicBezTo>
                    <a:pt x="172720" y="2425700"/>
                    <a:pt x="158750" y="2404110"/>
                    <a:pt x="153670" y="2385060"/>
                  </a:cubicBezTo>
                  <a:cubicBezTo>
                    <a:pt x="148590" y="2366010"/>
                    <a:pt x="162560" y="2344420"/>
                    <a:pt x="161290" y="2322830"/>
                  </a:cubicBezTo>
                  <a:cubicBezTo>
                    <a:pt x="158750" y="2294890"/>
                    <a:pt x="130810" y="2266950"/>
                    <a:pt x="134620" y="2231390"/>
                  </a:cubicBezTo>
                  <a:cubicBezTo>
                    <a:pt x="139700" y="2175510"/>
                    <a:pt x="198120" y="2082800"/>
                    <a:pt x="241300" y="2023110"/>
                  </a:cubicBezTo>
                  <a:cubicBezTo>
                    <a:pt x="281940" y="1968500"/>
                    <a:pt x="330200" y="1927860"/>
                    <a:pt x="381000" y="1882140"/>
                  </a:cubicBezTo>
                  <a:cubicBezTo>
                    <a:pt x="439420" y="1830070"/>
                    <a:pt x="501650" y="1776730"/>
                    <a:pt x="572770" y="1729740"/>
                  </a:cubicBezTo>
                  <a:cubicBezTo>
                    <a:pt x="652780" y="1676400"/>
                    <a:pt x="759460" y="1600200"/>
                    <a:pt x="840740" y="1583690"/>
                  </a:cubicBezTo>
                  <a:cubicBezTo>
                    <a:pt x="899160" y="1572260"/>
                    <a:pt x="962660" y="1577340"/>
                    <a:pt x="1003300" y="1600200"/>
                  </a:cubicBezTo>
                  <a:cubicBezTo>
                    <a:pt x="1040130" y="1621790"/>
                    <a:pt x="1071880" y="1664970"/>
                    <a:pt x="1080770" y="1706880"/>
                  </a:cubicBezTo>
                  <a:cubicBezTo>
                    <a:pt x="1090930" y="1753870"/>
                    <a:pt x="1070610" y="1819910"/>
                    <a:pt x="1047750" y="1873250"/>
                  </a:cubicBezTo>
                  <a:cubicBezTo>
                    <a:pt x="1022350" y="1929130"/>
                    <a:pt x="976630" y="1974850"/>
                    <a:pt x="929640" y="2033270"/>
                  </a:cubicBezTo>
                  <a:cubicBezTo>
                    <a:pt x="866140" y="2109470"/>
                    <a:pt x="772160" y="2228850"/>
                    <a:pt x="698500" y="2288540"/>
                  </a:cubicBezTo>
                  <a:cubicBezTo>
                    <a:pt x="645160" y="2331720"/>
                    <a:pt x="579120" y="2363470"/>
                    <a:pt x="542290" y="2377440"/>
                  </a:cubicBezTo>
                  <a:cubicBezTo>
                    <a:pt x="525780" y="2385060"/>
                    <a:pt x="514350" y="2387600"/>
                    <a:pt x="501650" y="2386330"/>
                  </a:cubicBezTo>
                  <a:cubicBezTo>
                    <a:pt x="487680" y="2386330"/>
                    <a:pt x="472440" y="2383790"/>
                    <a:pt x="459740" y="2376170"/>
                  </a:cubicBezTo>
                  <a:cubicBezTo>
                    <a:pt x="444500" y="2366010"/>
                    <a:pt x="426720" y="2344420"/>
                    <a:pt x="419100" y="2327910"/>
                  </a:cubicBezTo>
                  <a:cubicBezTo>
                    <a:pt x="414020" y="2313940"/>
                    <a:pt x="414020" y="2303780"/>
                    <a:pt x="415290" y="2284730"/>
                  </a:cubicBezTo>
                  <a:cubicBezTo>
                    <a:pt x="419100" y="2242820"/>
                    <a:pt x="435610" y="2156460"/>
                    <a:pt x="468630" y="2084070"/>
                  </a:cubicBezTo>
                  <a:cubicBezTo>
                    <a:pt x="516890" y="1985010"/>
                    <a:pt x="605790" y="1882140"/>
                    <a:pt x="707390" y="1758950"/>
                  </a:cubicBezTo>
                  <a:cubicBezTo>
                    <a:pt x="853440" y="1579880"/>
                    <a:pt x="1106170" y="1263650"/>
                    <a:pt x="1282700" y="1131570"/>
                  </a:cubicBezTo>
                  <a:cubicBezTo>
                    <a:pt x="1399540" y="1045210"/>
                    <a:pt x="1553210" y="981710"/>
                    <a:pt x="1611630" y="970280"/>
                  </a:cubicBezTo>
                  <a:cubicBezTo>
                    <a:pt x="1631950" y="966470"/>
                    <a:pt x="1640840" y="970280"/>
                    <a:pt x="1654810" y="974090"/>
                  </a:cubicBezTo>
                  <a:cubicBezTo>
                    <a:pt x="1667510" y="979170"/>
                    <a:pt x="1680210" y="986790"/>
                    <a:pt x="1690370" y="998220"/>
                  </a:cubicBezTo>
                  <a:cubicBezTo>
                    <a:pt x="1701800" y="1010920"/>
                    <a:pt x="1713230" y="1037590"/>
                    <a:pt x="1714500" y="1055370"/>
                  </a:cubicBezTo>
                  <a:cubicBezTo>
                    <a:pt x="1715770" y="1070610"/>
                    <a:pt x="1711960" y="1079500"/>
                    <a:pt x="1705610" y="1097280"/>
                  </a:cubicBezTo>
                  <a:cubicBezTo>
                    <a:pt x="1690370" y="1136650"/>
                    <a:pt x="1648460" y="1210310"/>
                    <a:pt x="1604010" y="1273810"/>
                  </a:cubicBezTo>
                  <a:cubicBezTo>
                    <a:pt x="1545590" y="1357630"/>
                    <a:pt x="1464310" y="1459230"/>
                    <a:pt x="1374140" y="1548130"/>
                  </a:cubicBezTo>
                  <a:cubicBezTo>
                    <a:pt x="1272540" y="1647190"/>
                    <a:pt x="1092200" y="1807210"/>
                    <a:pt x="1019810" y="1835150"/>
                  </a:cubicBezTo>
                  <a:cubicBezTo>
                    <a:pt x="991870" y="1845310"/>
                    <a:pt x="974090" y="1842770"/>
                    <a:pt x="956310" y="1837690"/>
                  </a:cubicBezTo>
                  <a:cubicBezTo>
                    <a:pt x="942340" y="1833880"/>
                    <a:pt x="929640" y="1824990"/>
                    <a:pt x="920750" y="1816100"/>
                  </a:cubicBezTo>
                  <a:cubicBezTo>
                    <a:pt x="910590" y="1805940"/>
                    <a:pt x="902970" y="1791970"/>
                    <a:pt x="899160" y="1779270"/>
                  </a:cubicBezTo>
                  <a:cubicBezTo>
                    <a:pt x="895350" y="1765300"/>
                    <a:pt x="894080" y="1752600"/>
                    <a:pt x="896620" y="1736090"/>
                  </a:cubicBezTo>
                  <a:cubicBezTo>
                    <a:pt x="902970" y="1711960"/>
                    <a:pt x="918210" y="1685290"/>
                    <a:pt x="941070" y="1652270"/>
                  </a:cubicBezTo>
                  <a:cubicBezTo>
                    <a:pt x="984250" y="1590040"/>
                    <a:pt x="1070610" y="1499870"/>
                    <a:pt x="1158240" y="1410970"/>
                  </a:cubicBezTo>
                  <a:cubicBezTo>
                    <a:pt x="1280160" y="1287780"/>
                    <a:pt x="1463040" y="1123950"/>
                    <a:pt x="1614170" y="990600"/>
                  </a:cubicBezTo>
                  <a:cubicBezTo>
                    <a:pt x="1757680" y="863600"/>
                    <a:pt x="1960880" y="671830"/>
                    <a:pt x="2040890" y="627380"/>
                  </a:cubicBezTo>
                  <a:cubicBezTo>
                    <a:pt x="2067560" y="612140"/>
                    <a:pt x="2082800" y="608330"/>
                    <a:pt x="2100580" y="608330"/>
                  </a:cubicBezTo>
                  <a:cubicBezTo>
                    <a:pt x="2115820" y="608330"/>
                    <a:pt x="2129790" y="612140"/>
                    <a:pt x="2141220" y="621030"/>
                  </a:cubicBezTo>
                  <a:cubicBezTo>
                    <a:pt x="2156460" y="631190"/>
                    <a:pt x="2174240" y="651510"/>
                    <a:pt x="2180590" y="670560"/>
                  </a:cubicBezTo>
                  <a:cubicBezTo>
                    <a:pt x="2186940" y="688340"/>
                    <a:pt x="2190750" y="704850"/>
                    <a:pt x="2176780" y="732790"/>
                  </a:cubicBezTo>
                  <a:cubicBezTo>
                    <a:pt x="2118360" y="847090"/>
                    <a:pt x="1520190" y="1305560"/>
                    <a:pt x="1347470" y="1419860"/>
                  </a:cubicBezTo>
                  <a:cubicBezTo>
                    <a:pt x="1277620" y="1466850"/>
                    <a:pt x="1235710" y="1499870"/>
                    <a:pt x="1188720" y="1502410"/>
                  </a:cubicBezTo>
                  <a:cubicBezTo>
                    <a:pt x="1153160" y="1504950"/>
                    <a:pt x="1104900" y="1492250"/>
                    <a:pt x="1090930" y="1465580"/>
                  </a:cubicBezTo>
                  <a:cubicBezTo>
                    <a:pt x="1069340" y="1427480"/>
                    <a:pt x="1099820" y="1325880"/>
                    <a:pt x="1130300" y="1267460"/>
                  </a:cubicBezTo>
                  <a:cubicBezTo>
                    <a:pt x="1163320" y="1205230"/>
                    <a:pt x="1228090" y="1159510"/>
                    <a:pt x="1283970" y="1106170"/>
                  </a:cubicBezTo>
                  <a:cubicBezTo>
                    <a:pt x="1342390" y="1050290"/>
                    <a:pt x="1397000" y="1004570"/>
                    <a:pt x="1474470" y="941070"/>
                  </a:cubicBezTo>
                  <a:cubicBezTo>
                    <a:pt x="1590040" y="849630"/>
                    <a:pt x="1752600" y="721360"/>
                    <a:pt x="1910080" y="610870"/>
                  </a:cubicBezTo>
                  <a:cubicBezTo>
                    <a:pt x="2086610" y="487680"/>
                    <a:pt x="2401570" y="275590"/>
                    <a:pt x="2484120" y="241300"/>
                  </a:cubicBezTo>
                  <a:cubicBezTo>
                    <a:pt x="2504440" y="233680"/>
                    <a:pt x="2510790" y="231140"/>
                    <a:pt x="2526030" y="233680"/>
                  </a:cubicBezTo>
                  <a:cubicBezTo>
                    <a:pt x="2543810" y="234950"/>
                    <a:pt x="2570480" y="246380"/>
                    <a:pt x="2584450" y="257810"/>
                  </a:cubicBezTo>
                  <a:cubicBezTo>
                    <a:pt x="2595880" y="266700"/>
                    <a:pt x="2602230" y="280670"/>
                    <a:pt x="2607310" y="293370"/>
                  </a:cubicBezTo>
                  <a:cubicBezTo>
                    <a:pt x="2611120" y="306070"/>
                    <a:pt x="2612390" y="322580"/>
                    <a:pt x="2609850" y="336550"/>
                  </a:cubicBezTo>
                  <a:cubicBezTo>
                    <a:pt x="2608580" y="349250"/>
                    <a:pt x="2602230" y="364490"/>
                    <a:pt x="2593340" y="374650"/>
                  </a:cubicBezTo>
                  <a:cubicBezTo>
                    <a:pt x="2585720" y="386080"/>
                    <a:pt x="2580640" y="389890"/>
                    <a:pt x="2560320" y="402590"/>
                  </a:cubicBezTo>
                  <a:cubicBezTo>
                    <a:pt x="2454910" y="469900"/>
                    <a:pt x="1741170" y="836930"/>
                    <a:pt x="1480820" y="922020"/>
                  </a:cubicBezTo>
                  <a:cubicBezTo>
                    <a:pt x="1342390" y="966470"/>
                    <a:pt x="1214120" y="960120"/>
                    <a:pt x="1150620" y="980440"/>
                  </a:cubicBezTo>
                  <a:cubicBezTo>
                    <a:pt x="1122680" y="989330"/>
                    <a:pt x="1111250" y="1005840"/>
                    <a:pt x="1093470" y="1008380"/>
                  </a:cubicBezTo>
                  <a:cubicBezTo>
                    <a:pt x="1079500" y="1010920"/>
                    <a:pt x="1064260" y="1007110"/>
                    <a:pt x="1051560" y="1002030"/>
                  </a:cubicBezTo>
                  <a:cubicBezTo>
                    <a:pt x="1038860" y="996950"/>
                    <a:pt x="1026160" y="988060"/>
                    <a:pt x="1017270" y="976630"/>
                  </a:cubicBezTo>
                  <a:cubicBezTo>
                    <a:pt x="1007110" y="961390"/>
                    <a:pt x="995680" y="939800"/>
                    <a:pt x="996950" y="916940"/>
                  </a:cubicBezTo>
                  <a:cubicBezTo>
                    <a:pt x="998220" y="887730"/>
                    <a:pt x="1023620" y="844550"/>
                    <a:pt x="1043940" y="815340"/>
                  </a:cubicBezTo>
                  <a:cubicBezTo>
                    <a:pt x="1062990" y="786130"/>
                    <a:pt x="1080770" y="770890"/>
                    <a:pt x="1115060" y="740410"/>
                  </a:cubicBezTo>
                  <a:cubicBezTo>
                    <a:pt x="1183640" y="679450"/>
                    <a:pt x="1371600" y="519430"/>
                    <a:pt x="1440180" y="490220"/>
                  </a:cubicBezTo>
                  <a:cubicBezTo>
                    <a:pt x="1468120" y="478790"/>
                    <a:pt x="1485900" y="478790"/>
                    <a:pt x="1503680" y="482600"/>
                  </a:cubicBezTo>
                  <a:cubicBezTo>
                    <a:pt x="1517650" y="485140"/>
                    <a:pt x="1530350" y="492760"/>
                    <a:pt x="1540510" y="501650"/>
                  </a:cubicBezTo>
                  <a:cubicBezTo>
                    <a:pt x="1551940" y="510540"/>
                    <a:pt x="1560830" y="523240"/>
                    <a:pt x="1565910" y="535940"/>
                  </a:cubicBezTo>
                  <a:cubicBezTo>
                    <a:pt x="1570990" y="548640"/>
                    <a:pt x="1573530" y="563880"/>
                    <a:pt x="1570990" y="579120"/>
                  </a:cubicBezTo>
                  <a:cubicBezTo>
                    <a:pt x="1568450" y="596900"/>
                    <a:pt x="1560830" y="615950"/>
                    <a:pt x="1541780" y="635000"/>
                  </a:cubicBezTo>
                  <a:cubicBezTo>
                    <a:pt x="1506220" y="671830"/>
                    <a:pt x="1404620" y="703580"/>
                    <a:pt x="1330960" y="751840"/>
                  </a:cubicBezTo>
                  <a:cubicBezTo>
                    <a:pt x="1243330" y="808990"/>
                    <a:pt x="1116330" y="934720"/>
                    <a:pt x="1054100" y="961390"/>
                  </a:cubicBezTo>
                  <a:cubicBezTo>
                    <a:pt x="1028700" y="972820"/>
                    <a:pt x="1012190" y="976630"/>
                    <a:pt x="993140" y="974090"/>
                  </a:cubicBezTo>
                  <a:cubicBezTo>
                    <a:pt x="972820" y="970280"/>
                    <a:pt x="951230" y="956310"/>
                    <a:pt x="938530" y="941070"/>
                  </a:cubicBezTo>
                  <a:cubicBezTo>
                    <a:pt x="925830" y="925830"/>
                    <a:pt x="918210" y="901700"/>
                    <a:pt x="919480" y="881380"/>
                  </a:cubicBezTo>
                  <a:cubicBezTo>
                    <a:pt x="920750" y="862330"/>
                    <a:pt x="923290" y="848360"/>
                    <a:pt x="944880" y="824230"/>
                  </a:cubicBezTo>
                  <a:cubicBezTo>
                    <a:pt x="1036320" y="721360"/>
                    <a:pt x="1729740" y="354330"/>
                    <a:pt x="1922780" y="245110"/>
                  </a:cubicBezTo>
                  <a:cubicBezTo>
                    <a:pt x="2004060" y="199390"/>
                    <a:pt x="2051050" y="163830"/>
                    <a:pt x="2095500" y="152400"/>
                  </a:cubicBezTo>
                  <a:cubicBezTo>
                    <a:pt x="2120900" y="146050"/>
                    <a:pt x="2141220" y="147320"/>
                    <a:pt x="2159000" y="152400"/>
                  </a:cubicBezTo>
                  <a:cubicBezTo>
                    <a:pt x="2172970" y="156210"/>
                    <a:pt x="2184400" y="166370"/>
                    <a:pt x="2193290" y="176530"/>
                  </a:cubicBezTo>
                  <a:cubicBezTo>
                    <a:pt x="2202180" y="186690"/>
                    <a:pt x="2209800" y="200660"/>
                    <a:pt x="2213610" y="213360"/>
                  </a:cubicBezTo>
                  <a:cubicBezTo>
                    <a:pt x="2217420" y="227330"/>
                    <a:pt x="2217420" y="242570"/>
                    <a:pt x="2213610" y="256540"/>
                  </a:cubicBezTo>
                  <a:cubicBezTo>
                    <a:pt x="2209800" y="269240"/>
                    <a:pt x="2208530" y="276860"/>
                    <a:pt x="2194560" y="293370"/>
                  </a:cubicBezTo>
                  <a:cubicBezTo>
                    <a:pt x="2119630" y="381000"/>
                    <a:pt x="1463040" y="871220"/>
                    <a:pt x="1339850" y="927100"/>
                  </a:cubicBezTo>
                  <a:cubicBezTo>
                    <a:pt x="1309370" y="939800"/>
                    <a:pt x="1296670" y="942340"/>
                    <a:pt x="1277620" y="939800"/>
                  </a:cubicBezTo>
                  <a:cubicBezTo>
                    <a:pt x="1258570" y="935990"/>
                    <a:pt x="1235710" y="923290"/>
                    <a:pt x="1223010" y="908050"/>
                  </a:cubicBezTo>
                  <a:cubicBezTo>
                    <a:pt x="1210310" y="892810"/>
                    <a:pt x="1201420" y="868680"/>
                    <a:pt x="1202690" y="848360"/>
                  </a:cubicBezTo>
                  <a:cubicBezTo>
                    <a:pt x="1202690" y="829310"/>
                    <a:pt x="1205230" y="815340"/>
                    <a:pt x="1226820" y="789940"/>
                  </a:cubicBezTo>
                  <a:cubicBezTo>
                    <a:pt x="1329690" y="669290"/>
                    <a:pt x="2287270" y="55880"/>
                    <a:pt x="2439670" y="12700"/>
                  </a:cubicBezTo>
                  <a:cubicBezTo>
                    <a:pt x="2471420" y="3810"/>
                    <a:pt x="2485390" y="6350"/>
                    <a:pt x="2503170" y="13970"/>
                  </a:cubicBezTo>
                  <a:cubicBezTo>
                    <a:pt x="2520950" y="20320"/>
                    <a:pt x="2541270" y="38100"/>
                    <a:pt x="2550160" y="55880"/>
                  </a:cubicBezTo>
                  <a:cubicBezTo>
                    <a:pt x="2557780" y="73660"/>
                    <a:pt x="2561590" y="100330"/>
                    <a:pt x="2556510" y="119380"/>
                  </a:cubicBezTo>
                  <a:cubicBezTo>
                    <a:pt x="2551430" y="138430"/>
                    <a:pt x="2542540" y="147320"/>
                    <a:pt x="2519680" y="170180"/>
                  </a:cubicBezTo>
                  <a:cubicBezTo>
                    <a:pt x="2430780" y="256540"/>
                    <a:pt x="1951990" y="557530"/>
                    <a:pt x="1770380" y="670560"/>
                  </a:cubicBezTo>
                  <a:cubicBezTo>
                    <a:pt x="1668780" y="731520"/>
                    <a:pt x="1578610" y="792480"/>
                    <a:pt x="1529080" y="806450"/>
                  </a:cubicBezTo>
                  <a:cubicBezTo>
                    <a:pt x="1510030" y="811530"/>
                    <a:pt x="1499870" y="810260"/>
                    <a:pt x="1487170" y="807720"/>
                  </a:cubicBezTo>
                  <a:cubicBezTo>
                    <a:pt x="1473200" y="803910"/>
                    <a:pt x="1459230" y="797560"/>
                    <a:pt x="1449070" y="788670"/>
                  </a:cubicBezTo>
                  <a:cubicBezTo>
                    <a:pt x="1437640" y="779780"/>
                    <a:pt x="1428750" y="767080"/>
                    <a:pt x="1423670" y="754380"/>
                  </a:cubicBezTo>
                  <a:cubicBezTo>
                    <a:pt x="1418590" y="741680"/>
                    <a:pt x="1416050" y="726440"/>
                    <a:pt x="1417320" y="712470"/>
                  </a:cubicBezTo>
                  <a:cubicBezTo>
                    <a:pt x="1418590" y="698500"/>
                    <a:pt x="1423670" y="683260"/>
                    <a:pt x="1431290" y="671830"/>
                  </a:cubicBezTo>
                  <a:cubicBezTo>
                    <a:pt x="1437640" y="660400"/>
                    <a:pt x="1442720" y="656590"/>
                    <a:pt x="1461770" y="642620"/>
                  </a:cubicBezTo>
                  <a:cubicBezTo>
                    <a:pt x="1565910" y="566420"/>
                    <a:pt x="2435860" y="71120"/>
                    <a:pt x="2553970" y="16510"/>
                  </a:cubicBezTo>
                  <a:cubicBezTo>
                    <a:pt x="2575560" y="6350"/>
                    <a:pt x="2580640" y="3810"/>
                    <a:pt x="2593340" y="2540"/>
                  </a:cubicBezTo>
                  <a:cubicBezTo>
                    <a:pt x="2607310" y="1270"/>
                    <a:pt x="2622550" y="1270"/>
                    <a:pt x="2636520" y="7620"/>
                  </a:cubicBezTo>
                  <a:cubicBezTo>
                    <a:pt x="2653030" y="15240"/>
                    <a:pt x="2673350" y="33020"/>
                    <a:pt x="2682240" y="50800"/>
                  </a:cubicBezTo>
                  <a:cubicBezTo>
                    <a:pt x="2691130" y="68580"/>
                    <a:pt x="2694940" y="93980"/>
                    <a:pt x="2689860" y="113030"/>
                  </a:cubicBezTo>
                  <a:cubicBezTo>
                    <a:pt x="2684780" y="132080"/>
                    <a:pt x="2677160" y="140970"/>
                    <a:pt x="2653030" y="165100"/>
                  </a:cubicBezTo>
                  <a:cubicBezTo>
                    <a:pt x="2534920" y="278130"/>
                    <a:pt x="1573530" y="901700"/>
                    <a:pt x="1446530" y="957580"/>
                  </a:cubicBezTo>
                  <a:cubicBezTo>
                    <a:pt x="1424940" y="967740"/>
                    <a:pt x="1418590" y="967740"/>
                    <a:pt x="1404620" y="967740"/>
                  </a:cubicBezTo>
                  <a:cubicBezTo>
                    <a:pt x="1391920" y="967740"/>
                    <a:pt x="1375410" y="963930"/>
                    <a:pt x="1363980" y="957580"/>
                  </a:cubicBezTo>
                  <a:cubicBezTo>
                    <a:pt x="1351280" y="951230"/>
                    <a:pt x="1339850" y="941070"/>
                    <a:pt x="1332230" y="929640"/>
                  </a:cubicBezTo>
                  <a:cubicBezTo>
                    <a:pt x="1323340" y="918210"/>
                    <a:pt x="1316990" y="905510"/>
                    <a:pt x="1316990" y="890270"/>
                  </a:cubicBezTo>
                  <a:cubicBezTo>
                    <a:pt x="1315720" y="872490"/>
                    <a:pt x="1318260" y="847090"/>
                    <a:pt x="1330960" y="829310"/>
                  </a:cubicBezTo>
                  <a:cubicBezTo>
                    <a:pt x="1347470" y="805180"/>
                    <a:pt x="1372870" y="797560"/>
                    <a:pt x="1421130" y="768350"/>
                  </a:cubicBezTo>
                  <a:cubicBezTo>
                    <a:pt x="1584960" y="669290"/>
                    <a:pt x="2315210" y="264160"/>
                    <a:pt x="2550160" y="162560"/>
                  </a:cubicBezTo>
                  <a:cubicBezTo>
                    <a:pt x="2650490" y="118110"/>
                    <a:pt x="2727960" y="91440"/>
                    <a:pt x="2773680" y="86360"/>
                  </a:cubicBezTo>
                  <a:cubicBezTo>
                    <a:pt x="2792730" y="83820"/>
                    <a:pt x="2802890" y="83820"/>
                    <a:pt x="2816860" y="88900"/>
                  </a:cubicBezTo>
                  <a:cubicBezTo>
                    <a:pt x="2833370" y="96520"/>
                    <a:pt x="2854960" y="114300"/>
                    <a:pt x="2865120" y="129540"/>
                  </a:cubicBezTo>
                  <a:cubicBezTo>
                    <a:pt x="2874010" y="142240"/>
                    <a:pt x="2877820" y="154940"/>
                    <a:pt x="2877820" y="170180"/>
                  </a:cubicBezTo>
                  <a:cubicBezTo>
                    <a:pt x="2876550" y="187960"/>
                    <a:pt x="2874010" y="205740"/>
                    <a:pt x="2857500" y="229870"/>
                  </a:cubicBezTo>
                  <a:cubicBezTo>
                    <a:pt x="2811780" y="294640"/>
                    <a:pt x="2614930" y="429260"/>
                    <a:pt x="2494280" y="511810"/>
                  </a:cubicBezTo>
                  <a:cubicBezTo>
                    <a:pt x="2381250" y="589280"/>
                    <a:pt x="2258060" y="665480"/>
                    <a:pt x="2156460" y="715010"/>
                  </a:cubicBezTo>
                  <a:cubicBezTo>
                    <a:pt x="2080260" y="753110"/>
                    <a:pt x="1990090" y="789940"/>
                    <a:pt x="1945640" y="797560"/>
                  </a:cubicBezTo>
                  <a:cubicBezTo>
                    <a:pt x="1926590" y="801370"/>
                    <a:pt x="1916430" y="801370"/>
                    <a:pt x="1903730" y="797560"/>
                  </a:cubicBezTo>
                  <a:cubicBezTo>
                    <a:pt x="1889760" y="793750"/>
                    <a:pt x="1875790" y="786130"/>
                    <a:pt x="1865630" y="777240"/>
                  </a:cubicBezTo>
                  <a:cubicBezTo>
                    <a:pt x="1855470" y="768350"/>
                    <a:pt x="1846580" y="754380"/>
                    <a:pt x="1842770" y="741680"/>
                  </a:cubicBezTo>
                  <a:cubicBezTo>
                    <a:pt x="1837690" y="728980"/>
                    <a:pt x="1835150" y="713740"/>
                    <a:pt x="1837690" y="699770"/>
                  </a:cubicBezTo>
                  <a:cubicBezTo>
                    <a:pt x="1838960" y="685800"/>
                    <a:pt x="1841500" y="676910"/>
                    <a:pt x="1852930" y="660400"/>
                  </a:cubicBezTo>
                  <a:cubicBezTo>
                    <a:pt x="1887220" y="610870"/>
                    <a:pt x="2045970" y="480060"/>
                    <a:pt x="2124710" y="414020"/>
                  </a:cubicBezTo>
                  <a:cubicBezTo>
                    <a:pt x="2183130" y="365760"/>
                    <a:pt x="2227580" y="330200"/>
                    <a:pt x="2279650" y="293370"/>
                  </a:cubicBezTo>
                  <a:cubicBezTo>
                    <a:pt x="2330450" y="257810"/>
                    <a:pt x="2374900" y="223520"/>
                    <a:pt x="2435860" y="196850"/>
                  </a:cubicBezTo>
                  <a:cubicBezTo>
                    <a:pt x="2510790" y="163830"/>
                    <a:pt x="2644140" y="128270"/>
                    <a:pt x="2702560" y="125730"/>
                  </a:cubicBezTo>
                  <a:cubicBezTo>
                    <a:pt x="2730500" y="124460"/>
                    <a:pt x="2748280" y="127000"/>
                    <a:pt x="2764790" y="135890"/>
                  </a:cubicBezTo>
                  <a:cubicBezTo>
                    <a:pt x="2777490" y="142240"/>
                    <a:pt x="2787650" y="153670"/>
                    <a:pt x="2795270" y="165100"/>
                  </a:cubicBezTo>
                  <a:cubicBezTo>
                    <a:pt x="2802890" y="176530"/>
                    <a:pt x="2807970" y="190500"/>
                    <a:pt x="2807970" y="205740"/>
                  </a:cubicBezTo>
                  <a:cubicBezTo>
                    <a:pt x="2809240" y="223520"/>
                    <a:pt x="2801620" y="246380"/>
                    <a:pt x="2791460" y="265430"/>
                  </a:cubicBezTo>
                  <a:cubicBezTo>
                    <a:pt x="2780030" y="288290"/>
                    <a:pt x="2762250" y="307340"/>
                    <a:pt x="2740660" y="330200"/>
                  </a:cubicBezTo>
                  <a:cubicBezTo>
                    <a:pt x="2708910" y="361950"/>
                    <a:pt x="2661920" y="396240"/>
                    <a:pt x="2612390" y="433070"/>
                  </a:cubicBezTo>
                  <a:cubicBezTo>
                    <a:pt x="2548890" y="481330"/>
                    <a:pt x="2472690" y="549910"/>
                    <a:pt x="2386330" y="588010"/>
                  </a:cubicBezTo>
                  <a:cubicBezTo>
                    <a:pt x="2289810" y="629920"/>
                    <a:pt x="2108200" y="669290"/>
                    <a:pt x="2053590" y="662940"/>
                  </a:cubicBezTo>
                  <a:cubicBezTo>
                    <a:pt x="2033270" y="660400"/>
                    <a:pt x="2025650" y="652780"/>
                    <a:pt x="2015490" y="643890"/>
                  </a:cubicBezTo>
                  <a:cubicBezTo>
                    <a:pt x="2004060" y="635000"/>
                    <a:pt x="1995170" y="623570"/>
                    <a:pt x="1990090" y="609600"/>
                  </a:cubicBezTo>
                  <a:cubicBezTo>
                    <a:pt x="1983740" y="591820"/>
                    <a:pt x="1982470" y="570230"/>
                    <a:pt x="1988820" y="546100"/>
                  </a:cubicBezTo>
                  <a:cubicBezTo>
                    <a:pt x="1998980" y="508000"/>
                    <a:pt x="2040890" y="452120"/>
                    <a:pt x="2075180" y="410210"/>
                  </a:cubicBezTo>
                  <a:cubicBezTo>
                    <a:pt x="2112010" y="365760"/>
                    <a:pt x="2157730" y="326390"/>
                    <a:pt x="2205990" y="290830"/>
                  </a:cubicBezTo>
                  <a:cubicBezTo>
                    <a:pt x="2255520" y="252730"/>
                    <a:pt x="2312670" y="214630"/>
                    <a:pt x="2371090" y="190500"/>
                  </a:cubicBezTo>
                  <a:cubicBezTo>
                    <a:pt x="2429510" y="166370"/>
                    <a:pt x="2509520" y="137160"/>
                    <a:pt x="2559050" y="144780"/>
                  </a:cubicBezTo>
                  <a:cubicBezTo>
                    <a:pt x="2593340" y="149860"/>
                    <a:pt x="2626360" y="166370"/>
                    <a:pt x="2644140" y="195580"/>
                  </a:cubicBezTo>
                  <a:cubicBezTo>
                    <a:pt x="2667000" y="234950"/>
                    <a:pt x="2677160" y="363220"/>
                    <a:pt x="2647950" y="384810"/>
                  </a:cubicBezTo>
                  <a:cubicBezTo>
                    <a:pt x="2620010" y="406400"/>
                    <a:pt x="2476500" y="331470"/>
                    <a:pt x="2476500" y="331470"/>
                  </a:cubicBezTo>
                </a:path>
              </a:pathLst>
            </a:custGeom>
            <a:solidFill>
              <a:srgbClr val="A6A6A6">
                <a:alpha val="41961"/>
              </a:srgbClr>
            </a:solidFill>
            <a:ln cap="sq">
              <a:noFill/>
              <a:prstDash val="solid"/>
              <a:miter/>
            </a:ln>
          </p:spPr>
          <p:txBody>
            <a:bodyPr/>
            <a:lstStyle/>
            <a:p>
              <a:endParaRPr lang="en-SG" sz="1088"/>
            </a:p>
          </p:txBody>
        </p:sp>
      </p:grpSp>
      <p:grpSp>
        <p:nvGrpSpPr>
          <p:cNvPr id="252" name="Group 221">
            <a:extLst>
              <a:ext uri="{FF2B5EF4-FFF2-40B4-BE49-F238E27FC236}">
                <a16:creationId xmlns:a16="http://schemas.microsoft.com/office/drawing/2014/main" id="{AA07EC4F-9D92-36BE-D34A-A649DA69A966}"/>
              </a:ext>
            </a:extLst>
          </p:cNvPr>
          <p:cNvGrpSpPr/>
          <p:nvPr/>
        </p:nvGrpSpPr>
        <p:grpSpPr>
          <a:xfrm>
            <a:off x="6626726" y="1960666"/>
            <a:ext cx="1642800" cy="1169619"/>
            <a:chOff x="0" y="0"/>
            <a:chExt cx="2738120" cy="1949450"/>
          </a:xfrm>
        </p:grpSpPr>
        <p:sp>
          <p:nvSpPr>
            <p:cNvPr id="253" name="Freeform 222">
              <a:extLst>
                <a:ext uri="{FF2B5EF4-FFF2-40B4-BE49-F238E27FC236}">
                  <a16:creationId xmlns:a16="http://schemas.microsoft.com/office/drawing/2014/main" id="{F9F52CF4-F47F-8E98-FD4D-2120712135F2}"/>
                </a:ext>
              </a:extLst>
            </p:cNvPr>
            <p:cNvSpPr/>
            <p:nvPr/>
          </p:nvSpPr>
          <p:spPr>
            <a:xfrm>
              <a:off x="44450" y="49530"/>
              <a:ext cx="2644140" cy="1863090"/>
            </a:xfrm>
            <a:custGeom>
              <a:avLst/>
              <a:gdLst/>
              <a:ahLst/>
              <a:cxnLst/>
              <a:rect l="l" t="t" r="r" b="b"/>
              <a:pathLst>
                <a:path w="2644140" h="1863090">
                  <a:moveTo>
                    <a:pt x="2255520" y="1446530"/>
                  </a:moveTo>
                  <a:cubicBezTo>
                    <a:pt x="2390140" y="1639570"/>
                    <a:pt x="2402840" y="1493520"/>
                    <a:pt x="2400300" y="1427480"/>
                  </a:cubicBezTo>
                  <a:cubicBezTo>
                    <a:pt x="2397760" y="1369060"/>
                    <a:pt x="2382520" y="1316990"/>
                    <a:pt x="2360930" y="1266190"/>
                  </a:cubicBezTo>
                  <a:cubicBezTo>
                    <a:pt x="2339340" y="1212850"/>
                    <a:pt x="2305050" y="1162050"/>
                    <a:pt x="2269490" y="1116330"/>
                  </a:cubicBezTo>
                  <a:cubicBezTo>
                    <a:pt x="2233930" y="1070610"/>
                    <a:pt x="2188210" y="1021080"/>
                    <a:pt x="2150110" y="990600"/>
                  </a:cubicBezTo>
                  <a:cubicBezTo>
                    <a:pt x="2119630" y="967740"/>
                    <a:pt x="2100580" y="957580"/>
                    <a:pt x="2061210" y="941070"/>
                  </a:cubicBezTo>
                  <a:cubicBezTo>
                    <a:pt x="1992630" y="910590"/>
                    <a:pt x="1873250" y="871220"/>
                    <a:pt x="1769110" y="842010"/>
                  </a:cubicBezTo>
                  <a:cubicBezTo>
                    <a:pt x="1649730" y="807720"/>
                    <a:pt x="1510030" y="777240"/>
                    <a:pt x="1383030" y="753110"/>
                  </a:cubicBezTo>
                  <a:cubicBezTo>
                    <a:pt x="1263650" y="730250"/>
                    <a:pt x="1116330" y="708660"/>
                    <a:pt x="1028700" y="699770"/>
                  </a:cubicBezTo>
                  <a:cubicBezTo>
                    <a:pt x="979170" y="693420"/>
                    <a:pt x="948690" y="689610"/>
                    <a:pt x="909320" y="690880"/>
                  </a:cubicBezTo>
                  <a:cubicBezTo>
                    <a:pt x="872490" y="692150"/>
                    <a:pt x="828040" y="711200"/>
                    <a:pt x="798830" y="704850"/>
                  </a:cubicBezTo>
                  <a:cubicBezTo>
                    <a:pt x="777240" y="698500"/>
                    <a:pt x="758190" y="681990"/>
                    <a:pt x="746760" y="668020"/>
                  </a:cubicBezTo>
                  <a:cubicBezTo>
                    <a:pt x="737870" y="656590"/>
                    <a:pt x="732790" y="642620"/>
                    <a:pt x="731520" y="628650"/>
                  </a:cubicBezTo>
                  <a:cubicBezTo>
                    <a:pt x="730250" y="614680"/>
                    <a:pt x="732790" y="599440"/>
                    <a:pt x="736600" y="586740"/>
                  </a:cubicBezTo>
                  <a:cubicBezTo>
                    <a:pt x="741680" y="572770"/>
                    <a:pt x="750570" y="560070"/>
                    <a:pt x="762000" y="551180"/>
                  </a:cubicBezTo>
                  <a:cubicBezTo>
                    <a:pt x="772160" y="542290"/>
                    <a:pt x="788670" y="534670"/>
                    <a:pt x="798830" y="532130"/>
                  </a:cubicBezTo>
                  <a:cubicBezTo>
                    <a:pt x="806450" y="529590"/>
                    <a:pt x="811530" y="527050"/>
                    <a:pt x="820420" y="529590"/>
                  </a:cubicBezTo>
                  <a:cubicBezTo>
                    <a:pt x="839470" y="533400"/>
                    <a:pt x="866140" y="562610"/>
                    <a:pt x="902970" y="574040"/>
                  </a:cubicBezTo>
                  <a:cubicBezTo>
                    <a:pt x="962660" y="593090"/>
                    <a:pt x="1076960" y="600710"/>
                    <a:pt x="1154430" y="603250"/>
                  </a:cubicBezTo>
                  <a:cubicBezTo>
                    <a:pt x="1220470" y="604520"/>
                    <a:pt x="1272540" y="601980"/>
                    <a:pt x="1339850" y="593090"/>
                  </a:cubicBezTo>
                  <a:cubicBezTo>
                    <a:pt x="1423670" y="581660"/>
                    <a:pt x="1567180" y="510540"/>
                    <a:pt x="1617980" y="535940"/>
                  </a:cubicBezTo>
                  <a:cubicBezTo>
                    <a:pt x="1648460" y="549910"/>
                    <a:pt x="1672590" y="617220"/>
                    <a:pt x="1663700" y="627380"/>
                  </a:cubicBezTo>
                  <a:cubicBezTo>
                    <a:pt x="1653540" y="638810"/>
                    <a:pt x="1590040" y="595630"/>
                    <a:pt x="1544320" y="584200"/>
                  </a:cubicBezTo>
                  <a:cubicBezTo>
                    <a:pt x="1489710" y="570230"/>
                    <a:pt x="1423670" y="563880"/>
                    <a:pt x="1357630" y="558800"/>
                  </a:cubicBezTo>
                  <a:cubicBezTo>
                    <a:pt x="1286510" y="553720"/>
                    <a:pt x="1209040" y="551180"/>
                    <a:pt x="1132840" y="554990"/>
                  </a:cubicBezTo>
                  <a:cubicBezTo>
                    <a:pt x="1052830" y="558800"/>
                    <a:pt x="971550" y="570230"/>
                    <a:pt x="891540" y="585470"/>
                  </a:cubicBezTo>
                  <a:cubicBezTo>
                    <a:pt x="808990" y="601980"/>
                    <a:pt x="723900" y="623570"/>
                    <a:pt x="645160" y="647700"/>
                  </a:cubicBezTo>
                  <a:cubicBezTo>
                    <a:pt x="567690" y="671830"/>
                    <a:pt x="490220" y="702310"/>
                    <a:pt x="422910" y="732790"/>
                  </a:cubicBezTo>
                  <a:cubicBezTo>
                    <a:pt x="363220" y="759460"/>
                    <a:pt x="303530" y="789940"/>
                    <a:pt x="257810" y="817880"/>
                  </a:cubicBezTo>
                  <a:cubicBezTo>
                    <a:pt x="223520" y="839470"/>
                    <a:pt x="198120" y="882650"/>
                    <a:pt x="171450" y="881380"/>
                  </a:cubicBezTo>
                  <a:cubicBezTo>
                    <a:pt x="147320" y="878840"/>
                    <a:pt x="99060" y="830580"/>
                    <a:pt x="102870" y="812800"/>
                  </a:cubicBezTo>
                  <a:cubicBezTo>
                    <a:pt x="106680" y="793750"/>
                    <a:pt x="166370" y="792480"/>
                    <a:pt x="195580" y="773430"/>
                  </a:cubicBezTo>
                  <a:cubicBezTo>
                    <a:pt x="227330" y="753110"/>
                    <a:pt x="283210" y="725170"/>
                    <a:pt x="281940" y="693420"/>
                  </a:cubicBezTo>
                  <a:cubicBezTo>
                    <a:pt x="279400" y="645160"/>
                    <a:pt x="78740" y="570230"/>
                    <a:pt x="43180" y="511810"/>
                  </a:cubicBezTo>
                  <a:cubicBezTo>
                    <a:pt x="22860" y="478790"/>
                    <a:pt x="19050" y="445770"/>
                    <a:pt x="25400" y="412750"/>
                  </a:cubicBezTo>
                  <a:cubicBezTo>
                    <a:pt x="31750" y="378460"/>
                    <a:pt x="58420" y="340360"/>
                    <a:pt x="85090" y="309880"/>
                  </a:cubicBezTo>
                  <a:cubicBezTo>
                    <a:pt x="115570" y="276860"/>
                    <a:pt x="160020" y="250190"/>
                    <a:pt x="200660" y="224790"/>
                  </a:cubicBezTo>
                  <a:cubicBezTo>
                    <a:pt x="242570" y="198120"/>
                    <a:pt x="285750" y="175260"/>
                    <a:pt x="331470" y="153670"/>
                  </a:cubicBezTo>
                  <a:cubicBezTo>
                    <a:pt x="381000" y="129540"/>
                    <a:pt x="430530" y="106680"/>
                    <a:pt x="483870" y="87630"/>
                  </a:cubicBezTo>
                  <a:cubicBezTo>
                    <a:pt x="541020" y="68580"/>
                    <a:pt x="600710" y="50800"/>
                    <a:pt x="660400" y="38100"/>
                  </a:cubicBezTo>
                  <a:cubicBezTo>
                    <a:pt x="722630" y="25400"/>
                    <a:pt x="787400" y="15240"/>
                    <a:pt x="850900" y="8890"/>
                  </a:cubicBezTo>
                  <a:cubicBezTo>
                    <a:pt x="914400" y="3810"/>
                    <a:pt x="979170" y="0"/>
                    <a:pt x="1042670" y="1270"/>
                  </a:cubicBezTo>
                  <a:cubicBezTo>
                    <a:pt x="1104900" y="3810"/>
                    <a:pt x="1167130" y="10160"/>
                    <a:pt x="1226820" y="21590"/>
                  </a:cubicBezTo>
                  <a:cubicBezTo>
                    <a:pt x="1283970" y="31750"/>
                    <a:pt x="1332230" y="44450"/>
                    <a:pt x="1395730" y="64770"/>
                  </a:cubicBezTo>
                  <a:cubicBezTo>
                    <a:pt x="1482090" y="93980"/>
                    <a:pt x="1583690" y="129540"/>
                    <a:pt x="1695450" y="186690"/>
                  </a:cubicBezTo>
                  <a:cubicBezTo>
                    <a:pt x="1851660" y="267970"/>
                    <a:pt x="2101850" y="431800"/>
                    <a:pt x="2237740" y="525780"/>
                  </a:cubicBezTo>
                  <a:cubicBezTo>
                    <a:pt x="2324100" y="585470"/>
                    <a:pt x="2376170" y="626110"/>
                    <a:pt x="2443480" y="681990"/>
                  </a:cubicBezTo>
                  <a:cubicBezTo>
                    <a:pt x="2512060" y="737870"/>
                    <a:pt x="2640330" y="803910"/>
                    <a:pt x="2641600" y="858520"/>
                  </a:cubicBezTo>
                  <a:cubicBezTo>
                    <a:pt x="2644140" y="904240"/>
                    <a:pt x="2566670" y="985520"/>
                    <a:pt x="2519680" y="988060"/>
                  </a:cubicBezTo>
                  <a:cubicBezTo>
                    <a:pt x="2465070" y="990600"/>
                    <a:pt x="2397760" y="875030"/>
                    <a:pt x="2334260" y="821690"/>
                  </a:cubicBezTo>
                  <a:cubicBezTo>
                    <a:pt x="2270760" y="769620"/>
                    <a:pt x="2219960" y="728980"/>
                    <a:pt x="2136140" y="671830"/>
                  </a:cubicBezTo>
                  <a:cubicBezTo>
                    <a:pt x="2006600" y="581660"/>
                    <a:pt x="1767840" y="424180"/>
                    <a:pt x="1620520" y="349250"/>
                  </a:cubicBezTo>
                  <a:cubicBezTo>
                    <a:pt x="1518920" y="295910"/>
                    <a:pt x="1427480" y="262890"/>
                    <a:pt x="1351280" y="237490"/>
                  </a:cubicBezTo>
                  <a:cubicBezTo>
                    <a:pt x="1295400" y="218440"/>
                    <a:pt x="1256030" y="207010"/>
                    <a:pt x="1206500" y="198120"/>
                  </a:cubicBezTo>
                  <a:cubicBezTo>
                    <a:pt x="1154430" y="187960"/>
                    <a:pt x="1111250" y="180340"/>
                    <a:pt x="1049020" y="179070"/>
                  </a:cubicBezTo>
                  <a:cubicBezTo>
                    <a:pt x="957580" y="177800"/>
                    <a:pt x="798830" y="193040"/>
                    <a:pt x="708660" y="209550"/>
                  </a:cubicBezTo>
                  <a:cubicBezTo>
                    <a:pt x="646430" y="220980"/>
                    <a:pt x="610870" y="231140"/>
                    <a:pt x="553720" y="251460"/>
                  </a:cubicBezTo>
                  <a:cubicBezTo>
                    <a:pt x="478790" y="279400"/>
                    <a:pt x="372110" y="342900"/>
                    <a:pt x="302260" y="370840"/>
                  </a:cubicBezTo>
                  <a:cubicBezTo>
                    <a:pt x="255270" y="389890"/>
                    <a:pt x="182880" y="391160"/>
                    <a:pt x="180340" y="411480"/>
                  </a:cubicBezTo>
                  <a:cubicBezTo>
                    <a:pt x="177800" y="435610"/>
                    <a:pt x="287020" y="480060"/>
                    <a:pt x="327660" y="513080"/>
                  </a:cubicBezTo>
                  <a:cubicBezTo>
                    <a:pt x="359410" y="537210"/>
                    <a:pt x="384810" y="556260"/>
                    <a:pt x="405130" y="585470"/>
                  </a:cubicBezTo>
                  <a:cubicBezTo>
                    <a:pt x="425450" y="615950"/>
                    <a:pt x="444500" y="654050"/>
                    <a:pt x="448310" y="689610"/>
                  </a:cubicBezTo>
                  <a:cubicBezTo>
                    <a:pt x="452120" y="722630"/>
                    <a:pt x="441960" y="760730"/>
                    <a:pt x="427990" y="789940"/>
                  </a:cubicBezTo>
                  <a:cubicBezTo>
                    <a:pt x="415290" y="820420"/>
                    <a:pt x="391160" y="845820"/>
                    <a:pt x="365760" y="868680"/>
                  </a:cubicBezTo>
                  <a:cubicBezTo>
                    <a:pt x="336550" y="895350"/>
                    <a:pt x="302260" y="923290"/>
                    <a:pt x="259080" y="938530"/>
                  </a:cubicBezTo>
                  <a:cubicBezTo>
                    <a:pt x="204470" y="958850"/>
                    <a:pt x="100330" y="990600"/>
                    <a:pt x="58420" y="963930"/>
                  </a:cubicBezTo>
                  <a:cubicBezTo>
                    <a:pt x="21590" y="941070"/>
                    <a:pt x="0" y="854710"/>
                    <a:pt x="6350" y="815340"/>
                  </a:cubicBezTo>
                  <a:cubicBezTo>
                    <a:pt x="11430" y="783590"/>
                    <a:pt x="41910" y="762000"/>
                    <a:pt x="67310" y="737870"/>
                  </a:cubicBezTo>
                  <a:cubicBezTo>
                    <a:pt x="96520" y="709930"/>
                    <a:pt x="134620" y="685800"/>
                    <a:pt x="176530" y="660400"/>
                  </a:cubicBezTo>
                  <a:cubicBezTo>
                    <a:pt x="228600" y="628650"/>
                    <a:pt x="293370" y="595630"/>
                    <a:pt x="360680" y="566420"/>
                  </a:cubicBezTo>
                  <a:cubicBezTo>
                    <a:pt x="434340" y="533400"/>
                    <a:pt x="518160" y="501650"/>
                    <a:pt x="601980" y="474980"/>
                  </a:cubicBezTo>
                  <a:cubicBezTo>
                    <a:pt x="688340" y="448310"/>
                    <a:pt x="779780" y="425450"/>
                    <a:pt x="868680" y="410210"/>
                  </a:cubicBezTo>
                  <a:cubicBezTo>
                    <a:pt x="957580" y="393700"/>
                    <a:pt x="1049020" y="381000"/>
                    <a:pt x="1135380" y="377190"/>
                  </a:cubicBezTo>
                  <a:cubicBezTo>
                    <a:pt x="1219200" y="373380"/>
                    <a:pt x="1303020" y="375920"/>
                    <a:pt x="1383030" y="383540"/>
                  </a:cubicBezTo>
                  <a:cubicBezTo>
                    <a:pt x="1456690" y="389890"/>
                    <a:pt x="1530350" y="393700"/>
                    <a:pt x="1597660" y="415290"/>
                  </a:cubicBezTo>
                  <a:cubicBezTo>
                    <a:pt x="1666240" y="436880"/>
                    <a:pt x="1778000" y="464820"/>
                    <a:pt x="1790700" y="511810"/>
                  </a:cubicBezTo>
                  <a:cubicBezTo>
                    <a:pt x="1803400" y="561340"/>
                    <a:pt x="1725930" y="664210"/>
                    <a:pt x="1662430" y="707390"/>
                  </a:cubicBezTo>
                  <a:cubicBezTo>
                    <a:pt x="1587500" y="758190"/>
                    <a:pt x="1443990" y="758190"/>
                    <a:pt x="1348740" y="769620"/>
                  </a:cubicBezTo>
                  <a:cubicBezTo>
                    <a:pt x="1271270" y="779780"/>
                    <a:pt x="1205230" y="782320"/>
                    <a:pt x="1136650" y="779780"/>
                  </a:cubicBezTo>
                  <a:cubicBezTo>
                    <a:pt x="1071880" y="778510"/>
                    <a:pt x="1007110" y="774700"/>
                    <a:pt x="946150" y="759460"/>
                  </a:cubicBezTo>
                  <a:cubicBezTo>
                    <a:pt x="887730" y="746760"/>
                    <a:pt x="811530" y="716280"/>
                    <a:pt x="778510" y="697230"/>
                  </a:cubicBezTo>
                  <a:cubicBezTo>
                    <a:pt x="762000" y="687070"/>
                    <a:pt x="754380" y="679450"/>
                    <a:pt x="746760" y="668020"/>
                  </a:cubicBezTo>
                  <a:cubicBezTo>
                    <a:pt x="739140" y="656590"/>
                    <a:pt x="732790" y="642620"/>
                    <a:pt x="731520" y="628650"/>
                  </a:cubicBezTo>
                  <a:cubicBezTo>
                    <a:pt x="730250" y="614680"/>
                    <a:pt x="731520" y="599440"/>
                    <a:pt x="736600" y="586740"/>
                  </a:cubicBezTo>
                  <a:cubicBezTo>
                    <a:pt x="744220" y="570230"/>
                    <a:pt x="758190" y="551180"/>
                    <a:pt x="778510" y="539750"/>
                  </a:cubicBezTo>
                  <a:cubicBezTo>
                    <a:pt x="811530" y="521970"/>
                    <a:pt x="876300" y="515620"/>
                    <a:pt x="923290" y="513080"/>
                  </a:cubicBezTo>
                  <a:cubicBezTo>
                    <a:pt x="966470" y="510540"/>
                    <a:pt x="994410" y="515620"/>
                    <a:pt x="1051560" y="523240"/>
                  </a:cubicBezTo>
                  <a:cubicBezTo>
                    <a:pt x="1176020" y="538480"/>
                    <a:pt x="1457960" y="584200"/>
                    <a:pt x="1626870" y="623570"/>
                  </a:cubicBezTo>
                  <a:cubicBezTo>
                    <a:pt x="1765300" y="654050"/>
                    <a:pt x="1901190" y="693420"/>
                    <a:pt x="1997710" y="726440"/>
                  </a:cubicBezTo>
                  <a:cubicBezTo>
                    <a:pt x="2059940" y="746760"/>
                    <a:pt x="2104390" y="764540"/>
                    <a:pt x="2151380" y="787400"/>
                  </a:cubicBezTo>
                  <a:cubicBezTo>
                    <a:pt x="2193290" y="808990"/>
                    <a:pt x="2231390" y="830580"/>
                    <a:pt x="2266950" y="857250"/>
                  </a:cubicBezTo>
                  <a:cubicBezTo>
                    <a:pt x="2301240" y="883920"/>
                    <a:pt x="2331720" y="909320"/>
                    <a:pt x="2363470" y="944880"/>
                  </a:cubicBezTo>
                  <a:cubicBezTo>
                    <a:pt x="2401570" y="988060"/>
                    <a:pt x="2446020" y="1056640"/>
                    <a:pt x="2475230" y="1106170"/>
                  </a:cubicBezTo>
                  <a:cubicBezTo>
                    <a:pt x="2498090" y="1143000"/>
                    <a:pt x="2514600" y="1172210"/>
                    <a:pt x="2528570" y="1209040"/>
                  </a:cubicBezTo>
                  <a:cubicBezTo>
                    <a:pt x="2545080" y="1245870"/>
                    <a:pt x="2557780" y="1285240"/>
                    <a:pt x="2566670" y="1324610"/>
                  </a:cubicBezTo>
                  <a:cubicBezTo>
                    <a:pt x="2574290" y="1363980"/>
                    <a:pt x="2578100" y="1405890"/>
                    <a:pt x="2576830" y="1445260"/>
                  </a:cubicBezTo>
                  <a:cubicBezTo>
                    <a:pt x="2576830" y="1484630"/>
                    <a:pt x="2573020" y="1520190"/>
                    <a:pt x="2564130" y="1562100"/>
                  </a:cubicBezTo>
                  <a:cubicBezTo>
                    <a:pt x="2552700" y="1614170"/>
                    <a:pt x="2533650" y="1682750"/>
                    <a:pt x="2506980" y="1732280"/>
                  </a:cubicBezTo>
                  <a:cubicBezTo>
                    <a:pt x="2484120" y="1776730"/>
                    <a:pt x="2458720" y="1833880"/>
                    <a:pt x="2419350" y="1847850"/>
                  </a:cubicBezTo>
                  <a:cubicBezTo>
                    <a:pt x="2378710" y="1863090"/>
                    <a:pt x="2313940" y="1850390"/>
                    <a:pt x="2268220" y="1818640"/>
                  </a:cubicBezTo>
                  <a:cubicBezTo>
                    <a:pt x="2200910" y="1771650"/>
                    <a:pt x="2084070" y="1598930"/>
                    <a:pt x="2100580" y="1536700"/>
                  </a:cubicBezTo>
                  <a:cubicBezTo>
                    <a:pt x="2112010" y="1489710"/>
                    <a:pt x="2255520" y="1446530"/>
                    <a:pt x="2255520" y="1446530"/>
                  </a:cubicBezTo>
                </a:path>
              </a:pathLst>
            </a:custGeom>
            <a:solidFill>
              <a:srgbClr val="A6A6A6">
                <a:alpha val="41961"/>
              </a:srgbClr>
            </a:solidFill>
            <a:ln cap="sq">
              <a:noFill/>
              <a:prstDash val="solid"/>
              <a:miter/>
            </a:ln>
          </p:spPr>
          <p:txBody>
            <a:bodyPr/>
            <a:lstStyle/>
            <a:p>
              <a:endParaRPr lang="en-SG" sz="1088"/>
            </a:p>
          </p:txBody>
        </p:sp>
      </p:grpSp>
      <p:grpSp>
        <p:nvGrpSpPr>
          <p:cNvPr id="254" name="Group 223">
            <a:extLst>
              <a:ext uri="{FF2B5EF4-FFF2-40B4-BE49-F238E27FC236}">
                <a16:creationId xmlns:a16="http://schemas.microsoft.com/office/drawing/2014/main" id="{D3F4E538-616E-58B9-9FA0-64CC9124C7BA}"/>
              </a:ext>
            </a:extLst>
          </p:cNvPr>
          <p:cNvGrpSpPr/>
          <p:nvPr/>
        </p:nvGrpSpPr>
        <p:grpSpPr>
          <a:xfrm>
            <a:off x="9042921" y="1628451"/>
            <a:ext cx="438131" cy="867118"/>
            <a:chOff x="0" y="0"/>
            <a:chExt cx="730250" cy="1445260"/>
          </a:xfrm>
        </p:grpSpPr>
        <p:sp>
          <p:nvSpPr>
            <p:cNvPr id="255" name="Freeform 224">
              <a:extLst>
                <a:ext uri="{FF2B5EF4-FFF2-40B4-BE49-F238E27FC236}">
                  <a16:creationId xmlns:a16="http://schemas.microsoft.com/office/drawing/2014/main" id="{A06BA62A-F817-8FA9-86FB-03788DEF91A0}"/>
                </a:ext>
              </a:extLst>
            </p:cNvPr>
            <p:cNvSpPr/>
            <p:nvPr/>
          </p:nvSpPr>
          <p:spPr>
            <a:xfrm>
              <a:off x="46990" y="45720"/>
              <a:ext cx="636270" cy="1353820"/>
            </a:xfrm>
            <a:custGeom>
              <a:avLst/>
              <a:gdLst/>
              <a:ahLst/>
              <a:cxnLst/>
              <a:rect l="l" t="t" r="r" b="b"/>
              <a:pathLst>
                <a:path w="636270" h="1353820">
                  <a:moveTo>
                    <a:pt x="383540" y="1191260"/>
                  </a:moveTo>
                  <a:cubicBezTo>
                    <a:pt x="468630" y="1113790"/>
                    <a:pt x="425450" y="995680"/>
                    <a:pt x="392430" y="929640"/>
                  </a:cubicBezTo>
                  <a:cubicBezTo>
                    <a:pt x="360680" y="867410"/>
                    <a:pt x="297180" y="835660"/>
                    <a:pt x="260350" y="765810"/>
                  </a:cubicBezTo>
                  <a:cubicBezTo>
                    <a:pt x="210820" y="671830"/>
                    <a:pt x="184150" y="501650"/>
                    <a:pt x="147320" y="397510"/>
                  </a:cubicBezTo>
                  <a:cubicBezTo>
                    <a:pt x="120650" y="318770"/>
                    <a:pt x="96520" y="243840"/>
                    <a:pt x="67310" y="193040"/>
                  </a:cubicBezTo>
                  <a:cubicBezTo>
                    <a:pt x="46990" y="157480"/>
                    <a:pt x="0" y="138430"/>
                    <a:pt x="3810" y="111760"/>
                  </a:cubicBezTo>
                  <a:cubicBezTo>
                    <a:pt x="8890" y="76200"/>
                    <a:pt x="107950" y="0"/>
                    <a:pt x="146050" y="5080"/>
                  </a:cubicBezTo>
                  <a:cubicBezTo>
                    <a:pt x="181610" y="11430"/>
                    <a:pt x="203200" y="73660"/>
                    <a:pt x="231140" y="125730"/>
                  </a:cubicBezTo>
                  <a:cubicBezTo>
                    <a:pt x="271780" y="200660"/>
                    <a:pt x="316230" y="334010"/>
                    <a:pt x="346710" y="425450"/>
                  </a:cubicBezTo>
                  <a:cubicBezTo>
                    <a:pt x="370840" y="500380"/>
                    <a:pt x="379730" y="581660"/>
                    <a:pt x="401320" y="633730"/>
                  </a:cubicBezTo>
                  <a:cubicBezTo>
                    <a:pt x="414020" y="666750"/>
                    <a:pt x="426720" y="685800"/>
                    <a:pt x="444500" y="711200"/>
                  </a:cubicBezTo>
                  <a:cubicBezTo>
                    <a:pt x="466090" y="741680"/>
                    <a:pt x="500380" y="767080"/>
                    <a:pt x="521970" y="800100"/>
                  </a:cubicBezTo>
                  <a:cubicBezTo>
                    <a:pt x="543560" y="831850"/>
                    <a:pt x="556260" y="864870"/>
                    <a:pt x="572770" y="905510"/>
                  </a:cubicBezTo>
                  <a:cubicBezTo>
                    <a:pt x="594360" y="961390"/>
                    <a:pt x="626110" y="1047750"/>
                    <a:pt x="631190" y="1107440"/>
                  </a:cubicBezTo>
                  <a:cubicBezTo>
                    <a:pt x="636270" y="1151890"/>
                    <a:pt x="636270" y="1193800"/>
                    <a:pt x="621030" y="1226820"/>
                  </a:cubicBezTo>
                  <a:cubicBezTo>
                    <a:pt x="605790" y="1261110"/>
                    <a:pt x="565150" y="1287780"/>
                    <a:pt x="537210" y="1309370"/>
                  </a:cubicBezTo>
                  <a:cubicBezTo>
                    <a:pt x="515620" y="1325880"/>
                    <a:pt x="492760" y="1353820"/>
                    <a:pt x="471170" y="1348740"/>
                  </a:cubicBezTo>
                  <a:cubicBezTo>
                    <a:pt x="439420" y="1339850"/>
                    <a:pt x="383540" y="1191260"/>
                    <a:pt x="383540" y="1191260"/>
                  </a:cubicBezTo>
                </a:path>
              </a:pathLst>
            </a:custGeom>
            <a:solidFill>
              <a:srgbClr val="A6A6A6">
                <a:alpha val="41961"/>
              </a:srgbClr>
            </a:solidFill>
            <a:ln cap="sq">
              <a:noFill/>
              <a:prstDash val="solid"/>
              <a:miter/>
            </a:ln>
          </p:spPr>
          <p:txBody>
            <a:bodyPr/>
            <a:lstStyle/>
            <a:p>
              <a:endParaRPr lang="en-SG" sz="1088"/>
            </a:p>
          </p:txBody>
        </p:sp>
      </p:grpSp>
      <p:grpSp>
        <p:nvGrpSpPr>
          <p:cNvPr id="256" name="Group 225">
            <a:extLst>
              <a:ext uri="{FF2B5EF4-FFF2-40B4-BE49-F238E27FC236}">
                <a16:creationId xmlns:a16="http://schemas.microsoft.com/office/drawing/2014/main" id="{B7B43925-2FBB-FF4F-4B7C-C96B4A8124EF}"/>
              </a:ext>
            </a:extLst>
          </p:cNvPr>
          <p:cNvGrpSpPr/>
          <p:nvPr/>
        </p:nvGrpSpPr>
        <p:grpSpPr>
          <a:xfrm>
            <a:off x="6128402" y="3447263"/>
            <a:ext cx="150869" cy="145536"/>
            <a:chOff x="0" y="0"/>
            <a:chExt cx="251460" cy="242570"/>
          </a:xfrm>
        </p:grpSpPr>
        <p:sp>
          <p:nvSpPr>
            <p:cNvPr id="257" name="Freeform 226">
              <a:extLst>
                <a:ext uri="{FF2B5EF4-FFF2-40B4-BE49-F238E27FC236}">
                  <a16:creationId xmlns:a16="http://schemas.microsoft.com/office/drawing/2014/main" id="{C370C733-3EC3-1C4F-EB0D-E9C5B8DC6C29}"/>
                </a:ext>
              </a:extLst>
            </p:cNvPr>
            <p:cNvSpPr/>
            <p:nvPr/>
          </p:nvSpPr>
          <p:spPr>
            <a:xfrm>
              <a:off x="46990" y="48260"/>
              <a:ext cx="156210" cy="148590"/>
            </a:xfrm>
            <a:custGeom>
              <a:avLst/>
              <a:gdLst/>
              <a:ahLst/>
              <a:cxnLst/>
              <a:rect l="l" t="t" r="r" b="b"/>
              <a:pathLst>
                <a:path w="156210" h="148590">
                  <a:moveTo>
                    <a:pt x="46990" y="135890"/>
                  </a:moveTo>
                  <a:cubicBezTo>
                    <a:pt x="0" y="60960"/>
                    <a:pt x="5080" y="36830"/>
                    <a:pt x="12700" y="25400"/>
                  </a:cubicBezTo>
                  <a:cubicBezTo>
                    <a:pt x="20320" y="15240"/>
                    <a:pt x="31750" y="7620"/>
                    <a:pt x="43180" y="5080"/>
                  </a:cubicBezTo>
                  <a:cubicBezTo>
                    <a:pt x="54610" y="1270"/>
                    <a:pt x="68580" y="1270"/>
                    <a:pt x="80010" y="6350"/>
                  </a:cubicBezTo>
                  <a:cubicBezTo>
                    <a:pt x="92710" y="12700"/>
                    <a:pt x="110490" y="31750"/>
                    <a:pt x="114300" y="46990"/>
                  </a:cubicBezTo>
                  <a:cubicBezTo>
                    <a:pt x="118110" y="63500"/>
                    <a:pt x="110490" y="87630"/>
                    <a:pt x="100330" y="99060"/>
                  </a:cubicBezTo>
                  <a:cubicBezTo>
                    <a:pt x="88900" y="110490"/>
                    <a:pt x="64770" y="118110"/>
                    <a:pt x="49530" y="115570"/>
                  </a:cubicBezTo>
                  <a:cubicBezTo>
                    <a:pt x="33020" y="113030"/>
                    <a:pt x="12700" y="97790"/>
                    <a:pt x="6350" y="83820"/>
                  </a:cubicBezTo>
                  <a:cubicBezTo>
                    <a:pt x="0" y="68580"/>
                    <a:pt x="1270" y="43180"/>
                    <a:pt x="10160" y="30480"/>
                  </a:cubicBezTo>
                  <a:cubicBezTo>
                    <a:pt x="17780" y="16510"/>
                    <a:pt x="38100" y="5080"/>
                    <a:pt x="55880" y="2540"/>
                  </a:cubicBezTo>
                  <a:cubicBezTo>
                    <a:pt x="76200" y="0"/>
                    <a:pt x="107950" y="10160"/>
                    <a:pt x="124460" y="21590"/>
                  </a:cubicBezTo>
                  <a:cubicBezTo>
                    <a:pt x="138430" y="31750"/>
                    <a:pt x="148590" y="46990"/>
                    <a:pt x="152400" y="60960"/>
                  </a:cubicBezTo>
                  <a:cubicBezTo>
                    <a:pt x="156210" y="76200"/>
                    <a:pt x="153670" y="96520"/>
                    <a:pt x="147320" y="110490"/>
                  </a:cubicBezTo>
                  <a:cubicBezTo>
                    <a:pt x="139700" y="123190"/>
                    <a:pt x="125730" y="138430"/>
                    <a:pt x="110490" y="142240"/>
                  </a:cubicBezTo>
                  <a:cubicBezTo>
                    <a:pt x="93980" y="148590"/>
                    <a:pt x="46990" y="135890"/>
                    <a:pt x="46990" y="135890"/>
                  </a:cubicBezTo>
                </a:path>
              </a:pathLst>
            </a:custGeom>
            <a:solidFill>
              <a:srgbClr val="B4B4B4"/>
            </a:solidFill>
            <a:ln cap="sq">
              <a:noFill/>
              <a:prstDash val="solid"/>
              <a:miter/>
            </a:ln>
          </p:spPr>
          <p:txBody>
            <a:bodyPr/>
            <a:lstStyle/>
            <a:p>
              <a:endParaRPr lang="en-SG" sz="1088"/>
            </a:p>
          </p:txBody>
        </p:sp>
      </p:grpSp>
      <p:grpSp>
        <p:nvGrpSpPr>
          <p:cNvPr id="258" name="Group 58">
            <a:extLst>
              <a:ext uri="{FF2B5EF4-FFF2-40B4-BE49-F238E27FC236}">
                <a16:creationId xmlns:a16="http://schemas.microsoft.com/office/drawing/2014/main" id="{5EF9B445-A9E5-9DFF-33F1-DD9EEC21E73E}"/>
              </a:ext>
            </a:extLst>
          </p:cNvPr>
          <p:cNvGrpSpPr/>
          <p:nvPr/>
        </p:nvGrpSpPr>
        <p:grpSpPr>
          <a:xfrm>
            <a:off x="-93978" y="1336639"/>
            <a:ext cx="3877230" cy="906484"/>
            <a:chOff x="-36833" y="-28575"/>
            <a:chExt cx="1447231" cy="322320"/>
          </a:xfrm>
        </p:grpSpPr>
        <p:sp>
          <p:nvSpPr>
            <p:cNvPr id="259" name="Freeform 59">
              <a:extLst>
                <a:ext uri="{FF2B5EF4-FFF2-40B4-BE49-F238E27FC236}">
                  <a16:creationId xmlns:a16="http://schemas.microsoft.com/office/drawing/2014/main" id="{A4F62D1C-D35F-A91F-FA1C-CDEF4E36F457}"/>
                </a:ext>
              </a:extLst>
            </p:cNvPr>
            <p:cNvSpPr/>
            <p:nvPr/>
          </p:nvSpPr>
          <p:spPr>
            <a:xfrm>
              <a:off x="-36833" y="4903"/>
              <a:ext cx="1356847" cy="288842"/>
            </a:xfrm>
            <a:custGeom>
              <a:avLst/>
              <a:gdLst/>
              <a:ahLst/>
              <a:cxnLst/>
              <a:rect l="l" t="t" r="r" b="b"/>
              <a:pathLst>
                <a:path w="1410398" h="288842">
                  <a:moveTo>
                    <a:pt x="0" y="0"/>
                  </a:moveTo>
                  <a:lnTo>
                    <a:pt x="1410398" y="0"/>
                  </a:lnTo>
                  <a:lnTo>
                    <a:pt x="1410398" y="288842"/>
                  </a:lnTo>
                  <a:lnTo>
                    <a:pt x="0" y="288842"/>
                  </a:lnTo>
                  <a:close/>
                </a:path>
              </a:pathLst>
            </a:custGeom>
            <a:solidFill>
              <a:srgbClr val="FFCEB6">
                <a:alpha val="38824"/>
              </a:srgbClr>
            </a:solidFill>
          </p:spPr>
          <p:txBody>
            <a:bodyPr/>
            <a:lstStyle/>
            <a:p>
              <a:endParaRPr lang="en-SG" sz="1088"/>
            </a:p>
          </p:txBody>
        </p:sp>
        <p:sp>
          <p:nvSpPr>
            <p:cNvPr id="260" name="TextBox 60">
              <a:extLst>
                <a:ext uri="{FF2B5EF4-FFF2-40B4-BE49-F238E27FC236}">
                  <a16:creationId xmlns:a16="http://schemas.microsoft.com/office/drawing/2014/main" id="{0E9C24D2-86E3-61E9-434D-9C688DEB141A}"/>
                </a:ext>
              </a:extLst>
            </p:cNvPr>
            <p:cNvSpPr txBox="1"/>
            <p:nvPr/>
          </p:nvSpPr>
          <p:spPr>
            <a:xfrm>
              <a:off x="0" y="-28575"/>
              <a:ext cx="1410398" cy="317417"/>
            </a:xfrm>
            <a:prstGeom prst="rect">
              <a:avLst/>
            </a:prstGeom>
          </p:spPr>
          <p:txBody>
            <a:bodyPr lIns="40638" tIns="40638" rIns="40638" bIns="40638" rtlCol="0" anchor="ctr"/>
            <a:lstStyle/>
            <a:p>
              <a:pPr algn="ctr">
                <a:lnSpc>
                  <a:spcPts val="2016"/>
                </a:lnSpc>
              </a:pPr>
              <a:endParaRPr sz="1088"/>
            </a:p>
          </p:txBody>
        </p:sp>
      </p:grpSp>
      <p:grpSp>
        <p:nvGrpSpPr>
          <p:cNvPr id="261" name="Group 58">
            <a:extLst>
              <a:ext uri="{FF2B5EF4-FFF2-40B4-BE49-F238E27FC236}">
                <a16:creationId xmlns:a16="http://schemas.microsoft.com/office/drawing/2014/main" id="{45E02718-3C4D-A94F-1EE0-D363CDCEA842}"/>
              </a:ext>
            </a:extLst>
          </p:cNvPr>
          <p:cNvGrpSpPr/>
          <p:nvPr/>
        </p:nvGrpSpPr>
        <p:grpSpPr>
          <a:xfrm>
            <a:off x="12399" y="6427303"/>
            <a:ext cx="3800583" cy="906484"/>
            <a:chOff x="-36833" y="-28575"/>
            <a:chExt cx="1447231" cy="322320"/>
          </a:xfrm>
        </p:grpSpPr>
        <p:sp>
          <p:nvSpPr>
            <p:cNvPr id="262" name="Freeform 59">
              <a:extLst>
                <a:ext uri="{FF2B5EF4-FFF2-40B4-BE49-F238E27FC236}">
                  <a16:creationId xmlns:a16="http://schemas.microsoft.com/office/drawing/2014/main" id="{8BFF2171-DD60-3908-FBE6-4B10051EACB5}"/>
                </a:ext>
              </a:extLst>
            </p:cNvPr>
            <p:cNvSpPr/>
            <p:nvPr/>
          </p:nvSpPr>
          <p:spPr>
            <a:xfrm>
              <a:off x="-36833" y="4903"/>
              <a:ext cx="1356847" cy="288842"/>
            </a:xfrm>
            <a:custGeom>
              <a:avLst/>
              <a:gdLst/>
              <a:ahLst/>
              <a:cxnLst/>
              <a:rect l="l" t="t" r="r" b="b"/>
              <a:pathLst>
                <a:path w="1410398" h="288842">
                  <a:moveTo>
                    <a:pt x="0" y="0"/>
                  </a:moveTo>
                  <a:lnTo>
                    <a:pt x="1410398" y="0"/>
                  </a:lnTo>
                  <a:lnTo>
                    <a:pt x="1410398" y="288842"/>
                  </a:lnTo>
                  <a:lnTo>
                    <a:pt x="0" y="288842"/>
                  </a:lnTo>
                  <a:close/>
                </a:path>
              </a:pathLst>
            </a:custGeom>
            <a:solidFill>
              <a:srgbClr val="FFCEB6">
                <a:alpha val="38824"/>
              </a:srgbClr>
            </a:solidFill>
          </p:spPr>
          <p:txBody>
            <a:bodyPr/>
            <a:lstStyle/>
            <a:p>
              <a:endParaRPr lang="en-SG" sz="1088"/>
            </a:p>
          </p:txBody>
        </p:sp>
        <p:sp>
          <p:nvSpPr>
            <p:cNvPr id="263" name="TextBox 60">
              <a:extLst>
                <a:ext uri="{FF2B5EF4-FFF2-40B4-BE49-F238E27FC236}">
                  <a16:creationId xmlns:a16="http://schemas.microsoft.com/office/drawing/2014/main" id="{E193AE06-9580-1BFF-6852-E7E45A159607}"/>
                </a:ext>
              </a:extLst>
            </p:cNvPr>
            <p:cNvSpPr txBox="1"/>
            <p:nvPr/>
          </p:nvSpPr>
          <p:spPr>
            <a:xfrm>
              <a:off x="0" y="-28575"/>
              <a:ext cx="1410398" cy="317417"/>
            </a:xfrm>
            <a:prstGeom prst="rect">
              <a:avLst/>
            </a:prstGeom>
          </p:spPr>
          <p:txBody>
            <a:bodyPr lIns="40638" tIns="40638" rIns="40638" bIns="40638" rtlCol="0" anchor="ctr"/>
            <a:lstStyle/>
            <a:p>
              <a:pPr algn="ctr">
                <a:lnSpc>
                  <a:spcPts val="2016"/>
                </a:lnSpc>
              </a:pPr>
              <a:endParaRPr sz="1088"/>
            </a:p>
          </p:txBody>
        </p:sp>
      </p:grpSp>
    </p:spTree>
    <p:extLst>
      <p:ext uri="{BB962C8B-B14F-4D97-AF65-F5344CB8AC3E}">
        <p14:creationId xmlns:p14="http://schemas.microsoft.com/office/powerpoint/2010/main" val="34900003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a:extLst>
            <a:ext uri="{FF2B5EF4-FFF2-40B4-BE49-F238E27FC236}">
              <a16:creationId xmlns:a16="http://schemas.microsoft.com/office/drawing/2014/main" id="{6D6A3C2B-0767-EE6B-E552-E448D868D28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9B94B56-AF11-1A74-3C54-3C448148BB4A}"/>
              </a:ext>
            </a:extLst>
          </p:cNvPr>
          <p:cNvSpPr/>
          <p:nvPr/>
        </p:nvSpPr>
        <p:spPr>
          <a:xfrm>
            <a:off x="4319976" y="926069"/>
            <a:ext cx="5481469" cy="3657155"/>
          </a:xfrm>
          <a:custGeom>
            <a:avLst/>
            <a:gdLst/>
            <a:ahLst/>
            <a:cxnLst/>
            <a:rect l="l" t="t" r="r" b="b"/>
            <a:pathLst>
              <a:path w="6852139" h="4571645">
                <a:moveTo>
                  <a:pt x="0" y="0"/>
                </a:moveTo>
                <a:lnTo>
                  <a:pt x="6852139" y="0"/>
                </a:lnTo>
                <a:lnTo>
                  <a:pt x="6852139" y="4571645"/>
                </a:lnTo>
                <a:lnTo>
                  <a:pt x="0" y="4571645"/>
                </a:lnTo>
                <a:lnTo>
                  <a:pt x="0" y="0"/>
                </a:lnTo>
                <a:close/>
              </a:path>
            </a:pathLst>
          </a:custGeom>
          <a:blipFill>
            <a:blip r:embed="rId3"/>
            <a:stretch>
              <a:fillRect/>
            </a:stretch>
          </a:blipFill>
          <a:ln cap="sq">
            <a:noFill/>
            <a:prstDash val="solid"/>
            <a:miter/>
          </a:ln>
        </p:spPr>
        <p:txBody>
          <a:bodyPr/>
          <a:lstStyle/>
          <a:p>
            <a:endParaRPr lang="en-SG" sz="1088"/>
          </a:p>
        </p:txBody>
      </p:sp>
      <p:grpSp>
        <p:nvGrpSpPr>
          <p:cNvPr id="3" name="Group 3">
            <a:extLst>
              <a:ext uri="{FF2B5EF4-FFF2-40B4-BE49-F238E27FC236}">
                <a16:creationId xmlns:a16="http://schemas.microsoft.com/office/drawing/2014/main" id="{D2902B38-5719-A5A1-D18A-84CEA517A2C6}"/>
              </a:ext>
            </a:extLst>
          </p:cNvPr>
          <p:cNvGrpSpPr/>
          <p:nvPr/>
        </p:nvGrpSpPr>
        <p:grpSpPr>
          <a:xfrm>
            <a:off x="-1" y="-50220"/>
            <a:ext cx="3698546" cy="602010"/>
            <a:chOff x="0" y="0"/>
            <a:chExt cx="1561326" cy="812800"/>
          </a:xfrm>
        </p:grpSpPr>
        <p:sp>
          <p:nvSpPr>
            <p:cNvPr id="4" name="Freeform 4">
              <a:extLst>
                <a:ext uri="{FF2B5EF4-FFF2-40B4-BE49-F238E27FC236}">
                  <a16:creationId xmlns:a16="http://schemas.microsoft.com/office/drawing/2014/main" id="{5C2209E0-F2C8-078E-8B69-1F0852B73CBF}"/>
                </a:ext>
              </a:extLst>
            </p:cNvPr>
            <p:cNvSpPr/>
            <p:nvPr/>
          </p:nvSpPr>
          <p:spPr>
            <a:xfrm>
              <a:off x="0" y="0"/>
              <a:ext cx="1561326" cy="812800"/>
            </a:xfrm>
            <a:custGeom>
              <a:avLst/>
              <a:gdLst/>
              <a:ahLst/>
              <a:cxnLst/>
              <a:rect l="l" t="t" r="r" b="b"/>
              <a:pathLst>
                <a:path w="1561326" h="812800">
                  <a:moveTo>
                    <a:pt x="0" y="0"/>
                  </a:moveTo>
                  <a:lnTo>
                    <a:pt x="1561326" y="0"/>
                  </a:lnTo>
                  <a:lnTo>
                    <a:pt x="1561326" y="812800"/>
                  </a:lnTo>
                  <a:lnTo>
                    <a:pt x="0" y="812800"/>
                  </a:lnTo>
                  <a:close/>
                </a:path>
              </a:pathLst>
            </a:custGeom>
            <a:solidFill>
              <a:srgbClr val="F34336"/>
            </a:solidFill>
          </p:spPr>
          <p:txBody>
            <a:bodyPr/>
            <a:lstStyle/>
            <a:p>
              <a:endParaRPr lang="en-SG" sz="1088"/>
            </a:p>
          </p:txBody>
        </p:sp>
        <p:sp>
          <p:nvSpPr>
            <p:cNvPr id="5" name="TextBox 5">
              <a:extLst>
                <a:ext uri="{FF2B5EF4-FFF2-40B4-BE49-F238E27FC236}">
                  <a16:creationId xmlns:a16="http://schemas.microsoft.com/office/drawing/2014/main" id="{1BF1397A-AAE4-4C58-93A9-7A058E0F1882}"/>
                </a:ext>
              </a:extLst>
            </p:cNvPr>
            <p:cNvSpPr txBox="1"/>
            <p:nvPr/>
          </p:nvSpPr>
          <p:spPr>
            <a:xfrm>
              <a:off x="0" y="-28575"/>
              <a:ext cx="1561326" cy="841375"/>
            </a:xfrm>
            <a:prstGeom prst="rect">
              <a:avLst/>
            </a:prstGeom>
          </p:spPr>
          <p:txBody>
            <a:bodyPr lIns="40638" tIns="40638" rIns="40638" bIns="40638" rtlCol="0" anchor="ctr"/>
            <a:lstStyle/>
            <a:p>
              <a:pPr algn="ctr">
                <a:lnSpc>
                  <a:spcPts val="2016"/>
                </a:lnSpc>
              </a:pPr>
              <a:endParaRPr sz="1088"/>
            </a:p>
          </p:txBody>
        </p:sp>
      </p:grpSp>
      <p:graphicFrame>
        <p:nvGraphicFramePr>
          <p:cNvPr id="6" name="Table 6">
            <a:extLst>
              <a:ext uri="{FF2B5EF4-FFF2-40B4-BE49-F238E27FC236}">
                <a16:creationId xmlns:a16="http://schemas.microsoft.com/office/drawing/2014/main" id="{AD998299-0A77-1A6C-AEC4-9799D6B6E391}"/>
              </a:ext>
            </a:extLst>
          </p:cNvPr>
          <p:cNvGraphicFramePr>
            <a:graphicFrameLocks noGrp="1"/>
          </p:cNvGraphicFramePr>
          <p:nvPr/>
        </p:nvGraphicFramePr>
        <p:xfrm>
          <a:off x="-1" y="551791"/>
          <a:ext cx="3670175" cy="6699488"/>
        </p:xfrm>
        <a:graphic>
          <a:graphicData uri="http://schemas.openxmlformats.org/drawingml/2006/table">
            <a:tbl>
              <a:tblPr/>
              <a:tblGrid>
                <a:gridCol w="3670175">
                  <a:extLst>
                    <a:ext uri="{9D8B030D-6E8A-4147-A177-3AD203B41FA5}">
                      <a16:colId xmlns:a16="http://schemas.microsoft.com/office/drawing/2014/main" val="20000"/>
                    </a:ext>
                  </a:extLst>
                </a:gridCol>
              </a:tblGrid>
              <a:tr h="815366">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39540">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39540">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960982">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39563">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27582">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84124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735674">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Freeform 7">
            <a:extLst>
              <a:ext uri="{FF2B5EF4-FFF2-40B4-BE49-F238E27FC236}">
                <a16:creationId xmlns:a16="http://schemas.microsoft.com/office/drawing/2014/main" id="{10A0346F-BE2F-3D13-1C76-81E684832010}"/>
              </a:ext>
            </a:extLst>
          </p:cNvPr>
          <p:cNvSpPr/>
          <p:nvPr/>
        </p:nvSpPr>
        <p:spPr>
          <a:xfrm>
            <a:off x="3252122" y="156549"/>
            <a:ext cx="261167" cy="280824"/>
          </a:xfrm>
          <a:custGeom>
            <a:avLst/>
            <a:gdLst/>
            <a:ahLst/>
            <a:cxnLst/>
            <a:rect l="l" t="t" r="r" b="b"/>
            <a:pathLst>
              <a:path w="326473" h="351046">
                <a:moveTo>
                  <a:pt x="0" y="0"/>
                </a:moveTo>
                <a:lnTo>
                  <a:pt x="326473" y="0"/>
                </a:lnTo>
                <a:lnTo>
                  <a:pt x="326473" y="351046"/>
                </a:lnTo>
                <a:lnTo>
                  <a:pt x="0" y="35104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8" name="Freeform 8">
            <a:extLst>
              <a:ext uri="{FF2B5EF4-FFF2-40B4-BE49-F238E27FC236}">
                <a16:creationId xmlns:a16="http://schemas.microsoft.com/office/drawing/2014/main" id="{4B750801-6D23-065E-8BFB-A4B07E9CC8D3}"/>
              </a:ext>
            </a:extLst>
          </p:cNvPr>
          <p:cNvSpPr/>
          <p:nvPr/>
        </p:nvSpPr>
        <p:spPr>
          <a:xfrm>
            <a:off x="2742836" y="156549"/>
            <a:ext cx="275756" cy="286499"/>
          </a:xfrm>
          <a:custGeom>
            <a:avLst/>
            <a:gdLst/>
            <a:ahLst/>
            <a:cxnLst/>
            <a:rect l="l" t="t" r="r" b="b"/>
            <a:pathLst>
              <a:path w="344710" h="358140">
                <a:moveTo>
                  <a:pt x="0" y="0"/>
                </a:moveTo>
                <a:lnTo>
                  <a:pt x="344710" y="0"/>
                </a:lnTo>
                <a:lnTo>
                  <a:pt x="344710" y="358141"/>
                </a:lnTo>
                <a:lnTo>
                  <a:pt x="0" y="35814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SG" sz="1088"/>
          </a:p>
        </p:txBody>
      </p:sp>
      <p:sp>
        <p:nvSpPr>
          <p:cNvPr id="9" name="Freeform 9">
            <a:hlinkClick r:id="rId8" action="ppaction://hlinksldjump"/>
            <a:extLst>
              <a:ext uri="{FF2B5EF4-FFF2-40B4-BE49-F238E27FC236}">
                <a16:creationId xmlns:a16="http://schemas.microsoft.com/office/drawing/2014/main" id="{15FB92C1-5AB7-3B6C-2909-1CF7880521D4}"/>
              </a:ext>
            </a:extLst>
          </p:cNvPr>
          <p:cNvSpPr/>
          <p:nvPr/>
        </p:nvSpPr>
        <p:spPr>
          <a:xfrm>
            <a:off x="8979655" y="31798"/>
            <a:ext cx="255177" cy="255177"/>
          </a:xfrm>
          <a:custGeom>
            <a:avLst/>
            <a:gdLst/>
            <a:ahLst/>
            <a:cxnLst/>
            <a:rect l="l" t="t" r="r" b="b"/>
            <a:pathLst>
              <a:path w="318985" h="318985">
                <a:moveTo>
                  <a:pt x="0" y="0"/>
                </a:moveTo>
                <a:lnTo>
                  <a:pt x="318984" y="0"/>
                </a:lnTo>
                <a:lnTo>
                  <a:pt x="318984" y="318985"/>
                </a:lnTo>
                <a:lnTo>
                  <a:pt x="0" y="31898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SG" sz="1088"/>
          </a:p>
        </p:txBody>
      </p:sp>
      <p:grpSp>
        <p:nvGrpSpPr>
          <p:cNvPr id="10" name="Group 10">
            <a:extLst>
              <a:ext uri="{FF2B5EF4-FFF2-40B4-BE49-F238E27FC236}">
                <a16:creationId xmlns:a16="http://schemas.microsoft.com/office/drawing/2014/main" id="{314E798C-6C82-4DD1-03C9-59FBDC9C5D21}"/>
              </a:ext>
            </a:extLst>
          </p:cNvPr>
          <p:cNvGrpSpPr/>
          <p:nvPr/>
        </p:nvGrpSpPr>
        <p:grpSpPr>
          <a:xfrm rot="-5400000">
            <a:off x="3773834" y="985131"/>
            <a:ext cx="394881" cy="209744"/>
            <a:chOff x="0" y="0"/>
            <a:chExt cx="345211" cy="183361"/>
          </a:xfrm>
        </p:grpSpPr>
        <p:sp>
          <p:nvSpPr>
            <p:cNvPr id="11" name="Freeform 11">
              <a:extLst>
                <a:ext uri="{FF2B5EF4-FFF2-40B4-BE49-F238E27FC236}">
                  <a16:creationId xmlns:a16="http://schemas.microsoft.com/office/drawing/2014/main" id="{967E0D4E-42A9-F32D-AD13-DDABB2E649B7}"/>
                </a:ext>
              </a:extLst>
            </p:cNvPr>
            <p:cNvSpPr/>
            <p:nvPr/>
          </p:nvSpPr>
          <p:spPr>
            <a:xfrm>
              <a:off x="0" y="0"/>
              <a:ext cx="345211" cy="183361"/>
            </a:xfrm>
            <a:custGeom>
              <a:avLst/>
              <a:gdLst/>
              <a:ahLst/>
              <a:cxnLst/>
              <a:rect l="l" t="t" r="r" b="b"/>
              <a:pathLst>
                <a:path w="345211" h="183361">
                  <a:moveTo>
                    <a:pt x="91680" y="0"/>
                  </a:moveTo>
                  <a:lnTo>
                    <a:pt x="253531" y="0"/>
                  </a:lnTo>
                  <a:cubicBezTo>
                    <a:pt x="304164" y="0"/>
                    <a:pt x="345211" y="41047"/>
                    <a:pt x="345211" y="91680"/>
                  </a:cubicBezTo>
                  <a:lnTo>
                    <a:pt x="345211" y="91680"/>
                  </a:lnTo>
                  <a:cubicBezTo>
                    <a:pt x="345211" y="115996"/>
                    <a:pt x="335552" y="139315"/>
                    <a:pt x="318359" y="156508"/>
                  </a:cubicBezTo>
                  <a:cubicBezTo>
                    <a:pt x="301165" y="173702"/>
                    <a:pt x="277846" y="183361"/>
                    <a:pt x="253531" y="183361"/>
                  </a:cubicBezTo>
                  <a:lnTo>
                    <a:pt x="91680" y="183361"/>
                  </a:lnTo>
                  <a:cubicBezTo>
                    <a:pt x="67365" y="183361"/>
                    <a:pt x="44046" y="173702"/>
                    <a:pt x="26853" y="156508"/>
                  </a:cubicBezTo>
                  <a:cubicBezTo>
                    <a:pt x="9659" y="139315"/>
                    <a:pt x="0" y="115996"/>
                    <a:pt x="0" y="91680"/>
                  </a:cubicBezTo>
                  <a:lnTo>
                    <a:pt x="0" y="91680"/>
                  </a:lnTo>
                  <a:cubicBezTo>
                    <a:pt x="0" y="67365"/>
                    <a:pt x="9659" y="44046"/>
                    <a:pt x="26853" y="26853"/>
                  </a:cubicBezTo>
                  <a:cubicBezTo>
                    <a:pt x="44046" y="9659"/>
                    <a:pt x="67365" y="0"/>
                    <a:pt x="91680" y="0"/>
                  </a:cubicBezTo>
                  <a:close/>
                </a:path>
              </a:pathLst>
            </a:custGeom>
            <a:solidFill>
              <a:srgbClr val="FFCEB6">
                <a:alpha val="38824"/>
              </a:srgbClr>
            </a:solidFill>
          </p:spPr>
          <p:txBody>
            <a:bodyPr/>
            <a:lstStyle/>
            <a:p>
              <a:endParaRPr lang="en-SG" sz="1088"/>
            </a:p>
          </p:txBody>
        </p:sp>
        <p:sp>
          <p:nvSpPr>
            <p:cNvPr id="12" name="TextBox 12">
              <a:extLst>
                <a:ext uri="{FF2B5EF4-FFF2-40B4-BE49-F238E27FC236}">
                  <a16:creationId xmlns:a16="http://schemas.microsoft.com/office/drawing/2014/main" id="{AD5AED59-BE54-7608-A66F-16E285A2919C}"/>
                </a:ext>
              </a:extLst>
            </p:cNvPr>
            <p:cNvSpPr txBox="1"/>
            <p:nvPr/>
          </p:nvSpPr>
          <p:spPr>
            <a:xfrm>
              <a:off x="0" y="-28575"/>
              <a:ext cx="345211" cy="211936"/>
            </a:xfrm>
            <a:prstGeom prst="rect">
              <a:avLst/>
            </a:prstGeom>
          </p:spPr>
          <p:txBody>
            <a:bodyPr lIns="40638" tIns="40638" rIns="40638" bIns="40638" rtlCol="0" anchor="ctr"/>
            <a:lstStyle/>
            <a:p>
              <a:pPr algn="ctr">
                <a:lnSpc>
                  <a:spcPts val="2016"/>
                </a:lnSpc>
              </a:pPr>
              <a:endParaRPr sz="1088"/>
            </a:p>
          </p:txBody>
        </p:sp>
      </p:grpSp>
      <p:sp>
        <p:nvSpPr>
          <p:cNvPr id="13" name="Freeform 13">
            <a:extLst>
              <a:ext uri="{FF2B5EF4-FFF2-40B4-BE49-F238E27FC236}">
                <a16:creationId xmlns:a16="http://schemas.microsoft.com/office/drawing/2014/main" id="{62E88736-1B30-8AFD-FCD2-EBDAB92760F3}"/>
              </a:ext>
            </a:extLst>
          </p:cNvPr>
          <p:cNvSpPr/>
          <p:nvPr/>
        </p:nvSpPr>
        <p:spPr>
          <a:xfrm>
            <a:off x="3915850" y="950308"/>
            <a:ext cx="127586" cy="104793"/>
          </a:xfrm>
          <a:custGeom>
            <a:avLst/>
            <a:gdLst/>
            <a:ahLst/>
            <a:cxnLst/>
            <a:rect l="l" t="t" r="r" b="b"/>
            <a:pathLst>
              <a:path w="159489" h="130997">
                <a:moveTo>
                  <a:pt x="0" y="0"/>
                </a:moveTo>
                <a:lnTo>
                  <a:pt x="159488" y="0"/>
                </a:lnTo>
                <a:lnTo>
                  <a:pt x="159488" y="130997"/>
                </a:lnTo>
                <a:lnTo>
                  <a:pt x="0" y="130997"/>
                </a:lnTo>
                <a:lnTo>
                  <a:pt x="0" y="0"/>
                </a:lnTo>
                <a:close/>
              </a:path>
            </a:pathLst>
          </a:custGeom>
          <a:blipFill>
            <a:blip r:embed="rId11"/>
            <a:stretch>
              <a:fillRect t="-10875" b="-10875"/>
            </a:stretch>
          </a:blipFill>
        </p:spPr>
        <p:txBody>
          <a:bodyPr/>
          <a:lstStyle/>
          <a:p>
            <a:endParaRPr lang="en-SG" sz="1088"/>
          </a:p>
        </p:txBody>
      </p:sp>
      <p:sp>
        <p:nvSpPr>
          <p:cNvPr id="14" name="Freeform 14">
            <a:extLst>
              <a:ext uri="{FF2B5EF4-FFF2-40B4-BE49-F238E27FC236}">
                <a16:creationId xmlns:a16="http://schemas.microsoft.com/office/drawing/2014/main" id="{9791D0D8-9F0C-9C25-EF8F-3AFBEE0B4EC5}"/>
              </a:ext>
            </a:extLst>
          </p:cNvPr>
          <p:cNvSpPr/>
          <p:nvPr/>
        </p:nvSpPr>
        <p:spPr>
          <a:xfrm>
            <a:off x="3915850" y="1179429"/>
            <a:ext cx="127586" cy="26793"/>
          </a:xfrm>
          <a:custGeom>
            <a:avLst/>
            <a:gdLst/>
            <a:ahLst/>
            <a:cxnLst/>
            <a:rect l="l" t="t" r="r" b="b"/>
            <a:pathLst>
              <a:path w="159489" h="33493">
                <a:moveTo>
                  <a:pt x="0" y="0"/>
                </a:moveTo>
                <a:lnTo>
                  <a:pt x="159488" y="0"/>
                </a:lnTo>
                <a:lnTo>
                  <a:pt x="159488" y="33493"/>
                </a:lnTo>
                <a:lnTo>
                  <a:pt x="0" y="3349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SG" sz="1088"/>
          </a:p>
        </p:txBody>
      </p:sp>
      <p:sp>
        <p:nvSpPr>
          <p:cNvPr id="15" name="Freeform 15">
            <a:extLst>
              <a:ext uri="{FF2B5EF4-FFF2-40B4-BE49-F238E27FC236}">
                <a16:creationId xmlns:a16="http://schemas.microsoft.com/office/drawing/2014/main" id="{8F4EABCB-73D0-751F-2694-7B33B7EA3D87}"/>
              </a:ext>
            </a:extLst>
          </p:cNvPr>
          <p:cNvSpPr/>
          <p:nvPr/>
        </p:nvSpPr>
        <p:spPr>
          <a:xfrm>
            <a:off x="-80320" y="3528130"/>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grpSp>
        <p:nvGrpSpPr>
          <p:cNvPr id="16" name="Group 16">
            <a:extLst>
              <a:ext uri="{FF2B5EF4-FFF2-40B4-BE49-F238E27FC236}">
                <a16:creationId xmlns:a16="http://schemas.microsoft.com/office/drawing/2014/main" id="{AC3B0BA3-3A70-C683-CB40-AC7D4AFE0270}"/>
              </a:ext>
            </a:extLst>
          </p:cNvPr>
          <p:cNvGrpSpPr/>
          <p:nvPr/>
        </p:nvGrpSpPr>
        <p:grpSpPr>
          <a:xfrm>
            <a:off x="2738816" y="1123123"/>
            <a:ext cx="803691" cy="199694"/>
            <a:chOff x="0" y="0"/>
            <a:chExt cx="1339544" cy="332839"/>
          </a:xfrm>
        </p:grpSpPr>
        <p:sp>
          <p:nvSpPr>
            <p:cNvPr id="17" name="Freeform 17">
              <a:extLst>
                <a:ext uri="{FF2B5EF4-FFF2-40B4-BE49-F238E27FC236}">
                  <a16:creationId xmlns:a16="http://schemas.microsoft.com/office/drawing/2014/main" id="{AB3BF11E-40D5-AF8C-8C6F-6B6BA26395A1}"/>
                </a:ext>
              </a:extLst>
            </p:cNvPr>
            <p:cNvSpPr/>
            <p:nvPr/>
          </p:nvSpPr>
          <p:spPr>
            <a:xfrm>
              <a:off x="541419" y="0"/>
              <a:ext cx="332839" cy="332839"/>
            </a:xfrm>
            <a:custGeom>
              <a:avLst/>
              <a:gdLst/>
              <a:ahLst/>
              <a:cxnLst/>
              <a:rect l="l" t="t" r="r" b="b"/>
              <a:pathLst>
                <a:path w="332839" h="332839">
                  <a:moveTo>
                    <a:pt x="0" y="0"/>
                  </a:moveTo>
                  <a:lnTo>
                    <a:pt x="332838" y="0"/>
                  </a:lnTo>
                  <a:lnTo>
                    <a:pt x="332838"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18" name="Freeform 18">
              <a:extLst>
                <a:ext uri="{FF2B5EF4-FFF2-40B4-BE49-F238E27FC236}">
                  <a16:creationId xmlns:a16="http://schemas.microsoft.com/office/drawing/2014/main" id="{A2F8CADF-B579-1E24-2A21-374537DCD3A8}"/>
                </a:ext>
              </a:extLst>
            </p:cNvPr>
            <p:cNvSpPr/>
            <p:nvPr/>
          </p:nvSpPr>
          <p:spPr>
            <a:xfrm>
              <a:off x="0" y="0"/>
              <a:ext cx="398609" cy="332839"/>
            </a:xfrm>
            <a:custGeom>
              <a:avLst/>
              <a:gdLst/>
              <a:ahLst/>
              <a:cxnLst/>
              <a:rect l="l" t="t" r="r" b="b"/>
              <a:pathLst>
                <a:path w="398609" h="332839">
                  <a:moveTo>
                    <a:pt x="0" y="0"/>
                  </a:moveTo>
                  <a:lnTo>
                    <a:pt x="398609" y="0"/>
                  </a:lnTo>
                  <a:lnTo>
                    <a:pt x="398609" y="332839"/>
                  </a:lnTo>
                  <a:lnTo>
                    <a:pt x="0" y="33283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19" name="Freeform 19">
              <a:extLst>
                <a:ext uri="{FF2B5EF4-FFF2-40B4-BE49-F238E27FC236}">
                  <a16:creationId xmlns:a16="http://schemas.microsoft.com/office/drawing/2014/main" id="{7C72F2FF-7B04-C644-D8A8-B8550CF92029}"/>
                </a:ext>
              </a:extLst>
            </p:cNvPr>
            <p:cNvSpPr/>
            <p:nvPr/>
          </p:nvSpPr>
          <p:spPr>
            <a:xfrm>
              <a:off x="1013957"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20" name="Group 20">
            <a:extLst>
              <a:ext uri="{FF2B5EF4-FFF2-40B4-BE49-F238E27FC236}">
                <a16:creationId xmlns:a16="http://schemas.microsoft.com/office/drawing/2014/main" id="{B1C35746-4D08-22F2-0889-546333F92662}"/>
              </a:ext>
            </a:extLst>
          </p:cNvPr>
          <p:cNvGrpSpPr/>
          <p:nvPr/>
        </p:nvGrpSpPr>
        <p:grpSpPr>
          <a:xfrm>
            <a:off x="2738816" y="2848334"/>
            <a:ext cx="803691" cy="199694"/>
            <a:chOff x="0" y="0"/>
            <a:chExt cx="1339544" cy="332839"/>
          </a:xfrm>
        </p:grpSpPr>
        <p:sp>
          <p:nvSpPr>
            <p:cNvPr id="21" name="Freeform 21">
              <a:extLst>
                <a:ext uri="{FF2B5EF4-FFF2-40B4-BE49-F238E27FC236}">
                  <a16:creationId xmlns:a16="http://schemas.microsoft.com/office/drawing/2014/main" id="{BCC2ED41-369B-B753-19D6-D2046C05A256}"/>
                </a:ext>
              </a:extLst>
            </p:cNvPr>
            <p:cNvSpPr/>
            <p:nvPr/>
          </p:nvSpPr>
          <p:spPr>
            <a:xfrm>
              <a:off x="541419" y="0"/>
              <a:ext cx="332839" cy="332839"/>
            </a:xfrm>
            <a:custGeom>
              <a:avLst/>
              <a:gdLst/>
              <a:ahLst/>
              <a:cxnLst/>
              <a:rect l="l" t="t" r="r" b="b"/>
              <a:pathLst>
                <a:path w="332839" h="332839">
                  <a:moveTo>
                    <a:pt x="0" y="0"/>
                  </a:moveTo>
                  <a:lnTo>
                    <a:pt x="332838" y="0"/>
                  </a:lnTo>
                  <a:lnTo>
                    <a:pt x="332838"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22" name="Freeform 22">
              <a:extLst>
                <a:ext uri="{FF2B5EF4-FFF2-40B4-BE49-F238E27FC236}">
                  <a16:creationId xmlns:a16="http://schemas.microsoft.com/office/drawing/2014/main" id="{A5AB1162-0F5E-BDAD-D11E-CCFF1E2F7DA3}"/>
                </a:ext>
              </a:extLst>
            </p:cNvPr>
            <p:cNvSpPr/>
            <p:nvPr/>
          </p:nvSpPr>
          <p:spPr>
            <a:xfrm>
              <a:off x="0" y="0"/>
              <a:ext cx="398609" cy="332839"/>
            </a:xfrm>
            <a:custGeom>
              <a:avLst/>
              <a:gdLst/>
              <a:ahLst/>
              <a:cxnLst/>
              <a:rect l="l" t="t" r="r" b="b"/>
              <a:pathLst>
                <a:path w="398609" h="332839">
                  <a:moveTo>
                    <a:pt x="0" y="0"/>
                  </a:moveTo>
                  <a:lnTo>
                    <a:pt x="398609" y="0"/>
                  </a:lnTo>
                  <a:lnTo>
                    <a:pt x="398609" y="332839"/>
                  </a:lnTo>
                  <a:lnTo>
                    <a:pt x="0" y="33283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23" name="Freeform 23">
              <a:extLst>
                <a:ext uri="{FF2B5EF4-FFF2-40B4-BE49-F238E27FC236}">
                  <a16:creationId xmlns:a16="http://schemas.microsoft.com/office/drawing/2014/main" id="{45996B66-E24A-E236-5250-546998BD3666}"/>
                </a:ext>
              </a:extLst>
            </p:cNvPr>
            <p:cNvSpPr/>
            <p:nvPr/>
          </p:nvSpPr>
          <p:spPr>
            <a:xfrm>
              <a:off x="1013957"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24" name="Group 24">
            <a:extLst>
              <a:ext uri="{FF2B5EF4-FFF2-40B4-BE49-F238E27FC236}">
                <a16:creationId xmlns:a16="http://schemas.microsoft.com/office/drawing/2014/main" id="{2656613D-ECFC-13C5-811B-D5E750C8D507}"/>
              </a:ext>
            </a:extLst>
          </p:cNvPr>
          <p:cNvGrpSpPr/>
          <p:nvPr/>
        </p:nvGrpSpPr>
        <p:grpSpPr>
          <a:xfrm>
            <a:off x="2738818" y="6324678"/>
            <a:ext cx="783398" cy="199694"/>
            <a:chOff x="0" y="0"/>
            <a:chExt cx="1305721" cy="332839"/>
          </a:xfrm>
        </p:grpSpPr>
        <p:sp>
          <p:nvSpPr>
            <p:cNvPr id="25" name="Freeform 25">
              <a:extLst>
                <a:ext uri="{FF2B5EF4-FFF2-40B4-BE49-F238E27FC236}">
                  <a16:creationId xmlns:a16="http://schemas.microsoft.com/office/drawing/2014/main" id="{5A7B6518-F6A2-6ED2-F2F5-A5E1B591036E}"/>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26" name="Freeform 26">
              <a:extLst>
                <a:ext uri="{FF2B5EF4-FFF2-40B4-BE49-F238E27FC236}">
                  <a16:creationId xmlns:a16="http://schemas.microsoft.com/office/drawing/2014/main" id="{E210E927-C303-9555-F4C2-A454DAD4C6F9}"/>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27" name="Freeform 27">
              <a:extLst>
                <a:ext uri="{FF2B5EF4-FFF2-40B4-BE49-F238E27FC236}">
                  <a16:creationId xmlns:a16="http://schemas.microsoft.com/office/drawing/2014/main" id="{6AA199BE-471D-A63D-247A-324CA7930134}"/>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28" name="Group 28">
            <a:extLst>
              <a:ext uri="{FF2B5EF4-FFF2-40B4-BE49-F238E27FC236}">
                <a16:creationId xmlns:a16="http://schemas.microsoft.com/office/drawing/2014/main" id="{60D8D07F-39E6-2E61-24CF-962CFCD561A3}"/>
              </a:ext>
            </a:extLst>
          </p:cNvPr>
          <p:cNvGrpSpPr/>
          <p:nvPr/>
        </p:nvGrpSpPr>
        <p:grpSpPr>
          <a:xfrm>
            <a:off x="2759112" y="5527586"/>
            <a:ext cx="783398" cy="199694"/>
            <a:chOff x="0" y="0"/>
            <a:chExt cx="1305721" cy="332839"/>
          </a:xfrm>
        </p:grpSpPr>
        <p:sp>
          <p:nvSpPr>
            <p:cNvPr id="29" name="Freeform 29">
              <a:extLst>
                <a:ext uri="{FF2B5EF4-FFF2-40B4-BE49-F238E27FC236}">
                  <a16:creationId xmlns:a16="http://schemas.microsoft.com/office/drawing/2014/main" id="{5C5401C6-7407-42DF-5E36-F227590D5F85}"/>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0" name="Freeform 30">
              <a:extLst>
                <a:ext uri="{FF2B5EF4-FFF2-40B4-BE49-F238E27FC236}">
                  <a16:creationId xmlns:a16="http://schemas.microsoft.com/office/drawing/2014/main" id="{CADF7E86-77AE-F61F-58DF-B1019E042817}"/>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dirty="0"/>
            </a:p>
          </p:txBody>
        </p:sp>
        <p:sp>
          <p:nvSpPr>
            <p:cNvPr id="31" name="Freeform 31">
              <a:extLst>
                <a:ext uri="{FF2B5EF4-FFF2-40B4-BE49-F238E27FC236}">
                  <a16:creationId xmlns:a16="http://schemas.microsoft.com/office/drawing/2014/main" id="{92437BAB-B386-B8DC-88BD-25CCCE120610}"/>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32" name="Group 32">
            <a:extLst>
              <a:ext uri="{FF2B5EF4-FFF2-40B4-BE49-F238E27FC236}">
                <a16:creationId xmlns:a16="http://schemas.microsoft.com/office/drawing/2014/main" id="{0304A619-D2AD-7793-6E2C-4B9824A4330C}"/>
              </a:ext>
            </a:extLst>
          </p:cNvPr>
          <p:cNvGrpSpPr/>
          <p:nvPr/>
        </p:nvGrpSpPr>
        <p:grpSpPr>
          <a:xfrm>
            <a:off x="2737793" y="6972925"/>
            <a:ext cx="783398" cy="199694"/>
            <a:chOff x="0" y="0"/>
            <a:chExt cx="1305721" cy="332839"/>
          </a:xfrm>
        </p:grpSpPr>
        <p:sp>
          <p:nvSpPr>
            <p:cNvPr id="33" name="Freeform 33">
              <a:extLst>
                <a:ext uri="{FF2B5EF4-FFF2-40B4-BE49-F238E27FC236}">
                  <a16:creationId xmlns:a16="http://schemas.microsoft.com/office/drawing/2014/main" id="{94AE5E12-79D1-8A49-9337-E33460A9BD32}"/>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4" name="Freeform 34">
              <a:extLst>
                <a:ext uri="{FF2B5EF4-FFF2-40B4-BE49-F238E27FC236}">
                  <a16:creationId xmlns:a16="http://schemas.microsoft.com/office/drawing/2014/main" id="{FE3AAB00-62DA-25D3-9436-0976E1DAC49E}"/>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35" name="Freeform 35">
              <a:extLst>
                <a:ext uri="{FF2B5EF4-FFF2-40B4-BE49-F238E27FC236}">
                  <a16:creationId xmlns:a16="http://schemas.microsoft.com/office/drawing/2014/main" id="{5FEF42A0-2253-6551-1B66-7C8241BEFD50}"/>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36" name="Group 36">
            <a:extLst>
              <a:ext uri="{FF2B5EF4-FFF2-40B4-BE49-F238E27FC236}">
                <a16:creationId xmlns:a16="http://schemas.microsoft.com/office/drawing/2014/main" id="{8C77E59F-D6FD-3DC2-26D9-D066FD822683}"/>
              </a:ext>
            </a:extLst>
          </p:cNvPr>
          <p:cNvGrpSpPr/>
          <p:nvPr/>
        </p:nvGrpSpPr>
        <p:grpSpPr>
          <a:xfrm>
            <a:off x="2759112" y="1894293"/>
            <a:ext cx="783398" cy="199694"/>
            <a:chOff x="0" y="0"/>
            <a:chExt cx="1305721" cy="332839"/>
          </a:xfrm>
        </p:grpSpPr>
        <p:sp>
          <p:nvSpPr>
            <p:cNvPr id="37" name="Freeform 37">
              <a:extLst>
                <a:ext uri="{FF2B5EF4-FFF2-40B4-BE49-F238E27FC236}">
                  <a16:creationId xmlns:a16="http://schemas.microsoft.com/office/drawing/2014/main" id="{10A5FFCA-C2C1-6E1D-1D79-C2F8A555DF42}"/>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8" name="Freeform 38">
              <a:extLst>
                <a:ext uri="{FF2B5EF4-FFF2-40B4-BE49-F238E27FC236}">
                  <a16:creationId xmlns:a16="http://schemas.microsoft.com/office/drawing/2014/main" id="{8D751C1B-1784-2B98-D3C0-1D2E116CB060}"/>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39" name="Freeform 39">
              <a:extLst>
                <a:ext uri="{FF2B5EF4-FFF2-40B4-BE49-F238E27FC236}">
                  <a16:creationId xmlns:a16="http://schemas.microsoft.com/office/drawing/2014/main" id="{FFF4DE19-01E5-25B4-3117-FF5406D1CF21}"/>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40" name="Group 40">
            <a:extLst>
              <a:ext uri="{FF2B5EF4-FFF2-40B4-BE49-F238E27FC236}">
                <a16:creationId xmlns:a16="http://schemas.microsoft.com/office/drawing/2014/main" id="{1EF01072-3DC4-6AFA-0342-8C81724C523E}"/>
              </a:ext>
            </a:extLst>
          </p:cNvPr>
          <p:cNvGrpSpPr/>
          <p:nvPr/>
        </p:nvGrpSpPr>
        <p:grpSpPr>
          <a:xfrm>
            <a:off x="2759112" y="4664981"/>
            <a:ext cx="783398" cy="199694"/>
            <a:chOff x="0" y="0"/>
            <a:chExt cx="1305721" cy="332839"/>
          </a:xfrm>
        </p:grpSpPr>
        <p:sp>
          <p:nvSpPr>
            <p:cNvPr id="41" name="Freeform 41">
              <a:extLst>
                <a:ext uri="{FF2B5EF4-FFF2-40B4-BE49-F238E27FC236}">
                  <a16:creationId xmlns:a16="http://schemas.microsoft.com/office/drawing/2014/main" id="{498C1837-440E-4B14-53FD-893A0C56CCFA}"/>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42" name="Freeform 42">
              <a:extLst>
                <a:ext uri="{FF2B5EF4-FFF2-40B4-BE49-F238E27FC236}">
                  <a16:creationId xmlns:a16="http://schemas.microsoft.com/office/drawing/2014/main" id="{48CF3775-E2FF-23B2-961F-ED070CC2215D}"/>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43" name="Freeform 43">
              <a:extLst>
                <a:ext uri="{FF2B5EF4-FFF2-40B4-BE49-F238E27FC236}">
                  <a16:creationId xmlns:a16="http://schemas.microsoft.com/office/drawing/2014/main" id="{3144DE52-1069-247B-16AD-11A50841A697}"/>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grpSp>
        <p:nvGrpSpPr>
          <p:cNvPr id="44" name="Group 44">
            <a:extLst>
              <a:ext uri="{FF2B5EF4-FFF2-40B4-BE49-F238E27FC236}">
                <a16:creationId xmlns:a16="http://schemas.microsoft.com/office/drawing/2014/main" id="{86D4E77B-B056-1C56-E96B-F7707202D976}"/>
              </a:ext>
            </a:extLst>
          </p:cNvPr>
          <p:cNvGrpSpPr/>
          <p:nvPr/>
        </p:nvGrpSpPr>
        <p:grpSpPr>
          <a:xfrm>
            <a:off x="2748965" y="3756658"/>
            <a:ext cx="783398" cy="199694"/>
            <a:chOff x="0" y="0"/>
            <a:chExt cx="1305721" cy="332839"/>
          </a:xfrm>
        </p:grpSpPr>
        <p:sp>
          <p:nvSpPr>
            <p:cNvPr id="45" name="Freeform 45">
              <a:extLst>
                <a:ext uri="{FF2B5EF4-FFF2-40B4-BE49-F238E27FC236}">
                  <a16:creationId xmlns:a16="http://schemas.microsoft.com/office/drawing/2014/main" id="{D992C359-8EA3-B599-7A4F-06C4B3B4D463}"/>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46" name="Freeform 46">
              <a:extLst>
                <a:ext uri="{FF2B5EF4-FFF2-40B4-BE49-F238E27FC236}">
                  <a16:creationId xmlns:a16="http://schemas.microsoft.com/office/drawing/2014/main" id="{A45DBD91-2996-47C1-EAD4-CF66955B0705}"/>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47" name="Freeform 47">
              <a:extLst>
                <a:ext uri="{FF2B5EF4-FFF2-40B4-BE49-F238E27FC236}">
                  <a16:creationId xmlns:a16="http://schemas.microsoft.com/office/drawing/2014/main" id="{A154FD92-77CB-975E-9C03-EA451B0187DA}"/>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sp>
        <p:nvSpPr>
          <p:cNvPr id="48" name="Freeform 48">
            <a:extLst>
              <a:ext uri="{FF2B5EF4-FFF2-40B4-BE49-F238E27FC236}">
                <a16:creationId xmlns:a16="http://schemas.microsoft.com/office/drawing/2014/main" id="{C91D516B-DE10-3EE0-1087-227DCF0EC43D}"/>
              </a:ext>
            </a:extLst>
          </p:cNvPr>
          <p:cNvSpPr/>
          <p:nvPr/>
        </p:nvSpPr>
        <p:spPr>
          <a:xfrm>
            <a:off x="-35398" y="907805"/>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49" name="Freeform 49">
            <a:extLst>
              <a:ext uri="{FF2B5EF4-FFF2-40B4-BE49-F238E27FC236}">
                <a16:creationId xmlns:a16="http://schemas.microsoft.com/office/drawing/2014/main" id="{9BE86BAF-7B2F-5177-475A-D99D6FBB47DE}"/>
              </a:ext>
            </a:extLst>
          </p:cNvPr>
          <p:cNvSpPr/>
          <p:nvPr/>
        </p:nvSpPr>
        <p:spPr>
          <a:xfrm>
            <a:off x="-113080" y="4489543"/>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50" name="Freeform 50">
            <a:extLst>
              <a:ext uri="{FF2B5EF4-FFF2-40B4-BE49-F238E27FC236}">
                <a16:creationId xmlns:a16="http://schemas.microsoft.com/office/drawing/2014/main" id="{14292A58-A38D-EFE5-4A62-762F5BCCBADF}"/>
              </a:ext>
            </a:extLst>
          </p:cNvPr>
          <p:cNvSpPr/>
          <p:nvPr/>
        </p:nvSpPr>
        <p:spPr>
          <a:xfrm>
            <a:off x="-93978" y="5292202"/>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51" name="Freeform 51">
            <a:extLst>
              <a:ext uri="{FF2B5EF4-FFF2-40B4-BE49-F238E27FC236}">
                <a16:creationId xmlns:a16="http://schemas.microsoft.com/office/drawing/2014/main" id="{E3D22036-CDE4-8545-D6F4-B45A5EA81A3D}"/>
              </a:ext>
            </a:extLst>
          </p:cNvPr>
          <p:cNvSpPr/>
          <p:nvPr/>
        </p:nvSpPr>
        <p:spPr>
          <a:xfrm>
            <a:off x="-108354" y="6139396"/>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52" name="Freeform 52">
            <a:extLst>
              <a:ext uri="{FF2B5EF4-FFF2-40B4-BE49-F238E27FC236}">
                <a16:creationId xmlns:a16="http://schemas.microsoft.com/office/drawing/2014/main" id="{8B7B5B59-234A-8C53-0897-9733F01ACCEE}"/>
              </a:ext>
            </a:extLst>
          </p:cNvPr>
          <p:cNvSpPr/>
          <p:nvPr/>
        </p:nvSpPr>
        <p:spPr>
          <a:xfrm>
            <a:off x="-68308" y="6815636"/>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53" name="Freeform 53">
            <a:extLst>
              <a:ext uri="{FF2B5EF4-FFF2-40B4-BE49-F238E27FC236}">
                <a16:creationId xmlns:a16="http://schemas.microsoft.com/office/drawing/2014/main" id="{8418DB6B-059B-79B7-10F6-1C3261F1BA11}"/>
              </a:ext>
            </a:extLst>
          </p:cNvPr>
          <p:cNvSpPr/>
          <p:nvPr/>
        </p:nvSpPr>
        <p:spPr>
          <a:xfrm>
            <a:off x="-80320" y="2593098"/>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54" name="Freeform 54">
            <a:extLst>
              <a:ext uri="{FF2B5EF4-FFF2-40B4-BE49-F238E27FC236}">
                <a16:creationId xmlns:a16="http://schemas.microsoft.com/office/drawing/2014/main" id="{95331BF2-0245-F0B9-B695-5D7A6F25C35F}"/>
              </a:ext>
            </a:extLst>
          </p:cNvPr>
          <p:cNvSpPr/>
          <p:nvPr/>
        </p:nvSpPr>
        <p:spPr>
          <a:xfrm>
            <a:off x="-80320" y="1734423"/>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grpSp>
        <p:nvGrpSpPr>
          <p:cNvPr id="55" name="Group 55">
            <a:extLst>
              <a:ext uri="{FF2B5EF4-FFF2-40B4-BE49-F238E27FC236}">
                <a16:creationId xmlns:a16="http://schemas.microsoft.com/office/drawing/2014/main" id="{F5AB01F4-F08B-F823-0096-004796D5CF56}"/>
              </a:ext>
            </a:extLst>
          </p:cNvPr>
          <p:cNvGrpSpPr/>
          <p:nvPr/>
        </p:nvGrpSpPr>
        <p:grpSpPr>
          <a:xfrm>
            <a:off x="-352816" y="583595"/>
            <a:ext cx="3966568" cy="797093"/>
            <a:chOff x="0" y="0"/>
            <a:chExt cx="1410398" cy="283423"/>
          </a:xfrm>
        </p:grpSpPr>
        <p:sp>
          <p:nvSpPr>
            <p:cNvPr id="56" name="Freeform 56">
              <a:extLst>
                <a:ext uri="{FF2B5EF4-FFF2-40B4-BE49-F238E27FC236}">
                  <a16:creationId xmlns:a16="http://schemas.microsoft.com/office/drawing/2014/main" id="{A58DA7E8-AE1D-4A50-E4A1-34D9A53B9404}"/>
                </a:ext>
              </a:extLst>
            </p:cNvPr>
            <p:cNvSpPr/>
            <p:nvPr/>
          </p:nvSpPr>
          <p:spPr>
            <a:xfrm>
              <a:off x="0" y="0"/>
              <a:ext cx="1410398" cy="283423"/>
            </a:xfrm>
            <a:custGeom>
              <a:avLst/>
              <a:gdLst/>
              <a:ahLst/>
              <a:cxnLst/>
              <a:rect l="l" t="t" r="r" b="b"/>
              <a:pathLst>
                <a:path w="1410398" h="283423">
                  <a:moveTo>
                    <a:pt x="0" y="0"/>
                  </a:moveTo>
                  <a:lnTo>
                    <a:pt x="1410398" y="0"/>
                  </a:lnTo>
                  <a:lnTo>
                    <a:pt x="1410398" y="283423"/>
                  </a:lnTo>
                  <a:lnTo>
                    <a:pt x="0" y="283423"/>
                  </a:lnTo>
                  <a:close/>
                </a:path>
              </a:pathLst>
            </a:custGeom>
            <a:solidFill>
              <a:srgbClr val="FFCEB6">
                <a:alpha val="38824"/>
              </a:srgbClr>
            </a:solidFill>
          </p:spPr>
          <p:txBody>
            <a:bodyPr/>
            <a:lstStyle/>
            <a:p>
              <a:endParaRPr lang="en-SG" sz="1088"/>
            </a:p>
          </p:txBody>
        </p:sp>
        <p:sp>
          <p:nvSpPr>
            <p:cNvPr id="57" name="TextBox 57">
              <a:extLst>
                <a:ext uri="{FF2B5EF4-FFF2-40B4-BE49-F238E27FC236}">
                  <a16:creationId xmlns:a16="http://schemas.microsoft.com/office/drawing/2014/main" id="{F3841CFC-1DB8-99E8-85E0-628702BB5A50}"/>
                </a:ext>
              </a:extLst>
            </p:cNvPr>
            <p:cNvSpPr txBox="1"/>
            <p:nvPr/>
          </p:nvSpPr>
          <p:spPr>
            <a:xfrm>
              <a:off x="0" y="-28575"/>
              <a:ext cx="1410398" cy="311998"/>
            </a:xfrm>
            <a:prstGeom prst="rect">
              <a:avLst/>
            </a:prstGeom>
          </p:spPr>
          <p:txBody>
            <a:bodyPr lIns="40638" tIns="40638" rIns="40638" bIns="40638" rtlCol="0" anchor="ctr"/>
            <a:lstStyle/>
            <a:p>
              <a:pPr algn="ctr">
                <a:lnSpc>
                  <a:spcPts val="2016"/>
                </a:lnSpc>
              </a:pPr>
              <a:endParaRPr sz="1088"/>
            </a:p>
          </p:txBody>
        </p:sp>
      </p:grpSp>
      <p:grpSp>
        <p:nvGrpSpPr>
          <p:cNvPr id="58" name="Group 58">
            <a:extLst>
              <a:ext uri="{FF2B5EF4-FFF2-40B4-BE49-F238E27FC236}">
                <a16:creationId xmlns:a16="http://schemas.microsoft.com/office/drawing/2014/main" id="{D943400B-8523-E4FA-27FC-8E8F943DFA27}"/>
              </a:ext>
            </a:extLst>
          </p:cNvPr>
          <p:cNvGrpSpPr/>
          <p:nvPr/>
        </p:nvGrpSpPr>
        <p:grpSpPr>
          <a:xfrm>
            <a:off x="-190496" y="2205472"/>
            <a:ext cx="4070156" cy="906484"/>
            <a:chOff x="-36833" y="-28575"/>
            <a:chExt cx="1447231" cy="322320"/>
          </a:xfrm>
        </p:grpSpPr>
        <p:sp>
          <p:nvSpPr>
            <p:cNvPr id="59" name="Freeform 59">
              <a:extLst>
                <a:ext uri="{FF2B5EF4-FFF2-40B4-BE49-F238E27FC236}">
                  <a16:creationId xmlns:a16="http://schemas.microsoft.com/office/drawing/2014/main" id="{30EF96E1-D236-135F-79E2-87536C15F1CE}"/>
                </a:ext>
              </a:extLst>
            </p:cNvPr>
            <p:cNvSpPr/>
            <p:nvPr/>
          </p:nvSpPr>
          <p:spPr>
            <a:xfrm>
              <a:off x="-36833" y="4903"/>
              <a:ext cx="1356847" cy="288842"/>
            </a:xfrm>
            <a:custGeom>
              <a:avLst/>
              <a:gdLst/>
              <a:ahLst/>
              <a:cxnLst/>
              <a:rect l="l" t="t" r="r" b="b"/>
              <a:pathLst>
                <a:path w="1410398" h="288842">
                  <a:moveTo>
                    <a:pt x="0" y="0"/>
                  </a:moveTo>
                  <a:lnTo>
                    <a:pt x="1410398" y="0"/>
                  </a:lnTo>
                  <a:lnTo>
                    <a:pt x="1410398" y="288842"/>
                  </a:lnTo>
                  <a:lnTo>
                    <a:pt x="0" y="288842"/>
                  </a:lnTo>
                  <a:close/>
                </a:path>
              </a:pathLst>
            </a:custGeom>
            <a:solidFill>
              <a:srgbClr val="FFCEB6">
                <a:alpha val="38824"/>
              </a:srgbClr>
            </a:solidFill>
          </p:spPr>
          <p:txBody>
            <a:bodyPr/>
            <a:lstStyle/>
            <a:p>
              <a:endParaRPr lang="en-SG" sz="1088"/>
            </a:p>
          </p:txBody>
        </p:sp>
        <p:sp>
          <p:nvSpPr>
            <p:cNvPr id="60" name="TextBox 60">
              <a:extLst>
                <a:ext uri="{FF2B5EF4-FFF2-40B4-BE49-F238E27FC236}">
                  <a16:creationId xmlns:a16="http://schemas.microsoft.com/office/drawing/2014/main" id="{44AAB8DD-92AE-F3AB-9025-6AA86F000FB3}"/>
                </a:ext>
              </a:extLst>
            </p:cNvPr>
            <p:cNvSpPr txBox="1"/>
            <p:nvPr/>
          </p:nvSpPr>
          <p:spPr>
            <a:xfrm>
              <a:off x="0" y="-28575"/>
              <a:ext cx="1410398" cy="317417"/>
            </a:xfrm>
            <a:prstGeom prst="rect">
              <a:avLst/>
            </a:prstGeom>
          </p:spPr>
          <p:txBody>
            <a:bodyPr lIns="40638" tIns="40638" rIns="40638" bIns="40638" rtlCol="0" anchor="ctr"/>
            <a:lstStyle/>
            <a:p>
              <a:pPr algn="ctr">
                <a:lnSpc>
                  <a:spcPts val="2016"/>
                </a:lnSpc>
              </a:pPr>
              <a:endParaRPr sz="1088"/>
            </a:p>
          </p:txBody>
        </p:sp>
      </p:grpSp>
      <p:sp>
        <p:nvSpPr>
          <p:cNvPr id="61" name="Freeform 61">
            <a:hlinkClick r:id="rId24" action="ppaction://hlinksldjump"/>
            <a:extLst>
              <a:ext uri="{FF2B5EF4-FFF2-40B4-BE49-F238E27FC236}">
                <a16:creationId xmlns:a16="http://schemas.microsoft.com/office/drawing/2014/main" id="{A4477E70-C07F-65A8-0D15-21F4AAFB8D77}"/>
              </a:ext>
            </a:extLst>
          </p:cNvPr>
          <p:cNvSpPr/>
          <p:nvPr/>
        </p:nvSpPr>
        <p:spPr>
          <a:xfrm>
            <a:off x="9612112" y="-89747"/>
            <a:ext cx="492592" cy="492592"/>
          </a:xfrm>
          <a:custGeom>
            <a:avLst/>
            <a:gdLst/>
            <a:ahLst/>
            <a:cxnLst/>
            <a:rect l="l" t="t" r="r" b="b"/>
            <a:pathLst>
              <a:path w="615767" h="615767">
                <a:moveTo>
                  <a:pt x="0" y="0"/>
                </a:moveTo>
                <a:lnTo>
                  <a:pt x="615767" y="0"/>
                </a:lnTo>
                <a:lnTo>
                  <a:pt x="615767" y="615767"/>
                </a:lnTo>
                <a:lnTo>
                  <a:pt x="0" y="615767"/>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txBody>
          <a:bodyPr/>
          <a:lstStyle/>
          <a:p>
            <a:endParaRPr lang="en-SG" sz="1088"/>
          </a:p>
        </p:txBody>
      </p:sp>
      <p:grpSp>
        <p:nvGrpSpPr>
          <p:cNvPr id="62" name="Group 62">
            <a:extLst>
              <a:ext uri="{FF2B5EF4-FFF2-40B4-BE49-F238E27FC236}">
                <a16:creationId xmlns:a16="http://schemas.microsoft.com/office/drawing/2014/main" id="{C7011768-E77A-E6A8-1BEA-92190A076087}"/>
              </a:ext>
            </a:extLst>
          </p:cNvPr>
          <p:cNvGrpSpPr/>
          <p:nvPr/>
        </p:nvGrpSpPr>
        <p:grpSpPr>
          <a:xfrm>
            <a:off x="3738481" y="6297246"/>
            <a:ext cx="1997447" cy="797093"/>
            <a:chOff x="0" y="0"/>
            <a:chExt cx="710235" cy="283423"/>
          </a:xfrm>
        </p:grpSpPr>
        <p:sp>
          <p:nvSpPr>
            <p:cNvPr id="63" name="Freeform 63">
              <a:extLst>
                <a:ext uri="{FF2B5EF4-FFF2-40B4-BE49-F238E27FC236}">
                  <a16:creationId xmlns:a16="http://schemas.microsoft.com/office/drawing/2014/main" id="{B06FD8CA-6C0E-D4C5-DAA6-8B1003163D9F}"/>
                </a:ext>
              </a:extLst>
            </p:cNvPr>
            <p:cNvSpPr/>
            <p:nvPr/>
          </p:nvSpPr>
          <p:spPr>
            <a:xfrm>
              <a:off x="0" y="0"/>
              <a:ext cx="710235" cy="283423"/>
            </a:xfrm>
            <a:custGeom>
              <a:avLst/>
              <a:gdLst/>
              <a:ahLst/>
              <a:cxnLst/>
              <a:rect l="l" t="t" r="r" b="b"/>
              <a:pathLst>
                <a:path w="710235" h="283423">
                  <a:moveTo>
                    <a:pt x="99219" y="0"/>
                  </a:moveTo>
                  <a:lnTo>
                    <a:pt x="611016" y="0"/>
                  </a:lnTo>
                  <a:cubicBezTo>
                    <a:pt x="637330" y="0"/>
                    <a:pt x="662567" y="10453"/>
                    <a:pt x="681174" y="29061"/>
                  </a:cubicBezTo>
                  <a:cubicBezTo>
                    <a:pt x="699781" y="47668"/>
                    <a:pt x="710235" y="72904"/>
                    <a:pt x="710235" y="99219"/>
                  </a:cubicBezTo>
                  <a:lnTo>
                    <a:pt x="710235" y="184204"/>
                  </a:lnTo>
                  <a:cubicBezTo>
                    <a:pt x="710235" y="210519"/>
                    <a:pt x="699781" y="235756"/>
                    <a:pt x="681174" y="254363"/>
                  </a:cubicBezTo>
                  <a:cubicBezTo>
                    <a:pt x="662567" y="272970"/>
                    <a:pt x="637330" y="283423"/>
                    <a:pt x="611016" y="283423"/>
                  </a:cubicBezTo>
                  <a:lnTo>
                    <a:pt x="99219" y="283423"/>
                  </a:lnTo>
                  <a:cubicBezTo>
                    <a:pt x="72904" y="283423"/>
                    <a:pt x="47668" y="272970"/>
                    <a:pt x="29061" y="254363"/>
                  </a:cubicBezTo>
                  <a:cubicBezTo>
                    <a:pt x="10453" y="235756"/>
                    <a:pt x="0" y="210519"/>
                    <a:pt x="0" y="184204"/>
                  </a:cubicBezTo>
                  <a:lnTo>
                    <a:pt x="0" y="99219"/>
                  </a:lnTo>
                  <a:cubicBezTo>
                    <a:pt x="0" y="72904"/>
                    <a:pt x="10453" y="47668"/>
                    <a:pt x="29061" y="29061"/>
                  </a:cubicBezTo>
                  <a:cubicBezTo>
                    <a:pt x="47668" y="10453"/>
                    <a:pt x="72904" y="0"/>
                    <a:pt x="99219" y="0"/>
                  </a:cubicBezTo>
                  <a:close/>
                </a:path>
              </a:pathLst>
            </a:custGeom>
            <a:solidFill>
              <a:srgbClr val="F34336"/>
            </a:solidFill>
          </p:spPr>
          <p:txBody>
            <a:bodyPr/>
            <a:lstStyle/>
            <a:p>
              <a:endParaRPr lang="en-SG" sz="1088"/>
            </a:p>
          </p:txBody>
        </p:sp>
        <p:sp>
          <p:nvSpPr>
            <p:cNvPr id="64" name="TextBox 64">
              <a:extLst>
                <a:ext uri="{FF2B5EF4-FFF2-40B4-BE49-F238E27FC236}">
                  <a16:creationId xmlns:a16="http://schemas.microsoft.com/office/drawing/2014/main" id="{C5DFBD57-2641-2698-53AA-69EF566A6BD8}"/>
                </a:ext>
              </a:extLst>
            </p:cNvPr>
            <p:cNvSpPr txBox="1"/>
            <p:nvPr/>
          </p:nvSpPr>
          <p:spPr>
            <a:xfrm>
              <a:off x="0" y="-28575"/>
              <a:ext cx="710235" cy="311998"/>
            </a:xfrm>
            <a:prstGeom prst="rect">
              <a:avLst/>
            </a:prstGeom>
          </p:spPr>
          <p:txBody>
            <a:bodyPr lIns="40638" tIns="40638" rIns="40638" bIns="40638" rtlCol="0" anchor="ctr"/>
            <a:lstStyle/>
            <a:p>
              <a:pPr algn="ctr">
                <a:lnSpc>
                  <a:spcPts val="2016"/>
                </a:lnSpc>
              </a:pPr>
              <a:endParaRPr sz="1088"/>
            </a:p>
          </p:txBody>
        </p:sp>
      </p:grpSp>
      <p:grpSp>
        <p:nvGrpSpPr>
          <p:cNvPr id="65" name="Group 65">
            <a:extLst>
              <a:ext uri="{FF2B5EF4-FFF2-40B4-BE49-F238E27FC236}">
                <a16:creationId xmlns:a16="http://schemas.microsoft.com/office/drawing/2014/main" id="{63DEB03B-0E29-E3AC-40DB-EE2A3ABFCF46}"/>
              </a:ext>
            </a:extLst>
          </p:cNvPr>
          <p:cNvGrpSpPr/>
          <p:nvPr/>
        </p:nvGrpSpPr>
        <p:grpSpPr>
          <a:xfrm>
            <a:off x="5929681" y="6315759"/>
            <a:ext cx="2075572" cy="778581"/>
            <a:chOff x="0" y="0"/>
            <a:chExt cx="738014" cy="276841"/>
          </a:xfrm>
        </p:grpSpPr>
        <p:sp>
          <p:nvSpPr>
            <p:cNvPr id="66" name="Freeform 66">
              <a:extLst>
                <a:ext uri="{FF2B5EF4-FFF2-40B4-BE49-F238E27FC236}">
                  <a16:creationId xmlns:a16="http://schemas.microsoft.com/office/drawing/2014/main" id="{6234AA69-FD16-A67C-98D1-95531DAE4CF8}"/>
                </a:ext>
              </a:extLst>
            </p:cNvPr>
            <p:cNvSpPr/>
            <p:nvPr/>
          </p:nvSpPr>
          <p:spPr>
            <a:xfrm>
              <a:off x="0" y="0"/>
              <a:ext cx="738014" cy="276841"/>
            </a:xfrm>
            <a:custGeom>
              <a:avLst/>
              <a:gdLst/>
              <a:ahLst/>
              <a:cxnLst/>
              <a:rect l="l" t="t" r="r" b="b"/>
              <a:pathLst>
                <a:path w="738014" h="276841">
                  <a:moveTo>
                    <a:pt x="95484" y="0"/>
                  </a:moveTo>
                  <a:lnTo>
                    <a:pt x="642529" y="0"/>
                  </a:lnTo>
                  <a:cubicBezTo>
                    <a:pt x="667853" y="0"/>
                    <a:pt x="692140" y="10060"/>
                    <a:pt x="710047" y="27967"/>
                  </a:cubicBezTo>
                  <a:cubicBezTo>
                    <a:pt x="727954" y="45873"/>
                    <a:pt x="738014" y="70160"/>
                    <a:pt x="738014" y="95484"/>
                  </a:cubicBezTo>
                  <a:lnTo>
                    <a:pt x="738014" y="181357"/>
                  </a:lnTo>
                  <a:cubicBezTo>
                    <a:pt x="738014" y="206681"/>
                    <a:pt x="727954" y="230968"/>
                    <a:pt x="710047" y="248874"/>
                  </a:cubicBezTo>
                  <a:cubicBezTo>
                    <a:pt x="692140" y="266781"/>
                    <a:pt x="667853" y="276841"/>
                    <a:pt x="642529" y="276841"/>
                  </a:cubicBezTo>
                  <a:lnTo>
                    <a:pt x="95484" y="276841"/>
                  </a:lnTo>
                  <a:cubicBezTo>
                    <a:pt x="42750" y="276841"/>
                    <a:pt x="0" y="234091"/>
                    <a:pt x="0" y="181357"/>
                  </a:cubicBezTo>
                  <a:lnTo>
                    <a:pt x="0" y="95484"/>
                  </a:lnTo>
                  <a:cubicBezTo>
                    <a:pt x="0" y="70160"/>
                    <a:pt x="10060" y="45873"/>
                    <a:pt x="27967" y="27967"/>
                  </a:cubicBezTo>
                  <a:cubicBezTo>
                    <a:pt x="45873" y="10060"/>
                    <a:pt x="70160" y="0"/>
                    <a:pt x="95484" y="0"/>
                  </a:cubicBezTo>
                  <a:close/>
                </a:path>
              </a:pathLst>
            </a:custGeom>
            <a:solidFill>
              <a:srgbClr val="F34336"/>
            </a:solidFill>
          </p:spPr>
          <p:txBody>
            <a:bodyPr/>
            <a:lstStyle/>
            <a:p>
              <a:endParaRPr lang="en-SG" sz="1088"/>
            </a:p>
          </p:txBody>
        </p:sp>
        <p:sp>
          <p:nvSpPr>
            <p:cNvPr id="67" name="TextBox 67">
              <a:extLst>
                <a:ext uri="{FF2B5EF4-FFF2-40B4-BE49-F238E27FC236}">
                  <a16:creationId xmlns:a16="http://schemas.microsoft.com/office/drawing/2014/main" id="{84BF2C90-A37D-EA94-CDA3-D9B839A135C2}"/>
                </a:ext>
              </a:extLst>
            </p:cNvPr>
            <p:cNvSpPr txBox="1"/>
            <p:nvPr/>
          </p:nvSpPr>
          <p:spPr>
            <a:xfrm>
              <a:off x="0" y="-28575"/>
              <a:ext cx="738014" cy="305416"/>
            </a:xfrm>
            <a:prstGeom prst="rect">
              <a:avLst/>
            </a:prstGeom>
          </p:spPr>
          <p:txBody>
            <a:bodyPr lIns="40638" tIns="40638" rIns="40638" bIns="40638" rtlCol="0" anchor="ctr"/>
            <a:lstStyle/>
            <a:p>
              <a:pPr algn="ctr">
                <a:lnSpc>
                  <a:spcPts val="2016"/>
                </a:lnSpc>
              </a:pPr>
              <a:endParaRPr sz="1088"/>
            </a:p>
          </p:txBody>
        </p:sp>
      </p:grpSp>
      <p:grpSp>
        <p:nvGrpSpPr>
          <p:cNvPr id="68" name="Group 68">
            <a:extLst>
              <a:ext uri="{FF2B5EF4-FFF2-40B4-BE49-F238E27FC236}">
                <a16:creationId xmlns:a16="http://schemas.microsoft.com/office/drawing/2014/main" id="{8E04BB7B-599D-1235-8B54-A77A80E07581}"/>
              </a:ext>
            </a:extLst>
          </p:cNvPr>
          <p:cNvGrpSpPr/>
          <p:nvPr/>
        </p:nvGrpSpPr>
        <p:grpSpPr>
          <a:xfrm>
            <a:off x="8199005" y="6315759"/>
            <a:ext cx="1869822" cy="778581"/>
            <a:chOff x="0" y="0"/>
            <a:chExt cx="664855" cy="276841"/>
          </a:xfrm>
        </p:grpSpPr>
        <p:sp>
          <p:nvSpPr>
            <p:cNvPr id="69" name="Freeform 69">
              <a:extLst>
                <a:ext uri="{FF2B5EF4-FFF2-40B4-BE49-F238E27FC236}">
                  <a16:creationId xmlns:a16="http://schemas.microsoft.com/office/drawing/2014/main" id="{BEA9C1C8-E389-2EA6-ABC5-9536792EAF3B}"/>
                </a:ext>
              </a:extLst>
            </p:cNvPr>
            <p:cNvSpPr/>
            <p:nvPr/>
          </p:nvSpPr>
          <p:spPr>
            <a:xfrm>
              <a:off x="0" y="0"/>
              <a:ext cx="664855" cy="276841"/>
            </a:xfrm>
            <a:custGeom>
              <a:avLst/>
              <a:gdLst/>
              <a:ahLst/>
              <a:cxnLst/>
              <a:rect l="l" t="t" r="r" b="b"/>
              <a:pathLst>
                <a:path w="664855" h="276841">
                  <a:moveTo>
                    <a:pt x="105991" y="0"/>
                  </a:moveTo>
                  <a:lnTo>
                    <a:pt x="558864" y="0"/>
                  </a:lnTo>
                  <a:cubicBezTo>
                    <a:pt x="617401" y="0"/>
                    <a:pt x="664855" y="47454"/>
                    <a:pt x="664855" y="105991"/>
                  </a:cubicBezTo>
                  <a:lnTo>
                    <a:pt x="664855" y="170850"/>
                  </a:lnTo>
                  <a:cubicBezTo>
                    <a:pt x="664855" y="229387"/>
                    <a:pt x="617401" y="276841"/>
                    <a:pt x="558864" y="276841"/>
                  </a:cubicBezTo>
                  <a:lnTo>
                    <a:pt x="105991" y="276841"/>
                  </a:lnTo>
                  <a:cubicBezTo>
                    <a:pt x="47454" y="276841"/>
                    <a:pt x="0" y="229387"/>
                    <a:pt x="0" y="170850"/>
                  </a:cubicBezTo>
                  <a:lnTo>
                    <a:pt x="0" y="105991"/>
                  </a:lnTo>
                  <a:cubicBezTo>
                    <a:pt x="0" y="47454"/>
                    <a:pt x="47454" y="0"/>
                    <a:pt x="105991" y="0"/>
                  </a:cubicBezTo>
                  <a:close/>
                </a:path>
              </a:pathLst>
            </a:custGeom>
            <a:solidFill>
              <a:srgbClr val="F34336"/>
            </a:solidFill>
          </p:spPr>
          <p:txBody>
            <a:bodyPr/>
            <a:lstStyle/>
            <a:p>
              <a:endParaRPr lang="en-SG" sz="1088"/>
            </a:p>
          </p:txBody>
        </p:sp>
        <p:sp>
          <p:nvSpPr>
            <p:cNvPr id="70" name="TextBox 70">
              <a:extLst>
                <a:ext uri="{FF2B5EF4-FFF2-40B4-BE49-F238E27FC236}">
                  <a16:creationId xmlns:a16="http://schemas.microsoft.com/office/drawing/2014/main" id="{1A650934-01EE-5346-6E3C-05EB816BAB8E}"/>
                </a:ext>
              </a:extLst>
            </p:cNvPr>
            <p:cNvSpPr txBox="1"/>
            <p:nvPr/>
          </p:nvSpPr>
          <p:spPr>
            <a:xfrm>
              <a:off x="0" y="-28575"/>
              <a:ext cx="664855" cy="305416"/>
            </a:xfrm>
            <a:prstGeom prst="rect">
              <a:avLst/>
            </a:prstGeom>
          </p:spPr>
          <p:txBody>
            <a:bodyPr lIns="40638" tIns="40638" rIns="40638" bIns="40638" rtlCol="0" anchor="ctr"/>
            <a:lstStyle/>
            <a:p>
              <a:pPr algn="ctr">
                <a:lnSpc>
                  <a:spcPts val="2016"/>
                </a:lnSpc>
              </a:pPr>
              <a:endParaRPr sz="1088"/>
            </a:p>
          </p:txBody>
        </p:sp>
      </p:grpSp>
      <p:grpSp>
        <p:nvGrpSpPr>
          <p:cNvPr id="71" name="Group 71">
            <a:extLst>
              <a:ext uri="{FF2B5EF4-FFF2-40B4-BE49-F238E27FC236}">
                <a16:creationId xmlns:a16="http://schemas.microsoft.com/office/drawing/2014/main" id="{58E726D5-E761-DFA8-65EC-736EFDA8843A}"/>
              </a:ext>
            </a:extLst>
          </p:cNvPr>
          <p:cNvGrpSpPr/>
          <p:nvPr/>
        </p:nvGrpSpPr>
        <p:grpSpPr>
          <a:xfrm>
            <a:off x="3860669" y="5025164"/>
            <a:ext cx="6330349" cy="1130108"/>
            <a:chOff x="0" y="0"/>
            <a:chExt cx="2250890" cy="401834"/>
          </a:xfrm>
        </p:grpSpPr>
        <p:sp>
          <p:nvSpPr>
            <p:cNvPr id="72" name="Freeform 72">
              <a:extLst>
                <a:ext uri="{FF2B5EF4-FFF2-40B4-BE49-F238E27FC236}">
                  <a16:creationId xmlns:a16="http://schemas.microsoft.com/office/drawing/2014/main" id="{AB82BBAD-D750-BACC-B690-B65FF193465E}"/>
                </a:ext>
              </a:extLst>
            </p:cNvPr>
            <p:cNvSpPr/>
            <p:nvPr/>
          </p:nvSpPr>
          <p:spPr>
            <a:xfrm>
              <a:off x="0" y="0"/>
              <a:ext cx="2250890" cy="401834"/>
            </a:xfrm>
            <a:custGeom>
              <a:avLst/>
              <a:gdLst/>
              <a:ahLst/>
              <a:cxnLst/>
              <a:rect l="l" t="t" r="r" b="b"/>
              <a:pathLst>
                <a:path w="2250890" h="401834">
                  <a:moveTo>
                    <a:pt x="41090" y="0"/>
                  </a:moveTo>
                  <a:lnTo>
                    <a:pt x="2209799" y="0"/>
                  </a:lnTo>
                  <a:cubicBezTo>
                    <a:pt x="2220697" y="0"/>
                    <a:pt x="2231149" y="4329"/>
                    <a:pt x="2238855" y="12035"/>
                  </a:cubicBezTo>
                  <a:cubicBezTo>
                    <a:pt x="2246561" y="19741"/>
                    <a:pt x="2250890" y="30193"/>
                    <a:pt x="2250890" y="41090"/>
                  </a:cubicBezTo>
                  <a:lnTo>
                    <a:pt x="2250890" y="360743"/>
                  </a:lnTo>
                  <a:cubicBezTo>
                    <a:pt x="2250890" y="371641"/>
                    <a:pt x="2246561" y="382093"/>
                    <a:pt x="2238855" y="389799"/>
                  </a:cubicBezTo>
                  <a:cubicBezTo>
                    <a:pt x="2231149" y="397505"/>
                    <a:pt x="2220697" y="401834"/>
                    <a:pt x="2209799" y="401834"/>
                  </a:cubicBezTo>
                  <a:lnTo>
                    <a:pt x="41090" y="401834"/>
                  </a:lnTo>
                  <a:cubicBezTo>
                    <a:pt x="30193" y="401834"/>
                    <a:pt x="19741" y="397505"/>
                    <a:pt x="12035" y="389799"/>
                  </a:cubicBezTo>
                  <a:cubicBezTo>
                    <a:pt x="4329" y="382093"/>
                    <a:pt x="0" y="371641"/>
                    <a:pt x="0" y="360743"/>
                  </a:cubicBezTo>
                  <a:lnTo>
                    <a:pt x="0" y="41090"/>
                  </a:lnTo>
                  <a:cubicBezTo>
                    <a:pt x="0" y="30193"/>
                    <a:pt x="4329" y="19741"/>
                    <a:pt x="12035" y="12035"/>
                  </a:cubicBezTo>
                  <a:cubicBezTo>
                    <a:pt x="19741" y="4329"/>
                    <a:pt x="30193" y="0"/>
                    <a:pt x="41090" y="0"/>
                  </a:cubicBezTo>
                  <a:close/>
                </a:path>
              </a:pathLst>
            </a:custGeom>
            <a:solidFill>
              <a:srgbClr val="FFC431">
                <a:alpha val="66667"/>
              </a:srgbClr>
            </a:solidFill>
            <a:ln cap="rnd">
              <a:noFill/>
              <a:prstDash val="solid"/>
              <a:round/>
            </a:ln>
          </p:spPr>
          <p:txBody>
            <a:bodyPr/>
            <a:lstStyle/>
            <a:p>
              <a:endParaRPr lang="en-SG" sz="1088"/>
            </a:p>
          </p:txBody>
        </p:sp>
        <p:sp>
          <p:nvSpPr>
            <p:cNvPr id="73" name="TextBox 73">
              <a:extLst>
                <a:ext uri="{FF2B5EF4-FFF2-40B4-BE49-F238E27FC236}">
                  <a16:creationId xmlns:a16="http://schemas.microsoft.com/office/drawing/2014/main" id="{32817BC1-F56A-8617-1B90-7A070AB0CE46}"/>
                </a:ext>
              </a:extLst>
            </p:cNvPr>
            <p:cNvSpPr txBox="1"/>
            <p:nvPr/>
          </p:nvSpPr>
          <p:spPr>
            <a:xfrm>
              <a:off x="0" y="-28575"/>
              <a:ext cx="2250890" cy="430409"/>
            </a:xfrm>
            <a:prstGeom prst="rect">
              <a:avLst/>
            </a:prstGeom>
          </p:spPr>
          <p:txBody>
            <a:bodyPr lIns="40638" tIns="40638" rIns="40638" bIns="40638" rtlCol="0" anchor="ctr"/>
            <a:lstStyle/>
            <a:p>
              <a:pPr algn="ctr">
                <a:lnSpc>
                  <a:spcPts val="2016"/>
                </a:lnSpc>
                <a:spcBef>
                  <a:spcPct val="0"/>
                </a:spcBef>
              </a:pPr>
              <a:endParaRPr sz="1088"/>
            </a:p>
          </p:txBody>
        </p:sp>
      </p:grpSp>
      <p:sp>
        <p:nvSpPr>
          <p:cNvPr id="74" name="TextBox 74">
            <a:extLst>
              <a:ext uri="{FF2B5EF4-FFF2-40B4-BE49-F238E27FC236}">
                <a16:creationId xmlns:a16="http://schemas.microsoft.com/office/drawing/2014/main" id="{44AB48B8-B973-A983-03F5-4FA1B4C2D6A6}"/>
              </a:ext>
            </a:extLst>
          </p:cNvPr>
          <p:cNvSpPr txBox="1"/>
          <p:nvPr/>
        </p:nvSpPr>
        <p:spPr>
          <a:xfrm>
            <a:off x="3798492" y="5068941"/>
            <a:ext cx="6206799" cy="615553"/>
          </a:xfrm>
          <a:prstGeom prst="rect">
            <a:avLst/>
          </a:prstGeom>
        </p:spPr>
        <p:txBody>
          <a:bodyPr wrap="square" lIns="0" tIns="0" rIns="0" bIns="0" rtlCol="0" anchor="t">
            <a:spAutoFit/>
          </a:bodyPr>
          <a:lstStyle/>
          <a:p>
            <a:pPr algn="ctr">
              <a:lnSpc>
                <a:spcPts val="1584"/>
              </a:lnSpc>
            </a:pPr>
            <a:r>
              <a:rPr lang="en-US" sz="1440" dirty="0">
                <a:solidFill>
                  <a:srgbClr val="000000"/>
                </a:solidFill>
                <a:latin typeface="Roboto Mono"/>
                <a:ea typeface="Roboto Mono"/>
                <a:cs typeface="Roboto Mono"/>
                <a:sym typeface="Roboto Mono"/>
              </a:rPr>
              <a:t>Quick Tip: </a:t>
            </a:r>
          </a:p>
          <a:p>
            <a:pPr algn="ctr">
              <a:lnSpc>
                <a:spcPts val="1584"/>
              </a:lnSpc>
            </a:pPr>
            <a:r>
              <a:rPr lang="en-US" sz="1440" dirty="0">
                <a:solidFill>
                  <a:srgbClr val="000000"/>
                </a:solidFill>
                <a:latin typeface="Roboto Mono"/>
                <a:ea typeface="Roboto Mono"/>
                <a:cs typeface="Roboto Mono"/>
                <a:sym typeface="Roboto Mono"/>
              </a:rPr>
              <a:t>You may add places you like to ‘</a:t>
            </a:r>
            <a:r>
              <a:rPr lang="en-US" sz="1440" dirty="0" err="1">
                <a:solidFill>
                  <a:srgbClr val="000000"/>
                </a:solidFill>
                <a:latin typeface="Roboto Mono"/>
                <a:ea typeface="Roboto Mono"/>
                <a:cs typeface="Roboto Mono"/>
                <a:sym typeface="Roboto Mono"/>
              </a:rPr>
              <a:t>Favourites</a:t>
            </a:r>
            <a:r>
              <a:rPr lang="en-US" sz="1440" dirty="0">
                <a:solidFill>
                  <a:srgbClr val="000000"/>
                </a:solidFill>
                <a:latin typeface="Roboto Mono"/>
                <a:ea typeface="Roboto Mono"/>
                <a:cs typeface="Roboto Mono"/>
                <a:sym typeface="Roboto Mono"/>
              </a:rPr>
              <a:t>  ’ to plan your trip quickly. </a:t>
            </a:r>
          </a:p>
        </p:txBody>
      </p:sp>
      <p:sp>
        <p:nvSpPr>
          <p:cNvPr id="75" name="Freeform 75">
            <a:extLst>
              <a:ext uri="{FF2B5EF4-FFF2-40B4-BE49-F238E27FC236}">
                <a16:creationId xmlns:a16="http://schemas.microsoft.com/office/drawing/2014/main" id="{035FC089-2200-9F17-3D0D-E16118F798C0}"/>
              </a:ext>
            </a:extLst>
          </p:cNvPr>
          <p:cNvSpPr/>
          <p:nvPr/>
        </p:nvSpPr>
        <p:spPr>
          <a:xfrm>
            <a:off x="8623577" y="5303603"/>
            <a:ext cx="184244" cy="153844"/>
          </a:xfrm>
          <a:custGeom>
            <a:avLst/>
            <a:gdLst/>
            <a:ahLst/>
            <a:cxnLst/>
            <a:rect l="l" t="t" r="r" b="b"/>
            <a:pathLst>
              <a:path w="230315" h="192313">
                <a:moveTo>
                  <a:pt x="0" y="0"/>
                </a:moveTo>
                <a:lnTo>
                  <a:pt x="230315" y="0"/>
                </a:lnTo>
                <a:lnTo>
                  <a:pt x="230315" y="192313"/>
                </a:lnTo>
                <a:lnTo>
                  <a:pt x="0" y="192313"/>
                </a:lnTo>
                <a:lnTo>
                  <a:pt x="0" y="0"/>
                </a:lnTo>
                <a:close/>
              </a:path>
            </a:pathLst>
          </a:custGeom>
          <a:blipFill>
            <a:blip r:embed="rId18">
              <a:extLst>
                <a:ext uri="{96DAC541-7B7A-43D3-8B79-37D633B846F1}">
                  <asvg:svgBlip xmlns:asvg="http://schemas.microsoft.com/office/drawing/2016/SVG/main" r:embed="rId19"/>
                </a:ext>
              </a:extLst>
            </a:blip>
            <a:stretch>
              <a:fillRect/>
            </a:stretch>
          </a:blipFill>
          <a:ln cap="sq">
            <a:noFill/>
            <a:prstDash val="solid"/>
            <a:miter/>
          </a:ln>
        </p:spPr>
        <p:txBody>
          <a:bodyPr/>
          <a:lstStyle/>
          <a:p>
            <a:endParaRPr lang="en-SG" sz="1088"/>
          </a:p>
        </p:txBody>
      </p:sp>
      <p:sp>
        <p:nvSpPr>
          <p:cNvPr id="76" name="Freeform 76">
            <a:extLst>
              <a:ext uri="{FF2B5EF4-FFF2-40B4-BE49-F238E27FC236}">
                <a16:creationId xmlns:a16="http://schemas.microsoft.com/office/drawing/2014/main" id="{5AC35DBF-F355-28E0-5E60-15470830577A}"/>
              </a:ext>
            </a:extLst>
          </p:cNvPr>
          <p:cNvSpPr/>
          <p:nvPr/>
        </p:nvSpPr>
        <p:spPr>
          <a:xfrm>
            <a:off x="3860669" y="4345147"/>
            <a:ext cx="960642" cy="839361"/>
          </a:xfrm>
          <a:custGeom>
            <a:avLst/>
            <a:gdLst/>
            <a:ahLst/>
            <a:cxnLst/>
            <a:rect l="l" t="t" r="r" b="b"/>
            <a:pathLst>
              <a:path w="1200855" h="1049247">
                <a:moveTo>
                  <a:pt x="0" y="0"/>
                </a:moveTo>
                <a:lnTo>
                  <a:pt x="1200855" y="0"/>
                </a:lnTo>
                <a:lnTo>
                  <a:pt x="1200855" y="1049246"/>
                </a:lnTo>
                <a:lnTo>
                  <a:pt x="0" y="1049246"/>
                </a:lnTo>
                <a:lnTo>
                  <a:pt x="0" y="0"/>
                </a:lnTo>
                <a:close/>
              </a:path>
            </a:pathLst>
          </a:custGeom>
          <a:blipFill>
            <a:blip r:embed="rId27"/>
            <a:stretch>
              <a:fillRect/>
            </a:stretch>
          </a:blipFill>
          <a:ln cap="sq">
            <a:noFill/>
            <a:prstDash val="solid"/>
            <a:miter/>
          </a:ln>
        </p:spPr>
        <p:txBody>
          <a:bodyPr/>
          <a:lstStyle/>
          <a:p>
            <a:endParaRPr lang="en-SG" sz="1088"/>
          </a:p>
        </p:txBody>
      </p:sp>
      <p:sp>
        <p:nvSpPr>
          <p:cNvPr id="77" name="Freeform 77">
            <a:extLst>
              <a:ext uri="{FF2B5EF4-FFF2-40B4-BE49-F238E27FC236}">
                <a16:creationId xmlns:a16="http://schemas.microsoft.com/office/drawing/2014/main" id="{BA1F0324-C03B-01DB-8DD6-7C659D179E77}"/>
              </a:ext>
            </a:extLst>
          </p:cNvPr>
          <p:cNvSpPr/>
          <p:nvPr/>
        </p:nvSpPr>
        <p:spPr>
          <a:xfrm>
            <a:off x="8928072" y="6347377"/>
            <a:ext cx="357671" cy="357671"/>
          </a:xfrm>
          <a:custGeom>
            <a:avLst/>
            <a:gdLst/>
            <a:ahLst/>
            <a:cxnLst/>
            <a:rect l="l" t="t" r="r" b="b"/>
            <a:pathLst>
              <a:path w="447108" h="447108">
                <a:moveTo>
                  <a:pt x="0" y="0"/>
                </a:moveTo>
                <a:lnTo>
                  <a:pt x="447107" y="0"/>
                </a:lnTo>
                <a:lnTo>
                  <a:pt x="447107" y="447108"/>
                </a:lnTo>
                <a:lnTo>
                  <a:pt x="0" y="447108"/>
                </a:lnTo>
                <a:lnTo>
                  <a:pt x="0" y="0"/>
                </a:lnTo>
                <a:close/>
              </a:path>
            </a:pathLst>
          </a:custGeom>
          <a:blipFill>
            <a:blip r:embed="rId28">
              <a:extLst>
                <a:ext uri="{96DAC541-7B7A-43D3-8B79-37D633B846F1}">
                  <asvg:svgBlip xmlns:asvg="http://schemas.microsoft.com/office/drawing/2016/SVG/main" r:embed="rId29"/>
                </a:ext>
              </a:extLst>
            </a:blip>
            <a:stretch>
              <a:fillRect/>
            </a:stretch>
          </a:blipFill>
        </p:spPr>
        <p:txBody>
          <a:bodyPr/>
          <a:lstStyle/>
          <a:p>
            <a:endParaRPr lang="en-SG" sz="1088"/>
          </a:p>
        </p:txBody>
      </p:sp>
      <p:sp>
        <p:nvSpPr>
          <p:cNvPr id="78" name="Freeform 78">
            <a:extLst>
              <a:ext uri="{FF2B5EF4-FFF2-40B4-BE49-F238E27FC236}">
                <a16:creationId xmlns:a16="http://schemas.microsoft.com/office/drawing/2014/main" id="{F511FB4D-8C80-2B99-D55D-EE520010B667}"/>
              </a:ext>
            </a:extLst>
          </p:cNvPr>
          <p:cNvSpPr/>
          <p:nvPr/>
        </p:nvSpPr>
        <p:spPr>
          <a:xfrm>
            <a:off x="6897922" y="6450641"/>
            <a:ext cx="254409" cy="254409"/>
          </a:xfrm>
          <a:custGeom>
            <a:avLst/>
            <a:gdLst/>
            <a:ahLst/>
            <a:cxnLst/>
            <a:rect l="l" t="t" r="r" b="b"/>
            <a:pathLst>
              <a:path w="318025" h="318025">
                <a:moveTo>
                  <a:pt x="0" y="0"/>
                </a:moveTo>
                <a:lnTo>
                  <a:pt x="318025" y="0"/>
                </a:lnTo>
                <a:lnTo>
                  <a:pt x="318025" y="318025"/>
                </a:lnTo>
                <a:lnTo>
                  <a:pt x="0" y="318025"/>
                </a:lnTo>
                <a:lnTo>
                  <a:pt x="0" y="0"/>
                </a:lnTo>
                <a:close/>
              </a:path>
            </a:pathLst>
          </a:custGeom>
          <a:blipFill>
            <a:blip r:embed="rId30">
              <a:extLst>
                <a:ext uri="{96DAC541-7B7A-43D3-8B79-37D633B846F1}">
                  <asvg:svgBlip xmlns:asvg="http://schemas.microsoft.com/office/drawing/2016/SVG/main" r:embed="rId31"/>
                </a:ext>
              </a:extLst>
            </a:blip>
            <a:stretch>
              <a:fillRect/>
            </a:stretch>
          </a:blipFill>
        </p:spPr>
        <p:txBody>
          <a:bodyPr/>
          <a:lstStyle/>
          <a:p>
            <a:endParaRPr lang="en-SG" sz="1088"/>
          </a:p>
        </p:txBody>
      </p:sp>
      <p:sp>
        <p:nvSpPr>
          <p:cNvPr id="79" name="Freeform 79">
            <a:extLst>
              <a:ext uri="{FF2B5EF4-FFF2-40B4-BE49-F238E27FC236}">
                <a16:creationId xmlns:a16="http://schemas.microsoft.com/office/drawing/2014/main" id="{8AB84F12-0A81-6ADC-4545-023C09FCFCF6}"/>
              </a:ext>
            </a:extLst>
          </p:cNvPr>
          <p:cNvSpPr/>
          <p:nvPr/>
        </p:nvSpPr>
        <p:spPr>
          <a:xfrm>
            <a:off x="4491882" y="6441385"/>
            <a:ext cx="420510" cy="254409"/>
          </a:xfrm>
          <a:custGeom>
            <a:avLst/>
            <a:gdLst/>
            <a:ahLst/>
            <a:cxnLst/>
            <a:rect l="l" t="t" r="r" b="b"/>
            <a:pathLst>
              <a:path w="525661" h="318025">
                <a:moveTo>
                  <a:pt x="0" y="0"/>
                </a:moveTo>
                <a:lnTo>
                  <a:pt x="525661" y="0"/>
                </a:lnTo>
                <a:lnTo>
                  <a:pt x="525661" y="318025"/>
                </a:lnTo>
                <a:lnTo>
                  <a:pt x="0" y="318025"/>
                </a:lnTo>
                <a:lnTo>
                  <a:pt x="0" y="0"/>
                </a:lnTo>
                <a:close/>
              </a:path>
            </a:pathLst>
          </a:custGeom>
          <a:blipFill>
            <a:blip r:embed="rId32">
              <a:extLst>
                <a:ext uri="{96DAC541-7B7A-43D3-8B79-37D633B846F1}">
                  <asvg:svgBlip xmlns:asvg="http://schemas.microsoft.com/office/drawing/2016/SVG/main" r:embed="rId33"/>
                </a:ext>
              </a:extLst>
            </a:blip>
            <a:stretch>
              <a:fillRect/>
            </a:stretch>
          </a:blipFill>
        </p:spPr>
        <p:txBody>
          <a:bodyPr/>
          <a:lstStyle/>
          <a:p>
            <a:endParaRPr lang="en-SG" sz="1088"/>
          </a:p>
        </p:txBody>
      </p:sp>
      <p:grpSp>
        <p:nvGrpSpPr>
          <p:cNvPr id="80" name="Group 80">
            <a:extLst>
              <a:ext uri="{FF2B5EF4-FFF2-40B4-BE49-F238E27FC236}">
                <a16:creationId xmlns:a16="http://schemas.microsoft.com/office/drawing/2014/main" id="{68F802BE-136E-0946-CB06-29574444EDDC}"/>
              </a:ext>
            </a:extLst>
          </p:cNvPr>
          <p:cNvGrpSpPr/>
          <p:nvPr/>
        </p:nvGrpSpPr>
        <p:grpSpPr>
          <a:xfrm>
            <a:off x="3571120" y="570508"/>
            <a:ext cx="105455" cy="7887829"/>
            <a:chOff x="0" y="0"/>
            <a:chExt cx="37497" cy="2804685"/>
          </a:xfrm>
        </p:grpSpPr>
        <p:sp>
          <p:nvSpPr>
            <p:cNvPr id="81" name="Freeform 81">
              <a:extLst>
                <a:ext uri="{FF2B5EF4-FFF2-40B4-BE49-F238E27FC236}">
                  <a16:creationId xmlns:a16="http://schemas.microsoft.com/office/drawing/2014/main" id="{FC948927-BA84-0AE7-A67C-2B7F15D4667D}"/>
                </a:ext>
              </a:extLst>
            </p:cNvPr>
            <p:cNvSpPr/>
            <p:nvPr/>
          </p:nvSpPr>
          <p:spPr>
            <a:xfrm>
              <a:off x="0" y="0"/>
              <a:ext cx="37497" cy="2804685"/>
            </a:xfrm>
            <a:custGeom>
              <a:avLst/>
              <a:gdLst/>
              <a:ahLst/>
              <a:cxnLst/>
              <a:rect l="l" t="t" r="r" b="b"/>
              <a:pathLst>
                <a:path w="37497" h="2804685">
                  <a:moveTo>
                    <a:pt x="0" y="0"/>
                  </a:moveTo>
                  <a:lnTo>
                    <a:pt x="37497" y="0"/>
                  </a:lnTo>
                  <a:lnTo>
                    <a:pt x="37497" y="2804685"/>
                  </a:lnTo>
                  <a:lnTo>
                    <a:pt x="0" y="2804685"/>
                  </a:lnTo>
                  <a:close/>
                </a:path>
              </a:pathLst>
            </a:custGeom>
            <a:solidFill>
              <a:srgbClr val="FDFDFD"/>
            </a:solidFill>
            <a:ln w="9525" cap="sq">
              <a:solidFill>
                <a:srgbClr val="000000"/>
              </a:solidFill>
              <a:prstDash val="solid"/>
              <a:miter/>
            </a:ln>
          </p:spPr>
          <p:txBody>
            <a:bodyPr/>
            <a:lstStyle/>
            <a:p>
              <a:endParaRPr lang="en-SG" sz="1088"/>
            </a:p>
          </p:txBody>
        </p:sp>
        <p:sp>
          <p:nvSpPr>
            <p:cNvPr id="82" name="TextBox 82">
              <a:extLst>
                <a:ext uri="{FF2B5EF4-FFF2-40B4-BE49-F238E27FC236}">
                  <a16:creationId xmlns:a16="http://schemas.microsoft.com/office/drawing/2014/main" id="{ED50132F-411A-6E00-543C-E6BE6322C821}"/>
                </a:ext>
              </a:extLst>
            </p:cNvPr>
            <p:cNvSpPr txBox="1"/>
            <p:nvPr/>
          </p:nvSpPr>
          <p:spPr>
            <a:xfrm>
              <a:off x="0" y="-28575"/>
              <a:ext cx="37497" cy="2833260"/>
            </a:xfrm>
            <a:prstGeom prst="rect">
              <a:avLst/>
            </a:prstGeom>
          </p:spPr>
          <p:txBody>
            <a:bodyPr lIns="40638" tIns="40638" rIns="40638" bIns="40638" rtlCol="0" anchor="ctr"/>
            <a:lstStyle/>
            <a:p>
              <a:pPr algn="ctr">
                <a:lnSpc>
                  <a:spcPts val="2016"/>
                </a:lnSpc>
              </a:pPr>
              <a:endParaRPr sz="1088"/>
            </a:p>
          </p:txBody>
        </p:sp>
      </p:grpSp>
      <p:grpSp>
        <p:nvGrpSpPr>
          <p:cNvPr id="83" name="Group 83">
            <a:extLst>
              <a:ext uri="{FF2B5EF4-FFF2-40B4-BE49-F238E27FC236}">
                <a16:creationId xmlns:a16="http://schemas.microsoft.com/office/drawing/2014/main" id="{322CF6CF-2E0D-DC36-D775-52AC933C52B6}"/>
              </a:ext>
            </a:extLst>
          </p:cNvPr>
          <p:cNvGrpSpPr/>
          <p:nvPr/>
        </p:nvGrpSpPr>
        <p:grpSpPr>
          <a:xfrm>
            <a:off x="3571122" y="2206140"/>
            <a:ext cx="99056" cy="1284383"/>
            <a:chOff x="0" y="0"/>
            <a:chExt cx="35221" cy="456690"/>
          </a:xfrm>
        </p:grpSpPr>
        <p:sp>
          <p:nvSpPr>
            <p:cNvPr id="84" name="Freeform 84">
              <a:extLst>
                <a:ext uri="{FF2B5EF4-FFF2-40B4-BE49-F238E27FC236}">
                  <a16:creationId xmlns:a16="http://schemas.microsoft.com/office/drawing/2014/main" id="{0F696B9C-92F3-15C1-A526-744673489F75}"/>
                </a:ext>
              </a:extLst>
            </p:cNvPr>
            <p:cNvSpPr/>
            <p:nvPr/>
          </p:nvSpPr>
          <p:spPr>
            <a:xfrm>
              <a:off x="0" y="0"/>
              <a:ext cx="35221" cy="456690"/>
            </a:xfrm>
            <a:custGeom>
              <a:avLst/>
              <a:gdLst/>
              <a:ahLst/>
              <a:cxnLst/>
              <a:rect l="l" t="t" r="r" b="b"/>
              <a:pathLst>
                <a:path w="35221" h="456690">
                  <a:moveTo>
                    <a:pt x="0" y="0"/>
                  </a:moveTo>
                  <a:lnTo>
                    <a:pt x="35221" y="0"/>
                  </a:lnTo>
                  <a:lnTo>
                    <a:pt x="35221" y="456690"/>
                  </a:lnTo>
                  <a:lnTo>
                    <a:pt x="0" y="456690"/>
                  </a:lnTo>
                  <a:close/>
                </a:path>
              </a:pathLst>
            </a:custGeom>
            <a:solidFill>
              <a:srgbClr val="F34336"/>
            </a:solidFill>
            <a:ln cap="sq">
              <a:noFill/>
              <a:prstDash val="solid"/>
              <a:miter/>
            </a:ln>
          </p:spPr>
          <p:txBody>
            <a:bodyPr/>
            <a:lstStyle/>
            <a:p>
              <a:endParaRPr lang="en-SG" sz="1088"/>
            </a:p>
          </p:txBody>
        </p:sp>
        <p:sp>
          <p:nvSpPr>
            <p:cNvPr id="85" name="TextBox 85">
              <a:extLst>
                <a:ext uri="{FF2B5EF4-FFF2-40B4-BE49-F238E27FC236}">
                  <a16:creationId xmlns:a16="http://schemas.microsoft.com/office/drawing/2014/main" id="{8E30DD99-6212-DF0E-62DD-C7A48C340030}"/>
                </a:ext>
              </a:extLst>
            </p:cNvPr>
            <p:cNvSpPr txBox="1"/>
            <p:nvPr/>
          </p:nvSpPr>
          <p:spPr>
            <a:xfrm>
              <a:off x="0" y="-28575"/>
              <a:ext cx="35221" cy="485265"/>
            </a:xfrm>
            <a:prstGeom prst="rect">
              <a:avLst/>
            </a:prstGeom>
          </p:spPr>
          <p:txBody>
            <a:bodyPr lIns="40638" tIns="40638" rIns="40638" bIns="40638" rtlCol="0" anchor="ctr"/>
            <a:lstStyle/>
            <a:p>
              <a:pPr algn="ctr">
                <a:lnSpc>
                  <a:spcPts val="2016"/>
                </a:lnSpc>
              </a:pPr>
              <a:endParaRPr sz="1088"/>
            </a:p>
          </p:txBody>
        </p:sp>
      </p:grpSp>
      <p:grpSp>
        <p:nvGrpSpPr>
          <p:cNvPr id="86" name="Group 86">
            <a:extLst>
              <a:ext uri="{FF2B5EF4-FFF2-40B4-BE49-F238E27FC236}">
                <a16:creationId xmlns:a16="http://schemas.microsoft.com/office/drawing/2014/main" id="{9DA1D99E-4CFC-BDA3-EA3D-E0E5A8EEBF56}"/>
              </a:ext>
            </a:extLst>
          </p:cNvPr>
          <p:cNvGrpSpPr/>
          <p:nvPr/>
        </p:nvGrpSpPr>
        <p:grpSpPr>
          <a:xfrm>
            <a:off x="3571120" y="572833"/>
            <a:ext cx="105455" cy="304554"/>
            <a:chOff x="0" y="0"/>
            <a:chExt cx="37497" cy="108291"/>
          </a:xfrm>
        </p:grpSpPr>
        <p:sp>
          <p:nvSpPr>
            <p:cNvPr id="87" name="Freeform 87">
              <a:extLst>
                <a:ext uri="{FF2B5EF4-FFF2-40B4-BE49-F238E27FC236}">
                  <a16:creationId xmlns:a16="http://schemas.microsoft.com/office/drawing/2014/main" id="{5362A993-1FEF-859D-039D-4A8F122305B1}"/>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88" name="TextBox 88">
              <a:extLst>
                <a:ext uri="{FF2B5EF4-FFF2-40B4-BE49-F238E27FC236}">
                  <a16:creationId xmlns:a16="http://schemas.microsoft.com/office/drawing/2014/main" id="{70593A54-2F28-8FC5-459C-7D54E537E24C}"/>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89" name="Group 89">
            <a:extLst>
              <a:ext uri="{FF2B5EF4-FFF2-40B4-BE49-F238E27FC236}">
                <a16:creationId xmlns:a16="http://schemas.microsoft.com/office/drawing/2014/main" id="{F94B72FA-72A3-9C42-9F24-15AC1890BF21}"/>
              </a:ext>
            </a:extLst>
          </p:cNvPr>
          <p:cNvGrpSpPr/>
          <p:nvPr/>
        </p:nvGrpSpPr>
        <p:grpSpPr>
          <a:xfrm>
            <a:off x="3571120" y="7100511"/>
            <a:ext cx="105455" cy="304554"/>
            <a:chOff x="0" y="0"/>
            <a:chExt cx="37497" cy="108291"/>
          </a:xfrm>
        </p:grpSpPr>
        <p:sp>
          <p:nvSpPr>
            <p:cNvPr id="90" name="Freeform 90">
              <a:extLst>
                <a:ext uri="{FF2B5EF4-FFF2-40B4-BE49-F238E27FC236}">
                  <a16:creationId xmlns:a16="http://schemas.microsoft.com/office/drawing/2014/main" id="{B5ADDDBA-F3E1-DF73-7A7F-510834527A5B}"/>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91" name="TextBox 91">
              <a:extLst>
                <a:ext uri="{FF2B5EF4-FFF2-40B4-BE49-F238E27FC236}">
                  <a16:creationId xmlns:a16="http://schemas.microsoft.com/office/drawing/2014/main" id="{D6744E5F-9C94-4AF8-136A-2D112AD3D93B}"/>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92" name="Group 92">
            <a:extLst>
              <a:ext uri="{FF2B5EF4-FFF2-40B4-BE49-F238E27FC236}">
                <a16:creationId xmlns:a16="http://schemas.microsoft.com/office/drawing/2014/main" id="{4A44CB26-4920-DEC1-82EB-42042E85DAF7}"/>
              </a:ext>
            </a:extLst>
          </p:cNvPr>
          <p:cNvGrpSpPr/>
          <p:nvPr/>
        </p:nvGrpSpPr>
        <p:grpSpPr>
          <a:xfrm>
            <a:off x="3592699" y="675840"/>
            <a:ext cx="83877" cy="73393"/>
            <a:chOff x="0" y="0"/>
            <a:chExt cx="812800" cy="711200"/>
          </a:xfrm>
        </p:grpSpPr>
        <p:sp>
          <p:nvSpPr>
            <p:cNvPr id="93" name="Freeform 93">
              <a:extLst>
                <a:ext uri="{FF2B5EF4-FFF2-40B4-BE49-F238E27FC236}">
                  <a16:creationId xmlns:a16="http://schemas.microsoft.com/office/drawing/2014/main" id="{891C55C1-7989-16C8-5994-1B358AD9CFC0}"/>
                </a:ext>
              </a:extLst>
            </p:cNvPr>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34336"/>
            </a:solidFill>
          </p:spPr>
          <p:txBody>
            <a:bodyPr/>
            <a:lstStyle/>
            <a:p>
              <a:endParaRPr lang="en-SG" sz="1088"/>
            </a:p>
          </p:txBody>
        </p:sp>
        <p:sp>
          <p:nvSpPr>
            <p:cNvPr id="94" name="TextBox 94">
              <a:extLst>
                <a:ext uri="{FF2B5EF4-FFF2-40B4-BE49-F238E27FC236}">
                  <a16:creationId xmlns:a16="http://schemas.microsoft.com/office/drawing/2014/main" id="{D7E6A8B0-3445-CD80-1CBA-FD990973CDC0}"/>
                </a:ext>
              </a:extLst>
            </p:cNvPr>
            <p:cNvSpPr txBox="1"/>
            <p:nvPr/>
          </p:nvSpPr>
          <p:spPr>
            <a:xfrm>
              <a:off x="127000" y="301625"/>
              <a:ext cx="558800" cy="358775"/>
            </a:xfrm>
            <a:prstGeom prst="rect">
              <a:avLst/>
            </a:prstGeom>
          </p:spPr>
          <p:txBody>
            <a:bodyPr lIns="40638" tIns="40638" rIns="40638" bIns="40638" rtlCol="0" anchor="ctr"/>
            <a:lstStyle/>
            <a:p>
              <a:pPr algn="ctr">
                <a:lnSpc>
                  <a:spcPts val="2016"/>
                </a:lnSpc>
              </a:pPr>
              <a:endParaRPr sz="1088"/>
            </a:p>
          </p:txBody>
        </p:sp>
      </p:grpSp>
      <p:grpSp>
        <p:nvGrpSpPr>
          <p:cNvPr id="95" name="Group 95">
            <a:extLst>
              <a:ext uri="{FF2B5EF4-FFF2-40B4-BE49-F238E27FC236}">
                <a16:creationId xmlns:a16="http://schemas.microsoft.com/office/drawing/2014/main" id="{E9648282-212D-74E0-BF70-D51E95B2D3B4}"/>
              </a:ext>
            </a:extLst>
          </p:cNvPr>
          <p:cNvGrpSpPr/>
          <p:nvPr/>
        </p:nvGrpSpPr>
        <p:grpSpPr>
          <a:xfrm>
            <a:off x="3565641" y="7221617"/>
            <a:ext cx="104535" cy="91468"/>
            <a:chOff x="0" y="0"/>
            <a:chExt cx="812800" cy="711200"/>
          </a:xfrm>
        </p:grpSpPr>
        <p:sp>
          <p:nvSpPr>
            <p:cNvPr id="96" name="Freeform 96">
              <a:extLst>
                <a:ext uri="{FF2B5EF4-FFF2-40B4-BE49-F238E27FC236}">
                  <a16:creationId xmlns:a16="http://schemas.microsoft.com/office/drawing/2014/main" id="{15332323-A64B-E97C-084C-826C9BAAACD0}"/>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97" name="TextBox 97">
              <a:extLst>
                <a:ext uri="{FF2B5EF4-FFF2-40B4-BE49-F238E27FC236}">
                  <a16:creationId xmlns:a16="http://schemas.microsoft.com/office/drawing/2014/main" id="{10731170-A829-B3B7-40C8-8DD04875669A}"/>
                </a:ext>
              </a:extLst>
            </p:cNvPr>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a:p>
          </p:txBody>
        </p:sp>
      </p:grpSp>
      <p:grpSp>
        <p:nvGrpSpPr>
          <p:cNvPr id="98" name="Group 98">
            <a:extLst>
              <a:ext uri="{FF2B5EF4-FFF2-40B4-BE49-F238E27FC236}">
                <a16:creationId xmlns:a16="http://schemas.microsoft.com/office/drawing/2014/main" id="{AD11C972-6D8A-D4BB-9CBF-C14C6243AF97}"/>
              </a:ext>
            </a:extLst>
          </p:cNvPr>
          <p:cNvGrpSpPr/>
          <p:nvPr/>
        </p:nvGrpSpPr>
        <p:grpSpPr>
          <a:xfrm>
            <a:off x="9197536" y="4053339"/>
            <a:ext cx="829153" cy="779169"/>
            <a:chOff x="0" y="0"/>
            <a:chExt cx="1381982" cy="1298672"/>
          </a:xfrm>
        </p:grpSpPr>
        <p:grpSp>
          <p:nvGrpSpPr>
            <p:cNvPr id="99" name="Group 99">
              <a:extLst>
                <a:ext uri="{FF2B5EF4-FFF2-40B4-BE49-F238E27FC236}">
                  <a16:creationId xmlns:a16="http://schemas.microsoft.com/office/drawing/2014/main" id="{C3D82103-A452-42B8-61B5-6D0B94B57F84}"/>
                </a:ext>
              </a:extLst>
            </p:cNvPr>
            <p:cNvGrpSpPr/>
            <p:nvPr/>
          </p:nvGrpSpPr>
          <p:grpSpPr>
            <a:xfrm>
              <a:off x="0" y="0"/>
              <a:ext cx="1195761" cy="1298672"/>
              <a:chOff x="0" y="0"/>
              <a:chExt cx="650486" cy="706469"/>
            </a:xfrm>
          </p:grpSpPr>
          <p:sp>
            <p:nvSpPr>
              <p:cNvPr id="100" name="Freeform 100">
                <a:extLst>
                  <a:ext uri="{FF2B5EF4-FFF2-40B4-BE49-F238E27FC236}">
                    <a16:creationId xmlns:a16="http://schemas.microsoft.com/office/drawing/2014/main" id="{909F5E42-E8BF-6429-0BD8-83FD43CB9A9F}"/>
                  </a:ext>
                </a:extLst>
              </p:cNvPr>
              <p:cNvSpPr/>
              <p:nvPr/>
            </p:nvSpPr>
            <p:spPr>
              <a:xfrm>
                <a:off x="0" y="0"/>
                <a:ext cx="650486" cy="706469"/>
              </a:xfrm>
              <a:custGeom>
                <a:avLst/>
                <a:gdLst/>
                <a:ahLst/>
                <a:cxnLst/>
                <a:rect l="l" t="t" r="r" b="b"/>
                <a:pathLst>
                  <a:path w="650486" h="706469">
                    <a:moveTo>
                      <a:pt x="0" y="0"/>
                    </a:moveTo>
                    <a:lnTo>
                      <a:pt x="650486" y="0"/>
                    </a:lnTo>
                    <a:lnTo>
                      <a:pt x="650486" y="706469"/>
                    </a:lnTo>
                    <a:lnTo>
                      <a:pt x="0" y="706469"/>
                    </a:lnTo>
                    <a:close/>
                  </a:path>
                </a:pathLst>
              </a:custGeom>
              <a:solidFill>
                <a:srgbClr val="FFCEB6">
                  <a:alpha val="38824"/>
                </a:srgbClr>
              </a:solidFill>
            </p:spPr>
            <p:txBody>
              <a:bodyPr/>
              <a:lstStyle/>
              <a:p>
                <a:endParaRPr lang="en-SG" sz="1088"/>
              </a:p>
            </p:txBody>
          </p:sp>
          <p:sp>
            <p:nvSpPr>
              <p:cNvPr id="101" name="TextBox 101">
                <a:extLst>
                  <a:ext uri="{FF2B5EF4-FFF2-40B4-BE49-F238E27FC236}">
                    <a16:creationId xmlns:a16="http://schemas.microsoft.com/office/drawing/2014/main" id="{38282C7B-73A2-697C-C0C2-05F0240A7A20}"/>
                  </a:ext>
                </a:extLst>
              </p:cNvPr>
              <p:cNvSpPr txBox="1"/>
              <p:nvPr/>
            </p:nvSpPr>
            <p:spPr>
              <a:xfrm>
                <a:off x="0" y="-28575"/>
                <a:ext cx="650486" cy="735044"/>
              </a:xfrm>
              <a:prstGeom prst="rect">
                <a:avLst/>
              </a:prstGeom>
            </p:spPr>
            <p:txBody>
              <a:bodyPr lIns="15937" tIns="15937" rIns="15937" bIns="15937" rtlCol="0" anchor="ctr"/>
              <a:lstStyle/>
              <a:p>
                <a:pPr algn="ctr">
                  <a:lnSpc>
                    <a:spcPts val="2016"/>
                  </a:lnSpc>
                </a:pPr>
                <a:endParaRPr sz="1088"/>
              </a:p>
            </p:txBody>
          </p:sp>
        </p:grpSp>
        <p:sp>
          <p:nvSpPr>
            <p:cNvPr id="102" name="Freeform 102">
              <a:extLst>
                <a:ext uri="{FF2B5EF4-FFF2-40B4-BE49-F238E27FC236}">
                  <a16:creationId xmlns:a16="http://schemas.microsoft.com/office/drawing/2014/main" id="{03B4824E-B24F-948A-11D2-4D0B73795659}"/>
                </a:ext>
              </a:extLst>
            </p:cNvPr>
            <p:cNvSpPr/>
            <p:nvPr/>
          </p:nvSpPr>
          <p:spPr>
            <a:xfrm>
              <a:off x="90494" y="89424"/>
              <a:ext cx="163477" cy="199666"/>
            </a:xfrm>
            <a:custGeom>
              <a:avLst/>
              <a:gdLst/>
              <a:ahLst/>
              <a:cxnLst/>
              <a:rect l="l" t="t" r="r" b="b"/>
              <a:pathLst>
                <a:path w="163477" h="199666">
                  <a:moveTo>
                    <a:pt x="0" y="0"/>
                  </a:moveTo>
                  <a:lnTo>
                    <a:pt x="163476" y="0"/>
                  </a:lnTo>
                  <a:lnTo>
                    <a:pt x="163476" y="199666"/>
                  </a:lnTo>
                  <a:lnTo>
                    <a:pt x="0" y="199666"/>
                  </a:lnTo>
                  <a:lnTo>
                    <a:pt x="0" y="0"/>
                  </a:lnTo>
                  <a:close/>
                </a:path>
              </a:pathLst>
            </a:custGeom>
            <a:blipFill>
              <a:blip r:embed="rId34">
                <a:extLst>
                  <a:ext uri="{96DAC541-7B7A-43D3-8B79-37D633B846F1}">
                    <asvg:svgBlip xmlns:asvg="http://schemas.microsoft.com/office/drawing/2016/SVG/main" r:embed="rId35"/>
                  </a:ext>
                </a:extLst>
              </a:blip>
              <a:stretch>
                <a:fillRect/>
              </a:stretch>
            </a:blipFill>
          </p:spPr>
          <p:txBody>
            <a:bodyPr/>
            <a:lstStyle/>
            <a:p>
              <a:endParaRPr lang="en-SG" sz="1088"/>
            </a:p>
          </p:txBody>
        </p:sp>
        <p:sp>
          <p:nvSpPr>
            <p:cNvPr id="103" name="Freeform 103">
              <a:extLst>
                <a:ext uri="{FF2B5EF4-FFF2-40B4-BE49-F238E27FC236}">
                  <a16:creationId xmlns:a16="http://schemas.microsoft.com/office/drawing/2014/main" id="{EEDA917B-049B-339F-D674-E843B3089940}"/>
                </a:ext>
              </a:extLst>
            </p:cNvPr>
            <p:cNvSpPr/>
            <p:nvPr/>
          </p:nvSpPr>
          <p:spPr>
            <a:xfrm>
              <a:off x="8359" y="289090"/>
              <a:ext cx="327746" cy="327746"/>
            </a:xfrm>
            <a:custGeom>
              <a:avLst/>
              <a:gdLst/>
              <a:ahLst/>
              <a:cxnLst/>
              <a:rect l="l" t="t" r="r" b="b"/>
              <a:pathLst>
                <a:path w="327746" h="327746">
                  <a:moveTo>
                    <a:pt x="0" y="0"/>
                  </a:moveTo>
                  <a:lnTo>
                    <a:pt x="327746" y="0"/>
                  </a:lnTo>
                  <a:lnTo>
                    <a:pt x="327746" y="327746"/>
                  </a:lnTo>
                  <a:lnTo>
                    <a:pt x="0" y="327746"/>
                  </a:lnTo>
                  <a:lnTo>
                    <a:pt x="0" y="0"/>
                  </a:lnTo>
                  <a:close/>
                </a:path>
              </a:pathLst>
            </a:custGeom>
            <a:blipFill>
              <a:blip r:embed="rId36">
                <a:extLst>
                  <a:ext uri="{96DAC541-7B7A-43D3-8B79-37D633B846F1}">
                    <asvg:svgBlip xmlns:asvg="http://schemas.microsoft.com/office/drawing/2016/SVG/main" r:embed="rId37"/>
                  </a:ext>
                </a:extLst>
              </a:blip>
              <a:stretch>
                <a:fillRect/>
              </a:stretch>
            </a:blipFill>
          </p:spPr>
          <p:txBody>
            <a:bodyPr/>
            <a:lstStyle/>
            <a:p>
              <a:endParaRPr lang="en-SG" sz="1088"/>
            </a:p>
          </p:txBody>
        </p:sp>
        <p:sp>
          <p:nvSpPr>
            <p:cNvPr id="104" name="Freeform 104">
              <a:extLst>
                <a:ext uri="{FF2B5EF4-FFF2-40B4-BE49-F238E27FC236}">
                  <a16:creationId xmlns:a16="http://schemas.microsoft.com/office/drawing/2014/main" id="{9810EADA-8A02-E163-CD5C-93403A220B3E}"/>
                </a:ext>
              </a:extLst>
            </p:cNvPr>
            <p:cNvSpPr/>
            <p:nvPr/>
          </p:nvSpPr>
          <p:spPr>
            <a:xfrm>
              <a:off x="30009" y="681860"/>
              <a:ext cx="284447" cy="227913"/>
            </a:xfrm>
            <a:custGeom>
              <a:avLst/>
              <a:gdLst/>
              <a:ahLst/>
              <a:cxnLst/>
              <a:rect l="l" t="t" r="r" b="b"/>
              <a:pathLst>
                <a:path w="284447" h="227913">
                  <a:moveTo>
                    <a:pt x="0" y="0"/>
                  </a:moveTo>
                  <a:lnTo>
                    <a:pt x="284446" y="0"/>
                  </a:lnTo>
                  <a:lnTo>
                    <a:pt x="284446" y="227913"/>
                  </a:lnTo>
                  <a:lnTo>
                    <a:pt x="0" y="227913"/>
                  </a:lnTo>
                  <a:lnTo>
                    <a:pt x="0" y="0"/>
                  </a:lnTo>
                  <a:close/>
                </a:path>
              </a:pathLst>
            </a:custGeom>
            <a:blipFill>
              <a:blip r:embed="rId38">
                <a:extLst>
                  <a:ext uri="{96DAC541-7B7A-43D3-8B79-37D633B846F1}">
                    <asvg:svgBlip xmlns:asvg="http://schemas.microsoft.com/office/drawing/2016/SVG/main" r:embed="rId39"/>
                  </a:ext>
                </a:extLst>
              </a:blip>
              <a:stretch>
                <a:fillRect/>
              </a:stretch>
            </a:blipFill>
          </p:spPr>
          <p:txBody>
            <a:bodyPr/>
            <a:lstStyle/>
            <a:p>
              <a:endParaRPr lang="en-SG" sz="1088"/>
            </a:p>
          </p:txBody>
        </p:sp>
        <p:sp>
          <p:nvSpPr>
            <p:cNvPr id="105" name="Freeform 105">
              <a:extLst>
                <a:ext uri="{FF2B5EF4-FFF2-40B4-BE49-F238E27FC236}">
                  <a16:creationId xmlns:a16="http://schemas.microsoft.com/office/drawing/2014/main" id="{86E74A56-3D1B-BD30-890B-7E3F96DECB08}"/>
                </a:ext>
              </a:extLst>
            </p:cNvPr>
            <p:cNvSpPr/>
            <p:nvPr/>
          </p:nvSpPr>
          <p:spPr>
            <a:xfrm>
              <a:off x="72049" y="974796"/>
              <a:ext cx="181921" cy="240160"/>
            </a:xfrm>
            <a:custGeom>
              <a:avLst/>
              <a:gdLst/>
              <a:ahLst/>
              <a:cxnLst/>
              <a:rect l="l" t="t" r="r" b="b"/>
              <a:pathLst>
                <a:path w="181921" h="240160">
                  <a:moveTo>
                    <a:pt x="0" y="0"/>
                  </a:moveTo>
                  <a:lnTo>
                    <a:pt x="181921" y="0"/>
                  </a:lnTo>
                  <a:lnTo>
                    <a:pt x="181921" y="240161"/>
                  </a:lnTo>
                  <a:lnTo>
                    <a:pt x="0" y="240161"/>
                  </a:lnTo>
                  <a:lnTo>
                    <a:pt x="0" y="0"/>
                  </a:lnTo>
                  <a:close/>
                </a:path>
              </a:pathLst>
            </a:custGeom>
            <a:blipFill>
              <a:blip r:embed="rId40">
                <a:extLst>
                  <a:ext uri="{96DAC541-7B7A-43D3-8B79-37D633B846F1}">
                    <asvg:svgBlip xmlns:asvg="http://schemas.microsoft.com/office/drawing/2016/SVG/main" r:embed="rId41"/>
                  </a:ext>
                </a:extLst>
              </a:blip>
              <a:stretch>
                <a:fillRect/>
              </a:stretch>
            </a:blipFill>
          </p:spPr>
          <p:txBody>
            <a:bodyPr/>
            <a:lstStyle/>
            <a:p>
              <a:endParaRPr lang="en-SG" sz="1088"/>
            </a:p>
          </p:txBody>
        </p:sp>
        <p:sp>
          <p:nvSpPr>
            <p:cNvPr id="106" name="TextBox 106">
              <a:extLst>
                <a:ext uri="{FF2B5EF4-FFF2-40B4-BE49-F238E27FC236}">
                  <a16:creationId xmlns:a16="http://schemas.microsoft.com/office/drawing/2014/main" id="{60D34E3B-F8FF-B5D5-82D2-AF1996F80FBC}"/>
                </a:ext>
              </a:extLst>
            </p:cNvPr>
            <p:cNvSpPr txBox="1"/>
            <p:nvPr/>
          </p:nvSpPr>
          <p:spPr>
            <a:xfrm>
              <a:off x="460225" y="955747"/>
              <a:ext cx="596473"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Others</a:t>
              </a:r>
            </a:p>
          </p:txBody>
        </p:sp>
        <p:sp>
          <p:nvSpPr>
            <p:cNvPr id="107" name="TextBox 107">
              <a:extLst>
                <a:ext uri="{FF2B5EF4-FFF2-40B4-BE49-F238E27FC236}">
                  <a16:creationId xmlns:a16="http://schemas.microsoft.com/office/drawing/2014/main" id="{A0FBE920-4EB0-662E-1A58-31729DA0EE08}"/>
                </a:ext>
              </a:extLst>
            </p:cNvPr>
            <p:cNvSpPr txBox="1"/>
            <p:nvPr/>
          </p:nvSpPr>
          <p:spPr>
            <a:xfrm>
              <a:off x="460225" y="48570"/>
              <a:ext cx="921757"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Dining</a:t>
              </a:r>
            </a:p>
          </p:txBody>
        </p:sp>
        <p:sp>
          <p:nvSpPr>
            <p:cNvPr id="108" name="TextBox 108">
              <a:extLst>
                <a:ext uri="{FF2B5EF4-FFF2-40B4-BE49-F238E27FC236}">
                  <a16:creationId xmlns:a16="http://schemas.microsoft.com/office/drawing/2014/main" id="{BC1CCFA2-BDE2-55C1-F0B7-58A4824B2523}"/>
                </a:ext>
              </a:extLst>
            </p:cNvPr>
            <p:cNvSpPr txBox="1"/>
            <p:nvPr/>
          </p:nvSpPr>
          <p:spPr>
            <a:xfrm>
              <a:off x="460972" y="362219"/>
              <a:ext cx="460132"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Rides</a:t>
              </a:r>
            </a:p>
          </p:txBody>
        </p:sp>
        <p:grpSp>
          <p:nvGrpSpPr>
            <p:cNvPr id="109" name="Group 109">
              <a:extLst>
                <a:ext uri="{FF2B5EF4-FFF2-40B4-BE49-F238E27FC236}">
                  <a16:creationId xmlns:a16="http://schemas.microsoft.com/office/drawing/2014/main" id="{43364F11-6E40-F201-E51F-B499F422DA1E}"/>
                </a:ext>
              </a:extLst>
            </p:cNvPr>
            <p:cNvGrpSpPr/>
            <p:nvPr/>
          </p:nvGrpSpPr>
          <p:grpSpPr>
            <a:xfrm>
              <a:off x="7598" y="10649"/>
              <a:ext cx="1188163" cy="307120"/>
              <a:chOff x="0" y="0"/>
              <a:chExt cx="253475" cy="65519"/>
            </a:xfrm>
          </p:grpSpPr>
          <p:sp>
            <p:nvSpPr>
              <p:cNvPr id="110" name="Freeform 110">
                <a:extLst>
                  <a:ext uri="{FF2B5EF4-FFF2-40B4-BE49-F238E27FC236}">
                    <a16:creationId xmlns:a16="http://schemas.microsoft.com/office/drawing/2014/main" id="{B979DE80-4B62-A5EA-01BE-66C932A899CA}"/>
                  </a:ext>
                </a:extLst>
              </p:cNvPr>
              <p:cNvSpPr/>
              <p:nvPr/>
            </p:nvSpPr>
            <p:spPr>
              <a:xfrm>
                <a:off x="0" y="0"/>
                <a:ext cx="253475" cy="65519"/>
              </a:xfrm>
              <a:custGeom>
                <a:avLst/>
                <a:gdLst/>
                <a:ahLst/>
                <a:cxnLst/>
                <a:rect l="l" t="t" r="r" b="b"/>
                <a:pathLst>
                  <a:path w="253475" h="65519">
                    <a:moveTo>
                      <a:pt x="0" y="0"/>
                    </a:moveTo>
                    <a:lnTo>
                      <a:pt x="253475" y="0"/>
                    </a:lnTo>
                    <a:lnTo>
                      <a:pt x="253475" y="65519"/>
                    </a:lnTo>
                    <a:lnTo>
                      <a:pt x="0" y="65519"/>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11" name="TextBox 111">
                <a:extLst>
                  <a:ext uri="{FF2B5EF4-FFF2-40B4-BE49-F238E27FC236}">
                    <a16:creationId xmlns:a16="http://schemas.microsoft.com/office/drawing/2014/main" id="{DC87B91F-2075-86E6-81C8-1006F69FE96C}"/>
                  </a:ext>
                </a:extLst>
              </p:cNvPr>
              <p:cNvSpPr txBox="1"/>
              <p:nvPr/>
            </p:nvSpPr>
            <p:spPr>
              <a:xfrm>
                <a:off x="0" y="-28575"/>
                <a:ext cx="253475" cy="94094"/>
              </a:xfrm>
              <a:prstGeom prst="rect">
                <a:avLst/>
              </a:prstGeom>
            </p:spPr>
            <p:txBody>
              <a:bodyPr lIns="40638" tIns="40638" rIns="40638" bIns="40638" rtlCol="0" anchor="ctr"/>
              <a:lstStyle/>
              <a:p>
                <a:pPr algn="ctr">
                  <a:lnSpc>
                    <a:spcPts val="2016"/>
                  </a:lnSpc>
                </a:pPr>
                <a:endParaRPr sz="1088"/>
              </a:p>
            </p:txBody>
          </p:sp>
        </p:grpSp>
        <p:sp>
          <p:nvSpPr>
            <p:cNvPr id="112" name="TextBox 112">
              <a:extLst>
                <a:ext uri="{FF2B5EF4-FFF2-40B4-BE49-F238E27FC236}">
                  <a16:creationId xmlns:a16="http://schemas.microsoft.com/office/drawing/2014/main" id="{0744DC90-B0F2-2538-2515-3C58130F5502}"/>
                </a:ext>
              </a:extLst>
            </p:cNvPr>
            <p:cNvSpPr txBox="1"/>
            <p:nvPr/>
          </p:nvSpPr>
          <p:spPr>
            <a:xfrm>
              <a:off x="460225" y="662811"/>
              <a:ext cx="525250"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Shows</a:t>
              </a:r>
            </a:p>
          </p:txBody>
        </p:sp>
        <p:grpSp>
          <p:nvGrpSpPr>
            <p:cNvPr id="113" name="Group 113">
              <a:extLst>
                <a:ext uri="{FF2B5EF4-FFF2-40B4-BE49-F238E27FC236}">
                  <a16:creationId xmlns:a16="http://schemas.microsoft.com/office/drawing/2014/main" id="{33F3E919-14AF-1964-048F-E680BA7FFC72}"/>
                </a:ext>
              </a:extLst>
            </p:cNvPr>
            <p:cNvGrpSpPr/>
            <p:nvPr/>
          </p:nvGrpSpPr>
          <p:grpSpPr>
            <a:xfrm>
              <a:off x="8359" y="299404"/>
              <a:ext cx="1188163" cy="307120"/>
              <a:chOff x="0" y="0"/>
              <a:chExt cx="253475" cy="65519"/>
            </a:xfrm>
          </p:grpSpPr>
          <p:sp>
            <p:nvSpPr>
              <p:cNvPr id="114" name="Freeform 114">
                <a:extLst>
                  <a:ext uri="{FF2B5EF4-FFF2-40B4-BE49-F238E27FC236}">
                    <a16:creationId xmlns:a16="http://schemas.microsoft.com/office/drawing/2014/main" id="{CB12EEDF-DB30-15C9-6FC4-FA51AFC4CA87}"/>
                  </a:ext>
                </a:extLst>
              </p:cNvPr>
              <p:cNvSpPr/>
              <p:nvPr/>
            </p:nvSpPr>
            <p:spPr>
              <a:xfrm>
                <a:off x="0" y="0"/>
                <a:ext cx="253475" cy="65519"/>
              </a:xfrm>
              <a:custGeom>
                <a:avLst/>
                <a:gdLst/>
                <a:ahLst/>
                <a:cxnLst/>
                <a:rect l="l" t="t" r="r" b="b"/>
                <a:pathLst>
                  <a:path w="253475" h="65519">
                    <a:moveTo>
                      <a:pt x="0" y="0"/>
                    </a:moveTo>
                    <a:lnTo>
                      <a:pt x="253475" y="0"/>
                    </a:lnTo>
                    <a:lnTo>
                      <a:pt x="253475" y="65519"/>
                    </a:lnTo>
                    <a:lnTo>
                      <a:pt x="0" y="65519"/>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15" name="TextBox 115">
                <a:extLst>
                  <a:ext uri="{FF2B5EF4-FFF2-40B4-BE49-F238E27FC236}">
                    <a16:creationId xmlns:a16="http://schemas.microsoft.com/office/drawing/2014/main" id="{3EB4E9FC-02B8-1F46-0FC1-8B14C4330D62}"/>
                  </a:ext>
                </a:extLst>
              </p:cNvPr>
              <p:cNvSpPr txBox="1"/>
              <p:nvPr/>
            </p:nvSpPr>
            <p:spPr>
              <a:xfrm>
                <a:off x="0" y="-28575"/>
                <a:ext cx="253475" cy="94094"/>
              </a:xfrm>
              <a:prstGeom prst="rect">
                <a:avLst/>
              </a:prstGeom>
            </p:spPr>
            <p:txBody>
              <a:bodyPr lIns="40638" tIns="40638" rIns="40638" bIns="40638" rtlCol="0" anchor="ctr"/>
              <a:lstStyle/>
              <a:p>
                <a:pPr algn="ctr">
                  <a:lnSpc>
                    <a:spcPts val="2016"/>
                  </a:lnSpc>
                </a:pPr>
                <a:endParaRPr sz="1088"/>
              </a:p>
            </p:txBody>
          </p:sp>
        </p:grpSp>
        <p:grpSp>
          <p:nvGrpSpPr>
            <p:cNvPr id="116" name="Group 116">
              <a:extLst>
                <a:ext uri="{FF2B5EF4-FFF2-40B4-BE49-F238E27FC236}">
                  <a16:creationId xmlns:a16="http://schemas.microsoft.com/office/drawing/2014/main" id="{614F46B9-A33D-8EC4-089E-730D9FB465EC}"/>
                </a:ext>
              </a:extLst>
            </p:cNvPr>
            <p:cNvGrpSpPr/>
            <p:nvPr/>
          </p:nvGrpSpPr>
          <p:grpSpPr>
            <a:xfrm>
              <a:off x="8359" y="589938"/>
              <a:ext cx="1188163" cy="332535"/>
              <a:chOff x="0" y="0"/>
              <a:chExt cx="253475" cy="70941"/>
            </a:xfrm>
          </p:grpSpPr>
          <p:sp>
            <p:nvSpPr>
              <p:cNvPr id="117" name="Freeform 117">
                <a:extLst>
                  <a:ext uri="{FF2B5EF4-FFF2-40B4-BE49-F238E27FC236}">
                    <a16:creationId xmlns:a16="http://schemas.microsoft.com/office/drawing/2014/main" id="{A0FEFD4C-64EC-436A-F749-88F3CA14E37F}"/>
                  </a:ext>
                </a:extLst>
              </p:cNvPr>
              <p:cNvSpPr/>
              <p:nvPr/>
            </p:nvSpPr>
            <p:spPr>
              <a:xfrm>
                <a:off x="0" y="0"/>
                <a:ext cx="253475" cy="70941"/>
              </a:xfrm>
              <a:custGeom>
                <a:avLst/>
                <a:gdLst/>
                <a:ahLst/>
                <a:cxnLst/>
                <a:rect l="l" t="t" r="r" b="b"/>
                <a:pathLst>
                  <a:path w="253475" h="70941">
                    <a:moveTo>
                      <a:pt x="0" y="0"/>
                    </a:moveTo>
                    <a:lnTo>
                      <a:pt x="253475" y="0"/>
                    </a:lnTo>
                    <a:lnTo>
                      <a:pt x="253475" y="70941"/>
                    </a:lnTo>
                    <a:lnTo>
                      <a:pt x="0" y="70941"/>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18" name="TextBox 118">
                <a:extLst>
                  <a:ext uri="{FF2B5EF4-FFF2-40B4-BE49-F238E27FC236}">
                    <a16:creationId xmlns:a16="http://schemas.microsoft.com/office/drawing/2014/main" id="{B04801C9-3359-F78E-0304-F03C52EA98BB}"/>
                  </a:ext>
                </a:extLst>
              </p:cNvPr>
              <p:cNvSpPr txBox="1"/>
              <p:nvPr/>
            </p:nvSpPr>
            <p:spPr>
              <a:xfrm>
                <a:off x="0" y="-28575"/>
                <a:ext cx="253475" cy="99516"/>
              </a:xfrm>
              <a:prstGeom prst="rect">
                <a:avLst/>
              </a:prstGeom>
            </p:spPr>
            <p:txBody>
              <a:bodyPr lIns="40638" tIns="40638" rIns="40638" bIns="40638" rtlCol="0" anchor="ctr"/>
              <a:lstStyle/>
              <a:p>
                <a:pPr algn="ctr">
                  <a:lnSpc>
                    <a:spcPts val="2016"/>
                  </a:lnSpc>
                </a:pPr>
                <a:endParaRPr sz="1088"/>
              </a:p>
            </p:txBody>
          </p:sp>
        </p:grpSp>
        <p:grpSp>
          <p:nvGrpSpPr>
            <p:cNvPr id="119" name="Group 119">
              <a:extLst>
                <a:ext uri="{FF2B5EF4-FFF2-40B4-BE49-F238E27FC236}">
                  <a16:creationId xmlns:a16="http://schemas.microsoft.com/office/drawing/2014/main" id="{6B444B08-6ADC-38A1-45F8-902296FD1645}"/>
                </a:ext>
              </a:extLst>
            </p:cNvPr>
            <p:cNvGrpSpPr/>
            <p:nvPr/>
          </p:nvGrpSpPr>
          <p:grpSpPr>
            <a:xfrm>
              <a:off x="8359" y="907837"/>
              <a:ext cx="1188163" cy="390835"/>
              <a:chOff x="0" y="0"/>
              <a:chExt cx="253475" cy="83378"/>
            </a:xfrm>
          </p:grpSpPr>
          <p:sp>
            <p:nvSpPr>
              <p:cNvPr id="120" name="Freeform 120">
                <a:extLst>
                  <a:ext uri="{FF2B5EF4-FFF2-40B4-BE49-F238E27FC236}">
                    <a16:creationId xmlns:a16="http://schemas.microsoft.com/office/drawing/2014/main" id="{83C03E63-C696-40E2-7459-2833A24ACDA8}"/>
                  </a:ext>
                </a:extLst>
              </p:cNvPr>
              <p:cNvSpPr/>
              <p:nvPr/>
            </p:nvSpPr>
            <p:spPr>
              <a:xfrm>
                <a:off x="0" y="0"/>
                <a:ext cx="253475" cy="83378"/>
              </a:xfrm>
              <a:custGeom>
                <a:avLst/>
                <a:gdLst/>
                <a:ahLst/>
                <a:cxnLst/>
                <a:rect l="l" t="t" r="r" b="b"/>
                <a:pathLst>
                  <a:path w="253475" h="83378">
                    <a:moveTo>
                      <a:pt x="0" y="0"/>
                    </a:moveTo>
                    <a:lnTo>
                      <a:pt x="253475" y="0"/>
                    </a:lnTo>
                    <a:lnTo>
                      <a:pt x="253475" y="83378"/>
                    </a:lnTo>
                    <a:lnTo>
                      <a:pt x="0" y="83378"/>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21" name="TextBox 121">
                <a:extLst>
                  <a:ext uri="{FF2B5EF4-FFF2-40B4-BE49-F238E27FC236}">
                    <a16:creationId xmlns:a16="http://schemas.microsoft.com/office/drawing/2014/main" id="{6031F500-2215-10EC-F167-19F63D7BCD47}"/>
                  </a:ext>
                </a:extLst>
              </p:cNvPr>
              <p:cNvSpPr txBox="1"/>
              <p:nvPr/>
            </p:nvSpPr>
            <p:spPr>
              <a:xfrm>
                <a:off x="0" y="-28575"/>
                <a:ext cx="253475" cy="111953"/>
              </a:xfrm>
              <a:prstGeom prst="rect">
                <a:avLst/>
              </a:prstGeom>
            </p:spPr>
            <p:txBody>
              <a:bodyPr lIns="40638" tIns="40638" rIns="40638" bIns="40638" rtlCol="0" anchor="ctr"/>
              <a:lstStyle/>
              <a:p>
                <a:pPr algn="ctr">
                  <a:lnSpc>
                    <a:spcPts val="2016"/>
                  </a:lnSpc>
                </a:pPr>
                <a:endParaRPr sz="1088"/>
              </a:p>
            </p:txBody>
          </p:sp>
        </p:grpSp>
      </p:grpSp>
      <p:grpSp>
        <p:nvGrpSpPr>
          <p:cNvPr id="122" name="Group 122">
            <a:extLst>
              <a:ext uri="{FF2B5EF4-FFF2-40B4-BE49-F238E27FC236}">
                <a16:creationId xmlns:a16="http://schemas.microsoft.com/office/drawing/2014/main" id="{337309D2-84C4-A6DA-634A-90B45667E31C}"/>
              </a:ext>
            </a:extLst>
          </p:cNvPr>
          <p:cNvGrpSpPr/>
          <p:nvPr/>
        </p:nvGrpSpPr>
        <p:grpSpPr>
          <a:xfrm>
            <a:off x="5492559" y="5707549"/>
            <a:ext cx="1533283" cy="422129"/>
            <a:chOff x="0" y="0"/>
            <a:chExt cx="545191" cy="150097"/>
          </a:xfrm>
        </p:grpSpPr>
        <p:sp>
          <p:nvSpPr>
            <p:cNvPr id="123" name="Freeform 123">
              <a:extLst>
                <a:ext uri="{FF2B5EF4-FFF2-40B4-BE49-F238E27FC236}">
                  <a16:creationId xmlns:a16="http://schemas.microsoft.com/office/drawing/2014/main" id="{1110239B-590D-1601-95AB-69A97A1358F1}"/>
                </a:ext>
              </a:extLst>
            </p:cNvPr>
            <p:cNvSpPr/>
            <p:nvPr/>
          </p:nvSpPr>
          <p:spPr>
            <a:xfrm>
              <a:off x="0" y="0"/>
              <a:ext cx="545191" cy="150097"/>
            </a:xfrm>
            <a:custGeom>
              <a:avLst/>
              <a:gdLst/>
              <a:ahLst/>
              <a:cxnLst/>
              <a:rect l="l" t="t" r="r" b="b"/>
              <a:pathLst>
                <a:path w="545191" h="150097">
                  <a:moveTo>
                    <a:pt x="75049" y="0"/>
                  </a:moveTo>
                  <a:lnTo>
                    <a:pt x="470143" y="0"/>
                  </a:lnTo>
                  <a:cubicBezTo>
                    <a:pt x="511591" y="0"/>
                    <a:pt x="545191" y="33600"/>
                    <a:pt x="545191" y="75049"/>
                  </a:cubicBezTo>
                  <a:lnTo>
                    <a:pt x="545191" y="75049"/>
                  </a:lnTo>
                  <a:cubicBezTo>
                    <a:pt x="545191" y="94953"/>
                    <a:pt x="537284" y="114042"/>
                    <a:pt x="523210" y="128116"/>
                  </a:cubicBezTo>
                  <a:cubicBezTo>
                    <a:pt x="509136" y="142190"/>
                    <a:pt x="490047" y="150097"/>
                    <a:pt x="470143" y="150097"/>
                  </a:cubicBezTo>
                  <a:lnTo>
                    <a:pt x="75049" y="150097"/>
                  </a:lnTo>
                  <a:cubicBezTo>
                    <a:pt x="33600" y="150097"/>
                    <a:pt x="0" y="116497"/>
                    <a:pt x="0" y="75049"/>
                  </a:cubicBezTo>
                  <a:lnTo>
                    <a:pt x="0" y="75049"/>
                  </a:lnTo>
                  <a:cubicBezTo>
                    <a:pt x="0" y="33600"/>
                    <a:pt x="33600" y="0"/>
                    <a:pt x="75049" y="0"/>
                  </a:cubicBezTo>
                  <a:close/>
                </a:path>
              </a:pathLst>
            </a:custGeom>
            <a:solidFill>
              <a:srgbClr val="FFBB54">
                <a:alpha val="0"/>
              </a:srgbClr>
            </a:solidFill>
            <a:ln w="9525" cap="sq">
              <a:solidFill>
                <a:srgbClr val="EF5E3B">
                  <a:alpha val="0"/>
                </a:srgbClr>
              </a:solidFill>
              <a:prstDash val="solid"/>
              <a:miter/>
            </a:ln>
          </p:spPr>
          <p:txBody>
            <a:bodyPr/>
            <a:lstStyle/>
            <a:p>
              <a:endParaRPr lang="en-SG" sz="1088"/>
            </a:p>
          </p:txBody>
        </p:sp>
        <p:sp>
          <p:nvSpPr>
            <p:cNvPr id="124" name="TextBox 124">
              <a:extLst>
                <a:ext uri="{FF2B5EF4-FFF2-40B4-BE49-F238E27FC236}">
                  <a16:creationId xmlns:a16="http://schemas.microsoft.com/office/drawing/2014/main" id="{EB272751-C211-EFD6-8F51-E2DC5F329201}"/>
                </a:ext>
              </a:extLst>
            </p:cNvPr>
            <p:cNvSpPr txBox="1"/>
            <p:nvPr/>
          </p:nvSpPr>
          <p:spPr>
            <a:xfrm>
              <a:off x="0" y="-28575"/>
              <a:ext cx="545191" cy="178672"/>
            </a:xfrm>
            <a:prstGeom prst="rect">
              <a:avLst/>
            </a:prstGeom>
          </p:spPr>
          <p:txBody>
            <a:bodyPr lIns="40638" tIns="40638" rIns="40638" bIns="40638" rtlCol="0" anchor="ctr"/>
            <a:lstStyle/>
            <a:p>
              <a:pPr algn="ctr">
                <a:lnSpc>
                  <a:spcPts val="2016"/>
                </a:lnSpc>
              </a:pPr>
              <a:endParaRPr sz="1088"/>
            </a:p>
          </p:txBody>
        </p:sp>
      </p:grpSp>
      <p:sp>
        <p:nvSpPr>
          <p:cNvPr id="125" name="TextBox 125">
            <a:extLst>
              <a:ext uri="{FF2B5EF4-FFF2-40B4-BE49-F238E27FC236}">
                <a16:creationId xmlns:a16="http://schemas.microsoft.com/office/drawing/2014/main" id="{E38E0E5E-19FD-75A7-4FCE-0C478B78DE7C}"/>
              </a:ext>
            </a:extLst>
          </p:cNvPr>
          <p:cNvSpPr txBox="1"/>
          <p:nvPr/>
        </p:nvSpPr>
        <p:spPr>
          <a:xfrm>
            <a:off x="4117486" y="131129"/>
            <a:ext cx="4367472" cy="444737"/>
          </a:xfrm>
          <a:prstGeom prst="rect">
            <a:avLst/>
          </a:prstGeom>
        </p:spPr>
        <p:txBody>
          <a:bodyPr wrap="square" lIns="0" tIns="0" rIns="0" bIns="0" rtlCol="0" anchor="t">
            <a:spAutoFit/>
          </a:bodyPr>
          <a:lstStyle/>
          <a:p>
            <a:pPr algn="ctr">
              <a:lnSpc>
                <a:spcPts val="3583"/>
              </a:lnSpc>
              <a:spcBef>
                <a:spcPct val="0"/>
              </a:spcBef>
            </a:pPr>
            <a:r>
              <a:rPr lang="en-US" sz="2559" dirty="0">
                <a:solidFill>
                  <a:srgbClr val="000000"/>
                </a:solidFill>
                <a:latin typeface="League Spartan"/>
                <a:ea typeface="League Spartan"/>
                <a:cs typeface="League Spartan"/>
                <a:sym typeface="League Spartan"/>
              </a:rPr>
              <a:t>Multiversal Studios Map</a:t>
            </a:r>
          </a:p>
        </p:txBody>
      </p:sp>
      <p:sp>
        <p:nvSpPr>
          <p:cNvPr id="126" name="TextBox 126">
            <a:extLst>
              <a:ext uri="{FF2B5EF4-FFF2-40B4-BE49-F238E27FC236}">
                <a16:creationId xmlns:a16="http://schemas.microsoft.com/office/drawing/2014/main" id="{1846242D-6BB3-FE91-89AD-FBCE76C72E08}"/>
              </a:ext>
            </a:extLst>
          </p:cNvPr>
          <p:cNvSpPr txBox="1"/>
          <p:nvPr/>
        </p:nvSpPr>
        <p:spPr>
          <a:xfrm>
            <a:off x="7547328" y="5765378"/>
            <a:ext cx="987699" cy="314830"/>
          </a:xfrm>
          <a:prstGeom prst="rect">
            <a:avLst/>
          </a:prstGeom>
        </p:spPr>
        <p:txBody>
          <a:bodyPr wrap="square" lIns="0" tIns="0" rIns="0" bIns="0" rtlCol="0" anchor="t">
            <a:spAutoFit/>
          </a:bodyPr>
          <a:lstStyle/>
          <a:p>
            <a:pPr algn="ctr">
              <a:lnSpc>
                <a:spcPts val="1224"/>
              </a:lnSpc>
              <a:spcBef>
                <a:spcPct val="0"/>
              </a:spcBef>
            </a:pPr>
            <a:r>
              <a:rPr lang="en-US" sz="1440">
                <a:solidFill>
                  <a:srgbClr val="000000"/>
                </a:solidFill>
                <a:latin typeface="Roboto Mono"/>
                <a:ea typeface="Roboto Mono"/>
                <a:cs typeface="Roboto Mono"/>
                <a:sym typeface="Roboto Mono"/>
              </a:rPr>
              <a:t>Ok</a:t>
            </a:r>
          </a:p>
          <a:p>
            <a:pPr algn="ctr">
              <a:lnSpc>
                <a:spcPts val="1224"/>
              </a:lnSpc>
              <a:spcBef>
                <a:spcPct val="0"/>
              </a:spcBef>
            </a:pPr>
            <a:r>
              <a:rPr lang="en-US" sz="1440">
                <a:solidFill>
                  <a:srgbClr val="000000"/>
                </a:solidFill>
                <a:latin typeface="Roboto Mono"/>
                <a:ea typeface="Roboto Mono"/>
                <a:cs typeface="Roboto Mono"/>
                <a:sym typeface="Roboto Mono"/>
              </a:rPr>
              <a:t>More tips</a:t>
            </a:r>
          </a:p>
        </p:txBody>
      </p:sp>
      <p:sp>
        <p:nvSpPr>
          <p:cNvPr id="127" name="TextBox 127">
            <a:extLst>
              <a:ext uri="{FF2B5EF4-FFF2-40B4-BE49-F238E27FC236}">
                <a16:creationId xmlns:a16="http://schemas.microsoft.com/office/drawing/2014/main" id="{F1BA35EC-0439-0227-9FAA-5EAF95A36705}"/>
              </a:ext>
            </a:extLst>
          </p:cNvPr>
          <p:cNvSpPr txBox="1"/>
          <p:nvPr/>
        </p:nvSpPr>
        <p:spPr>
          <a:xfrm>
            <a:off x="5600720" y="5765378"/>
            <a:ext cx="1316964" cy="314830"/>
          </a:xfrm>
          <a:prstGeom prst="rect">
            <a:avLst/>
          </a:prstGeom>
        </p:spPr>
        <p:txBody>
          <a:bodyPr wrap="square" lIns="0" tIns="0" rIns="0" bIns="0" rtlCol="0" anchor="t">
            <a:spAutoFit/>
          </a:bodyPr>
          <a:lstStyle/>
          <a:p>
            <a:pPr algn="ctr">
              <a:lnSpc>
                <a:spcPts val="1224"/>
              </a:lnSpc>
            </a:pPr>
            <a:r>
              <a:rPr lang="en-US" sz="1440">
                <a:solidFill>
                  <a:srgbClr val="000000"/>
                </a:solidFill>
                <a:latin typeface="Roboto Mono"/>
                <a:ea typeface="Roboto Mono"/>
                <a:cs typeface="Roboto Mono"/>
                <a:sym typeface="Roboto Mono"/>
              </a:rPr>
              <a:t>Ok</a:t>
            </a:r>
          </a:p>
          <a:p>
            <a:pPr algn="ctr">
              <a:lnSpc>
                <a:spcPts val="1224"/>
              </a:lnSpc>
            </a:pPr>
            <a:r>
              <a:rPr lang="en-US" sz="1440">
                <a:solidFill>
                  <a:srgbClr val="000000"/>
                </a:solidFill>
                <a:latin typeface="Roboto Mono"/>
                <a:ea typeface="Roboto Mono"/>
                <a:cs typeface="Roboto Mono"/>
                <a:sym typeface="Roboto Mono"/>
              </a:rPr>
              <a:t>No More tips</a:t>
            </a:r>
          </a:p>
        </p:txBody>
      </p:sp>
      <p:sp>
        <p:nvSpPr>
          <p:cNvPr id="128" name="TextBox 128">
            <a:extLst>
              <a:ext uri="{FF2B5EF4-FFF2-40B4-BE49-F238E27FC236}">
                <a16:creationId xmlns:a16="http://schemas.microsoft.com/office/drawing/2014/main" id="{ADDB7AB1-67EF-DC24-EE7D-03BEC1BA5E19}"/>
              </a:ext>
            </a:extLst>
          </p:cNvPr>
          <p:cNvSpPr txBox="1"/>
          <p:nvPr/>
        </p:nvSpPr>
        <p:spPr>
          <a:xfrm>
            <a:off x="436763" y="696845"/>
            <a:ext cx="1475928"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Burger Queen</a:t>
            </a:r>
          </a:p>
        </p:txBody>
      </p:sp>
      <p:sp>
        <p:nvSpPr>
          <p:cNvPr id="129" name="TextBox 129">
            <a:extLst>
              <a:ext uri="{FF2B5EF4-FFF2-40B4-BE49-F238E27FC236}">
                <a16:creationId xmlns:a16="http://schemas.microsoft.com/office/drawing/2014/main" id="{6B8C4E0E-0D66-B190-EF64-56AEEC3B3F36}"/>
              </a:ext>
            </a:extLst>
          </p:cNvPr>
          <p:cNvSpPr txBox="1"/>
          <p:nvPr/>
        </p:nvSpPr>
        <p:spPr>
          <a:xfrm>
            <a:off x="87977" y="117046"/>
            <a:ext cx="2478963" cy="419346"/>
          </a:xfrm>
          <a:prstGeom prst="rect">
            <a:avLst/>
          </a:prstGeom>
        </p:spPr>
        <p:txBody>
          <a:bodyPr wrap="square" lIns="0" tIns="0" rIns="0" bIns="0" rtlCol="0" anchor="t">
            <a:spAutoFit/>
          </a:bodyPr>
          <a:lstStyle/>
          <a:p>
            <a:pPr>
              <a:lnSpc>
                <a:spcPts val="3359"/>
              </a:lnSpc>
              <a:spcBef>
                <a:spcPct val="0"/>
              </a:spcBef>
            </a:pPr>
            <a:r>
              <a:rPr lang="en-US" sz="2399" dirty="0">
                <a:solidFill>
                  <a:srgbClr val="FFFFFF"/>
                </a:solidFill>
                <a:latin typeface="League Spartan"/>
                <a:ea typeface="League Spartan"/>
                <a:cs typeface="League Spartan"/>
                <a:sym typeface="League Spartan"/>
              </a:rPr>
              <a:t>List of all places</a:t>
            </a:r>
          </a:p>
        </p:txBody>
      </p:sp>
      <p:sp>
        <p:nvSpPr>
          <p:cNvPr id="130" name="TextBox 130">
            <a:extLst>
              <a:ext uri="{FF2B5EF4-FFF2-40B4-BE49-F238E27FC236}">
                <a16:creationId xmlns:a16="http://schemas.microsoft.com/office/drawing/2014/main" id="{F01E9043-4C27-CB93-E980-8B46E598A08D}"/>
              </a:ext>
            </a:extLst>
          </p:cNvPr>
          <p:cNvSpPr txBox="1"/>
          <p:nvPr/>
        </p:nvSpPr>
        <p:spPr>
          <a:xfrm>
            <a:off x="459907" y="1062340"/>
            <a:ext cx="2161323"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19 mins</a:t>
            </a:r>
          </a:p>
        </p:txBody>
      </p:sp>
      <p:sp>
        <p:nvSpPr>
          <p:cNvPr id="131" name="TextBox 131">
            <a:extLst>
              <a:ext uri="{FF2B5EF4-FFF2-40B4-BE49-F238E27FC236}">
                <a16:creationId xmlns:a16="http://schemas.microsoft.com/office/drawing/2014/main" id="{FFD2E00A-0C8B-1C8B-D6EA-CFC1D586F608}"/>
              </a:ext>
            </a:extLst>
          </p:cNvPr>
          <p:cNvSpPr txBox="1"/>
          <p:nvPr/>
        </p:nvSpPr>
        <p:spPr>
          <a:xfrm>
            <a:off x="484610" y="4255862"/>
            <a:ext cx="1355302"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Music show</a:t>
            </a:r>
          </a:p>
        </p:txBody>
      </p:sp>
      <p:sp>
        <p:nvSpPr>
          <p:cNvPr id="132" name="TextBox 132">
            <a:extLst>
              <a:ext uri="{FF2B5EF4-FFF2-40B4-BE49-F238E27FC236}">
                <a16:creationId xmlns:a16="http://schemas.microsoft.com/office/drawing/2014/main" id="{B6178C8C-5E3F-AF29-7958-317033C30CE4}"/>
              </a:ext>
            </a:extLst>
          </p:cNvPr>
          <p:cNvSpPr txBox="1"/>
          <p:nvPr/>
        </p:nvSpPr>
        <p:spPr>
          <a:xfrm>
            <a:off x="459909" y="2402105"/>
            <a:ext cx="1193430" cy="252249"/>
          </a:xfrm>
          <a:prstGeom prst="rect">
            <a:avLst/>
          </a:prstGeom>
        </p:spPr>
        <p:txBody>
          <a:bodyPr wrap="square" lIns="0" tIns="0" rIns="0" bIns="0" rtlCol="0" anchor="t">
            <a:spAutoFit/>
          </a:bodyPr>
          <a:lstStyle/>
          <a:p>
            <a:pPr>
              <a:lnSpc>
                <a:spcPts val="2127"/>
              </a:lnSpc>
              <a:spcBef>
                <a:spcPct val="0"/>
              </a:spcBef>
            </a:pPr>
            <a:r>
              <a:rPr lang="en-US" sz="1519" b="1">
                <a:solidFill>
                  <a:srgbClr val="000000"/>
                </a:solidFill>
                <a:latin typeface="Canva Sans Bold"/>
                <a:ea typeface="Canva Sans Bold"/>
                <a:cs typeface="Canva Sans Bold"/>
                <a:sym typeface="Canva Sans Bold"/>
              </a:rPr>
              <a:t>Bumper cars</a:t>
            </a:r>
          </a:p>
        </p:txBody>
      </p:sp>
      <p:sp>
        <p:nvSpPr>
          <p:cNvPr id="133" name="TextBox 133">
            <a:extLst>
              <a:ext uri="{FF2B5EF4-FFF2-40B4-BE49-F238E27FC236}">
                <a16:creationId xmlns:a16="http://schemas.microsoft.com/office/drawing/2014/main" id="{6B8CADA0-9B6D-FF24-E209-DFE64226DFE8}"/>
              </a:ext>
            </a:extLst>
          </p:cNvPr>
          <p:cNvSpPr txBox="1"/>
          <p:nvPr/>
        </p:nvSpPr>
        <p:spPr>
          <a:xfrm>
            <a:off x="459907" y="2736862"/>
            <a:ext cx="2116328"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15 mins</a:t>
            </a:r>
          </a:p>
        </p:txBody>
      </p:sp>
      <p:sp>
        <p:nvSpPr>
          <p:cNvPr id="134" name="TextBox 134">
            <a:extLst>
              <a:ext uri="{FF2B5EF4-FFF2-40B4-BE49-F238E27FC236}">
                <a16:creationId xmlns:a16="http://schemas.microsoft.com/office/drawing/2014/main" id="{079B4D2D-C677-887C-1F9B-ACBA5EDEC30C}"/>
              </a:ext>
            </a:extLst>
          </p:cNvPr>
          <p:cNvSpPr txBox="1"/>
          <p:nvPr/>
        </p:nvSpPr>
        <p:spPr>
          <a:xfrm>
            <a:off x="454246" y="6995665"/>
            <a:ext cx="2248150"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23 mins</a:t>
            </a:r>
          </a:p>
        </p:txBody>
      </p:sp>
      <p:sp>
        <p:nvSpPr>
          <p:cNvPr id="135" name="TextBox 135">
            <a:extLst>
              <a:ext uri="{FF2B5EF4-FFF2-40B4-BE49-F238E27FC236}">
                <a16:creationId xmlns:a16="http://schemas.microsoft.com/office/drawing/2014/main" id="{2048DA56-33BE-0BA3-69B1-4190DB2F95B6}"/>
              </a:ext>
            </a:extLst>
          </p:cNvPr>
          <p:cNvSpPr txBox="1"/>
          <p:nvPr/>
        </p:nvSpPr>
        <p:spPr>
          <a:xfrm>
            <a:off x="468516" y="6683812"/>
            <a:ext cx="1475926"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Ferris wheels</a:t>
            </a:r>
          </a:p>
        </p:txBody>
      </p:sp>
      <p:sp>
        <p:nvSpPr>
          <p:cNvPr id="136" name="TextBox 136">
            <a:extLst>
              <a:ext uri="{FF2B5EF4-FFF2-40B4-BE49-F238E27FC236}">
                <a16:creationId xmlns:a16="http://schemas.microsoft.com/office/drawing/2014/main" id="{5C46DA22-51D8-888C-1826-D05D64E3FB07}"/>
              </a:ext>
            </a:extLst>
          </p:cNvPr>
          <p:cNvSpPr txBox="1"/>
          <p:nvPr/>
        </p:nvSpPr>
        <p:spPr>
          <a:xfrm>
            <a:off x="484610" y="4621098"/>
            <a:ext cx="2136620"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14 mins</a:t>
            </a:r>
          </a:p>
        </p:txBody>
      </p:sp>
      <p:sp>
        <p:nvSpPr>
          <p:cNvPr id="137" name="TextBox 137">
            <a:extLst>
              <a:ext uri="{FF2B5EF4-FFF2-40B4-BE49-F238E27FC236}">
                <a16:creationId xmlns:a16="http://schemas.microsoft.com/office/drawing/2014/main" id="{8A343722-697D-BA0D-2572-2AEE40D0D9B6}"/>
              </a:ext>
            </a:extLst>
          </p:cNvPr>
          <p:cNvSpPr txBox="1"/>
          <p:nvPr/>
        </p:nvSpPr>
        <p:spPr>
          <a:xfrm>
            <a:off x="459908" y="5121964"/>
            <a:ext cx="999004"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Fireworks</a:t>
            </a:r>
          </a:p>
        </p:txBody>
      </p:sp>
      <p:sp>
        <p:nvSpPr>
          <p:cNvPr id="138" name="TextBox 138">
            <a:extLst>
              <a:ext uri="{FF2B5EF4-FFF2-40B4-BE49-F238E27FC236}">
                <a16:creationId xmlns:a16="http://schemas.microsoft.com/office/drawing/2014/main" id="{6DF73782-0301-A937-7F82-CAFCA9091B04}"/>
              </a:ext>
            </a:extLst>
          </p:cNvPr>
          <p:cNvSpPr txBox="1"/>
          <p:nvPr/>
        </p:nvSpPr>
        <p:spPr>
          <a:xfrm>
            <a:off x="500450" y="5410070"/>
            <a:ext cx="218446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50 mins</a:t>
            </a:r>
          </a:p>
        </p:txBody>
      </p:sp>
      <p:sp>
        <p:nvSpPr>
          <p:cNvPr id="139" name="TextBox 139">
            <a:extLst>
              <a:ext uri="{FF2B5EF4-FFF2-40B4-BE49-F238E27FC236}">
                <a16:creationId xmlns:a16="http://schemas.microsoft.com/office/drawing/2014/main" id="{4E238CCD-7C1D-356F-4B76-90932C0E4CA8}"/>
              </a:ext>
            </a:extLst>
          </p:cNvPr>
          <p:cNvSpPr txBox="1"/>
          <p:nvPr/>
        </p:nvSpPr>
        <p:spPr>
          <a:xfrm>
            <a:off x="468516" y="5977937"/>
            <a:ext cx="1797733"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Ice Cream Corner</a:t>
            </a:r>
          </a:p>
        </p:txBody>
      </p:sp>
      <p:sp>
        <p:nvSpPr>
          <p:cNvPr id="140" name="TextBox 140">
            <a:extLst>
              <a:ext uri="{FF2B5EF4-FFF2-40B4-BE49-F238E27FC236}">
                <a16:creationId xmlns:a16="http://schemas.microsoft.com/office/drawing/2014/main" id="{4A20E82A-707C-175E-241B-92600D52CD7B}"/>
              </a:ext>
            </a:extLst>
          </p:cNvPr>
          <p:cNvSpPr txBox="1"/>
          <p:nvPr/>
        </p:nvSpPr>
        <p:spPr>
          <a:xfrm>
            <a:off x="459909" y="6301818"/>
            <a:ext cx="211632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5 mins</a:t>
            </a:r>
          </a:p>
        </p:txBody>
      </p:sp>
      <p:sp>
        <p:nvSpPr>
          <p:cNvPr id="141" name="TextBox 141">
            <a:extLst>
              <a:ext uri="{FF2B5EF4-FFF2-40B4-BE49-F238E27FC236}">
                <a16:creationId xmlns:a16="http://schemas.microsoft.com/office/drawing/2014/main" id="{B2476992-4D12-2590-00E0-B24868B8B87B}"/>
              </a:ext>
            </a:extLst>
          </p:cNvPr>
          <p:cNvSpPr txBox="1"/>
          <p:nvPr/>
        </p:nvSpPr>
        <p:spPr>
          <a:xfrm>
            <a:off x="468516" y="3295323"/>
            <a:ext cx="1124377" cy="252249"/>
          </a:xfrm>
          <a:prstGeom prst="rect">
            <a:avLst/>
          </a:prstGeom>
        </p:spPr>
        <p:txBody>
          <a:bodyPr wrap="square" lIns="0" tIns="0" rIns="0" bIns="0" rtlCol="0" anchor="t">
            <a:spAutoFit/>
          </a:bodyPr>
          <a:lstStyle/>
          <a:p>
            <a:pPr>
              <a:lnSpc>
                <a:spcPts val="2127"/>
              </a:lnSpc>
              <a:spcBef>
                <a:spcPct val="0"/>
              </a:spcBef>
            </a:pPr>
            <a:r>
              <a:rPr lang="en-US" sz="1519" b="1">
                <a:solidFill>
                  <a:srgbClr val="000000"/>
                </a:solidFill>
                <a:latin typeface="Canva Sans Bold"/>
                <a:ea typeface="Canva Sans Bold"/>
                <a:cs typeface="Canva Sans Bold"/>
                <a:sym typeface="Canva Sans Bold"/>
              </a:rPr>
              <a:t>Pizza House</a:t>
            </a:r>
          </a:p>
        </p:txBody>
      </p:sp>
      <p:sp>
        <p:nvSpPr>
          <p:cNvPr id="142" name="TextBox 142">
            <a:extLst>
              <a:ext uri="{FF2B5EF4-FFF2-40B4-BE49-F238E27FC236}">
                <a16:creationId xmlns:a16="http://schemas.microsoft.com/office/drawing/2014/main" id="{E66D403E-5ED9-BDF6-D1C6-4439344C5EE1}"/>
              </a:ext>
            </a:extLst>
          </p:cNvPr>
          <p:cNvSpPr txBox="1"/>
          <p:nvPr/>
        </p:nvSpPr>
        <p:spPr>
          <a:xfrm>
            <a:off x="436765" y="3685419"/>
            <a:ext cx="218446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17 mins</a:t>
            </a:r>
          </a:p>
        </p:txBody>
      </p:sp>
      <p:sp>
        <p:nvSpPr>
          <p:cNvPr id="143" name="TextBox 143">
            <a:extLst>
              <a:ext uri="{FF2B5EF4-FFF2-40B4-BE49-F238E27FC236}">
                <a16:creationId xmlns:a16="http://schemas.microsoft.com/office/drawing/2014/main" id="{6E1A2B87-2504-5F36-4DDC-C8DE76ADB2FD}"/>
              </a:ext>
            </a:extLst>
          </p:cNvPr>
          <p:cNvSpPr txBox="1"/>
          <p:nvPr/>
        </p:nvSpPr>
        <p:spPr>
          <a:xfrm>
            <a:off x="422519" y="1561519"/>
            <a:ext cx="1475929" cy="252249"/>
          </a:xfrm>
          <a:prstGeom prst="rect">
            <a:avLst/>
          </a:prstGeom>
        </p:spPr>
        <p:txBody>
          <a:bodyPr wrap="square" lIns="0" tIns="0" rIns="0" bIns="0" rtlCol="0" anchor="t">
            <a:spAutoFit/>
          </a:bodyPr>
          <a:lstStyle/>
          <a:p>
            <a:pPr>
              <a:lnSpc>
                <a:spcPts val="2127"/>
              </a:lnSpc>
              <a:spcBef>
                <a:spcPct val="0"/>
              </a:spcBef>
            </a:pPr>
            <a:r>
              <a:rPr lang="en-US" sz="1519" b="1">
                <a:solidFill>
                  <a:srgbClr val="000000"/>
                </a:solidFill>
                <a:latin typeface="Canva Sans Bold"/>
                <a:ea typeface="Canva Sans Bold"/>
                <a:cs typeface="Canva Sans Bold"/>
                <a:sym typeface="Canva Sans Bold"/>
              </a:rPr>
              <a:t>Castle Playtime</a:t>
            </a:r>
          </a:p>
        </p:txBody>
      </p:sp>
      <p:sp>
        <p:nvSpPr>
          <p:cNvPr id="144" name="TextBox 144">
            <a:extLst>
              <a:ext uri="{FF2B5EF4-FFF2-40B4-BE49-F238E27FC236}">
                <a16:creationId xmlns:a16="http://schemas.microsoft.com/office/drawing/2014/main" id="{D5FFA9F1-7554-5510-C14D-8CB00E944392}"/>
              </a:ext>
            </a:extLst>
          </p:cNvPr>
          <p:cNvSpPr txBox="1"/>
          <p:nvPr/>
        </p:nvSpPr>
        <p:spPr>
          <a:xfrm>
            <a:off x="459909" y="1936406"/>
            <a:ext cx="2116328"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20 mins</a:t>
            </a:r>
          </a:p>
        </p:txBody>
      </p:sp>
      <p:sp>
        <p:nvSpPr>
          <p:cNvPr id="145" name="TextBox 145">
            <a:hlinkClick r:id="rId42" action="ppaction://hlinksldjump"/>
            <a:extLst>
              <a:ext uri="{FF2B5EF4-FFF2-40B4-BE49-F238E27FC236}">
                <a16:creationId xmlns:a16="http://schemas.microsoft.com/office/drawing/2014/main" id="{741AAEAD-BF84-9163-D45D-21497C7A91FA}"/>
              </a:ext>
            </a:extLst>
          </p:cNvPr>
          <p:cNvSpPr txBox="1"/>
          <p:nvPr/>
        </p:nvSpPr>
        <p:spPr>
          <a:xfrm>
            <a:off x="4109768" y="6736609"/>
            <a:ext cx="1363029" cy="228524"/>
          </a:xfrm>
          <a:prstGeom prst="rect">
            <a:avLst/>
          </a:prstGeom>
        </p:spPr>
        <p:txBody>
          <a:bodyPr wrap="square" lIns="0" tIns="0" rIns="0" bIns="0" rtlCol="0" anchor="t">
            <a:spAutoFit/>
          </a:bodyPr>
          <a:lstStyle/>
          <a:p>
            <a:pPr>
              <a:lnSpc>
                <a:spcPts val="1936"/>
              </a:lnSpc>
              <a:spcBef>
                <a:spcPct val="0"/>
              </a:spcBef>
            </a:pPr>
            <a:r>
              <a:rPr lang="en-US" sz="1383" b="1" dirty="0">
                <a:solidFill>
                  <a:srgbClr val="FDFDFD"/>
                </a:solidFill>
                <a:latin typeface="Canva Sans Bold"/>
                <a:ea typeface="Canva Sans Bold"/>
                <a:cs typeface="Canva Sans Bold"/>
                <a:sym typeface="Canva Sans Bold"/>
              </a:rPr>
              <a:t>Browse Videos</a:t>
            </a:r>
          </a:p>
        </p:txBody>
      </p:sp>
      <p:sp>
        <p:nvSpPr>
          <p:cNvPr id="146" name="TextBox 146">
            <a:hlinkClick r:id="rId43" action="ppaction://hlinksldjump"/>
            <a:extLst>
              <a:ext uri="{FF2B5EF4-FFF2-40B4-BE49-F238E27FC236}">
                <a16:creationId xmlns:a16="http://schemas.microsoft.com/office/drawing/2014/main" id="{BCC4C709-B605-E3B0-1B36-E18B7BDAE19B}"/>
              </a:ext>
            </a:extLst>
          </p:cNvPr>
          <p:cNvSpPr txBox="1"/>
          <p:nvPr/>
        </p:nvSpPr>
        <p:spPr>
          <a:xfrm>
            <a:off x="6359778" y="6733831"/>
            <a:ext cx="1524411" cy="228524"/>
          </a:xfrm>
          <a:prstGeom prst="rect">
            <a:avLst/>
          </a:prstGeom>
        </p:spPr>
        <p:txBody>
          <a:bodyPr wrap="square" lIns="0" tIns="0" rIns="0" bIns="0" rtlCol="0" anchor="t">
            <a:spAutoFit/>
          </a:bodyPr>
          <a:lstStyle/>
          <a:p>
            <a:pPr>
              <a:lnSpc>
                <a:spcPts val="1936"/>
              </a:lnSpc>
              <a:spcBef>
                <a:spcPct val="0"/>
              </a:spcBef>
            </a:pPr>
            <a:r>
              <a:rPr lang="en-US" sz="1383" b="1" dirty="0">
                <a:solidFill>
                  <a:srgbClr val="FDFDFD"/>
                </a:solidFill>
                <a:latin typeface="Canva Sans Bold"/>
                <a:ea typeface="Canva Sans Bold"/>
                <a:cs typeface="Canva Sans Bold"/>
                <a:sym typeface="Canva Sans Bold"/>
              </a:rPr>
              <a:t>Browse Photos</a:t>
            </a:r>
          </a:p>
        </p:txBody>
      </p:sp>
      <p:sp>
        <p:nvSpPr>
          <p:cNvPr id="147" name="TextBox 147">
            <a:hlinkClick r:id="rId44" action="ppaction://hlinksldjump"/>
            <a:extLst>
              <a:ext uri="{FF2B5EF4-FFF2-40B4-BE49-F238E27FC236}">
                <a16:creationId xmlns:a16="http://schemas.microsoft.com/office/drawing/2014/main" id="{976A41B6-3A44-9DD8-6741-02DC573FF3A4}"/>
              </a:ext>
            </a:extLst>
          </p:cNvPr>
          <p:cNvSpPr txBox="1"/>
          <p:nvPr/>
        </p:nvSpPr>
        <p:spPr>
          <a:xfrm>
            <a:off x="8756529" y="6720289"/>
            <a:ext cx="1120839" cy="228524"/>
          </a:xfrm>
          <a:prstGeom prst="rect">
            <a:avLst/>
          </a:prstGeom>
        </p:spPr>
        <p:txBody>
          <a:bodyPr wrap="square" lIns="0" tIns="0" rIns="0" bIns="0" rtlCol="0" anchor="t">
            <a:spAutoFit/>
          </a:bodyPr>
          <a:lstStyle/>
          <a:p>
            <a:pPr>
              <a:lnSpc>
                <a:spcPts val="1936"/>
              </a:lnSpc>
              <a:spcBef>
                <a:spcPct val="0"/>
              </a:spcBef>
            </a:pPr>
            <a:r>
              <a:rPr lang="en-US" sz="1383" b="1" dirty="0">
                <a:solidFill>
                  <a:srgbClr val="FDFDFD"/>
                </a:solidFill>
                <a:latin typeface="Canva Sans Bold"/>
                <a:ea typeface="Canva Sans Bold"/>
                <a:cs typeface="Canva Sans Bold"/>
                <a:sym typeface="Canva Sans Bold"/>
              </a:rPr>
              <a:t>Plan Trip</a:t>
            </a:r>
          </a:p>
        </p:txBody>
      </p:sp>
      <p:grpSp>
        <p:nvGrpSpPr>
          <p:cNvPr id="148" name="Group 148">
            <a:extLst>
              <a:ext uri="{FF2B5EF4-FFF2-40B4-BE49-F238E27FC236}">
                <a16:creationId xmlns:a16="http://schemas.microsoft.com/office/drawing/2014/main" id="{B4312F82-7B01-5B72-84EC-F3B10A0F31F8}"/>
              </a:ext>
            </a:extLst>
          </p:cNvPr>
          <p:cNvGrpSpPr/>
          <p:nvPr/>
        </p:nvGrpSpPr>
        <p:grpSpPr>
          <a:xfrm>
            <a:off x="5492559" y="5727280"/>
            <a:ext cx="1533283" cy="395177"/>
            <a:chOff x="0" y="0"/>
            <a:chExt cx="545191" cy="140514"/>
          </a:xfrm>
        </p:grpSpPr>
        <p:sp>
          <p:nvSpPr>
            <p:cNvPr id="149" name="Freeform 149">
              <a:hlinkClick r:id="rId45" action="ppaction://hlinksldjump"/>
              <a:extLst>
                <a:ext uri="{FF2B5EF4-FFF2-40B4-BE49-F238E27FC236}">
                  <a16:creationId xmlns:a16="http://schemas.microsoft.com/office/drawing/2014/main" id="{4E5A95BA-F611-FB7B-BD4A-92C2266E027E}"/>
                </a:ext>
              </a:extLst>
            </p:cNvPr>
            <p:cNvSpPr/>
            <p:nvPr/>
          </p:nvSpPr>
          <p:spPr>
            <a:xfrm>
              <a:off x="0" y="0"/>
              <a:ext cx="545191" cy="140514"/>
            </a:xfrm>
            <a:custGeom>
              <a:avLst/>
              <a:gdLst/>
              <a:ahLst/>
              <a:cxnLst/>
              <a:rect l="l" t="t" r="r" b="b"/>
              <a:pathLst>
                <a:path w="545191" h="140514">
                  <a:moveTo>
                    <a:pt x="70257" y="0"/>
                  </a:moveTo>
                  <a:lnTo>
                    <a:pt x="474934" y="0"/>
                  </a:lnTo>
                  <a:cubicBezTo>
                    <a:pt x="513736" y="0"/>
                    <a:pt x="545191" y="31455"/>
                    <a:pt x="545191" y="70257"/>
                  </a:cubicBezTo>
                  <a:lnTo>
                    <a:pt x="545191" y="70257"/>
                  </a:lnTo>
                  <a:cubicBezTo>
                    <a:pt x="545191" y="109059"/>
                    <a:pt x="513736" y="140514"/>
                    <a:pt x="474934" y="140514"/>
                  </a:cubicBezTo>
                  <a:lnTo>
                    <a:pt x="70257" y="140514"/>
                  </a:lnTo>
                  <a:cubicBezTo>
                    <a:pt x="31455" y="140514"/>
                    <a:pt x="0" y="109059"/>
                    <a:pt x="0" y="70257"/>
                  </a:cubicBezTo>
                  <a:lnTo>
                    <a:pt x="0" y="70257"/>
                  </a:lnTo>
                  <a:cubicBezTo>
                    <a:pt x="0" y="31455"/>
                    <a:pt x="31455" y="0"/>
                    <a:pt x="70257" y="0"/>
                  </a:cubicBezTo>
                  <a:close/>
                </a:path>
              </a:pathLst>
            </a:custGeom>
            <a:solidFill>
              <a:srgbClr val="000000">
                <a:alpha val="0"/>
              </a:srgbClr>
            </a:solidFill>
            <a:ln w="9525" cap="rnd">
              <a:solidFill>
                <a:srgbClr val="F34336"/>
              </a:solidFill>
              <a:prstDash val="solid"/>
              <a:round/>
            </a:ln>
          </p:spPr>
          <p:txBody>
            <a:bodyPr/>
            <a:lstStyle/>
            <a:p>
              <a:endParaRPr lang="en-SG" sz="1088"/>
            </a:p>
          </p:txBody>
        </p:sp>
        <p:sp>
          <p:nvSpPr>
            <p:cNvPr id="150" name="TextBox 150">
              <a:extLst>
                <a:ext uri="{FF2B5EF4-FFF2-40B4-BE49-F238E27FC236}">
                  <a16:creationId xmlns:a16="http://schemas.microsoft.com/office/drawing/2014/main" id="{0A563770-DFD1-18D5-9779-0C50B57D5B9E}"/>
                </a:ext>
              </a:extLst>
            </p:cNvPr>
            <p:cNvSpPr txBox="1"/>
            <p:nvPr/>
          </p:nvSpPr>
          <p:spPr>
            <a:xfrm>
              <a:off x="0" y="-28575"/>
              <a:ext cx="545191" cy="169089"/>
            </a:xfrm>
            <a:prstGeom prst="rect">
              <a:avLst/>
            </a:prstGeom>
          </p:spPr>
          <p:txBody>
            <a:bodyPr lIns="40638" tIns="40638" rIns="40638" bIns="40638" rtlCol="0" anchor="ctr"/>
            <a:lstStyle/>
            <a:p>
              <a:pPr algn="ctr">
                <a:lnSpc>
                  <a:spcPts val="2016"/>
                </a:lnSpc>
              </a:pPr>
              <a:endParaRPr sz="1088"/>
            </a:p>
          </p:txBody>
        </p:sp>
      </p:grpSp>
      <p:grpSp>
        <p:nvGrpSpPr>
          <p:cNvPr id="151" name="Group 151">
            <a:extLst>
              <a:ext uri="{FF2B5EF4-FFF2-40B4-BE49-F238E27FC236}">
                <a16:creationId xmlns:a16="http://schemas.microsoft.com/office/drawing/2014/main" id="{92AC744E-CB30-D0F5-B378-3D170135AD39}"/>
              </a:ext>
            </a:extLst>
          </p:cNvPr>
          <p:cNvGrpSpPr/>
          <p:nvPr/>
        </p:nvGrpSpPr>
        <p:grpSpPr>
          <a:xfrm>
            <a:off x="7274536" y="5721025"/>
            <a:ext cx="1533283" cy="395177"/>
            <a:chOff x="0" y="0"/>
            <a:chExt cx="545191" cy="140514"/>
          </a:xfrm>
        </p:grpSpPr>
        <p:sp>
          <p:nvSpPr>
            <p:cNvPr id="152" name="Freeform 152">
              <a:hlinkClick r:id="rId46" action="ppaction://hlinksldjump"/>
              <a:extLst>
                <a:ext uri="{FF2B5EF4-FFF2-40B4-BE49-F238E27FC236}">
                  <a16:creationId xmlns:a16="http://schemas.microsoft.com/office/drawing/2014/main" id="{E68C002A-CE87-2FF2-A7F4-412E372DE92F}"/>
                </a:ext>
              </a:extLst>
            </p:cNvPr>
            <p:cNvSpPr/>
            <p:nvPr/>
          </p:nvSpPr>
          <p:spPr>
            <a:xfrm>
              <a:off x="0" y="0"/>
              <a:ext cx="545191" cy="140514"/>
            </a:xfrm>
            <a:custGeom>
              <a:avLst/>
              <a:gdLst/>
              <a:ahLst/>
              <a:cxnLst/>
              <a:rect l="l" t="t" r="r" b="b"/>
              <a:pathLst>
                <a:path w="545191" h="140514">
                  <a:moveTo>
                    <a:pt x="70257" y="0"/>
                  </a:moveTo>
                  <a:lnTo>
                    <a:pt x="474934" y="0"/>
                  </a:lnTo>
                  <a:cubicBezTo>
                    <a:pt x="513736" y="0"/>
                    <a:pt x="545191" y="31455"/>
                    <a:pt x="545191" y="70257"/>
                  </a:cubicBezTo>
                  <a:lnTo>
                    <a:pt x="545191" y="70257"/>
                  </a:lnTo>
                  <a:cubicBezTo>
                    <a:pt x="545191" y="109059"/>
                    <a:pt x="513736" y="140514"/>
                    <a:pt x="474934" y="140514"/>
                  </a:cubicBezTo>
                  <a:lnTo>
                    <a:pt x="70257" y="140514"/>
                  </a:lnTo>
                  <a:cubicBezTo>
                    <a:pt x="31455" y="140514"/>
                    <a:pt x="0" y="109059"/>
                    <a:pt x="0" y="70257"/>
                  </a:cubicBezTo>
                  <a:lnTo>
                    <a:pt x="0" y="70257"/>
                  </a:lnTo>
                  <a:cubicBezTo>
                    <a:pt x="0" y="31455"/>
                    <a:pt x="31455" y="0"/>
                    <a:pt x="70257" y="0"/>
                  </a:cubicBezTo>
                  <a:close/>
                </a:path>
              </a:pathLst>
            </a:custGeom>
            <a:solidFill>
              <a:srgbClr val="000000">
                <a:alpha val="0"/>
              </a:srgbClr>
            </a:solidFill>
            <a:ln w="9525" cap="rnd">
              <a:solidFill>
                <a:srgbClr val="F34336"/>
              </a:solidFill>
              <a:prstDash val="solid"/>
              <a:round/>
            </a:ln>
          </p:spPr>
          <p:txBody>
            <a:bodyPr/>
            <a:lstStyle/>
            <a:p>
              <a:endParaRPr lang="en-SG" sz="1088"/>
            </a:p>
          </p:txBody>
        </p:sp>
        <p:sp>
          <p:nvSpPr>
            <p:cNvPr id="153" name="TextBox 153">
              <a:extLst>
                <a:ext uri="{FF2B5EF4-FFF2-40B4-BE49-F238E27FC236}">
                  <a16:creationId xmlns:a16="http://schemas.microsoft.com/office/drawing/2014/main" id="{8BDFE732-0F2B-2D7E-F68C-23D4049579FA}"/>
                </a:ext>
              </a:extLst>
            </p:cNvPr>
            <p:cNvSpPr txBox="1"/>
            <p:nvPr/>
          </p:nvSpPr>
          <p:spPr>
            <a:xfrm>
              <a:off x="0" y="-28575"/>
              <a:ext cx="545191" cy="169089"/>
            </a:xfrm>
            <a:prstGeom prst="rect">
              <a:avLst/>
            </a:prstGeom>
          </p:spPr>
          <p:txBody>
            <a:bodyPr lIns="40638" tIns="40638" rIns="40638" bIns="40638" rtlCol="0" anchor="ctr"/>
            <a:lstStyle/>
            <a:p>
              <a:pPr algn="ctr">
                <a:lnSpc>
                  <a:spcPts val="2016"/>
                </a:lnSpc>
              </a:pPr>
              <a:endParaRPr sz="1088"/>
            </a:p>
          </p:txBody>
        </p:sp>
      </p:grpSp>
      <p:grpSp>
        <p:nvGrpSpPr>
          <p:cNvPr id="154" name="Group 154"/>
          <p:cNvGrpSpPr/>
          <p:nvPr/>
        </p:nvGrpSpPr>
        <p:grpSpPr>
          <a:xfrm>
            <a:off x="-4015682" y="1164906"/>
            <a:ext cx="7645545" cy="6195116"/>
            <a:chOff x="0" y="-28575"/>
            <a:chExt cx="2861607" cy="2593996"/>
          </a:xfrm>
        </p:grpSpPr>
        <p:sp>
          <p:nvSpPr>
            <p:cNvPr id="155" name="Freeform 155"/>
            <p:cNvSpPr/>
            <p:nvPr/>
          </p:nvSpPr>
          <p:spPr>
            <a:xfrm>
              <a:off x="1440554" y="44096"/>
              <a:ext cx="1421053" cy="2521325"/>
            </a:xfrm>
            <a:custGeom>
              <a:avLst/>
              <a:gdLst/>
              <a:ahLst/>
              <a:cxnLst/>
              <a:rect l="l" t="t" r="r" b="b"/>
              <a:pathLst>
                <a:path w="1421053" h="2521325">
                  <a:moveTo>
                    <a:pt x="0" y="0"/>
                  </a:moveTo>
                  <a:lnTo>
                    <a:pt x="1421053" y="0"/>
                  </a:lnTo>
                  <a:lnTo>
                    <a:pt x="1421053" y="2521325"/>
                  </a:lnTo>
                  <a:lnTo>
                    <a:pt x="0" y="2521325"/>
                  </a:lnTo>
                  <a:close/>
                </a:path>
              </a:pathLst>
            </a:custGeom>
            <a:solidFill>
              <a:srgbClr val="FDFDFD">
                <a:alpha val="78824"/>
              </a:srgbClr>
            </a:solidFill>
          </p:spPr>
          <p:txBody>
            <a:bodyPr/>
            <a:lstStyle/>
            <a:p>
              <a:endParaRPr lang="en-SG" sz="1088"/>
            </a:p>
          </p:txBody>
        </p:sp>
        <p:sp>
          <p:nvSpPr>
            <p:cNvPr id="156" name="TextBox 156"/>
            <p:cNvSpPr txBox="1"/>
            <p:nvPr/>
          </p:nvSpPr>
          <p:spPr>
            <a:xfrm>
              <a:off x="0" y="-28575"/>
              <a:ext cx="1421053" cy="2549900"/>
            </a:xfrm>
            <a:prstGeom prst="rect">
              <a:avLst/>
            </a:prstGeom>
          </p:spPr>
          <p:txBody>
            <a:bodyPr lIns="40638" tIns="40638" rIns="40638" bIns="40638" rtlCol="0" anchor="ctr"/>
            <a:lstStyle/>
            <a:p>
              <a:pPr algn="ctr">
                <a:lnSpc>
                  <a:spcPts val="2016"/>
                </a:lnSpc>
              </a:pPr>
              <a:endParaRPr sz="1088"/>
            </a:p>
          </p:txBody>
        </p:sp>
      </p:grpSp>
      <p:grpSp>
        <p:nvGrpSpPr>
          <p:cNvPr id="185" name="Group 157"/>
          <p:cNvGrpSpPr/>
          <p:nvPr/>
        </p:nvGrpSpPr>
        <p:grpSpPr>
          <a:xfrm>
            <a:off x="1412074" y="1480265"/>
            <a:ext cx="2148572" cy="2348178"/>
            <a:chOff x="0" y="-61959"/>
            <a:chExt cx="3581112" cy="3913802"/>
          </a:xfrm>
        </p:grpSpPr>
        <p:grpSp>
          <p:nvGrpSpPr>
            <p:cNvPr id="186" name="Group 158"/>
            <p:cNvGrpSpPr/>
            <p:nvPr/>
          </p:nvGrpSpPr>
          <p:grpSpPr>
            <a:xfrm>
              <a:off x="0" y="0"/>
              <a:ext cx="3581112" cy="3851843"/>
              <a:chOff x="0" y="0"/>
              <a:chExt cx="1651593" cy="1776453"/>
            </a:xfrm>
          </p:grpSpPr>
          <p:sp>
            <p:nvSpPr>
              <p:cNvPr id="211" name="Freeform 159"/>
              <p:cNvSpPr/>
              <p:nvPr/>
            </p:nvSpPr>
            <p:spPr>
              <a:xfrm>
                <a:off x="0" y="0"/>
                <a:ext cx="1651593" cy="1776453"/>
              </a:xfrm>
              <a:custGeom>
                <a:avLst/>
                <a:gdLst/>
                <a:ahLst/>
                <a:cxnLst/>
                <a:rect l="l" t="t" r="r" b="b"/>
                <a:pathLst>
                  <a:path w="1651593" h="1776453">
                    <a:moveTo>
                      <a:pt x="49334" y="0"/>
                    </a:moveTo>
                    <a:lnTo>
                      <a:pt x="1602260" y="0"/>
                    </a:lnTo>
                    <a:cubicBezTo>
                      <a:pt x="1629506" y="0"/>
                      <a:pt x="1651593" y="22088"/>
                      <a:pt x="1651593" y="49334"/>
                    </a:cubicBezTo>
                    <a:lnTo>
                      <a:pt x="1651593" y="1727120"/>
                    </a:lnTo>
                    <a:cubicBezTo>
                      <a:pt x="1651593" y="1754366"/>
                      <a:pt x="1629506" y="1776453"/>
                      <a:pt x="1602260" y="1776453"/>
                    </a:cubicBezTo>
                    <a:lnTo>
                      <a:pt x="49334" y="1776453"/>
                    </a:lnTo>
                    <a:cubicBezTo>
                      <a:pt x="36250" y="1776453"/>
                      <a:pt x="23701" y="1771256"/>
                      <a:pt x="14450" y="1762004"/>
                    </a:cubicBezTo>
                    <a:cubicBezTo>
                      <a:pt x="5198" y="1752752"/>
                      <a:pt x="0" y="1740204"/>
                      <a:pt x="0" y="1727120"/>
                    </a:cubicBezTo>
                    <a:lnTo>
                      <a:pt x="0" y="49334"/>
                    </a:lnTo>
                    <a:cubicBezTo>
                      <a:pt x="0" y="36250"/>
                      <a:pt x="5198" y="23701"/>
                      <a:pt x="14450" y="14450"/>
                    </a:cubicBezTo>
                    <a:cubicBezTo>
                      <a:pt x="23701" y="5198"/>
                      <a:pt x="36250" y="0"/>
                      <a:pt x="49334" y="0"/>
                    </a:cubicBezTo>
                    <a:close/>
                  </a:path>
                </a:pathLst>
              </a:custGeom>
              <a:solidFill>
                <a:srgbClr val="FFFFFF"/>
              </a:solidFill>
              <a:ln w="9525" cap="rnd">
                <a:solidFill>
                  <a:srgbClr val="A6A6A6"/>
                </a:solidFill>
                <a:prstDash val="solid"/>
                <a:round/>
              </a:ln>
            </p:spPr>
            <p:txBody>
              <a:bodyPr/>
              <a:lstStyle/>
              <a:p>
                <a:endParaRPr lang="en-SG" sz="1088"/>
              </a:p>
            </p:txBody>
          </p:sp>
          <p:sp>
            <p:nvSpPr>
              <p:cNvPr id="212" name="TextBox 160"/>
              <p:cNvSpPr txBox="1"/>
              <p:nvPr/>
            </p:nvSpPr>
            <p:spPr>
              <a:xfrm>
                <a:off x="0" y="-85725"/>
                <a:ext cx="1651593" cy="1862178"/>
              </a:xfrm>
              <a:prstGeom prst="rect">
                <a:avLst/>
              </a:prstGeom>
            </p:spPr>
            <p:txBody>
              <a:bodyPr lIns="40638" tIns="40638" rIns="40638" bIns="40638" rtlCol="0" anchor="ctr"/>
              <a:lstStyle/>
              <a:p>
                <a:pPr algn="ctr">
                  <a:lnSpc>
                    <a:spcPts val="4927"/>
                  </a:lnSpc>
                  <a:spcBef>
                    <a:spcPct val="0"/>
                  </a:spcBef>
                </a:pPr>
                <a:endParaRPr sz="1088"/>
              </a:p>
            </p:txBody>
          </p:sp>
        </p:grpSp>
        <p:grpSp>
          <p:nvGrpSpPr>
            <p:cNvPr id="187" name="Group 161"/>
            <p:cNvGrpSpPr/>
            <p:nvPr/>
          </p:nvGrpSpPr>
          <p:grpSpPr>
            <a:xfrm>
              <a:off x="0" y="-61959"/>
              <a:ext cx="3581112" cy="695717"/>
              <a:chOff x="0" y="-28575"/>
              <a:chExt cx="1651593" cy="320861"/>
            </a:xfrm>
          </p:grpSpPr>
          <p:sp>
            <p:nvSpPr>
              <p:cNvPr id="209" name="Freeform 162"/>
              <p:cNvSpPr/>
              <p:nvPr/>
            </p:nvSpPr>
            <p:spPr>
              <a:xfrm>
                <a:off x="0" y="0"/>
                <a:ext cx="1651593" cy="292286"/>
              </a:xfrm>
              <a:custGeom>
                <a:avLst/>
                <a:gdLst/>
                <a:ahLst/>
                <a:cxnLst/>
                <a:rect l="l" t="t" r="r" b="b"/>
                <a:pathLst>
                  <a:path w="1651593" h="292286">
                    <a:moveTo>
                      <a:pt x="36000" y="0"/>
                    </a:moveTo>
                    <a:lnTo>
                      <a:pt x="1615593" y="0"/>
                    </a:lnTo>
                    <a:cubicBezTo>
                      <a:pt x="1635476" y="0"/>
                      <a:pt x="1651593" y="16118"/>
                      <a:pt x="1651593" y="36000"/>
                    </a:cubicBezTo>
                    <a:lnTo>
                      <a:pt x="1651593" y="256286"/>
                    </a:lnTo>
                    <a:cubicBezTo>
                      <a:pt x="1651593" y="276169"/>
                      <a:pt x="1635476" y="292286"/>
                      <a:pt x="1615593" y="292286"/>
                    </a:cubicBezTo>
                    <a:lnTo>
                      <a:pt x="36000" y="292286"/>
                    </a:lnTo>
                    <a:cubicBezTo>
                      <a:pt x="16118" y="292286"/>
                      <a:pt x="0" y="276169"/>
                      <a:pt x="0" y="256286"/>
                    </a:cubicBezTo>
                    <a:lnTo>
                      <a:pt x="0" y="36000"/>
                    </a:lnTo>
                    <a:cubicBezTo>
                      <a:pt x="0" y="16118"/>
                      <a:pt x="16118" y="0"/>
                      <a:pt x="36000" y="0"/>
                    </a:cubicBezTo>
                    <a:close/>
                  </a:path>
                </a:pathLst>
              </a:custGeom>
              <a:solidFill>
                <a:srgbClr val="F34336"/>
              </a:solidFill>
              <a:ln w="9525" cap="rnd">
                <a:solidFill>
                  <a:srgbClr val="A6A6A6"/>
                </a:solidFill>
                <a:prstDash val="solid"/>
                <a:round/>
              </a:ln>
            </p:spPr>
            <p:txBody>
              <a:bodyPr/>
              <a:lstStyle/>
              <a:p>
                <a:endParaRPr lang="en-SG" sz="1088"/>
              </a:p>
            </p:txBody>
          </p:sp>
          <p:sp>
            <p:nvSpPr>
              <p:cNvPr id="210" name="TextBox 163"/>
              <p:cNvSpPr txBox="1"/>
              <p:nvPr/>
            </p:nvSpPr>
            <p:spPr>
              <a:xfrm>
                <a:off x="0" y="-28575"/>
                <a:ext cx="1651593" cy="320861"/>
              </a:xfrm>
              <a:prstGeom prst="rect">
                <a:avLst/>
              </a:prstGeom>
            </p:spPr>
            <p:txBody>
              <a:bodyPr lIns="40638" tIns="40638" rIns="40638" bIns="40638" rtlCol="0" anchor="ctr"/>
              <a:lstStyle/>
              <a:p>
                <a:pPr algn="ctr">
                  <a:lnSpc>
                    <a:spcPts val="2015"/>
                  </a:lnSpc>
                </a:pPr>
                <a:endParaRPr sz="1088"/>
              </a:p>
            </p:txBody>
          </p:sp>
        </p:grpSp>
        <p:sp>
          <p:nvSpPr>
            <p:cNvPr id="188" name="Freeform 164">
              <a:hlinkClick r:id="rId44" action="ppaction://hlinksldjump"/>
            </p:cNvPr>
            <p:cNvSpPr/>
            <p:nvPr/>
          </p:nvSpPr>
          <p:spPr>
            <a:xfrm>
              <a:off x="2889485" y="77521"/>
              <a:ext cx="453017" cy="453017"/>
            </a:xfrm>
            <a:custGeom>
              <a:avLst/>
              <a:gdLst/>
              <a:ahLst/>
              <a:cxnLst/>
              <a:rect l="l" t="t" r="r" b="b"/>
              <a:pathLst>
                <a:path w="453017" h="453017">
                  <a:moveTo>
                    <a:pt x="0" y="0"/>
                  </a:moveTo>
                  <a:lnTo>
                    <a:pt x="453017" y="0"/>
                  </a:lnTo>
                  <a:lnTo>
                    <a:pt x="453017" y="453017"/>
                  </a:lnTo>
                  <a:lnTo>
                    <a:pt x="0" y="453017"/>
                  </a:lnTo>
                  <a:lnTo>
                    <a:pt x="0" y="0"/>
                  </a:lnTo>
                  <a:close/>
                </a:path>
              </a:pathLst>
            </a:custGeom>
            <a:blipFill>
              <a:blip r:embed="rId47">
                <a:extLst>
                  <a:ext uri="{96DAC541-7B7A-43D3-8B79-37D633B846F1}">
                    <asvg:svgBlip xmlns:asvg="http://schemas.microsoft.com/office/drawing/2016/SVG/main" r:embed="rId48"/>
                  </a:ext>
                </a:extLst>
              </a:blip>
              <a:stretch>
                <a:fillRect/>
              </a:stretch>
            </a:blipFill>
          </p:spPr>
          <p:txBody>
            <a:bodyPr/>
            <a:lstStyle/>
            <a:p>
              <a:endParaRPr lang="en-SG" sz="1088"/>
            </a:p>
          </p:txBody>
        </p:sp>
        <p:grpSp>
          <p:nvGrpSpPr>
            <p:cNvPr id="189" name="Group 165"/>
            <p:cNvGrpSpPr/>
            <p:nvPr/>
          </p:nvGrpSpPr>
          <p:grpSpPr>
            <a:xfrm>
              <a:off x="335535" y="881188"/>
              <a:ext cx="664261" cy="572752"/>
              <a:chOff x="0" y="0"/>
              <a:chExt cx="306354" cy="264151"/>
            </a:xfrm>
          </p:grpSpPr>
          <p:sp>
            <p:nvSpPr>
              <p:cNvPr id="207" name="Freeform 166"/>
              <p:cNvSpPr/>
              <p:nvPr/>
            </p:nvSpPr>
            <p:spPr>
              <a:xfrm>
                <a:off x="0" y="0"/>
                <a:ext cx="306354" cy="264151"/>
              </a:xfrm>
              <a:custGeom>
                <a:avLst/>
                <a:gdLst/>
                <a:ahLst/>
                <a:cxnLst/>
                <a:rect l="l" t="t" r="r" b="b"/>
                <a:pathLst>
                  <a:path w="306354" h="264151">
                    <a:moveTo>
                      <a:pt x="0" y="0"/>
                    </a:moveTo>
                    <a:lnTo>
                      <a:pt x="306354" y="0"/>
                    </a:lnTo>
                    <a:lnTo>
                      <a:pt x="306354" y="264151"/>
                    </a:lnTo>
                    <a:lnTo>
                      <a:pt x="0" y="264151"/>
                    </a:lnTo>
                    <a:close/>
                  </a:path>
                </a:pathLst>
              </a:custGeom>
              <a:solidFill>
                <a:srgbClr val="000000">
                  <a:alpha val="0"/>
                </a:srgbClr>
              </a:solidFill>
              <a:ln w="38100" cap="sq">
                <a:solidFill>
                  <a:srgbClr val="000000"/>
                </a:solidFill>
                <a:prstDash val="solid"/>
                <a:miter/>
              </a:ln>
            </p:spPr>
            <p:txBody>
              <a:bodyPr/>
              <a:lstStyle/>
              <a:p>
                <a:endParaRPr lang="en-SG" sz="1088"/>
              </a:p>
            </p:txBody>
          </p:sp>
          <p:sp>
            <p:nvSpPr>
              <p:cNvPr id="208" name="TextBox 167"/>
              <p:cNvSpPr txBox="1"/>
              <p:nvPr/>
            </p:nvSpPr>
            <p:spPr>
              <a:xfrm>
                <a:off x="0" y="-28575"/>
                <a:ext cx="306354" cy="292726"/>
              </a:xfrm>
              <a:prstGeom prst="rect">
                <a:avLst/>
              </a:prstGeom>
            </p:spPr>
            <p:txBody>
              <a:bodyPr lIns="40638" tIns="40638" rIns="40638" bIns="40638" rtlCol="0" anchor="ctr"/>
              <a:lstStyle/>
              <a:p>
                <a:pPr algn="ctr">
                  <a:lnSpc>
                    <a:spcPts val="2015"/>
                  </a:lnSpc>
                </a:pPr>
                <a:endParaRPr sz="1088"/>
              </a:p>
            </p:txBody>
          </p:sp>
        </p:grpSp>
        <p:sp>
          <p:nvSpPr>
            <p:cNvPr id="190" name="TextBox 168"/>
            <p:cNvSpPr txBox="1"/>
            <p:nvPr/>
          </p:nvSpPr>
          <p:spPr>
            <a:xfrm>
              <a:off x="999796" y="122040"/>
              <a:ext cx="1132178" cy="1006838"/>
            </a:xfrm>
            <a:prstGeom prst="rect">
              <a:avLst/>
            </a:prstGeom>
          </p:spPr>
          <p:txBody>
            <a:bodyPr lIns="0" tIns="0" rIns="0" bIns="0" rtlCol="0" anchor="t">
              <a:spAutoFit/>
            </a:bodyPr>
            <a:lstStyle/>
            <a:p>
              <a:pPr>
                <a:lnSpc>
                  <a:spcPts val="2382"/>
                </a:lnSpc>
                <a:spcBef>
                  <a:spcPct val="0"/>
                </a:spcBef>
              </a:pPr>
              <a:r>
                <a:rPr lang="en-US" sz="1701" dirty="0">
                  <a:solidFill>
                    <a:srgbClr val="FDFDFD"/>
                  </a:solidFill>
                  <a:latin typeface="League Spartan"/>
                  <a:ea typeface="League Spartan"/>
                  <a:cs typeface="League Spartan"/>
                  <a:sym typeface="League Spartan"/>
                </a:rPr>
                <a:t>Filters</a:t>
              </a:r>
            </a:p>
          </p:txBody>
        </p:sp>
        <p:grpSp>
          <p:nvGrpSpPr>
            <p:cNvPr id="191" name="Group 169"/>
            <p:cNvGrpSpPr/>
            <p:nvPr/>
          </p:nvGrpSpPr>
          <p:grpSpPr>
            <a:xfrm>
              <a:off x="335535" y="1628515"/>
              <a:ext cx="664261" cy="572752"/>
              <a:chOff x="0" y="0"/>
              <a:chExt cx="306354" cy="264151"/>
            </a:xfrm>
          </p:grpSpPr>
          <p:sp>
            <p:nvSpPr>
              <p:cNvPr id="205" name="Freeform 170"/>
              <p:cNvSpPr/>
              <p:nvPr/>
            </p:nvSpPr>
            <p:spPr>
              <a:xfrm>
                <a:off x="0" y="0"/>
                <a:ext cx="306354" cy="264151"/>
              </a:xfrm>
              <a:custGeom>
                <a:avLst/>
                <a:gdLst/>
                <a:ahLst/>
                <a:cxnLst/>
                <a:rect l="l" t="t" r="r" b="b"/>
                <a:pathLst>
                  <a:path w="306354" h="264151">
                    <a:moveTo>
                      <a:pt x="0" y="0"/>
                    </a:moveTo>
                    <a:lnTo>
                      <a:pt x="306354" y="0"/>
                    </a:lnTo>
                    <a:lnTo>
                      <a:pt x="306354" y="264151"/>
                    </a:lnTo>
                    <a:lnTo>
                      <a:pt x="0" y="264151"/>
                    </a:lnTo>
                    <a:close/>
                  </a:path>
                </a:pathLst>
              </a:custGeom>
              <a:solidFill>
                <a:srgbClr val="000000">
                  <a:alpha val="0"/>
                </a:srgbClr>
              </a:solidFill>
              <a:ln w="38100" cap="sq">
                <a:solidFill>
                  <a:srgbClr val="000000"/>
                </a:solidFill>
                <a:prstDash val="solid"/>
                <a:miter/>
              </a:ln>
            </p:spPr>
            <p:txBody>
              <a:bodyPr/>
              <a:lstStyle/>
              <a:p>
                <a:endParaRPr lang="en-SG" sz="1088"/>
              </a:p>
            </p:txBody>
          </p:sp>
          <p:sp>
            <p:nvSpPr>
              <p:cNvPr id="206" name="TextBox 171"/>
              <p:cNvSpPr txBox="1"/>
              <p:nvPr/>
            </p:nvSpPr>
            <p:spPr>
              <a:xfrm>
                <a:off x="0" y="-28575"/>
                <a:ext cx="306354" cy="292726"/>
              </a:xfrm>
              <a:prstGeom prst="rect">
                <a:avLst/>
              </a:prstGeom>
            </p:spPr>
            <p:txBody>
              <a:bodyPr lIns="40638" tIns="40638" rIns="40638" bIns="40638" rtlCol="0" anchor="ctr"/>
              <a:lstStyle/>
              <a:p>
                <a:pPr algn="ctr">
                  <a:lnSpc>
                    <a:spcPts val="2015"/>
                  </a:lnSpc>
                </a:pPr>
                <a:endParaRPr sz="1088"/>
              </a:p>
            </p:txBody>
          </p:sp>
        </p:grpSp>
        <p:grpSp>
          <p:nvGrpSpPr>
            <p:cNvPr id="192" name="Group 172"/>
            <p:cNvGrpSpPr/>
            <p:nvPr/>
          </p:nvGrpSpPr>
          <p:grpSpPr>
            <a:xfrm>
              <a:off x="335535" y="2375843"/>
              <a:ext cx="664261" cy="572752"/>
              <a:chOff x="0" y="0"/>
              <a:chExt cx="306354" cy="264151"/>
            </a:xfrm>
          </p:grpSpPr>
          <p:sp>
            <p:nvSpPr>
              <p:cNvPr id="203" name="Freeform 173"/>
              <p:cNvSpPr/>
              <p:nvPr/>
            </p:nvSpPr>
            <p:spPr>
              <a:xfrm>
                <a:off x="0" y="0"/>
                <a:ext cx="306354" cy="264151"/>
              </a:xfrm>
              <a:custGeom>
                <a:avLst/>
                <a:gdLst/>
                <a:ahLst/>
                <a:cxnLst/>
                <a:rect l="l" t="t" r="r" b="b"/>
                <a:pathLst>
                  <a:path w="306354" h="264151">
                    <a:moveTo>
                      <a:pt x="0" y="0"/>
                    </a:moveTo>
                    <a:lnTo>
                      <a:pt x="306354" y="0"/>
                    </a:lnTo>
                    <a:lnTo>
                      <a:pt x="306354" y="264151"/>
                    </a:lnTo>
                    <a:lnTo>
                      <a:pt x="0" y="264151"/>
                    </a:lnTo>
                    <a:close/>
                  </a:path>
                </a:pathLst>
              </a:custGeom>
              <a:solidFill>
                <a:srgbClr val="000000">
                  <a:alpha val="0"/>
                </a:srgbClr>
              </a:solidFill>
              <a:ln w="38100" cap="sq">
                <a:solidFill>
                  <a:srgbClr val="000000"/>
                </a:solidFill>
                <a:prstDash val="solid"/>
                <a:miter/>
              </a:ln>
            </p:spPr>
            <p:txBody>
              <a:bodyPr/>
              <a:lstStyle/>
              <a:p>
                <a:endParaRPr lang="en-SG" sz="1088"/>
              </a:p>
            </p:txBody>
          </p:sp>
          <p:sp>
            <p:nvSpPr>
              <p:cNvPr id="204" name="TextBox 174"/>
              <p:cNvSpPr txBox="1"/>
              <p:nvPr/>
            </p:nvSpPr>
            <p:spPr>
              <a:xfrm>
                <a:off x="0" y="-28575"/>
                <a:ext cx="306354" cy="292726"/>
              </a:xfrm>
              <a:prstGeom prst="rect">
                <a:avLst/>
              </a:prstGeom>
            </p:spPr>
            <p:txBody>
              <a:bodyPr lIns="40638" tIns="40638" rIns="40638" bIns="40638" rtlCol="0" anchor="ctr"/>
              <a:lstStyle/>
              <a:p>
                <a:pPr algn="ctr">
                  <a:lnSpc>
                    <a:spcPts val="2015"/>
                  </a:lnSpc>
                </a:pPr>
                <a:endParaRPr sz="1088"/>
              </a:p>
            </p:txBody>
          </p:sp>
        </p:grpSp>
        <p:grpSp>
          <p:nvGrpSpPr>
            <p:cNvPr id="193" name="Group 175"/>
            <p:cNvGrpSpPr/>
            <p:nvPr/>
          </p:nvGrpSpPr>
          <p:grpSpPr>
            <a:xfrm>
              <a:off x="335535" y="3080821"/>
              <a:ext cx="664261" cy="572752"/>
              <a:chOff x="0" y="0"/>
              <a:chExt cx="306354" cy="264151"/>
            </a:xfrm>
          </p:grpSpPr>
          <p:sp>
            <p:nvSpPr>
              <p:cNvPr id="201" name="Freeform 176"/>
              <p:cNvSpPr/>
              <p:nvPr/>
            </p:nvSpPr>
            <p:spPr>
              <a:xfrm>
                <a:off x="0" y="0"/>
                <a:ext cx="306354" cy="264151"/>
              </a:xfrm>
              <a:custGeom>
                <a:avLst/>
                <a:gdLst/>
                <a:ahLst/>
                <a:cxnLst/>
                <a:rect l="l" t="t" r="r" b="b"/>
                <a:pathLst>
                  <a:path w="306354" h="264151">
                    <a:moveTo>
                      <a:pt x="0" y="0"/>
                    </a:moveTo>
                    <a:lnTo>
                      <a:pt x="306354" y="0"/>
                    </a:lnTo>
                    <a:lnTo>
                      <a:pt x="306354" y="264151"/>
                    </a:lnTo>
                    <a:lnTo>
                      <a:pt x="0" y="264151"/>
                    </a:lnTo>
                    <a:close/>
                  </a:path>
                </a:pathLst>
              </a:custGeom>
              <a:solidFill>
                <a:srgbClr val="000000">
                  <a:alpha val="0"/>
                </a:srgbClr>
              </a:solidFill>
              <a:ln w="38100" cap="sq">
                <a:solidFill>
                  <a:srgbClr val="000000"/>
                </a:solidFill>
                <a:prstDash val="solid"/>
                <a:miter/>
              </a:ln>
            </p:spPr>
            <p:txBody>
              <a:bodyPr/>
              <a:lstStyle/>
              <a:p>
                <a:endParaRPr lang="en-SG" sz="1088"/>
              </a:p>
            </p:txBody>
          </p:sp>
          <p:sp>
            <p:nvSpPr>
              <p:cNvPr id="202" name="TextBox 177"/>
              <p:cNvSpPr txBox="1"/>
              <p:nvPr/>
            </p:nvSpPr>
            <p:spPr>
              <a:xfrm>
                <a:off x="0" y="-28575"/>
                <a:ext cx="306354" cy="292726"/>
              </a:xfrm>
              <a:prstGeom prst="rect">
                <a:avLst/>
              </a:prstGeom>
            </p:spPr>
            <p:txBody>
              <a:bodyPr lIns="40638" tIns="40638" rIns="40638" bIns="40638" rtlCol="0" anchor="ctr"/>
              <a:lstStyle/>
              <a:p>
                <a:pPr algn="ctr">
                  <a:lnSpc>
                    <a:spcPts val="2015"/>
                  </a:lnSpc>
                </a:pPr>
                <a:endParaRPr sz="1088"/>
              </a:p>
            </p:txBody>
          </p:sp>
        </p:grpSp>
        <p:sp>
          <p:nvSpPr>
            <p:cNvPr id="194" name="TextBox 178"/>
            <p:cNvSpPr txBox="1"/>
            <p:nvPr/>
          </p:nvSpPr>
          <p:spPr>
            <a:xfrm>
              <a:off x="1008255" y="913544"/>
              <a:ext cx="1614543" cy="458587"/>
            </a:xfrm>
            <a:prstGeom prst="rect">
              <a:avLst/>
            </a:prstGeom>
          </p:spPr>
          <p:txBody>
            <a:bodyPr lIns="0" tIns="0" rIns="0" bIns="0" rtlCol="0" anchor="t">
              <a:spAutoFit/>
            </a:bodyPr>
            <a:lstStyle/>
            <a:p>
              <a:pPr algn="ctr">
                <a:lnSpc>
                  <a:spcPts val="2279"/>
                </a:lnSpc>
                <a:spcBef>
                  <a:spcPct val="0"/>
                </a:spcBef>
              </a:pPr>
              <a:r>
                <a:rPr lang="en-US" sz="1628">
                  <a:solidFill>
                    <a:srgbClr val="000000"/>
                  </a:solidFill>
                  <a:latin typeface="Canva Sans"/>
                  <a:ea typeface="Canva Sans"/>
                  <a:cs typeface="Canva Sans"/>
                  <a:sym typeface="Canva Sans"/>
                </a:rPr>
                <a:t>Dining</a:t>
              </a:r>
            </a:p>
          </p:txBody>
        </p:sp>
        <p:sp>
          <p:nvSpPr>
            <p:cNvPr id="195" name="TextBox 179"/>
            <p:cNvSpPr txBox="1"/>
            <p:nvPr/>
          </p:nvSpPr>
          <p:spPr>
            <a:xfrm>
              <a:off x="1313223" y="1671900"/>
              <a:ext cx="1215136" cy="458587"/>
            </a:xfrm>
            <a:prstGeom prst="rect">
              <a:avLst/>
            </a:prstGeom>
          </p:spPr>
          <p:txBody>
            <a:bodyPr lIns="0" tIns="0" rIns="0" bIns="0" rtlCol="0" anchor="t">
              <a:spAutoFit/>
            </a:bodyPr>
            <a:lstStyle/>
            <a:p>
              <a:pPr>
                <a:lnSpc>
                  <a:spcPts val="2279"/>
                </a:lnSpc>
                <a:spcBef>
                  <a:spcPct val="0"/>
                </a:spcBef>
              </a:pPr>
              <a:r>
                <a:rPr lang="en-US" sz="1628" dirty="0">
                  <a:solidFill>
                    <a:srgbClr val="000000"/>
                  </a:solidFill>
                  <a:latin typeface="Canva Sans"/>
                  <a:ea typeface="Canva Sans"/>
                  <a:cs typeface="Canva Sans"/>
                  <a:sym typeface="Canva Sans"/>
                </a:rPr>
                <a:t>Rides</a:t>
              </a:r>
            </a:p>
          </p:txBody>
        </p:sp>
        <p:sp>
          <p:nvSpPr>
            <p:cNvPr id="196" name="TextBox 180"/>
            <p:cNvSpPr txBox="1"/>
            <p:nvPr/>
          </p:nvSpPr>
          <p:spPr>
            <a:xfrm>
              <a:off x="1207957" y="2328218"/>
              <a:ext cx="1215136" cy="458587"/>
            </a:xfrm>
            <a:prstGeom prst="rect">
              <a:avLst/>
            </a:prstGeom>
          </p:spPr>
          <p:txBody>
            <a:bodyPr lIns="0" tIns="0" rIns="0" bIns="0" rtlCol="0" anchor="t">
              <a:spAutoFit/>
            </a:bodyPr>
            <a:lstStyle/>
            <a:p>
              <a:pPr algn="ctr">
                <a:lnSpc>
                  <a:spcPts val="2279"/>
                </a:lnSpc>
                <a:spcBef>
                  <a:spcPct val="0"/>
                </a:spcBef>
              </a:pPr>
              <a:r>
                <a:rPr lang="en-US" sz="1628">
                  <a:solidFill>
                    <a:srgbClr val="000000"/>
                  </a:solidFill>
                  <a:latin typeface="Canva Sans"/>
                  <a:ea typeface="Canva Sans"/>
                  <a:cs typeface="Canva Sans"/>
                  <a:sym typeface="Canva Sans"/>
                </a:rPr>
                <a:t>Shows</a:t>
              </a:r>
            </a:p>
          </p:txBody>
        </p:sp>
        <p:sp>
          <p:nvSpPr>
            <p:cNvPr id="197" name="TextBox 181"/>
            <p:cNvSpPr txBox="1"/>
            <p:nvPr/>
          </p:nvSpPr>
          <p:spPr>
            <a:xfrm>
              <a:off x="1207957" y="3087608"/>
              <a:ext cx="1215136" cy="458587"/>
            </a:xfrm>
            <a:prstGeom prst="rect">
              <a:avLst/>
            </a:prstGeom>
          </p:spPr>
          <p:txBody>
            <a:bodyPr lIns="0" tIns="0" rIns="0" bIns="0" rtlCol="0" anchor="t">
              <a:spAutoFit/>
            </a:bodyPr>
            <a:lstStyle/>
            <a:p>
              <a:pPr algn="ctr">
                <a:lnSpc>
                  <a:spcPts val="2279"/>
                </a:lnSpc>
                <a:spcBef>
                  <a:spcPct val="0"/>
                </a:spcBef>
              </a:pPr>
              <a:r>
                <a:rPr lang="en-US" sz="1628">
                  <a:solidFill>
                    <a:srgbClr val="000000"/>
                  </a:solidFill>
                  <a:latin typeface="Canva Sans"/>
                  <a:ea typeface="Canva Sans"/>
                  <a:cs typeface="Canva Sans"/>
                  <a:sym typeface="Canva Sans"/>
                </a:rPr>
                <a:t>Others</a:t>
              </a:r>
            </a:p>
          </p:txBody>
        </p:sp>
        <p:grpSp>
          <p:nvGrpSpPr>
            <p:cNvPr id="198" name="Group 182"/>
            <p:cNvGrpSpPr/>
            <p:nvPr/>
          </p:nvGrpSpPr>
          <p:grpSpPr>
            <a:xfrm>
              <a:off x="0" y="509961"/>
              <a:ext cx="3581112" cy="194989"/>
              <a:chOff x="0" y="0"/>
              <a:chExt cx="1651593" cy="89928"/>
            </a:xfrm>
          </p:grpSpPr>
          <p:sp>
            <p:nvSpPr>
              <p:cNvPr id="199" name="Freeform 183"/>
              <p:cNvSpPr/>
              <p:nvPr/>
            </p:nvSpPr>
            <p:spPr>
              <a:xfrm>
                <a:off x="0" y="0"/>
                <a:ext cx="1651593" cy="89928"/>
              </a:xfrm>
              <a:custGeom>
                <a:avLst/>
                <a:gdLst/>
                <a:ahLst/>
                <a:cxnLst/>
                <a:rect l="l" t="t" r="r" b="b"/>
                <a:pathLst>
                  <a:path w="1651593" h="89928">
                    <a:moveTo>
                      <a:pt x="0" y="0"/>
                    </a:moveTo>
                    <a:lnTo>
                      <a:pt x="1651593" y="0"/>
                    </a:lnTo>
                    <a:lnTo>
                      <a:pt x="1651593" y="89928"/>
                    </a:lnTo>
                    <a:lnTo>
                      <a:pt x="0" y="89928"/>
                    </a:lnTo>
                    <a:close/>
                  </a:path>
                </a:pathLst>
              </a:custGeom>
              <a:solidFill>
                <a:srgbClr val="F34336"/>
              </a:solidFill>
              <a:ln cap="sq">
                <a:noFill/>
                <a:prstDash val="solid"/>
                <a:miter/>
              </a:ln>
            </p:spPr>
            <p:txBody>
              <a:bodyPr/>
              <a:lstStyle/>
              <a:p>
                <a:endParaRPr lang="en-SG" sz="1088"/>
              </a:p>
            </p:txBody>
          </p:sp>
          <p:sp>
            <p:nvSpPr>
              <p:cNvPr id="200" name="TextBox 184"/>
              <p:cNvSpPr txBox="1"/>
              <p:nvPr/>
            </p:nvSpPr>
            <p:spPr>
              <a:xfrm>
                <a:off x="0" y="-28575"/>
                <a:ext cx="1651593" cy="118503"/>
              </a:xfrm>
              <a:prstGeom prst="rect">
                <a:avLst/>
              </a:prstGeom>
            </p:spPr>
            <p:txBody>
              <a:bodyPr lIns="40638" tIns="40638" rIns="40638" bIns="40638" rtlCol="0" anchor="ctr"/>
              <a:lstStyle/>
              <a:p>
                <a:pPr algn="ctr">
                  <a:lnSpc>
                    <a:spcPts val="2015"/>
                  </a:lnSpc>
                </a:pPr>
                <a:endParaRPr sz="1088"/>
              </a:p>
            </p:txBody>
          </p:sp>
        </p:grpSp>
      </p:grpSp>
    </p:spTree>
    <p:extLst>
      <p:ext uri="{BB962C8B-B14F-4D97-AF65-F5344CB8AC3E}">
        <p14:creationId xmlns:p14="http://schemas.microsoft.com/office/powerpoint/2010/main" val="15156151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a:extLst>
            <a:ext uri="{FF2B5EF4-FFF2-40B4-BE49-F238E27FC236}">
              <a16:creationId xmlns:a16="http://schemas.microsoft.com/office/drawing/2014/main" id="{4D5D5817-9209-7601-46F0-91A9D6DE079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5086325-6D75-E83C-1330-2422A4AC2109}"/>
              </a:ext>
            </a:extLst>
          </p:cNvPr>
          <p:cNvSpPr/>
          <p:nvPr/>
        </p:nvSpPr>
        <p:spPr>
          <a:xfrm>
            <a:off x="4319976" y="926069"/>
            <a:ext cx="5481469" cy="3657155"/>
          </a:xfrm>
          <a:custGeom>
            <a:avLst/>
            <a:gdLst/>
            <a:ahLst/>
            <a:cxnLst/>
            <a:rect l="l" t="t" r="r" b="b"/>
            <a:pathLst>
              <a:path w="6852139" h="4571645">
                <a:moveTo>
                  <a:pt x="0" y="0"/>
                </a:moveTo>
                <a:lnTo>
                  <a:pt x="6852139" y="0"/>
                </a:lnTo>
                <a:lnTo>
                  <a:pt x="6852139" y="4571645"/>
                </a:lnTo>
                <a:lnTo>
                  <a:pt x="0" y="4571645"/>
                </a:lnTo>
                <a:lnTo>
                  <a:pt x="0" y="0"/>
                </a:lnTo>
                <a:close/>
              </a:path>
            </a:pathLst>
          </a:custGeom>
          <a:blipFill>
            <a:blip r:embed="rId3"/>
            <a:stretch>
              <a:fillRect/>
            </a:stretch>
          </a:blipFill>
          <a:ln cap="sq">
            <a:noFill/>
            <a:prstDash val="solid"/>
            <a:miter/>
          </a:ln>
        </p:spPr>
        <p:txBody>
          <a:bodyPr/>
          <a:lstStyle/>
          <a:p>
            <a:endParaRPr lang="en-SG" sz="1088"/>
          </a:p>
        </p:txBody>
      </p:sp>
      <p:grpSp>
        <p:nvGrpSpPr>
          <p:cNvPr id="3" name="Group 3">
            <a:extLst>
              <a:ext uri="{FF2B5EF4-FFF2-40B4-BE49-F238E27FC236}">
                <a16:creationId xmlns:a16="http://schemas.microsoft.com/office/drawing/2014/main" id="{8F8816A0-ADCC-46EE-B0E8-B602473D2826}"/>
              </a:ext>
            </a:extLst>
          </p:cNvPr>
          <p:cNvGrpSpPr/>
          <p:nvPr/>
        </p:nvGrpSpPr>
        <p:grpSpPr>
          <a:xfrm>
            <a:off x="-1" y="-50220"/>
            <a:ext cx="3698546" cy="602010"/>
            <a:chOff x="0" y="0"/>
            <a:chExt cx="1561326" cy="812800"/>
          </a:xfrm>
        </p:grpSpPr>
        <p:sp>
          <p:nvSpPr>
            <p:cNvPr id="4" name="Freeform 4">
              <a:extLst>
                <a:ext uri="{FF2B5EF4-FFF2-40B4-BE49-F238E27FC236}">
                  <a16:creationId xmlns:a16="http://schemas.microsoft.com/office/drawing/2014/main" id="{17701EFD-3CBF-D9AE-8258-37CAE8646FB7}"/>
                </a:ext>
              </a:extLst>
            </p:cNvPr>
            <p:cNvSpPr/>
            <p:nvPr/>
          </p:nvSpPr>
          <p:spPr>
            <a:xfrm>
              <a:off x="0" y="0"/>
              <a:ext cx="1561326" cy="812800"/>
            </a:xfrm>
            <a:custGeom>
              <a:avLst/>
              <a:gdLst/>
              <a:ahLst/>
              <a:cxnLst/>
              <a:rect l="l" t="t" r="r" b="b"/>
              <a:pathLst>
                <a:path w="1561326" h="812800">
                  <a:moveTo>
                    <a:pt x="0" y="0"/>
                  </a:moveTo>
                  <a:lnTo>
                    <a:pt x="1561326" y="0"/>
                  </a:lnTo>
                  <a:lnTo>
                    <a:pt x="1561326" y="812800"/>
                  </a:lnTo>
                  <a:lnTo>
                    <a:pt x="0" y="812800"/>
                  </a:lnTo>
                  <a:close/>
                </a:path>
              </a:pathLst>
            </a:custGeom>
            <a:solidFill>
              <a:srgbClr val="F34336"/>
            </a:solidFill>
          </p:spPr>
          <p:txBody>
            <a:bodyPr/>
            <a:lstStyle/>
            <a:p>
              <a:endParaRPr lang="en-SG" sz="1088"/>
            </a:p>
          </p:txBody>
        </p:sp>
        <p:sp>
          <p:nvSpPr>
            <p:cNvPr id="5" name="TextBox 5">
              <a:extLst>
                <a:ext uri="{FF2B5EF4-FFF2-40B4-BE49-F238E27FC236}">
                  <a16:creationId xmlns:a16="http://schemas.microsoft.com/office/drawing/2014/main" id="{8209042F-1DC1-626F-C8D0-5284964C45A7}"/>
                </a:ext>
              </a:extLst>
            </p:cNvPr>
            <p:cNvSpPr txBox="1"/>
            <p:nvPr/>
          </p:nvSpPr>
          <p:spPr>
            <a:xfrm>
              <a:off x="0" y="-28575"/>
              <a:ext cx="1561326" cy="841375"/>
            </a:xfrm>
            <a:prstGeom prst="rect">
              <a:avLst/>
            </a:prstGeom>
          </p:spPr>
          <p:txBody>
            <a:bodyPr lIns="40638" tIns="40638" rIns="40638" bIns="40638" rtlCol="0" anchor="ctr"/>
            <a:lstStyle/>
            <a:p>
              <a:pPr algn="ctr">
                <a:lnSpc>
                  <a:spcPts val="2016"/>
                </a:lnSpc>
              </a:pPr>
              <a:endParaRPr sz="1088"/>
            </a:p>
          </p:txBody>
        </p:sp>
      </p:grpSp>
      <p:graphicFrame>
        <p:nvGraphicFramePr>
          <p:cNvPr id="6" name="Table 6">
            <a:extLst>
              <a:ext uri="{FF2B5EF4-FFF2-40B4-BE49-F238E27FC236}">
                <a16:creationId xmlns:a16="http://schemas.microsoft.com/office/drawing/2014/main" id="{D133FB9D-1E1C-F7A7-EDF3-D5088C1ECC1F}"/>
              </a:ext>
            </a:extLst>
          </p:cNvPr>
          <p:cNvGraphicFramePr>
            <a:graphicFrameLocks noGrp="1"/>
          </p:cNvGraphicFramePr>
          <p:nvPr/>
        </p:nvGraphicFramePr>
        <p:xfrm>
          <a:off x="-1" y="551791"/>
          <a:ext cx="3670175" cy="6699488"/>
        </p:xfrm>
        <a:graphic>
          <a:graphicData uri="http://schemas.openxmlformats.org/drawingml/2006/table">
            <a:tbl>
              <a:tblPr/>
              <a:tblGrid>
                <a:gridCol w="3670175">
                  <a:extLst>
                    <a:ext uri="{9D8B030D-6E8A-4147-A177-3AD203B41FA5}">
                      <a16:colId xmlns:a16="http://schemas.microsoft.com/office/drawing/2014/main" val="20000"/>
                    </a:ext>
                  </a:extLst>
                </a:gridCol>
              </a:tblGrid>
              <a:tr h="815366">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39540">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39540">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960982">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39563">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27582">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84124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735674">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Freeform 7">
            <a:hlinkClick r:id="rId4" action="ppaction://hlinksldjump"/>
            <a:extLst>
              <a:ext uri="{FF2B5EF4-FFF2-40B4-BE49-F238E27FC236}">
                <a16:creationId xmlns:a16="http://schemas.microsoft.com/office/drawing/2014/main" id="{F6C417D6-3E7F-8C53-A046-7280578A9B03}"/>
              </a:ext>
            </a:extLst>
          </p:cNvPr>
          <p:cNvSpPr/>
          <p:nvPr/>
        </p:nvSpPr>
        <p:spPr>
          <a:xfrm>
            <a:off x="3252122" y="156549"/>
            <a:ext cx="261167" cy="280824"/>
          </a:xfrm>
          <a:custGeom>
            <a:avLst/>
            <a:gdLst/>
            <a:ahLst/>
            <a:cxnLst/>
            <a:rect l="l" t="t" r="r" b="b"/>
            <a:pathLst>
              <a:path w="326473" h="351046">
                <a:moveTo>
                  <a:pt x="0" y="0"/>
                </a:moveTo>
                <a:lnTo>
                  <a:pt x="326473" y="0"/>
                </a:lnTo>
                <a:lnTo>
                  <a:pt x="326473" y="351046"/>
                </a:lnTo>
                <a:lnTo>
                  <a:pt x="0" y="35104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SG" sz="1088"/>
          </a:p>
        </p:txBody>
      </p:sp>
      <p:sp>
        <p:nvSpPr>
          <p:cNvPr id="8" name="Freeform 8">
            <a:extLst>
              <a:ext uri="{FF2B5EF4-FFF2-40B4-BE49-F238E27FC236}">
                <a16:creationId xmlns:a16="http://schemas.microsoft.com/office/drawing/2014/main" id="{41E0013C-1D93-BFDC-897D-6409DE997C23}"/>
              </a:ext>
            </a:extLst>
          </p:cNvPr>
          <p:cNvSpPr/>
          <p:nvPr/>
        </p:nvSpPr>
        <p:spPr>
          <a:xfrm>
            <a:off x="2742836" y="156549"/>
            <a:ext cx="275756" cy="286499"/>
          </a:xfrm>
          <a:custGeom>
            <a:avLst/>
            <a:gdLst/>
            <a:ahLst/>
            <a:cxnLst/>
            <a:rect l="l" t="t" r="r" b="b"/>
            <a:pathLst>
              <a:path w="344710" h="358140">
                <a:moveTo>
                  <a:pt x="0" y="0"/>
                </a:moveTo>
                <a:lnTo>
                  <a:pt x="344710" y="0"/>
                </a:lnTo>
                <a:lnTo>
                  <a:pt x="344710" y="358141"/>
                </a:lnTo>
                <a:lnTo>
                  <a:pt x="0" y="35814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SG" sz="1088"/>
          </a:p>
        </p:txBody>
      </p:sp>
      <p:sp>
        <p:nvSpPr>
          <p:cNvPr id="9" name="Freeform 9">
            <a:hlinkClick r:id="rId9" action="ppaction://hlinksldjump"/>
            <a:extLst>
              <a:ext uri="{FF2B5EF4-FFF2-40B4-BE49-F238E27FC236}">
                <a16:creationId xmlns:a16="http://schemas.microsoft.com/office/drawing/2014/main" id="{5481243D-DE5C-8D97-ED63-F27D9D417B11}"/>
              </a:ext>
            </a:extLst>
          </p:cNvPr>
          <p:cNvSpPr/>
          <p:nvPr/>
        </p:nvSpPr>
        <p:spPr>
          <a:xfrm>
            <a:off x="8979655" y="31798"/>
            <a:ext cx="255177" cy="255177"/>
          </a:xfrm>
          <a:custGeom>
            <a:avLst/>
            <a:gdLst/>
            <a:ahLst/>
            <a:cxnLst/>
            <a:rect l="l" t="t" r="r" b="b"/>
            <a:pathLst>
              <a:path w="318985" h="318985">
                <a:moveTo>
                  <a:pt x="0" y="0"/>
                </a:moveTo>
                <a:lnTo>
                  <a:pt x="318984" y="0"/>
                </a:lnTo>
                <a:lnTo>
                  <a:pt x="318984" y="318985"/>
                </a:lnTo>
                <a:lnTo>
                  <a:pt x="0" y="31898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SG" sz="1088"/>
          </a:p>
        </p:txBody>
      </p:sp>
      <p:grpSp>
        <p:nvGrpSpPr>
          <p:cNvPr id="10" name="Group 10">
            <a:extLst>
              <a:ext uri="{FF2B5EF4-FFF2-40B4-BE49-F238E27FC236}">
                <a16:creationId xmlns:a16="http://schemas.microsoft.com/office/drawing/2014/main" id="{D954C5C3-9D39-0B9D-46F0-0FA2358E8FED}"/>
              </a:ext>
            </a:extLst>
          </p:cNvPr>
          <p:cNvGrpSpPr/>
          <p:nvPr/>
        </p:nvGrpSpPr>
        <p:grpSpPr>
          <a:xfrm rot="-5400000">
            <a:off x="3773834" y="985131"/>
            <a:ext cx="394881" cy="209744"/>
            <a:chOff x="0" y="0"/>
            <a:chExt cx="345211" cy="183361"/>
          </a:xfrm>
        </p:grpSpPr>
        <p:sp>
          <p:nvSpPr>
            <p:cNvPr id="11" name="Freeform 11">
              <a:extLst>
                <a:ext uri="{FF2B5EF4-FFF2-40B4-BE49-F238E27FC236}">
                  <a16:creationId xmlns:a16="http://schemas.microsoft.com/office/drawing/2014/main" id="{DD373D8B-B59F-2A19-0B4A-FCE23A4E14D3}"/>
                </a:ext>
              </a:extLst>
            </p:cNvPr>
            <p:cNvSpPr/>
            <p:nvPr/>
          </p:nvSpPr>
          <p:spPr>
            <a:xfrm>
              <a:off x="0" y="0"/>
              <a:ext cx="345211" cy="183361"/>
            </a:xfrm>
            <a:custGeom>
              <a:avLst/>
              <a:gdLst/>
              <a:ahLst/>
              <a:cxnLst/>
              <a:rect l="l" t="t" r="r" b="b"/>
              <a:pathLst>
                <a:path w="345211" h="183361">
                  <a:moveTo>
                    <a:pt x="91680" y="0"/>
                  </a:moveTo>
                  <a:lnTo>
                    <a:pt x="253531" y="0"/>
                  </a:lnTo>
                  <a:cubicBezTo>
                    <a:pt x="304164" y="0"/>
                    <a:pt x="345211" y="41047"/>
                    <a:pt x="345211" y="91680"/>
                  </a:cubicBezTo>
                  <a:lnTo>
                    <a:pt x="345211" y="91680"/>
                  </a:lnTo>
                  <a:cubicBezTo>
                    <a:pt x="345211" y="115996"/>
                    <a:pt x="335552" y="139315"/>
                    <a:pt x="318359" y="156508"/>
                  </a:cubicBezTo>
                  <a:cubicBezTo>
                    <a:pt x="301165" y="173702"/>
                    <a:pt x="277846" y="183361"/>
                    <a:pt x="253531" y="183361"/>
                  </a:cubicBezTo>
                  <a:lnTo>
                    <a:pt x="91680" y="183361"/>
                  </a:lnTo>
                  <a:cubicBezTo>
                    <a:pt x="67365" y="183361"/>
                    <a:pt x="44046" y="173702"/>
                    <a:pt x="26853" y="156508"/>
                  </a:cubicBezTo>
                  <a:cubicBezTo>
                    <a:pt x="9659" y="139315"/>
                    <a:pt x="0" y="115996"/>
                    <a:pt x="0" y="91680"/>
                  </a:cubicBezTo>
                  <a:lnTo>
                    <a:pt x="0" y="91680"/>
                  </a:lnTo>
                  <a:cubicBezTo>
                    <a:pt x="0" y="67365"/>
                    <a:pt x="9659" y="44046"/>
                    <a:pt x="26853" y="26853"/>
                  </a:cubicBezTo>
                  <a:cubicBezTo>
                    <a:pt x="44046" y="9659"/>
                    <a:pt x="67365" y="0"/>
                    <a:pt x="91680" y="0"/>
                  </a:cubicBezTo>
                  <a:close/>
                </a:path>
              </a:pathLst>
            </a:custGeom>
            <a:solidFill>
              <a:srgbClr val="FFCEB6">
                <a:alpha val="38824"/>
              </a:srgbClr>
            </a:solidFill>
          </p:spPr>
          <p:txBody>
            <a:bodyPr/>
            <a:lstStyle/>
            <a:p>
              <a:endParaRPr lang="en-SG" sz="1088"/>
            </a:p>
          </p:txBody>
        </p:sp>
        <p:sp>
          <p:nvSpPr>
            <p:cNvPr id="12" name="TextBox 12">
              <a:extLst>
                <a:ext uri="{FF2B5EF4-FFF2-40B4-BE49-F238E27FC236}">
                  <a16:creationId xmlns:a16="http://schemas.microsoft.com/office/drawing/2014/main" id="{D4558DA8-91CE-CAAE-8CD1-F39350731B7E}"/>
                </a:ext>
              </a:extLst>
            </p:cNvPr>
            <p:cNvSpPr txBox="1"/>
            <p:nvPr/>
          </p:nvSpPr>
          <p:spPr>
            <a:xfrm>
              <a:off x="0" y="-28575"/>
              <a:ext cx="345211" cy="211936"/>
            </a:xfrm>
            <a:prstGeom prst="rect">
              <a:avLst/>
            </a:prstGeom>
          </p:spPr>
          <p:txBody>
            <a:bodyPr lIns="40638" tIns="40638" rIns="40638" bIns="40638" rtlCol="0" anchor="ctr"/>
            <a:lstStyle/>
            <a:p>
              <a:pPr algn="ctr">
                <a:lnSpc>
                  <a:spcPts val="2016"/>
                </a:lnSpc>
              </a:pPr>
              <a:endParaRPr sz="1088"/>
            </a:p>
          </p:txBody>
        </p:sp>
      </p:grpSp>
      <p:sp>
        <p:nvSpPr>
          <p:cNvPr id="13" name="Freeform 13">
            <a:extLst>
              <a:ext uri="{FF2B5EF4-FFF2-40B4-BE49-F238E27FC236}">
                <a16:creationId xmlns:a16="http://schemas.microsoft.com/office/drawing/2014/main" id="{C8BE1D36-FA07-95C7-B441-F07E55C7AA73}"/>
              </a:ext>
            </a:extLst>
          </p:cNvPr>
          <p:cNvSpPr/>
          <p:nvPr/>
        </p:nvSpPr>
        <p:spPr>
          <a:xfrm>
            <a:off x="3915850" y="950308"/>
            <a:ext cx="127586" cy="104793"/>
          </a:xfrm>
          <a:custGeom>
            <a:avLst/>
            <a:gdLst/>
            <a:ahLst/>
            <a:cxnLst/>
            <a:rect l="l" t="t" r="r" b="b"/>
            <a:pathLst>
              <a:path w="159489" h="130997">
                <a:moveTo>
                  <a:pt x="0" y="0"/>
                </a:moveTo>
                <a:lnTo>
                  <a:pt x="159488" y="0"/>
                </a:lnTo>
                <a:lnTo>
                  <a:pt x="159488" y="130997"/>
                </a:lnTo>
                <a:lnTo>
                  <a:pt x="0" y="130997"/>
                </a:lnTo>
                <a:lnTo>
                  <a:pt x="0" y="0"/>
                </a:lnTo>
                <a:close/>
              </a:path>
            </a:pathLst>
          </a:custGeom>
          <a:blipFill>
            <a:blip r:embed="rId12"/>
            <a:stretch>
              <a:fillRect t="-10875" b="-10875"/>
            </a:stretch>
          </a:blipFill>
        </p:spPr>
        <p:txBody>
          <a:bodyPr/>
          <a:lstStyle/>
          <a:p>
            <a:endParaRPr lang="en-SG" sz="1088"/>
          </a:p>
        </p:txBody>
      </p:sp>
      <p:sp>
        <p:nvSpPr>
          <p:cNvPr id="14" name="Freeform 14">
            <a:extLst>
              <a:ext uri="{FF2B5EF4-FFF2-40B4-BE49-F238E27FC236}">
                <a16:creationId xmlns:a16="http://schemas.microsoft.com/office/drawing/2014/main" id="{FCD4216F-36C2-7471-032E-B793356C7BCF}"/>
              </a:ext>
            </a:extLst>
          </p:cNvPr>
          <p:cNvSpPr/>
          <p:nvPr/>
        </p:nvSpPr>
        <p:spPr>
          <a:xfrm>
            <a:off x="3915850" y="1179429"/>
            <a:ext cx="127586" cy="26793"/>
          </a:xfrm>
          <a:custGeom>
            <a:avLst/>
            <a:gdLst/>
            <a:ahLst/>
            <a:cxnLst/>
            <a:rect l="l" t="t" r="r" b="b"/>
            <a:pathLst>
              <a:path w="159489" h="33493">
                <a:moveTo>
                  <a:pt x="0" y="0"/>
                </a:moveTo>
                <a:lnTo>
                  <a:pt x="159488" y="0"/>
                </a:lnTo>
                <a:lnTo>
                  <a:pt x="159488" y="33493"/>
                </a:lnTo>
                <a:lnTo>
                  <a:pt x="0" y="33493"/>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SG" sz="1088"/>
          </a:p>
        </p:txBody>
      </p:sp>
      <p:sp>
        <p:nvSpPr>
          <p:cNvPr id="15" name="Freeform 15">
            <a:extLst>
              <a:ext uri="{FF2B5EF4-FFF2-40B4-BE49-F238E27FC236}">
                <a16:creationId xmlns:a16="http://schemas.microsoft.com/office/drawing/2014/main" id="{6F01CEC3-AC63-65B3-6E6A-38876BDD8521}"/>
              </a:ext>
            </a:extLst>
          </p:cNvPr>
          <p:cNvSpPr/>
          <p:nvPr/>
        </p:nvSpPr>
        <p:spPr>
          <a:xfrm>
            <a:off x="-80320" y="3528130"/>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grpSp>
        <p:nvGrpSpPr>
          <p:cNvPr id="16" name="Group 16">
            <a:extLst>
              <a:ext uri="{FF2B5EF4-FFF2-40B4-BE49-F238E27FC236}">
                <a16:creationId xmlns:a16="http://schemas.microsoft.com/office/drawing/2014/main" id="{97FE3877-9140-93F7-29EA-751AB37F49EC}"/>
              </a:ext>
            </a:extLst>
          </p:cNvPr>
          <p:cNvGrpSpPr/>
          <p:nvPr/>
        </p:nvGrpSpPr>
        <p:grpSpPr>
          <a:xfrm>
            <a:off x="2738816" y="1123123"/>
            <a:ext cx="803691" cy="199694"/>
            <a:chOff x="0" y="0"/>
            <a:chExt cx="1339544" cy="332839"/>
          </a:xfrm>
        </p:grpSpPr>
        <p:sp>
          <p:nvSpPr>
            <p:cNvPr id="17" name="Freeform 17">
              <a:extLst>
                <a:ext uri="{FF2B5EF4-FFF2-40B4-BE49-F238E27FC236}">
                  <a16:creationId xmlns:a16="http://schemas.microsoft.com/office/drawing/2014/main" id="{C354B3A5-3C21-05FF-4CA3-7697B7E7D5A7}"/>
                </a:ext>
              </a:extLst>
            </p:cNvPr>
            <p:cNvSpPr/>
            <p:nvPr/>
          </p:nvSpPr>
          <p:spPr>
            <a:xfrm>
              <a:off x="541419" y="0"/>
              <a:ext cx="332839" cy="332839"/>
            </a:xfrm>
            <a:custGeom>
              <a:avLst/>
              <a:gdLst/>
              <a:ahLst/>
              <a:cxnLst/>
              <a:rect l="l" t="t" r="r" b="b"/>
              <a:pathLst>
                <a:path w="332839" h="332839">
                  <a:moveTo>
                    <a:pt x="0" y="0"/>
                  </a:moveTo>
                  <a:lnTo>
                    <a:pt x="332838" y="0"/>
                  </a:lnTo>
                  <a:lnTo>
                    <a:pt x="332838" y="332839"/>
                  </a:lnTo>
                  <a:lnTo>
                    <a:pt x="0" y="332839"/>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SG" sz="1088"/>
            </a:p>
          </p:txBody>
        </p:sp>
        <p:sp>
          <p:nvSpPr>
            <p:cNvPr id="18" name="Freeform 18">
              <a:extLst>
                <a:ext uri="{FF2B5EF4-FFF2-40B4-BE49-F238E27FC236}">
                  <a16:creationId xmlns:a16="http://schemas.microsoft.com/office/drawing/2014/main" id="{190A2063-E0A0-BBB4-F073-69C7E93D5922}"/>
                </a:ext>
              </a:extLst>
            </p:cNvPr>
            <p:cNvSpPr/>
            <p:nvPr/>
          </p:nvSpPr>
          <p:spPr>
            <a:xfrm>
              <a:off x="0" y="0"/>
              <a:ext cx="398609" cy="332839"/>
            </a:xfrm>
            <a:custGeom>
              <a:avLst/>
              <a:gdLst/>
              <a:ahLst/>
              <a:cxnLst/>
              <a:rect l="l" t="t" r="r" b="b"/>
              <a:pathLst>
                <a:path w="398609" h="332839">
                  <a:moveTo>
                    <a:pt x="0" y="0"/>
                  </a:moveTo>
                  <a:lnTo>
                    <a:pt x="398609" y="0"/>
                  </a:lnTo>
                  <a:lnTo>
                    <a:pt x="398609" y="332839"/>
                  </a:lnTo>
                  <a:lnTo>
                    <a:pt x="0" y="332839"/>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en-SG" sz="1088"/>
            </a:p>
          </p:txBody>
        </p:sp>
        <p:sp>
          <p:nvSpPr>
            <p:cNvPr id="19" name="Freeform 19">
              <a:extLst>
                <a:ext uri="{FF2B5EF4-FFF2-40B4-BE49-F238E27FC236}">
                  <a16:creationId xmlns:a16="http://schemas.microsoft.com/office/drawing/2014/main" id="{224D09AA-2A05-D654-A781-5C36B9B2BABE}"/>
                </a:ext>
              </a:extLst>
            </p:cNvPr>
            <p:cNvSpPr/>
            <p:nvPr/>
          </p:nvSpPr>
          <p:spPr>
            <a:xfrm>
              <a:off x="1013957"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SG" sz="1088"/>
            </a:p>
          </p:txBody>
        </p:sp>
      </p:grpSp>
      <p:grpSp>
        <p:nvGrpSpPr>
          <p:cNvPr id="20" name="Group 20">
            <a:extLst>
              <a:ext uri="{FF2B5EF4-FFF2-40B4-BE49-F238E27FC236}">
                <a16:creationId xmlns:a16="http://schemas.microsoft.com/office/drawing/2014/main" id="{A778556F-5D23-95F5-6101-6948522C501F}"/>
              </a:ext>
            </a:extLst>
          </p:cNvPr>
          <p:cNvGrpSpPr/>
          <p:nvPr/>
        </p:nvGrpSpPr>
        <p:grpSpPr>
          <a:xfrm>
            <a:off x="2738816" y="2848334"/>
            <a:ext cx="803691" cy="199694"/>
            <a:chOff x="0" y="0"/>
            <a:chExt cx="1339544" cy="332839"/>
          </a:xfrm>
        </p:grpSpPr>
        <p:sp>
          <p:nvSpPr>
            <p:cNvPr id="21" name="Freeform 21">
              <a:extLst>
                <a:ext uri="{FF2B5EF4-FFF2-40B4-BE49-F238E27FC236}">
                  <a16:creationId xmlns:a16="http://schemas.microsoft.com/office/drawing/2014/main" id="{C9646E75-E41E-06BA-369C-E55DAB65548D}"/>
                </a:ext>
              </a:extLst>
            </p:cNvPr>
            <p:cNvSpPr/>
            <p:nvPr/>
          </p:nvSpPr>
          <p:spPr>
            <a:xfrm>
              <a:off x="541419" y="0"/>
              <a:ext cx="332839" cy="332839"/>
            </a:xfrm>
            <a:custGeom>
              <a:avLst/>
              <a:gdLst/>
              <a:ahLst/>
              <a:cxnLst/>
              <a:rect l="l" t="t" r="r" b="b"/>
              <a:pathLst>
                <a:path w="332839" h="332839">
                  <a:moveTo>
                    <a:pt x="0" y="0"/>
                  </a:moveTo>
                  <a:lnTo>
                    <a:pt x="332838" y="0"/>
                  </a:lnTo>
                  <a:lnTo>
                    <a:pt x="332838" y="332839"/>
                  </a:lnTo>
                  <a:lnTo>
                    <a:pt x="0" y="332839"/>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SG" sz="1088"/>
            </a:p>
          </p:txBody>
        </p:sp>
        <p:sp>
          <p:nvSpPr>
            <p:cNvPr id="22" name="Freeform 22">
              <a:extLst>
                <a:ext uri="{FF2B5EF4-FFF2-40B4-BE49-F238E27FC236}">
                  <a16:creationId xmlns:a16="http://schemas.microsoft.com/office/drawing/2014/main" id="{9045A1B9-5282-0677-F86F-AD6D708CF10A}"/>
                </a:ext>
              </a:extLst>
            </p:cNvPr>
            <p:cNvSpPr/>
            <p:nvPr/>
          </p:nvSpPr>
          <p:spPr>
            <a:xfrm>
              <a:off x="0" y="0"/>
              <a:ext cx="398609" cy="332839"/>
            </a:xfrm>
            <a:custGeom>
              <a:avLst/>
              <a:gdLst/>
              <a:ahLst/>
              <a:cxnLst/>
              <a:rect l="l" t="t" r="r" b="b"/>
              <a:pathLst>
                <a:path w="398609" h="332839">
                  <a:moveTo>
                    <a:pt x="0" y="0"/>
                  </a:moveTo>
                  <a:lnTo>
                    <a:pt x="398609" y="0"/>
                  </a:lnTo>
                  <a:lnTo>
                    <a:pt x="398609" y="332839"/>
                  </a:lnTo>
                  <a:lnTo>
                    <a:pt x="0" y="332839"/>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en-SG" sz="1088"/>
            </a:p>
          </p:txBody>
        </p:sp>
        <p:sp>
          <p:nvSpPr>
            <p:cNvPr id="23" name="Freeform 23">
              <a:extLst>
                <a:ext uri="{FF2B5EF4-FFF2-40B4-BE49-F238E27FC236}">
                  <a16:creationId xmlns:a16="http://schemas.microsoft.com/office/drawing/2014/main" id="{E6D8FA4A-817F-5F19-E53D-1D03F6018A3B}"/>
                </a:ext>
              </a:extLst>
            </p:cNvPr>
            <p:cNvSpPr/>
            <p:nvPr/>
          </p:nvSpPr>
          <p:spPr>
            <a:xfrm>
              <a:off x="1013957"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SG" sz="1088"/>
            </a:p>
          </p:txBody>
        </p:sp>
      </p:grpSp>
      <p:grpSp>
        <p:nvGrpSpPr>
          <p:cNvPr id="24" name="Group 24">
            <a:extLst>
              <a:ext uri="{FF2B5EF4-FFF2-40B4-BE49-F238E27FC236}">
                <a16:creationId xmlns:a16="http://schemas.microsoft.com/office/drawing/2014/main" id="{58065338-2005-4C7E-0D3B-902B81F77276}"/>
              </a:ext>
            </a:extLst>
          </p:cNvPr>
          <p:cNvGrpSpPr/>
          <p:nvPr/>
        </p:nvGrpSpPr>
        <p:grpSpPr>
          <a:xfrm>
            <a:off x="2738818" y="6324678"/>
            <a:ext cx="783398" cy="199694"/>
            <a:chOff x="0" y="0"/>
            <a:chExt cx="1305721" cy="332839"/>
          </a:xfrm>
        </p:grpSpPr>
        <p:sp>
          <p:nvSpPr>
            <p:cNvPr id="25" name="Freeform 25">
              <a:extLst>
                <a:ext uri="{FF2B5EF4-FFF2-40B4-BE49-F238E27FC236}">
                  <a16:creationId xmlns:a16="http://schemas.microsoft.com/office/drawing/2014/main" id="{BAE14E40-893B-F65A-E4B0-F672F24C0CAA}"/>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SG" sz="1088"/>
            </a:p>
          </p:txBody>
        </p:sp>
        <p:sp>
          <p:nvSpPr>
            <p:cNvPr id="26" name="Freeform 26">
              <a:extLst>
                <a:ext uri="{FF2B5EF4-FFF2-40B4-BE49-F238E27FC236}">
                  <a16:creationId xmlns:a16="http://schemas.microsoft.com/office/drawing/2014/main" id="{756E96AF-04B5-D6F0-AD63-1AA8A804EB4A}"/>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SG" sz="1088"/>
            </a:p>
          </p:txBody>
        </p:sp>
        <p:sp>
          <p:nvSpPr>
            <p:cNvPr id="27" name="Freeform 27">
              <a:extLst>
                <a:ext uri="{FF2B5EF4-FFF2-40B4-BE49-F238E27FC236}">
                  <a16:creationId xmlns:a16="http://schemas.microsoft.com/office/drawing/2014/main" id="{6DD91DE6-7476-2DA7-AE1C-BF123786702E}"/>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SG" sz="1088"/>
            </a:p>
          </p:txBody>
        </p:sp>
      </p:grpSp>
      <p:grpSp>
        <p:nvGrpSpPr>
          <p:cNvPr id="28" name="Group 28">
            <a:extLst>
              <a:ext uri="{FF2B5EF4-FFF2-40B4-BE49-F238E27FC236}">
                <a16:creationId xmlns:a16="http://schemas.microsoft.com/office/drawing/2014/main" id="{E35A0170-0617-84EF-12FB-D2DC1848E8F9}"/>
              </a:ext>
            </a:extLst>
          </p:cNvPr>
          <p:cNvGrpSpPr/>
          <p:nvPr/>
        </p:nvGrpSpPr>
        <p:grpSpPr>
          <a:xfrm>
            <a:off x="2759112" y="5527586"/>
            <a:ext cx="783398" cy="199694"/>
            <a:chOff x="0" y="0"/>
            <a:chExt cx="1305721" cy="332839"/>
          </a:xfrm>
        </p:grpSpPr>
        <p:sp>
          <p:nvSpPr>
            <p:cNvPr id="29" name="Freeform 29">
              <a:extLst>
                <a:ext uri="{FF2B5EF4-FFF2-40B4-BE49-F238E27FC236}">
                  <a16:creationId xmlns:a16="http://schemas.microsoft.com/office/drawing/2014/main" id="{CBF8F733-9059-96E1-0942-F3C1D842785E}"/>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SG" sz="1088"/>
            </a:p>
          </p:txBody>
        </p:sp>
        <p:sp>
          <p:nvSpPr>
            <p:cNvPr id="30" name="Freeform 30">
              <a:extLst>
                <a:ext uri="{FF2B5EF4-FFF2-40B4-BE49-F238E27FC236}">
                  <a16:creationId xmlns:a16="http://schemas.microsoft.com/office/drawing/2014/main" id="{3A6E2CA3-322D-3AFE-F297-6E280A377EAB}"/>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SG" sz="1088" dirty="0"/>
            </a:p>
          </p:txBody>
        </p:sp>
        <p:sp>
          <p:nvSpPr>
            <p:cNvPr id="31" name="Freeform 31">
              <a:extLst>
                <a:ext uri="{FF2B5EF4-FFF2-40B4-BE49-F238E27FC236}">
                  <a16:creationId xmlns:a16="http://schemas.microsoft.com/office/drawing/2014/main" id="{244E9AB9-A310-604A-11F1-A1940413CA67}"/>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SG" sz="1088"/>
            </a:p>
          </p:txBody>
        </p:sp>
      </p:grpSp>
      <p:grpSp>
        <p:nvGrpSpPr>
          <p:cNvPr id="32" name="Group 32">
            <a:extLst>
              <a:ext uri="{FF2B5EF4-FFF2-40B4-BE49-F238E27FC236}">
                <a16:creationId xmlns:a16="http://schemas.microsoft.com/office/drawing/2014/main" id="{1FA94E7B-B8A5-72AF-64E4-29A2622CA10C}"/>
              </a:ext>
            </a:extLst>
          </p:cNvPr>
          <p:cNvGrpSpPr/>
          <p:nvPr/>
        </p:nvGrpSpPr>
        <p:grpSpPr>
          <a:xfrm>
            <a:off x="2737793" y="6972925"/>
            <a:ext cx="783398" cy="199694"/>
            <a:chOff x="0" y="0"/>
            <a:chExt cx="1305721" cy="332839"/>
          </a:xfrm>
        </p:grpSpPr>
        <p:sp>
          <p:nvSpPr>
            <p:cNvPr id="33" name="Freeform 33">
              <a:extLst>
                <a:ext uri="{FF2B5EF4-FFF2-40B4-BE49-F238E27FC236}">
                  <a16:creationId xmlns:a16="http://schemas.microsoft.com/office/drawing/2014/main" id="{07CE26C2-0D8E-DCBB-2F26-6AE514CA27DF}"/>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SG" sz="1088"/>
            </a:p>
          </p:txBody>
        </p:sp>
        <p:sp>
          <p:nvSpPr>
            <p:cNvPr id="34" name="Freeform 34">
              <a:extLst>
                <a:ext uri="{FF2B5EF4-FFF2-40B4-BE49-F238E27FC236}">
                  <a16:creationId xmlns:a16="http://schemas.microsoft.com/office/drawing/2014/main" id="{FB5F63F7-EA58-FF9F-5329-652B1B4EBF7D}"/>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SG" sz="1088"/>
            </a:p>
          </p:txBody>
        </p:sp>
        <p:sp>
          <p:nvSpPr>
            <p:cNvPr id="35" name="Freeform 35">
              <a:extLst>
                <a:ext uri="{FF2B5EF4-FFF2-40B4-BE49-F238E27FC236}">
                  <a16:creationId xmlns:a16="http://schemas.microsoft.com/office/drawing/2014/main" id="{2EBDD1F4-57DA-BDAE-B1DA-02C0B5C48194}"/>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SG" sz="1088"/>
            </a:p>
          </p:txBody>
        </p:sp>
      </p:grpSp>
      <p:grpSp>
        <p:nvGrpSpPr>
          <p:cNvPr id="36" name="Group 36">
            <a:extLst>
              <a:ext uri="{FF2B5EF4-FFF2-40B4-BE49-F238E27FC236}">
                <a16:creationId xmlns:a16="http://schemas.microsoft.com/office/drawing/2014/main" id="{89205AE2-1C9D-A48C-54B6-1F5F74DECDA7}"/>
              </a:ext>
            </a:extLst>
          </p:cNvPr>
          <p:cNvGrpSpPr/>
          <p:nvPr/>
        </p:nvGrpSpPr>
        <p:grpSpPr>
          <a:xfrm>
            <a:off x="2759112" y="1894293"/>
            <a:ext cx="783398" cy="199694"/>
            <a:chOff x="0" y="0"/>
            <a:chExt cx="1305721" cy="332839"/>
          </a:xfrm>
        </p:grpSpPr>
        <p:sp>
          <p:nvSpPr>
            <p:cNvPr id="37" name="Freeform 37">
              <a:extLst>
                <a:ext uri="{FF2B5EF4-FFF2-40B4-BE49-F238E27FC236}">
                  <a16:creationId xmlns:a16="http://schemas.microsoft.com/office/drawing/2014/main" id="{D6557507-CB05-231F-0445-4DD6C641E35D}"/>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SG" sz="1088"/>
            </a:p>
          </p:txBody>
        </p:sp>
        <p:sp>
          <p:nvSpPr>
            <p:cNvPr id="38" name="Freeform 38">
              <a:extLst>
                <a:ext uri="{FF2B5EF4-FFF2-40B4-BE49-F238E27FC236}">
                  <a16:creationId xmlns:a16="http://schemas.microsoft.com/office/drawing/2014/main" id="{1B19F807-B770-0A9D-3715-AA1FB91505FC}"/>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SG" sz="1088"/>
            </a:p>
          </p:txBody>
        </p:sp>
        <p:sp>
          <p:nvSpPr>
            <p:cNvPr id="39" name="Freeform 39">
              <a:extLst>
                <a:ext uri="{FF2B5EF4-FFF2-40B4-BE49-F238E27FC236}">
                  <a16:creationId xmlns:a16="http://schemas.microsoft.com/office/drawing/2014/main" id="{A46F0ED0-47BB-D04F-5CB5-0297F2AA9CB1}"/>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SG" sz="1088"/>
            </a:p>
          </p:txBody>
        </p:sp>
      </p:grpSp>
      <p:grpSp>
        <p:nvGrpSpPr>
          <p:cNvPr id="40" name="Group 40">
            <a:extLst>
              <a:ext uri="{FF2B5EF4-FFF2-40B4-BE49-F238E27FC236}">
                <a16:creationId xmlns:a16="http://schemas.microsoft.com/office/drawing/2014/main" id="{9265D471-8465-AF8B-92A0-4FD09A5425C4}"/>
              </a:ext>
            </a:extLst>
          </p:cNvPr>
          <p:cNvGrpSpPr/>
          <p:nvPr/>
        </p:nvGrpSpPr>
        <p:grpSpPr>
          <a:xfrm>
            <a:off x="2759112" y="4664981"/>
            <a:ext cx="783398" cy="199694"/>
            <a:chOff x="0" y="0"/>
            <a:chExt cx="1305721" cy="332839"/>
          </a:xfrm>
        </p:grpSpPr>
        <p:sp>
          <p:nvSpPr>
            <p:cNvPr id="41" name="Freeform 41">
              <a:extLst>
                <a:ext uri="{FF2B5EF4-FFF2-40B4-BE49-F238E27FC236}">
                  <a16:creationId xmlns:a16="http://schemas.microsoft.com/office/drawing/2014/main" id="{4154C7DF-6A0E-97EE-5D2E-84810CDBBD9F}"/>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SG" sz="1088"/>
            </a:p>
          </p:txBody>
        </p:sp>
        <p:sp>
          <p:nvSpPr>
            <p:cNvPr id="42" name="Freeform 42">
              <a:extLst>
                <a:ext uri="{FF2B5EF4-FFF2-40B4-BE49-F238E27FC236}">
                  <a16:creationId xmlns:a16="http://schemas.microsoft.com/office/drawing/2014/main" id="{C37C65BE-A53F-61B5-2A2B-DA5257A0006D}"/>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SG" sz="1088"/>
            </a:p>
          </p:txBody>
        </p:sp>
        <p:sp>
          <p:nvSpPr>
            <p:cNvPr id="43" name="Freeform 43">
              <a:extLst>
                <a:ext uri="{FF2B5EF4-FFF2-40B4-BE49-F238E27FC236}">
                  <a16:creationId xmlns:a16="http://schemas.microsoft.com/office/drawing/2014/main" id="{EC1A31BE-367A-01F4-6E27-3F0A929370B5}"/>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SG" sz="1088"/>
            </a:p>
          </p:txBody>
        </p:sp>
      </p:grpSp>
      <p:grpSp>
        <p:nvGrpSpPr>
          <p:cNvPr id="44" name="Group 44">
            <a:extLst>
              <a:ext uri="{FF2B5EF4-FFF2-40B4-BE49-F238E27FC236}">
                <a16:creationId xmlns:a16="http://schemas.microsoft.com/office/drawing/2014/main" id="{4E1C45A7-F607-27F1-E44C-3C687C1D8AAB}"/>
              </a:ext>
            </a:extLst>
          </p:cNvPr>
          <p:cNvGrpSpPr/>
          <p:nvPr/>
        </p:nvGrpSpPr>
        <p:grpSpPr>
          <a:xfrm>
            <a:off x="2748965" y="3756658"/>
            <a:ext cx="783398" cy="199694"/>
            <a:chOff x="0" y="0"/>
            <a:chExt cx="1305721" cy="332839"/>
          </a:xfrm>
        </p:grpSpPr>
        <p:sp>
          <p:nvSpPr>
            <p:cNvPr id="45" name="Freeform 45">
              <a:extLst>
                <a:ext uri="{FF2B5EF4-FFF2-40B4-BE49-F238E27FC236}">
                  <a16:creationId xmlns:a16="http://schemas.microsoft.com/office/drawing/2014/main" id="{09DBE585-9179-C5BF-9FAB-C422718146E1}"/>
                </a:ext>
              </a:extLst>
            </p:cNvPr>
            <p:cNvSpPr/>
            <p:nvPr/>
          </p:nvSpPr>
          <p:spPr>
            <a:xfrm>
              <a:off x="0" y="0"/>
              <a:ext cx="367895" cy="325587"/>
            </a:xfrm>
            <a:custGeom>
              <a:avLst/>
              <a:gdLst/>
              <a:ahLst/>
              <a:cxnLst/>
              <a:rect l="l" t="t" r="r" b="b"/>
              <a:pathLst>
                <a:path w="367895" h="325587">
                  <a:moveTo>
                    <a:pt x="0" y="0"/>
                  </a:moveTo>
                  <a:lnTo>
                    <a:pt x="367895" y="0"/>
                  </a:lnTo>
                  <a:lnTo>
                    <a:pt x="367895" y="325587"/>
                  </a:lnTo>
                  <a:lnTo>
                    <a:pt x="0" y="325587"/>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SG" sz="1088"/>
            </a:p>
          </p:txBody>
        </p:sp>
        <p:sp>
          <p:nvSpPr>
            <p:cNvPr id="46" name="Freeform 46">
              <a:extLst>
                <a:ext uri="{FF2B5EF4-FFF2-40B4-BE49-F238E27FC236}">
                  <a16:creationId xmlns:a16="http://schemas.microsoft.com/office/drawing/2014/main" id="{0D46D2BF-68DF-E3AC-E35F-5DC929E61E9B}"/>
                </a:ext>
              </a:extLst>
            </p:cNvPr>
            <p:cNvSpPr/>
            <p:nvPr/>
          </p:nvSpPr>
          <p:spPr>
            <a:xfrm>
              <a:off x="507595" y="0"/>
              <a:ext cx="332839" cy="332839"/>
            </a:xfrm>
            <a:custGeom>
              <a:avLst/>
              <a:gdLst/>
              <a:ahLst/>
              <a:cxnLst/>
              <a:rect l="l" t="t" r="r" b="b"/>
              <a:pathLst>
                <a:path w="332839" h="332839">
                  <a:moveTo>
                    <a:pt x="0" y="0"/>
                  </a:moveTo>
                  <a:lnTo>
                    <a:pt x="332839" y="0"/>
                  </a:lnTo>
                  <a:lnTo>
                    <a:pt x="332839" y="332839"/>
                  </a:lnTo>
                  <a:lnTo>
                    <a:pt x="0" y="332839"/>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SG" sz="1088"/>
            </a:p>
          </p:txBody>
        </p:sp>
        <p:sp>
          <p:nvSpPr>
            <p:cNvPr id="47" name="Freeform 47">
              <a:extLst>
                <a:ext uri="{FF2B5EF4-FFF2-40B4-BE49-F238E27FC236}">
                  <a16:creationId xmlns:a16="http://schemas.microsoft.com/office/drawing/2014/main" id="{FFB6D333-D726-2763-B29A-4C695DE2D2C3}"/>
                </a:ext>
              </a:extLst>
            </p:cNvPr>
            <p:cNvSpPr/>
            <p:nvPr/>
          </p:nvSpPr>
          <p:spPr>
            <a:xfrm>
              <a:off x="980134" y="0"/>
              <a:ext cx="325587" cy="325587"/>
            </a:xfrm>
            <a:custGeom>
              <a:avLst/>
              <a:gdLst/>
              <a:ahLst/>
              <a:cxnLst/>
              <a:rect l="l" t="t" r="r" b="b"/>
              <a:pathLst>
                <a:path w="325587" h="325587">
                  <a:moveTo>
                    <a:pt x="0" y="0"/>
                  </a:moveTo>
                  <a:lnTo>
                    <a:pt x="325587" y="0"/>
                  </a:lnTo>
                  <a:lnTo>
                    <a:pt x="325587" y="325587"/>
                  </a:lnTo>
                  <a:lnTo>
                    <a:pt x="0" y="325587"/>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SG" sz="1088"/>
            </a:p>
          </p:txBody>
        </p:sp>
      </p:grpSp>
      <p:sp>
        <p:nvSpPr>
          <p:cNvPr id="48" name="Freeform 48">
            <a:extLst>
              <a:ext uri="{FF2B5EF4-FFF2-40B4-BE49-F238E27FC236}">
                <a16:creationId xmlns:a16="http://schemas.microsoft.com/office/drawing/2014/main" id="{E21BA540-C7DE-3641-A736-30704BBE0E8D}"/>
              </a:ext>
            </a:extLst>
          </p:cNvPr>
          <p:cNvSpPr/>
          <p:nvPr/>
        </p:nvSpPr>
        <p:spPr>
          <a:xfrm>
            <a:off x="-35398" y="907805"/>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sp>
        <p:nvSpPr>
          <p:cNvPr id="49" name="Freeform 49">
            <a:extLst>
              <a:ext uri="{FF2B5EF4-FFF2-40B4-BE49-F238E27FC236}">
                <a16:creationId xmlns:a16="http://schemas.microsoft.com/office/drawing/2014/main" id="{941F56F6-0CD2-CF8A-CE3B-F7342957204C}"/>
              </a:ext>
            </a:extLst>
          </p:cNvPr>
          <p:cNvSpPr/>
          <p:nvPr/>
        </p:nvSpPr>
        <p:spPr>
          <a:xfrm>
            <a:off x="-113080" y="4489543"/>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sp>
        <p:nvSpPr>
          <p:cNvPr id="50" name="Freeform 50">
            <a:extLst>
              <a:ext uri="{FF2B5EF4-FFF2-40B4-BE49-F238E27FC236}">
                <a16:creationId xmlns:a16="http://schemas.microsoft.com/office/drawing/2014/main" id="{7E7436D5-FD25-5B75-09EE-8A5AC08DBE32}"/>
              </a:ext>
            </a:extLst>
          </p:cNvPr>
          <p:cNvSpPr/>
          <p:nvPr/>
        </p:nvSpPr>
        <p:spPr>
          <a:xfrm>
            <a:off x="-93978" y="5292202"/>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sp>
        <p:nvSpPr>
          <p:cNvPr id="51" name="Freeform 51">
            <a:extLst>
              <a:ext uri="{FF2B5EF4-FFF2-40B4-BE49-F238E27FC236}">
                <a16:creationId xmlns:a16="http://schemas.microsoft.com/office/drawing/2014/main" id="{197EBF6F-279B-13A8-5666-D0DB9F1AC1A2}"/>
              </a:ext>
            </a:extLst>
          </p:cNvPr>
          <p:cNvSpPr/>
          <p:nvPr/>
        </p:nvSpPr>
        <p:spPr>
          <a:xfrm>
            <a:off x="-108354" y="6139396"/>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sp>
        <p:nvSpPr>
          <p:cNvPr id="52" name="Freeform 52">
            <a:extLst>
              <a:ext uri="{FF2B5EF4-FFF2-40B4-BE49-F238E27FC236}">
                <a16:creationId xmlns:a16="http://schemas.microsoft.com/office/drawing/2014/main" id="{E3D658FC-07AC-8C36-A140-512A6FBC3D04}"/>
              </a:ext>
            </a:extLst>
          </p:cNvPr>
          <p:cNvSpPr/>
          <p:nvPr/>
        </p:nvSpPr>
        <p:spPr>
          <a:xfrm>
            <a:off x="-68308" y="6815636"/>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sp>
        <p:nvSpPr>
          <p:cNvPr id="53" name="Freeform 53">
            <a:extLst>
              <a:ext uri="{FF2B5EF4-FFF2-40B4-BE49-F238E27FC236}">
                <a16:creationId xmlns:a16="http://schemas.microsoft.com/office/drawing/2014/main" id="{581AD3F2-F71C-4BBF-79F2-515FE05F024A}"/>
              </a:ext>
            </a:extLst>
          </p:cNvPr>
          <p:cNvSpPr/>
          <p:nvPr/>
        </p:nvSpPr>
        <p:spPr>
          <a:xfrm>
            <a:off x="-80320" y="2593098"/>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sp>
        <p:nvSpPr>
          <p:cNvPr id="54" name="Freeform 54">
            <a:extLst>
              <a:ext uri="{FF2B5EF4-FFF2-40B4-BE49-F238E27FC236}">
                <a16:creationId xmlns:a16="http://schemas.microsoft.com/office/drawing/2014/main" id="{C63153F1-E811-9D42-8053-A355F7877005}"/>
              </a:ext>
            </a:extLst>
          </p:cNvPr>
          <p:cNvSpPr/>
          <p:nvPr/>
        </p:nvSpPr>
        <p:spPr>
          <a:xfrm>
            <a:off x="-80320" y="1734423"/>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grpSp>
        <p:nvGrpSpPr>
          <p:cNvPr id="55" name="Group 55">
            <a:extLst>
              <a:ext uri="{FF2B5EF4-FFF2-40B4-BE49-F238E27FC236}">
                <a16:creationId xmlns:a16="http://schemas.microsoft.com/office/drawing/2014/main" id="{31025909-7F45-A1E7-0585-EA0329E7CF89}"/>
              </a:ext>
            </a:extLst>
          </p:cNvPr>
          <p:cNvGrpSpPr/>
          <p:nvPr/>
        </p:nvGrpSpPr>
        <p:grpSpPr>
          <a:xfrm>
            <a:off x="-352816" y="583595"/>
            <a:ext cx="3966568" cy="797093"/>
            <a:chOff x="0" y="0"/>
            <a:chExt cx="1410398" cy="283423"/>
          </a:xfrm>
        </p:grpSpPr>
        <p:sp>
          <p:nvSpPr>
            <p:cNvPr id="56" name="Freeform 56">
              <a:extLst>
                <a:ext uri="{FF2B5EF4-FFF2-40B4-BE49-F238E27FC236}">
                  <a16:creationId xmlns:a16="http://schemas.microsoft.com/office/drawing/2014/main" id="{5DA4900A-1FA2-40DC-70E9-B22BCB150170}"/>
                </a:ext>
              </a:extLst>
            </p:cNvPr>
            <p:cNvSpPr/>
            <p:nvPr/>
          </p:nvSpPr>
          <p:spPr>
            <a:xfrm>
              <a:off x="0" y="0"/>
              <a:ext cx="1410398" cy="283423"/>
            </a:xfrm>
            <a:custGeom>
              <a:avLst/>
              <a:gdLst/>
              <a:ahLst/>
              <a:cxnLst/>
              <a:rect l="l" t="t" r="r" b="b"/>
              <a:pathLst>
                <a:path w="1410398" h="283423">
                  <a:moveTo>
                    <a:pt x="0" y="0"/>
                  </a:moveTo>
                  <a:lnTo>
                    <a:pt x="1410398" y="0"/>
                  </a:lnTo>
                  <a:lnTo>
                    <a:pt x="1410398" y="283423"/>
                  </a:lnTo>
                  <a:lnTo>
                    <a:pt x="0" y="283423"/>
                  </a:lnTo>
                  <a:close/>
                </a:path>
              </a:pathLst>
            </a:custGeom>
            <a:solidFill>
              <a:srgbClr val="FFCEB6">
                <a:alpha val="38824"/>
              </a:srgbClr>
            </a:solidFill>
          </p:spPr>
          <p:txBody>
            <a:bodyPr/>
            <a:lstStyle/>
            <a:p>
              <a:endParaRPr lang="en-SG" sz="1088"/>
            </a:p>
          </p:txBody>
        </p:sp>
        <p:sp>
          <p:nvSpPr>
            <p:cNvPr id="57" name="TextBox 57">
              <a:extLst>
                <a:ext uri="{FF2B5EF4-FFF2-40B4-BE49-F238E27FC236}">
                  <a16:creationId xmlns:a16="http://schemas.microsoft.com/office/drawing/2014/main" id="{22DB58B5-8B64-1188-B812-FC38A1B1975A}"/>
                </a:ext>
              </a:extLst>
            </p:cNvPr>
            <p:cNvSpPr txBox="1"/>
            <p:nvPr/>
          </p:nvSpPr>
          <p:spPr>
            <a:xfrm>
              <a:off x="0" y="-28575"/>
              <a:ext cx="1410398" cy="311998"/>
            </a:xfrm>
            <a:prstGeom prst="rect">
              <a:avLst/>
            </a:prstGeom>
          </p:spPr>
          <p:txBody>
            <a:bodyPr lIns="40638" tIns="40638" rIns="40638" bIns="40638" rtlCol="0" anchor="ctr"/>
            <a:lstStyle/>
            <a:p>
              <a:pPr algn="ctr">
                <a:lnSpc>
                  <a:spcPts val="2016"/>
                </a:lnSpc>
              </a:pPr>
              <a:endParaRPr sz="1088"/>
            </a:p>
          </p:txBody>
        </p:sp>
      </p:grpSp>
      <p:grpSp>
        <p:nvGrpSpPr>
          <p:cNvPr id="58" name="Group 58">
            <a:extLst>
              <a:ext uri="{FF2B5EF4-FFF2-40B4-BE49-F238E27FC236}">
                <a16:creationId xmlns:a16="http://schemas.microsoft.com/office/drawing/2014/main" id="{09991767-5519-85E4-291B-B4C12F243ECC}"/>
              </a:ext>
            </a:extLst>
          </p:cNvPr>
          <p:cNvGrpSpPr/>
          <p:nvPr/>
        </p:nvGrpSpPr>
        <p:grpSpPr>
          <a:xfrm>
            <a:off x="-190496" y="2205472"/>
            <a:ext cx="4070156" cy="906484"/>
            <a:chOff x="-36833" y="-28575"/>
            <a:chExt cx="1447231" cy="322320"/>
          </a:xfrm>
        </p:grpSpPr>
        <p:sp>
          <p:nvSpPr>
            <p:cNvPr id="59" name="Freeform 59">
              <a:extLst>
                <a:ext uri="{FF2B5EF4-FFF2-40B4-BE49-F238E27FC236}">
                  <a16:creationId xmlns:a16="http://schemas.microsoft.com/office/drawing/2014/main" id="{A544A73C-BF39-909A-8FD1-27C68850460F}"/>
                </a:ext>
              </a:extLst>
            </p:cNvPr>
            <p:cNvSpPr/>
            <p:nvPr/>
          </p:nvSpPr>
          <p:spPr>
            <a:xfrm>
              <a:off x="-36833" y="4903"/>
              <a:ext cx="1356847" cy="288842"/>
            </a:xfrm>
            <a:custGeom>
              <a:avLst/>
              <a:gdLst/>
              <a:ahLst/>
              <a:cxnLst/>
              <a:rect l="l" t="t" r="r" b="b"/>
              <a:pathLst>
                <a:path w="1410398" h="288842">
                  <a:moveTo>
                    <a:pt x="0" y="0"/>
                  </a:moveTo>
                  <a:lnTo>
                    <a:pt x="1410398" y="0"/>
                  </a:lnTo>
                  <a:lnTo>
                    <a:pt x="1410398" y="288842"/>
                  </a:lnTo>
                  <a:lnTo>
                    <a:pt x="0" y="288842"/>
                  </a:lnTo>
                  <a:close/>
                </a:path>
              </a:pathLst>
            </a:custGeom>
            <a:solidFill>
              <a:srgbClr val="FFCEB6">
                <a:alpha val="38824"/>
              </a:srgbClr>
            </a:solidFill>
          </p:spPr>
          <p:txBody>
            <a:bodyPr/>
            <a:lstStyle/>
            <a:p>
              <a:endParaRPr lang="en-SG" sz="1088"/>
            </a:p>
          </p:txBody>
        </p:sp>
        <p:sp>
          <p:nvSpPr>
            <p:cNvPr id="60" name="TextBox 60">
              <a:extLst>
                <a:ext uri="{FF2B5EF4-FFF2-40B4-BE49-F238E27FC236}">
                  <a16:creationId xmlns:a16="http://schemas.microsoft.com/office/drawing/2014/main" id="{F4C4D75B-AB8C-1847-EAEC-E9E69C643BE7}"/>
                </a:ext>
              </a:extLst>
            </p:cNvPr>
            <p:cNvSpPr txBox="1"/>
            <p:nvPr/>
          </p:nvSpPr>
          <p:spPr>
            <a:xfrm>
              <a:off x="0" y="-28575"/>
              <a:ext cx="1410398" cy="317417"/>
            </a:xfrm>
            <a:prstGeom prst="rect">
              <a:avLst/>
            </a:prstGeom>
          </p:spPr>
          <p:txBody>
            <a:bodyPr lIns="40638" tIns="40638" rIns="40638" bIns="40638" rtlCol="0" anchor="ctr"/>
            <a:lstStyle/>
            <a:p>
              <a:pPr algn="ctr">
                <a:lnSpc>
                  <a:spcPts val="2016"/>
                </a:lnSpc>
              </a:pPr>
              <a:endParaRPr sz="1088"/>
            </a:p>
          </p:txBody>
        </p:sp>
      </p:grpSp>
      <p:sp>
        <p:nvSpPr>
          <p:cNvPr id="61" name="Freeform 61">
            <a:hlinkClick r:id="rId25" action="ppaction://hlinksldjump"/>
            <a:extLst>
              <a:ext uri="{FF2B5EF4-FFF2-40B4-BE49-F238E27FC236}">
                <a16:creationId xmlns:a16="http://schemas.microsoft.com/office/drawing/2014/main" id="{AC0EFAB7-9DA6-3DEA-7F29-63E21956B134}"/>
              </a:ext>
            </a:extLst>
          </p:cNvPr>
          <p:cNvSpPr/>
          <p:nvPr/>
        </p:nvSpPr>
        <p:spPr>
          <a:xfrm>
            <a:off x="9612112" y="-89747"/>
            <a:ext cx="492592" cy="492592"/>
          </a:xfrm>
          <a:custGeom>
            <a:avLst/>
            <a:gdLst/>
            <a:ahLst/>
            <a:cxnLst/>
            <a:rect l="l" t="t" r="r" b="b"/>
            <a:pathLst>
              <a:path w="615767" h="615767">
                <a:moveTo>
                  <a:pt x="0" y="0"/>
                </a:moveTo>
                <a:lnTo>
                  <a:pt x="615767" y="0"/>
                </a:lnTo>
                <a:lnTo>
                  <a:pt x="615767" y="615767"/>
                </a:lnTo>
                <a:lnTo>
                  <a:pt x="0" y="615767"/>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txBody>
          <a:bodyPr/>
          <a:lstStyle/>
          <a:p>
            <a:endParaRPr lang="en-SG" sz="1088"/>
          </a:p>
        </p:txBody>
      </p:sp>
      <p:grpSp>
        <p:nvGrpSpPr>
          <p:cNvPr id="62" name="Group 62">
            <a:extLst>
              <a:ext uri="{FF2B5EF4-FFF2-40B4-BE49-F238E27FC236}">
                <a16:creationId xmlns:a16="http://schemas.microsoft.com/office/drawing/2014/main" id="{068891D4-6D63-CB11-25ED-C88BFA93CF62}"/>
              </a:ext>
            </a:extLst>
          </p:cNvPr>
          <p:cNvGrpSpPr/>
          <p:nvPr/>
        </p:nvGrpSpPr>
        <p:grpSpPr>
          <a:xfrm>
            <a:off x="3738481" y="6297246"/>
            <a:ext cx="1997447" cy="797093"/>
            <a:chOff x="0" y="0"/>
            <a:chExt cx="710235" cy="283423"/>
          </a:xfrm>
        </p:grpSpPr>
        <p:sp>
          <p:nvSpPr>
            <p:cNvPr id="63" name="Freeform 63">
              <a:extLst>
                <a:ext uri="{FF2B5EF4-FFF2-40B4-BE49-F238E27FC236}">
                  <a16:creationId xmlns:a16="http://schemas.microsoft.com/office/drawing/2014/main" id="{AAD09207-E28E-999F-E66A-2B3CDE778768}"/>
                </a:ext>
              </a:extLst>
            </p:cNvPr>
            <p:cNvSpPr/>
            <p:nvPr/>
          </p:nvSpPr>
          <p:spPr>
            <a:xfrm>
              <a:off x="0" y="0"/>
              <a:ext cx="710235" cy="283423"/>
            </a:xfrm>
            <a:custGeom>
              <a:avLst/>
              <a:gdLst/>
              <a:ahLst/>
              <a:cxnLst/>
              <a:rect l="l" t="t" r="r" b="b"/>
              <a:pathLst>
                <a:path w="710235" h="283423">
                  <a:moveTo>
                    <a:pt x="99219" y="0"/>
                  </a:moveTo>
                  <a:lnTo>
                    <a:pt x="611016" y="0"/>
                  </a:lnTo>
                  <a:cubicBezTo>
                    <a:pt x="637330" y="0"/>
                    <a:pt x="662567" y="10453"/>
                    <a:pt x="681174" y="29061"/>
                  </a:cubicBezTo>
                  <a:cubicBezTo>
                    <a:pt x="699781" y="47668"/>
                    <a:pt x="710235" y="72904"/>
                    <a:pt x="710235" y="99219"/>
                  </a:cubicBezTo>
                  <a:lnTo>
                    <a:pt x="710235" y="184204"/>
                  </a:lnTo>
                  <a:cubicBezTo>
                    <a:pt x="710235" y="210519"/>
                    <a:pt x="699781" y="235756"/>
                    <a:pt x="681174" y="254363"/>
                  </a:cubicBezTo>
                  <a:cubicBezTo>
                    <a:pt x="662567" y="272970"/>
                    <a:pt x="637330" y="283423"/>
                    <a:pt x="611016" y="283423"/>
                  </a:cubicBezTo>
                  <a:lnTo>
                    <a:pt x="99219" y="283423"/>
                  </a:lnTo>
                  <a:cubicBezTo>
                    <a:pt x="72904" y="283423"/>
                    <a:pt x="47668" y="272970"/>
                    <a:pt x="29061" y="254363"/>
                  </a:cubicBezTo>
                  <a:cubicBezTo>
                    <a:pt x="10453" y="235756"/>
                    <a:pt x="0" y="210519"/>
                    <a:pt x="0" y="184204"/>
                  </a:cubicBezTo>
                  <a:lnTo>
                    <a:pt x="0" y="99219"/>
                  </a:lnTo>
                  <a:cubicBezTo>
                    <a:pt x="0" y="72904"/>
                    <a:pt x="10453" y="47668"/>
                    <a:pt x="29061" y="29061"/>
                  </a:cubicBezTo>
                  <a:cubicBezTo>
                    <a:pt x="47668" y="10453"/>
                    <a:pt x="72904" y="0"/>
                    <a:pt x="99219" y="0"/>
                  </a:cubicBezTo>
                  <a:close/>
                </a:path>
              </a:pathLst>
            </a:custGeom>
            <a:solidFill>
              <a:srgbClr val="F34336"/>
            </a:solidFill>
          </p:spPr>
          <p:txBody>
            <a:bodyPr/>
            <a:lstStyle/>
            <a:p>
              <a:endParaRPr lang="en-SG" sz="1088"/>
            </a:p>
          </p:txBody>
        </p:sp>
        <p:sp>
          <p:nvSpPr>
            <p:cNvPr id="64" name="TextBox 64">
              <a:extLst>
                <a:ext uri="{FF2B5EF4-FFF2-40B4-BE49-F238E27FC236}">
                  <a16:creationId xmlns:a16="http://schemas.microsoft.com/office/drawing/2014/main" id="{156833A3-F332-68C4-F800-D45460FEA461}"/>
                </a:ext>
              </a:extLst>
            </p:cNvPr>
            <p:cNvSpPr txBox="1"/>
            <p:nvPr/>
          </p:nvSpPr>
          <p:spPr>
            <a:xfrm>
              <a:off x="0" y="-28575"/>
              <a:ext cx="710235" cy="311998"/>
            </a:xfrm>
            <a:prstGeom prst="rect">
              <a:avLst/>
            </a:prstGeom>
          </p:spPr>
          <p:txBody>
            <a:bodyPr lIns="40638" tIns="40638" rIns="40638" bIns="40638" rtlCol="0" anchor="ctr"/>
            <a:lstStyle/>
            <a:p>
              <a:pPr algn="ctr">
                <a:lnSpc>
                  <a:spcPts val="2016"/>
                </a:lnSpc>
              </a:pPr>
              <a:endParaRPr sz="1088"/>
            </a:p>
          </p:txBody>
        </p:sp>
      </p:grpSp>
      <p:grpSp>
        <p:nvGrpSpPr>
          <p:cNvPr id="65" name="Group 65">
            <a:extLst>
              <a:ext uri="{FF2B5EF4-FFF2-40B4-BE49-F238E27FC236}">
                <a16:creationId xmlns:a16="http://schemas.microsoft.com/office/drawing/2014/main" id="{55E4F91D-FE04-72BA-0926-65C4192D4B84}"/>
              </a:ext>
            </a:extLst>
          </p:cNvPr>
          <p:cNvGrpSpPr/>
          <p:nvPr/>
        </p:nvGrpSpPr>
        <p:grpSpPr>
          <a:xfrm>
            <a:off x="5929681" y="6315759"/>
            <a:ext cx="2075572" cy="778581"/>
            <a:chOff x="0" y="0"/>
            <a:chExt cx="738014" cy="276841"/>
          </a:xfrm>
        </p:grpSpPr>
        <p:sp>
          <p:nvSpPr>
            <p:cNvPr id="66" name="Freeform 66">
              <a:extLst>
                <a:ext uri="{FF2B5EF4-FFF2-40B4-BE49-F238E27FC236}">
                  <a16:creationId xmlns:a16="http://schemas.microsoft.com/office/drawing/2014/main" id="{64E0A79C-5069-B932-9C1A-6F83F467B5BA}"/>
                </a:ext>
              </a:extLst>
            </p:cNvPr>
            <p:cNvSpPr/>
            <p:nvPr/>
          </p:nvSpPr>
          <p:spPr>
            <a:xfrm>
              <a:off x="0" y="0"/>
              <a:ext cx="738014" cy="276841"/>
            </a:xfrm>
            <a:custGeom>
              <a:avLst/>
              <a:gdLst/>
              <a:ahLst/>
              <a:cxnLst/>
              <a:rect l="l" t="t" r="r" b="b"/>
              <a:pathLst>
                <a:path w="738014" h="276841">
                  <a:moveTo>
                    <a:pt x="95484" y="0"/>
                  </a:moveTo>
                  <a:lnTo>
                    <a:pt x="642529" y="0"/>
                  </a:lnTo>
                  <a:cubicBezTo>
                    <a:pt x="667853" y="0"/>
                    <a:pt x="692140" y="10060"/>
                    <a:pt x="710047" y="27967"/>
                  </a:cubicBezTo>
                  <a:cubicBezTo>
                    <a:pt x="727954" y="45873"/>
                    <a:pt x="738014" y="70160"/>
                    <a:pt x="738014" y="95484"/>
                  </a:cubicBezTo>
                  <a:lnTo>
                    <a:pt x="738014" y="181357"/>
                  </a:lnTo>
                  <a:cubicBezTo>
                    <a:pt x="738014" y="206681"/>
                    <a:pt x="727954" y="230968"/>
                    <a:pt x="710047" y="248874"/>
                  </a:cubicBezTo>
                  <a:cubicBezTo>
                    <a:pt x="692140" y="266781"/>
                    <a:pt x="667853" y="276841"/>
                    <a:pt x="642529" y="276841"/>
                  </a:cubicBezTo>
                  <a:lnTo>
                    <a:pt x="95484" y="276841"/>
                  </a:lnTo>
                  <a:cubicBezTo>
                    <a:pt x="42750" y="276841"/>
                    <a:pt x="0" y="234091"/>
                    <a:pt x="0" y="181357"/>
                  </a:cubicBezTo>
                  <a:lnTo>
                    <a:pt x="0" y="95484"/>
                  </a:lnTo>
                  <a:cubicBezTo>
                    <a:pt x="0" y="70160"/>
                    <a:pt x="10060" y="45873"/>
                    <a:pt x="27967" y="27967"/>
                  </a:cubicBezTo>
                  <a:cubicBezTo>
                    <a:pt x="45873" y="10060"/>
                    <a:pt x="70160" y="0"/>
                    <a:pt x="95484" y="0"/>
                  </a:cubicBezTo>
                  <a:close/>
                </a:path>
              </a:pathLst>
            </a:custGeom>
            <a:solidFill>
              <a:srgbClr val="F34336"/>
            </a:solidFill>
          </p:spPr>
          <p:txBody>
            <a:bodyPr/>
            <a:lstStyle/>
            <a:p>
              <a:endParaRPr lang="en-SG" sz="1088"/>
            </a:p>
          </p:txBody>
        </p:sp>
        <p:sp>
          <p:nvSpPr>
            <p:cNvPr id="67" name="TextBox 67">
              <a:extLst>
                <a:ext uri="{FF2B5EF4-FFF2-40B4-BE49-F238E27FC236}">
                  <a16:creationId xmlns:a16="http://schemas.microsoft.com/office/drawing/2014/main" id="{0372CFC9-7694-8027-3E34-4A57BDC5204D}"/>
                </a:ext>
              </a:extLst>
            </p:cNvPr>
            <p:cNvSpPr txBox="1"/>
            <p:nvPr/>
          </p:nvSpPr>
          <p:spPr>
            <a:xfrm>
              <a:off x="0" y="-28575"/>
              <a:ext cx="738014" cy="305416"/>
            </a:xfrm>
            <a:prstGeom prst="rect">
              <a:avLst/>
            </a:prstGeom>
          </p:spPr>
          <p:txBody>
            <a:bodyPr lIns="40638" tIns="40638" rIns="40638" bIns="40638" rtlCol="0" anchor="ctr"/>
            <a:lstStyle/>
            <a:p>
              <a:pPr algn="ctr">
                <a:lnSpc>
                  <a:spcPts val="2016"/>
                </a:lnSpc>
              </a:pPr>
              <a:endParaRPr sz="1088"/>
            </a:p>
          </p:txBody>
        </p:sp>
      </p:grpSp>
      <p:grpSp>
        <p:nvGrpSpPr>
          <p:cNvPr id="68" name="Group 68">
            <a:extLst>
              <a:ext uri="{FF2B5EF4-FFF2-40B4-BE49-F238E27FC236}">
                <a16:creationId xmlns:a16="http://schemas.microsoft.com/office/drawing/2014/main" id="{852F5E13-478A-2DE1-900F-AEEAF871AB1C}"/>
              </a:ext>
            </a:extLst>
          </p:cNvPr>
          <p:cNvGrpSpPr/>
          <p:nvPr/>
        </p:nvGrpSpPr>
        <p:grpSpPr>
          <a:xfrm>
            <a:off x="8199005" y="6315759"/>
            <a:ext cx="1869822" cy="778581"/>
            <a:chOff x="0" y="0"/>
            <a:chExt cx="664855" cy="276841"/>
          </a:xfrm>
        </p:grpSpPr>
        <p:sp>
          <p:nvSpPr>
            <p:cNvPr id="69" name="Freeform 69">
              <a:extLst>
                <a:ext uri="{FF2B5EF4-FFF2-40B4-BE49-F238E27FC236}">
                  <a16:creationId xmlns:a16="http://schemas.microsoft.com/office/drawing/2014/main" id="{B803F062-24DC-5D8B-5A3C-02B487F6BCDC}"/>
                </a:ext>
              </a:extLst>
            </p:cNvPr>
            <p:cNvSpPr/>
            <p:nvPr/>
          </p:nvSpPr>
          <p:spPr>
            <a:xfrm>
              <a:off x="0" y="0"/>
              <a:ext cx="664855" cy="276841"/>
            </a:xfrm>
            <a:custGeom>
              <a:avLst/>
              <a:gdLst/>
              <a:ahLst/>
              <a:cxnLst/>
              <a:rect l="l" t="t" r="r" b="b"/>
              <a:pathLst>
                <a:path w="664855" h="276841">
                  <a:moveTo>
                    <a:pt x="105991" y="0"/>
                  </a:moveTo>
                  <a:lnTo>
                    <a:pt x="558864" y="0"/>
                  </a:lnTo>
                  <a:cubicBezTo>
                    <a:pt x="617401" y="0"/>
                    <a:pt x="664855" y="47454"/>
                    <a:pt x="664855" y="105991"/>
                  </a:cubicBezTo>
                  <a:lnTo>
                    <a:pt x="664855" y="170850"/>
                  </a:lnTo>
                  <a:cubicBezTo>
                    <a:pt x="664855" y="229387"/>
                    <a:pt x="617401" y="276841"/>
                    <a:pt x="558864" y="276841"/>
                  </a:cubicBezTo>
                  <a:lnTo>
                    <a:pt x="105991" y="276841"/>
                  </a:lnTo>
                  <a:cubicBezTo>
                    <a:pt x="47454" y="276841"/>
                    <a:pt x="0" y="229387"/>
                    <a:pt x="0" y="170850"/>
                  </a:cubicBezTo>
                  <a:lnTo>
                    <a:pt x="0" y="105991"/>
                  </a:lnTo>
                  <a:cubicBezTo>
                    <a:pt x="0" y="47454"/>
                    <a:pt x="47454" y="0"/>
                    <a:pt x="105991" y="0"/>
                  </a:cubicBezTo>
                  <a:close/>
                </a:path>
              </a:pathLst>
            </a:custGeom>
            <a:solidFill>
              <a:srgbClr val="F34336"/>
            </a:solidFill>
          </p:spPr>
          <p:txBody>
            <a:bodyPr/>
            <a:lstStyle/>
            <a:p>
              <a:endParaRPr lang="en-SG" sz="1088"/>
            </a:p>
          </p:txBody>
        </p:sp>
        <p:sp>
          <p:nvSpPr>
            <p:cNvPr id="70" name="TextBox 70">
              <a:extLst>
                <a:ext uri="{FF2B5EF4-FFF2-40B4-BE49-F238E27FC236}">
                  <a16:creationId xmlns:a16="http://schemas.microsoft.com/office/drawing/2014/main" id="{F69A1264-7191-85AA-0473-1D48CADA506E}"/>
                </a:ext>
              </a:extLst>
            </p:cNvPr>
            <p:cNvSpPr txBox="1"/>
            <p:nvPr/>
          </p:nvSpPr>
          <p:spPr>
            <a:xfrm>
              <a:off x="0" y="-28575"/>
              <a:ext cx="664855" cy="305416"/>
            </a:xfrm>
            <a:prstGeom prst="rect">
              <a:avLst/>
            </a:prstGeom>
          </p:spPr>
          <p:txBody>
            <a:bodyPr lIns="40638" tIns="40638" rIns="40638" bIns="40638" rtlCol="0" anchor="ctr"/>
            <a:lstStyle/>
            <a:p>
              <a:pPr algn="ctr">
                <a:lnSpc>
                  <a:spcPts val="2016"/>
                </a:lnSpc>
              </a:pPr>
              <a:endParaRPr sz="1088"/>
            </a:p>
          </p:txBody>
        </p:sp>
      </p:grpSp>
      <p:grpSp>
        <p:nvGrpSpPr>
          <p:cNvPr id="71" name="Group 71">
            <a:extLst>
              <a:ext uri="{FF2B5EF4-FFF2-40B4-BE49-F238E27FC236}">
                <a16:creationId xmlns:a16="http://schemas.microsoft.com/office/drawing/2014/main" id="{11CFCA10-2F90-B003-D0BE-74818FAAC116}"/>
              </a:ext>
            </a:extLst>
          </p:cNvPr>
          <p:cNvGrpSpPr/>
          <p:nvPr/>
        </p:nvGrpSpPr>
        <p:grpSpPr>
          <a:xfrm>
            <a:off x="3860669" y="5025164"/>
            <a:ext cx="6330349" cy="1130108"/>
            <a:chOff x="0" y="0"/>
            <a:chExt cx="2250890" cy="401834"/>
          </a:xfrm>
        </p:grpSpPr>
        <p:sp>
          <p:nvSpPr>
            <p:cNvPr id="72" name="Freeform 72">
              <a:extLst>
                <a:ext uri="{FF2B5EF4-FFF2-40B4-BE49-F238E27FC236}">
                  <a16:creationId xmlns:a16="http://schemas.microsoft.com/office/drawing/2014/main" id="{2EE8B72B-C883-8D6F-1EE0-CDE55B89FE8F}"/>
                </a:ext>
              </a:extLst>
            </p:cNvPr>
            <p:cNvSpPr/>
            <p:nvPr/>
          </p:nvSpPr>
          <p:spPr>
            <a:xfrm>
              <a:off x="0" y="0"/>
              <a:ext cx="2250890" cy="401834"/>
            </a:xfrm>
            <a:custGeom>
              <a:avLst/>
              <a:gdLst/>
              <a:ahLst/>
              <a:cxnLst/>
              <a:rect l="l" t="t" r="r" b="b"/>
              <a:pathLst>
                <a:path w="2250890" h="401834">
                  <a:moveTo>
                    <a:pt x="41090" y="0"/>
                  </a:moveTo>
                  <a:lnTo>
                    <a:pt x="2209799" y="0"/>
                  </a:lnTo>
                  <a:cubicBezTo>
                    <a:pt x="2220697" y="0"/>
                    <a:pt x="2231149" y="4329"/>
                    <a:pt x="2238855" y="12035"/>
                  </a:cubicBezTo>
                  <a:cubicBezTo>
                    <a:pt x="2246561" y="19741"/>
                    <a:pt x="2250890" y="30193"/>
                    <a:pt x="2250890" y="41090"/>
                  </a:cubicBezTo>
                  <a:lnTo>
                    <a:pt x="2250890" y="360743"/>
                  </a:lnTo>
                  <a:cubicBezTo>
                    <a:pt x="2250890" y="371641"/>
                    <a:pt x="2246561" y="382093"/>
                    <a:pt x="2238855" y="389799"/>
                  </a:cubicBezTo>
                  <a:cubicBezTo>
                    <a:pt x="2231149" y="397505"/>
                    <a:pt x="2220697" y="401834"/>
                    <a:pt x="2209799" y="401834"/>
                  </a:cubicBezTo>
                  <a:lnTo>
                    <a:pt x="41090" y="401834"/>
                  </a:lnTo>
                  <a:cubicBezTo>
                    <a:pt x="30193" y="401834"/>
                    <a:pt x="19741" y="397505"/>
                    <a:pt x="12035" y="389799"/>
                  </a:cubicBezTo>
                  <a:cubicBezTo>
                    <a:pt x="4329" y="382093"/>
                    <a:pt x="0" y="371641"/>
                    <a:pt x="0" y="360743"/>
                  </a:cubicBezTo>
                  <a:lnTo>
                    <a:pt x="0" y="41090"/>
                  </a:lnTo>
                  <a:cubicBezTo>
                    <a:pt x="0" y="30193"/>
                    <a:pt x="4329" y="19741"/>
                    <a:pt x="12035" y="12035"/>
                  </a:cubicBezTo>
                  <a:cubicBezTo>
                    <a:pt x="19741" y="4329"/>
                    <a:pt x="30193" y="0"/>
                    <a:pt x="41090" y="0"/>
                  </a:cubicBezTo>
                  <a:close/>
                </a:path>
              </a:pathLst>
            </a:custGeom>
            <a:solidFill>
              <a:srgbClr val="FFC431">
                <a:alpha val="66667"/>
              </a:srgbClr>
            </a:solidFill>
            <a:ln cap="rnd">
              <a:noFill/>
              <a:prstDash val="solid"/>
              <a:round/>
            </a:ln>
          </p:spPr>
          <p:txBody>
            <a:bodyPr/>
            <a:lstStyle/>
            <a:p>
              <a:endParaRPr lang="en-SG" sz="1088"/>
            </a:p>
          </p:txBody>
        </p:sp>
        <p:sp>
          <p:nvSpPr>
            <p:cNvPr id="73" name="TextBox 73">
              <a:extLst>
                <a:ext uri="{FF2B5EF4-FFF2-40B4-BE49-F238E27FC236}">
                  <a16:creationId xmlns:a16="http://schemas.microsoft.com/office/drawing/2014/main" id="{17C3DF7E-08CF-4A50-F01B-0D74A55EA81D}"/>
                </a:ext>
              </a:extLst>
            </p:cNvPr>
            <p:cNvSpPr txBox="1"/>
            <p:nvPr/>
          </p:nvSpPr>
          <p:spPr>
            <a:xfrm>
              <a:off x="0" y="-28575"/>
              <a:ext cx="2250890" cy="430409"/>
            </a:xfrm>
            <a:prstGeom prst="rect">
              <a:avLst/>
            </a:prstGeom>
          </p:spPr>
          <p:txBody>
            <a:bodyPr lIns="40638" tIns="40638" rIns="40638" bIns="40638" rtlCol="0" anchor="ctr"/>
            <a:lstStyle/>
            <a:p>
              <a:pPr algn="ctr">
                <a:lnSpc>
                  <a:spcPts val="2016"/>
                </a:lnSpc>
                <a:spcBef>
                  <a:spcPct val="0"/>
                </a:spcBef>
              </a:pPr>
              <a:endParaRPr sz="1088"/>
            </a:p>
          </p:txBody>
        </p:sp>
      </p:grpSp>
      <p:sp>
        <p:nvSpPr>
          <p:cNvPr id="74" name="TextBox 74">
            <a:extLst>
              <a:ext uri="{FF2B5EF4-FFF2-40B4-BE49-F238E27FC236}">
                <a16:creationId xmlns:a16="http://schemas.microsoft.com/office/drawing/2014/main" id="{2D37BAE3-431F-BA1F-3F62-EB299F0A126C}"/>
              </a:ext>
            </a:extLst>
          </p:cNvPr>
          <p:cNvSpPr txBox="1"/>
          <p:nvPr/>
        </p:nvSpPr>
        <p:spPr>
          <a:xfrm>
            <a:off x="3798492" y="5068941"/>
            <a:ext cx="6206799" cy="615553"/>
          </a:xfrm>
          <a:prstGeom prst="rect">
            <a:avLst/>
          </a:prstGeom>
        </p:spPr>
        <p:txBody>
          <a:bodyPr wrap="square" lIns="0" tIns="0" rIns="0" bIns="0" rtlCol="0" anchor="t">
            <a:spAutoFit/>
          </a:bodyPr>
          <a:lstStyle/>
          <a:p>
            <a:pPr algn="ctr">
              <a:lnSpc>
                <a:spcPts val="1584"/>
              </a:lnSpc>
            </a:pPr>
            <a:r>
              <a:rPr lang="en-US" sz="1440" dirty="0">
                <a:solidFill>
                  <a:srgbClr val="000000"/>
                </a:solidFill>
                <a:latin typeface="Roboto Mono"/>
                <a:ea typeface="Roboto Mono"/>
                <a:cs typeface="Roboto Mono"/>
                <a:sym typeface="Roboto Mono"/>
              </a:rPr>
              <a:t>Quick Tip: </a:t>
            </a:r>
          </a:p>
          <a:p>
            <a:pPr algn="ctr">
              <a:lnSpc>
                <a:spcPts val="1584"/>
              </a:lnSpc>
            </a:pPr>
            <a:r>
              <a:rPr lang="en-US" sz="1440" dirty="0">
                <a:solidFill>
                  <a:srgbClr val="000000"/>
                </a:solidFill>
                <a:latin typeface="Roboto Mono"/>
                <a:ea typeface="Roboto Mono"/>
                <a:cs typeface="Roboto Mono"/>
                <a:sym typeface="Roboto Mono"/>
              </a:rPr>
              <a:t>You may add places you like to ‘</a:t>
            </a:r>
            <a:r>
              <a:rPr lang="en-US" sz="1440" dirty="0" err="1">
                <a:solidFill>
                  <a:srgbClr val="000000"/>
                </a:solidFill>
                <a:latin typeface="Roboto Mono"/>
                <a:ea typeface="Roboto Mono"/>
                <a:cs typeface="Roboto Mono"/>
                <a:sym typeface="Roboto Mono"/>
              </a:rPr>
              <a:t>Favourites</a:t>
            </a:r>
            <a:r>
              <a:rPr lang="en-US" sz="1440" dirty="0">
                <a:solidFill>
                  <a:srgbClr val="000000"/>
                </a:solidFill>
                <a:latin typeface="Roboto Mono"/>
                <a:ea typeface="Roboto Mono"/>
                <a:cs typeface="Roboto Mono"/>
                <a:sym typeface="Roboto Mono"/>
              </a:rPr>
              <a:t>  ’ to plan your trip quickly. </a:t>
            </a:r>
          </a:p>
        </p:txBody>
      </p:sp>
      <p:sp>
        <p:nvSpPr>
          <p:cNvPr id="75" name="Freeform 75">
            <a:extLst>
              <a:ext uri="{FF2B5EF4-FFF2-40B4-BE49-F238E27FC236}">
                <a16:creationId xmlns:a16="http://schemas.microsoft.com/office/drawing/2014/main" id="{D0770F5B-7F6F-6EEE-1981-09D79B05D0B7}"/>
              </a:ext>
            </a:extLst>
          </p:cNvPr>
          <p:cNvSpPr/>
          <p:nvPr/>
        </p:nvSpPr>
        <p:spPr>
          <a:xfrm>
            <a:off x="8623577" y="5303603"/>
            <a:ext cx="184244" cy="153844"/>
          </a:xfrm>
          <a:custGeom>
            <a:avLst/>
            <a:gdLst/>
            <a:ahLst/>
            <a:cxnLst/>
            <a:rect l="l" t="t" r="r" b="b"/>
            <a:pathLst>
              <a:path w="230315" h="192313">
                <a:moveTo>
                  <a:pt x="0" y="0"/>
                </a:moveTo>
                <a:lnTo>
                  <a:pt x="230315" y="0"/>
                </a:lnTo>
                <a:lnTo>
                  <a:pt x="230315" y="192313"/>
                </a:lnTo>
                <a:lnTo>
                  <a:pt x="0" y="192313"/>
                </a:lnTo>
                <a:lnTo>
                  <a:pt x="0" y="0"/>
                </a:lnTo>
                <a:close/>
              </a:path>
            </a:pathLst>
          </a:custGeom>
          <a:blipFill>
            <a:blip r:embed="rId19">
              <a:extLst>
                <a:ext uri="{96DAC541-7B7A-43D3-8B79-37D633B846F1}">
                  <asvg:svgBlip xmlns:asvg="http://schemas.microsoft.com/office/drawing/2016/SVG/main" r:embed="rId20"/>
                </a:ext>
              </a:extLst>
            </a:blip>
            <a:stretch>
              <a:fillRect/>
            </a:stretch>
          </a:blipFill>
          <a:ln cap="sq">
            <a:noFill/>
            <a:prstDash val="solid"/>
            <a:miter/>
          </a:ln>
        </p:spPr>
        <p:txBody>
          <a:bodyPr/>
          <a:lstStyle/>
          <a:p>
            <a:endParaRPr lang="en-SG" sz="1088"/>
          </a:p>
        </p:txBody>
      </p:sp>
      <p:sp>
        <p:nvSpPr>
          <p:cNvPr id="76" name="Freeform 76">
            <a:extLst>
              <a:ext uri="{FF2B5EF4-FFF2-40B4-BE49-F238E27FC236}">
                <a16:creationId xmlns:a16="http://schemas.microsoft.com/office/drawing/2014/main" id="{15368178-4111-22B7-640C-F40452D5420A}"/>
              </a:ext>
            </a:extLst>
          </p:cNvPr>
          <p:cNvSpPr/>
          <p:nvPr/>
        </p:nvSpPr>
        <p:spPr>
          <a:xfrm>
            <a:off x="3860669" y="4345147"/>
            <a:ext cx="960642" cy="839361"/>
          </a:xfrm>
          <a:custGeom>
            <a:avLst/>
            <a:gdLst/>
            <a:ahLst/>
            <a:cxnLst/>
            <a:rect l="l" t="t" r="r" b="b"/>
            <a:pathLst>
              <a:path w="1200855" h="1049247">
                <a:moveTo>
                  <a:pt x="0" y="0"/>
                </a:moveTo>
                <a:lnTo>
                  <a:pt x="1200855" y="0"/>
                </a:lnTo>
                <a:lnTo>
                  <a:pt x="1200855" y="1049246"/>
                </a:lnTo>
                <a:lnTo>
                  <a:pt x="0" y="1049246"/>
                </a:lnTo>
                <a:lnTo>
                  <a:pt x="0" y="0"/>
                </a:lnTo>
                <a:close/>
              </a:path>
            </a:pathLst>
          </a:custGeom>
          <a:blipFill>
            <a:blip r:embed="rId28"/>
            <a:stretch>
              <a:fillRect/>
            </a:stretch>
          </a:blipFill>
          <a:ln cap="sq">
            <a:noFill/>
            <a:prstDash val="solid"/>
            <a:miter/>
          </a:ln>
        </p:spPr>
        <p:txBody>
          <a:bodyPr/>
          <a:lstStyle/>
          <a:p>
            <a:endParaRPr lang="en-SG" sz="1088"/>
          </a:p>
        </p:txBody>
      </p:sp>
      <p:sp>
        <p:nvSpPr>
          <p:cNvPr id="77" name="Freeform 77">
            <a:extLst>
              <a:ext uri="{FF2B5EF4-FFF2-40B4-BE49-F238E27FC236}">
                <a16:creationId xmlns:a16="http://schemas.microsoft.com/office/drawing/2014/main" id="{EC06F900-5C57-033A-87F6-2D6934FB82C2}"/>
              </a:ext>
            </a:extLst>
          </p:cNvPr>
          <p:cNvSpPr/>
          <p:nvPr/>
        </p:nvSpPr>
        <p:spPr>
          <a:xfrm>
            <a:off x="8928072" y="6347377"/>
            <a:ext cx="357671" cy="357671"/>
          </a:xfrm>
          <a:custGeom>
            <a:avLst/>
            <a:gdLst/>
            <a:ahLst/>
            <a:cxnLst/>
            <a:rect l="l" t="t" r="r" b="b"/>
            <a:pathLst>
              <a:path w="447108" h="447108">
                <a:moveTo>
                  <a:pt x="0" y="0"/>
                </a:moveTo>
                <a:lnTo>
                  <a:pt x="447107" y="0"/>
                </a:lnTo>
                <a:lnTo>
                  <a:pt x="447107" y="447108"/>
                </a:lnTo>
                <a:lnTo>
                  <a:pt x="0" y="447108"/>
                </a:lnTo>
                <a:lnTo>
                  <a:pt x="0" y="0"/>
                </a:lnTo>
                <a:close/>
              </a:path>
            </a:pathLst>
          </a:custGeom>
          <a:blipFill>
            <a:blip r:embed="rId29">
              <a:extLst>
                <a:ext uri="{96DAC541-7B7A-43D3-8B79-37D633B846F1}">
                  <asvg:svgBlip xmlns:asvg="http://schemas.microsoft.com/office/drawing/2016/SVG/main" r:embed="rId30"/>
                </a:ext>
              </a:extLst>
            </a:blip>
            <a:stretch>
              <a:fillRect/>
            </a:stretch>
          </a:blipFill>
        </p:spPr>
        <p:txBody>
          <a:bodyPr/>
          <a:lstStyle/>
          <a:p>
            <a:endParaRPr lang="en-SG" sz="1088"/>
          </a:p>
        </p:txBody>
      </p:sp>
      <p:sp>
        <p:nvSpPr>
          <p:cNvPr id="78" name="Freeform 78">
            <a:extLst>
              <a:ext uri="{FF2B5EF4-FFF2-40B4-BE49-F238E27FC236}">
                <a16:creationId xmlns:a16="http://schemas.microsoft.com/office/drawing/2014/main" id="{35379587-F159-7E9C-DC28-1241793DCADC}"/>
              </a:ext>
            </a:extLst>
          </p:cNvPr>
          <p:cNvSpPr/>
          <p:nvPr/>
        </p:nvSpPr>
        <p:spPr>
          <a:xfrm>
            <a:off x="6897922" y="6450641"/>
            <a:ext cx="254409" cy="254409"/>
          </a:xfrm>
          <a:custGeom>
            <a:avLst/>
            <a:gdLst/>
            <a:ahLst/>
            <a:cxnLst/>
            <a:rect l="l" t="t" r="r" b="b"/>
            <a:pathLst>
              <a:path w="318025" h="318025">
                <a:moveTo>
                  <a:pt x="0" y="0"/>
                </a:moveTo>
                <a:lnTo>
                  <a:pt x="318025" y="0"/>
                </a:lnTo>
                <a:lnTo>
                  <a:pt x="318025" y="318025"/>
                </a:lnTo>
                <a:lnTo>
                  <a:pt x="0" y="318025"/>
                </a:lnTo>
                <a:lnTo>
                  <a:pt x="0" y="0"/>
                </a:lnTo>
                <a:close/>
              </a:path>
            </a:pathLst>
          </a:custGeom>
          <a:blipFill>
            <a:blip r:embed="rId31">
              <a:extLst>
                <a:ext uri="{96DAC541-7B7A-43D3-8B79-37D633B846F1}">
                  <asvg:svgBlip xmlns:asvg="http://schemas.microsoft.com/office/drawing/2016/SVG/main" r:embed="rId32"/>
                </a:ext>
              </a:extLst>
            </a:blip>
            <a:stretch>
              <a:fillRect/>
            </a:stretch>
          </a:blipFill>
        </p:spPr>
        <p:txBody>
          <a:bodyPr/>
          <a:lstStyle/>
          <a:p>
            <a:endParaRPr lang="en-SG" sz="1088"/>
          </a:p>
        </p:txBody>
      </p:sp>
      <p:sp>
        <p:nvSpPr>
          <p:cNvPr id="79" name="Freeform 79">
            <a:extLst>
              <a:ext uri="{FF2B5EF4-FFF2-40B4-BE49-F238E27FC236}">
                <a16:creationId xmlns:a16="http://schemas.microsoft.com/office/drawing/2014/main" id="{E8A7C579-2265-62EC-439E-076F79B667A7}"/>
              </a:ext>
            </a:extLst>
          </p:cNvPr>
          <p:cNvSpPr/>
          <p:nvPr/>
        </p:nvSpPr>
        <p:spPr>
          <a:xfrm>
            <a:off x="4491882" y="6441385"/>
            <a:ext cx="420510" cy="254409"/>
          </a:xfrm>
          <a:custGeom>
            <a:avLst/>
            <a:gdLst/>
            <a:ahLst/>
            <a:cxnLst/>
            <a:rect l="l" t="t" r="r" b="b"/>
            <a:pathLst>
              <a:path w="525661" h="318025">
                <a:moveTo>
                  <a:pt x="0" y="0"/>
                </a:moveTo>
                <a:lnTo>
                  <a:pt x="525661" y="0"/>
                </a:lnTo>
                <a:lnTo>
                  <a:pt x="525661" y="318025"/>
                </a:lnTo>
                <a:lnTo>
                  <a:pt x="0" y="318025"/>
                </a:lnTo>
                <a:lnTo>
                  <a:pt x="0" y="0"/>
                </a:lnTo>
                <a:close/>
              </a:path>
            </a:pathLst>
          </a:custGeom>
          <a:blipFill>
            <a:blip r:embed="rId33">
              <a:extLst>
                <a:ext uri="{96DAC541-7B7A-43D3-8B79-37D633B846F1}">
                  <asvg:svgBlip xmlns:asvg="http://schemas.microsoft.com/office/drawing/2016/SVG/main" r:embed="rId34"/>
                </a:ext>
              </a:extLst>
            </a:blip>
            <a:stretch>
              <a:fillRect/>
            </a:stretch>
          </a:blipFill>
        </p:spPr>
        <p:txBody>
          <a:bodyPr/>
          <a:lstStyle/>
          <a:p>
            <a:endParaRPr lang="en-SG" sz="1088"/>
          </a:p>
        </p:txBody>
      </p:sp>
      <p:grpSp>
        <p:nvGrpSpPr>
          <p:cNvPr id="80" name="Group 80">
            <a:extLst>
              <a:ext uri="{FF2B5EF4-FFF2-40B4-BE49-F238E27FC236}">
                <a16:creationId xmlns:a16="http://schemas.microsoft.com/office/drawing/2014/main" id="{4A9F06C4-0513-8178-7264-CA16A0E26D86}"/>
              </a:ext>
            </a:extLst>
          </p:cNvPr>
          <p:cNvGrpSpPr/>
          <p:nvPr/>
        </p:nvGrpSpPr>
        <p:grpSpPr>
          <a:xfrm>
            <a:off x="3571120" y="570508"/>
            <a:ext cx="105455" cy="7887829"/>
            <a:chOff x="0" y="0"/>
            <a:chExt cx="37497" cy="2804685"/>
          </a:xfrm>
        </p:grpSpPr>
        <p:sp>
          <p:nvSpPr>
            <p:cNvPr id="81" name="Freeform 81">
              <a:extLst>
                <a:ext uri="{FF2B5EF4-FFF2-40B4-BE49-F238E27FC236}">
                  <a16:creationId xmlns:a16="http://schemas.microsoft.com/office/drawing/2014/main" id="{668A391B-FE33-8895-2478-5B3C30BD4375}"/>
                </a:ext>
              </a:extLst>
            </p:cNvPr>
            <p:cNvSpPr/>
            <p:nvPr/>
          </p:nvSpPr>
          <p:spPr>
            <a:xfrm>
              <a:off x="0" y="0"/>
              <a:ext cx="37497" cy="2804685"/>
            </a:xfrm>
            <a:custGeom>
              <a:avLst/>
              <a:gdLst/>
              <a:ahLst/>
              <a:cxnLst/>
              <a:rect l="l" t="t" r="r" b="b"/>
              <a:pathLst>
                <a:path w="37497" h="2804685">
                  <a:moveTo>
                    <a:pt x="0" y="0"/>
                  </a:moveTo>
                  <a:lnTo>
                    <a:pt x="37497" y="0"/>
                  </a:lnTo>
                  <a:lnTo>
                    <a:pt x="37497" y="2804685"/>
                  </a:lnTo>
                  <a:lnTo>
                    <a:pt x="0" y="2804685"/>
                  </a:lnTo>
                  <a:close/>
                </a:path>
              </a:pathLst>
            </a:custGeom>
            <a:solidFill>
              <a:srgbClr val="FDFDFD"/>
            </a:solidFill>
            <a:ln w="9525" cap="sq">
              <a:solidFill>
                <a:srgbClr val="000000"/>
              </a:solidFill>
              <a:prstDash val="solid"/>
              <a:miter/>
            </a:ln>
          </p:spPr>
          <p:txBody>
            <a:bodyPr/>
            <a:lstStyle/>
            <a:p>
              <a:endParaRPr lang="en-SG" sz="1088"/>
            </a:p>
          </p:txBody>
        </p:sp>
        <p:sp>
          <p:nvSpPr>
            <p:cNvPr id="82" name="TextBox 82">
              <a:extLst>
                <a:ext uri="{FF2B5EF4-FFF2-40B4-BE49-F238E27FC236}">
                  <a16:creationId xmlns:a16="http://schemas.microsoft.com/office/drawing/2014/main" id="{21AC8269-0C2D-106D-A84F-8287D88170F1}"/>
                </a:ext>
              </a:extLst>
            </p:cNvPr>
            <p:cNvSpPr txBox="1"/>
            <p:nvPr/>
          </p:nvSpPr>
          <p:spPr>
            <a:xfrm>
              <a:off x="0" y="-28575"/>
              <a:ext cx="37497" cy="2833260"/>
            </a:xfrm>
            <a:prstGeom prst="rect">
              <a:avLst/>
            </a:prstGeom>
          </p:spPr>
          <p:txBody>
            <a:bodyPr lIns="40638" tIns="40638" rIns="40638" bIns="40638" rtlCol="0" anchor="ctr"/>
            <a:lstStyle/>
            <a:p>
              <a:pPr algn="ctr">
                <a:lnSpc>
                  <a:spcPts val="2016"/>
                </a:lnSpc>
              </a:pPr>
              <a:endParaRPr sz="1088"/>
            </a:p>
          </p:txBody>
        </p:sp>
      </p:grpSp>
      <p:grpSp>
        <p:nvGrpSpPr>
          <p:cNvPr id="83" name="Group 83">
            <a:extLst>
              <a:ext uri="{FF2B5EF4-FFF2-40B4-BE49-F238E27FC236}">
                <a16:creationId xmlns:a16="http://schemas.microsoft.com/office/drawing/2014/main" id="{E1B82D47-F2A6-C303-2A4A-DAABF9170FA6}"/>
              </a:ext>
            </a:extLst>
          </p:cNvPr>
          <p:cNvGrpSpPr/>
          <p:nvPr/>
        </p:nvGrpSpPr>
        <p:grpSpPr>
          <a:xfrm>
            <a:off x="3571122" y="2206140"/>
            <a:ext cx="99056" cy="1284383"/>
            <a:chOff x="0" y="0"/>
            <a:chExt cx="35221" cy="456690"/>
          </a:xfrm>
        </p:grpSpPr>
        <p:sp>
          <p:nvSpPr>
            <p:cNvPr id="84" name="Freeform 84">
              <a:extLst>
                <a:ext uri="{FF2B5EF4-FFF2-40B4-BE49-F238E27FC236}">
                  <a16:creationId xmlns:a16="http://schemas.microsoft.com/office/drawing/2014/main" id="{9A8E3664-ED17-DD40-23EB-A62D68D94517}"/>
                </a:ext>
              </a:extLst>
            </p:cNvPr>
            <p:cNvSpPr/>
            <p:nvPr/>
          </p:nvSpPr>
          <p:spPr>
            <a:xfrm>
              <a:off x="0" y="0"/>
              <a:ext cx="35221" cy="456690"/>
            </a:xfrm>
            <a:custGeom>
              <a:avLst/>
              <a:gdLst/>
              <a:ahLst/>
              <a:cxnLst/>
              <a:rect l="l" t="t" r="r" b="b"/>
              <a:pathLst>
                <a:path w="35221" h="456690">
                  <a:moveTo>
                    <a:pt x="0" y="0"/>
                  </a:moveTo>
                  <a:lnTo>
                    <a:pt x="35221" y="0"/>
                  </a:lnTo>
                  <a:lnTo>
                    <a:pt x="35221" y="456690"/>
                  </a:lnTo>
                  <a:lnTo>
                    <a:pt x="0" y="456690"/>
                  </a:lnTo>
                  <a:close/>
                </a:path>
              </a:pathLst>
            </a:custGeom>
            <a:solidFill>
              <a:srgbClr val="F34336"/>
            </a:solidFill>
            <a:ln cap="sq">
              <a:noFill/>
              <a:prstDash val="solid"/>
              <a:miter/>
            </a:ln>
          </p:spPr>
          <p:txBody>
            <a:bodyPr/>
            <a:lstStyle/>
            <a:p>
              <a:endParaRPr lang="en-SG" sz="1088"/>
            </a:p>
          </p:txBody>
        </p:sp>
        <p:sp>
          <p:nvSpPr>
            <p:cNvPr id="85" name="TextBox 85">
              <a:extLst>
                <a:ext uri="{FF2B5EF4-FFF2-40B4-BE49-F238E27FC236}">
                  <a16:creationId xmlns:a16="http://schemas.microsoft.com/office/drawing/2014/main" id="{9DF6489C-91BD-EFE5-77F0-E08DD579CEDD}"/>
                </a:ext>
              </a:extLst>
            </p:cNvPr>
            <p:cNvSpPr txBox="1"/>
            <p:nvPr/>
          </p:nvSpPr>
          <p:spPr>
            <a:xfrm>
              <a:off x="0" y="-28575"/>
              <a:ext cx="35221" cy="485265"/>
            </a:xfrm>
            <a:prstGeom prst="rect">
              <a:avLst/>
            </a:prstGeom>
          </p:spPr>
          <p:txBody>
            <a:bodyPr lIns="40638" tIns="40638" rIns="40638" bIns="40638" rtlCol="0" anchor="ctr"/>
            <a:lstStyle/>
            <a:p>
              <a:pPr algn="ctr">
                <a:lnSpc>
                  <a:spcPts val="2016"/>
                </a:lnSpc>
              </a:pPr>
              <a:endParaRPr sz="1088"/>
            </a:p>
          </p:txBody>
        </p:sp>
      </p:grpSp>
      <p:grpSp>
        <p:nvGrpSpPr>
          <p:cNvPr id="86" name="Group 86">
            <a:extLst>
              <a:ext uri="{FF2B5EF4-FFF2-40B4-BE49-F238E27FC236}">
                <a16:creationId xmlns:a16="http://schemas.microsoft.com/office/drawing/2014/main" id="{B62C79BD-A299-D0A7-DC7D-D8D5B27D0355}"/>
              </a:ext>
            </a:extLst>
          </p:cNvPr>
          <p:cNvGrpSpPr/>
          <p:nvPr/>
        </p:nvGrpSpPr>
        <p:grpSpPr>
          <a:xfrm>
            <a:off x="3571120" y="572833"/>
            <a:ext cx="105455" cy="304554"/>
            <a:chOff x="0" y="0"/>
            <a:chExt cx="37497" cy="108291"/>
          </a:xfrm>
        </p:grpSpPr>
        <p:sp>
          <p:nvSpPr>
            <p:cNvPr id="87" name="Freeform 87">
              <a:extLst>
                <a:ext uri="{FF2B5EF4-FFF2-40B4-BE49-F238E27FC236}">
                  <a16:creationId xmlns:a16="http://schemas.microsoft.com/office/drawing/2014/main" id="{AE8C7FAE-74BA-A7C9-7479-BD9A78369CBE}"/>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88" name="TextBox 88">
              <a:extLst>
                <a:ext uri="{FF2B5EF4-FFF2-40B4-BE49-F238E27FC236}">
                  <a16:creationId xmlns:a16="http://schemas.microsoft.com/office/drawing/2014/main" id="{70F19EE3-1314-FE7E-B79D-0BB0C8271C53}"/>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89" name="Group 89">
            <a:extLst>
              <a:ext uri="{FF2B5EF4-FFF2-40B4-BE49-F238E27FC236}">
                <a16:creationId xmlns:a16="http://schemas.microsoft.com/office/drawing/2014/main" id="{304C525A-04FF-EB23-6487-4A8925F45DD9}"/>
              </a:ext>
            </a:extLst>
          </p:cNvPr>
          <p:cNvGrpSpPr/>
          <p:nvPr/>
        </p:nvGrpSpPr>
        <p:grpSpPr>
          <a:xfrm>
            <a:off x="3571120" y="7100511"/>
            <a:ext cx="105455" cy="304554"/>
            <a:chOff x="0" y="0"/>
            <a:chExt cx="37497" cy="108291"/>
          </a:xfrm>
        </p:grpSpPr>
        <p:sp>
          <p:nvSpPr>
            <p:cNvPr id="90" name="Freeform 90">
              <a:extLst>
                <a:ext uri="{FF2B5EF4-FFF2-40B4-BE49-F238E27FC236}">
                  <a16:creationId xmlns:a16="http://schemas.microsoft.com/office/drawing/2014/main" id="{1B2B0D32-7854-15C3-CBCF-37830E19F288}"/>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91" name="TextBox 91">
              <a:extLst>
                <a:ext uri="{FF2B5EF4-FFF2-40B4-BE49-F238E27FC236}">
                  <a16:creationId xmlns:a16="http://schemas.microsoft.com/office/drawing/2014/main" id="{DC336439-652D-B9C1-826E-651911D4E6AF}"/>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92" name="Group 92">
            <a:extLst>
              <a:ext uri="{FF2B5EF4-FFF2-40B4-BE49-F238E27FC236}">
                <a16:creationId xmlns:a16="http://schemas.microsoft.com/office/drawing/2014/main" id="{603B7DC7-A67B-26C0-90E7-459346F58CA2}"/>
              </a:ext>
            </a:extLst>
          </p:cNvPr>
          <p:cNvGrpSpPr/>
          <p:nvPr/>
        </p:nvGrpSpPr>
        <p:grpSpPr>
          <a:xfrm>
            <a:off x="3592699" y="675840"/>
            <a:ext cx="83877" cy="73393"/>
            <a:chOff x="0" y="0"/>
            <a:chExt cx="812800" cy="711200"/>
          </a:xfrm>
        </p:grpSpPr>
        <p:sp>
          <p:nvSpPr>
            <p:cNvPr id="93" name="Freeform 93">
              <a:extLst>
                <a:ext uri="{FF2B5EF4-FFF2-40B4-BE49-F238E27FC236}">
                  <a16:creationId xmlns:a16="http://schemas.microsoft.com/office/drawing/2014/main" id="{C5DD5807-5557-F3A0-C106-92AB95E1DACF}"/>
                </a:ext>
              </a:extLst>
            </p:cNvPr>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34336"/>
            </a:solidFill>
          </p:spPr>
          <p:txBody>
            <a:bodyPr/>
            <a:lstStyle/>
            <a:p>
              <a:endParaRPr lang="en-SG" sz="1088"/>
            </a:p>
          </p:txBody>
        </p:sp>
        <p:sp>
          <p:nvSpPr>
            <p:cNvPr id="94" name="TextBox 94">
              <a:extLst>
                <a:ext uri="{FF2B5EF4-FFF2-40B4-BE49-F238E27FC236}">
                  <a16:creationId xmlns:a16="http://schemas.microsoft.com/office/drawing/2014/main" id="{81A2F71F-E36D-C688-99DE-E9DDA49C64DA}"/>
                </a:ext>
              </a:extLst>
            </p:cNvPr>
            <p:cNvSpPr txBox="1"/>
            <p:nvPr/>
          </p:nvSpPr>
          <p:spPr>
            <a:xfrm>
              <a:off x="127000" y="301625"/>
              <a:ext cx="558800" cy="358775"/>
            </a:xfrm>
            <a:prstGeom prst="rect">
              <a:avLst/>
            </a:prstGeom>
          </p:spPr>
          <p:txBody>
            <a:bodyPr lIns="40638" tIns="40638" rIns="40638" bIns="40638" rtlCol="0" anchor="ctr"/>
            <a:lstStyle/>
            <a:p>
              <a:pPr algn="ctr">
                <a:lnSpc>
                  <a:spcPts val="2016"/>
                </a:lnSpc>
              </a:pPr>
              <a:endParaRPr sz="1088"/>
            </a:p>
          </p:txBody>
        </p:sp>
      </p:grpSp>
      <p:grpSp>
        <p:nvGrpSpPr>
          <p:cNvPr id="95" name="Group 95">
            <a:extLst>
              <a:ext uri="{FF2B5EF4-FFF2-40B4-BE49-F238E27FC236}">
                <a16:creationId xmlns:a16="http://schemas.microsoft.com/office/drawing/2014/main" id="{CB3AE6EB-8CA3-4260-FB39-E940EF899FFC}"/>
              </a:ext>
            </a:extLst>
          </p:cNvPr>
          <p:cNvGrpSpPr/>
          <p:nvPr/>
        </p:nvGrpSpPr>
        <p:grpSpPr>
          <a:xfrm>
            <a:off x="3565641" y="7221617"/>
            <a:ext cx="104535" cy="91468"/>
            <a:chOff x="0" y="0"/>
            <a:chExt cx="812800" cy="711200"/>
          </a:xfrm>
        </p:grpSpPr>
        <p:sp>
          <p:nvSpPr>
            <p:cNvPr id="96" name="Freeform 96">
              <a:extLst>
                <a:ext uri="{FF2B5EF4-FFF2-40B4-BE49-F238E27FC236}">
                  <a16:creationId xmlns:a16="http://schemas.microsoft.com/office/drawing/2014/main" id="{B491B50B-C95A-4599-3029-9695466C139D}"/>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97" name="TextBox 97">
              <a:extLst>
                <a:ext uri="{FF2B5EF4-FFF2-40B4-BE49-F238E27FC236}">
                  <a16:creationId xmlns:a16="http://schemas.microsoft.com/office/drawing/2014/main" id="{B18D1012-5B13-7503-534E-E203CBDD724E}"/>
                </a:ext>
              </a:extLst>
            </p:cNvPr>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a:p>
          </p:txBody>
        </p:sp>
      </p:grpSp>
      <p:grpSp>
        <p:nvGrpSpPr>
          <p:cNvPr id="98" name="Group 98">
            <a:extLst>
              <a:ext uri="{FF2B5EF4-FFF2-40B4-BE49-F238E27FC236}">
                <a16:creationId xmlns:a16="http://schemas.microsoft.com/office/drawing/2014/main" id="{21524850-CFB9-FBAC-08EC-CAB0B8AEE646}"/>
              </a:ext>
            </a:extLst>
          </p:cNvPr>
          <p:cNvGrpSpPr/>
          <p:nvPr/>
        </p:nvGrpSpPr>
        <p:grpSpPr>
          <a:xfrm>
            <a:off x="9197536" y="4053339"/>
            <a:ext cx="829153" cy="779169"/>
            <a:chOff x="0" y="0"/>
            <a:chExt cx="1381982" cy="1298672"/>
          </a:xfrm>
        </p:grpSpPr>
        <p:grpSp>
          <p:nvGrpSpPr>
            <p:cNvPr id="99" name="Group 99">
              <a:extLst>
                <a:ext uri="{FF2B5EF4-FFF2-40B4-BE49-F238E27FC236}">
                  <a16:creationId xmlns:a16="http://schemas.microsoft.com/office/drawing/2014/main" id="{7E1876C8-D952-DD17-39F2-2D69EE0779E1}"/>
                </a:ext>
              </a:extLst>
            </p:cNvPr>
            <p:cNvGrpSpPr/>
            <p:nvPr/>
          </p:nvGrpSpPr>
          <p:grpSpPr>
            <a:xfrm>
              <a:off x="0" y="0"/>
              <a:ext cx="1195761" cy="1298672"/>
              <a:chOff x="0" y="0"/>
              <a:chExt cx="650486" cy="706469"/>
            </a:xfrm>
          </p:grpSpPr>
          <p:sp>
            <p:nvSpPr>
              <p:cNvPr id="100" name="Freeform 100">
                <a:extLst>
                  <a:ext uri="{FF2B5EF4-FFF2-40B4-BE49-F238E27FC236}">
                    <a16:creationId xmlns:a16="http://schemas.microsoft.com/office/drawing/2014/main" id="{3F288DD9-990C-2337-FAC2-9711C0B58EA0}"/>
                  </a:ext>
                </a:extLst>
              </p:cNvPr>
              <p:cNvSpPr/>
              <p:nvPr/>
            </p:nvSpPr>
            <p:spPr>
              <a:xfrm>
                <a:off x="0" y="0"/>
                <a:ext cx="650486" cy="706469"/>
              </a:xfrm>
              <a:custGeom>
                <a:avLst/>
                <a:gdLst/>
                <a:ahLst/>
                <a:cxnLst/>
                <a:rect l="l" t="t" r="r" b="b"/>
                <a:pathLst>
                  <a:path w="650486" h="706469">
                    <a:moveTo>
                      <a:pt x="0" y="0"/>
                    </a:moveTo>
                    <a:lnTo>
                      <a:pt x="650486" y="0"/>
                    </a:lnTo>
                    <a:lnTo>
                      <a:pt x="650486" y="706469"/>
                    </a:lnTo>
                    <a:lnTo>
                      <a:pt x="0" y="706469"/>
                    </a:lnTo>
                    <a:close/>
                  </a:path>
                </a:pathLst>
              </a:custGeom>
              <a:solidFill>
                <a:srgbClr val="FFCEB6">
                  <a:alpha val="38824"/>
                </a:srgbClr>
              </a:solidFill>
            </p:spPr>
            <p:txBody>
              <a:bodyPr/>
              <a:lstStyle/>
              <a:p>
                <a:endParaRPr lang="en-SG" sz="1088"/>
              </a:p>
            </p:txBody>
          </p:sp>
          <p:sp>
            <p:nvSpPr>
              <p:cNvPr id="101" name="TextBox 101">
                <a:extLst>
                  <a:ext uri="{FF2B5EF4-FFF2-40B4-BE49-F238E27FC236}">
                    <a16:creationId xmlns:a16="http://schemas.microsoft.com/office/drawing/2014/main" id="{D274FC30-F748-32DB-E554-183840373A00}"/>
                  </a:ext>
                </a:extLst>
              </p:cNvPr>
              <p:cNvSpPr txBox="1"/>
              <p:nvPr/>
            </p:nvSpPr>
            <p:spPr>
              <a:xfrm>
                <a:off x="0" y="-28575"/>
                <a:ext cx="650486" cy="735044"/>
              </a:xfrm>
              <a:prstGeom prst="rect">
                <a:avLst/>
              </a:prstGeom>
            </p:spPr>
            <p:txBody>
              <a:bodyPr lIns="15937" tIns="15937" rIns="15937" bIns="15937" rtlCol="0" anchor="ctr"/>
              <a:lstStyle/>
              <a:p>
                <a:pPr algn="ctr">
                  <a:lnSpc>
                    <a:spcPts val="2016"/>
                  </a:lnSpc>
                </a:pPr>
                <a:endParaRPr sz="1088"/>
              </a:p>
            </p:txBody>
          </p:sp>
        </p:grpSp>
        <p:sp>
          <p:nvSpPr>
            <p:cNvPr id="102" name="Freeform 102">
              <a:extLst>
                <a:ext uri="{FF2B5EF4-FFF2-40B4-BE49-F238E27FC236}">
                  <a16:creationId xmlns:a16="http://schemas.microsoft.com/office/drawing/2014/main" id="{FFFF2DB3-4B61-E309-EEEF-B454EA027A0B}"/>
                </a:ext>
              </a:extLst>
            </p:cNvPr>
            <p:cNvSpPr/>
            <p:nvPr/>
          </p:nvSpPr>
          <p:spPr>
            <a:xfrm>
              <a:off x="90494" y="89424"/>
              <a:ext cx="163477" cy="199666"/>
            </a:xfrm>
            <a:custGeom>
              <a:avLst/>
              <a:gdLst/>
              <a:ahLst/>
              <a:cxnLst/>
              <a:rect l="l" t="t" r="r" b="b"/>
              <a:pathLst>
                <a:path w="163477" h="199666">
                  <a:moveTo>
                    <a:pt x="0" y="0"/>
                  </a:moveTo>
                  <a:lnTo>
                    <a:pt x="163476" y="0"/>
                  </a:lnTo>
                  <a:lnTo>
                    <a:pt x="163476" y="199666"/>
                  </a:lnTo>
                  <a:lnTo>
                    <a:pt x="0" y="199666"/>
                  </a:lnTo>
                  <a:lnTo>
                    <a:pt x="0" y="0"/>
                  </a:lnTo>
                  <a:close/>
                </a:path>
              </a:pathLst>
            </a:custGeom>
            <a:blipFill>
              <a:blip r:embed="rId35">
                <a:extLst>
                  <a:ext uri="{96DAC541-7B7A-43D3-8B79-37D633B846F1}">
                    <asvg:svgBlip xmlns:asvg="http://schemas.microsoft.com/office/drawing/2016/SVG/main" r:embed="rId36"/>
                  </a:ext>
                </a:extLst>
              </a:blip>
              <a:stretch>
                <a:fillRect/>
              </a:stretch>
            </a:blipFill>
          </p:spPr>
          <p:txBody>
            <a:bodyPr/>
            <a:lstStyle/>
            <a:p>
              <a:endParaRPr lang="en-SG" sz="1088"/>
            </a:p>
          </p:txBody>
        </p:sp>
        <p:sp>
          <p:nvSpPr>
            <p:cNvPr id="103" name="Freeform 103">
              <a:extLst>
                <a:ext uri="{FF2B5EF4-FFF2-40B4-BE49-F238E27FC236}">
                  <a16:creationId xmlns:a16="http://schemas.microsoft.com/office/drawing/2014/main" id="{9886F65A-E011-92BC-1DC4-05FF4BA82628}"/>
                </a:ext>
              </a:extLst>
            </p:cNvPr>
            <p:cNvSpPr/>
            <p:nvPr/>
          </p:nvSpPr>
          <p:spPr>
            <a:xfrm>
              <a:off x="8359" y="289090"/>
              <a:ext cx="327746" cy="327746"/>
            </a:xfrm>
            <a:custGeom>
              <a:avLst/>
              <a:gdLst/>
              <a:ahLst/>
              <a:cxnLst/>
              <a:rect l="l" t="t" r="r" b="b"/>
              <a:pathLst>
                <a:path w="327746" h="327746">
                  <a:moveTo>
                    <a:pt x="0" y="0"/>
                  </a:moveTo>
                  <a:lnTo>
                    <a:pt x="327746" y="0"/>
                  </a:lnTo>
                  <a:lnTo>
                    <a:pt x="327746" y="327746"/>
                  </a:lnTo>
                  <a:lnTo>
                    <a:pt x="0" y="327746"/>
                  </a:lnTo>
                  <a:lnTo>
                    <a:pt x="0" y="0"/>
                  </a:lnTo>
                  <a:close/>
                </a:path>
              </a:pathLst>
            </a:custGeom>
            <a:blipFill>
              <a:blip r:embed="rId37">
                <a:extLst>
                  <a:ext uri="{96DAC541-7B7A-43D3-8B79-37D633B846F1}">
                    <asvg:svgBlip xmlns:asvg="http://schemas.microsoft.com/office/drawing/2016/SVG/main" r:embed="rId38"/>
                  </a:ext>
                </a:extLst>
              </a:blip>
              <a:stretch>
                <a:fillRect/>
              </a:stretch>
            </a:blipFill>
          </p:spPr>
          <p:txBody>
            <a:bodyPr/>
            <a:lstStyle/>
            <a:p>
              <a:endParaRPr lang="en-SG" sz="1088"/>
            </a:p>
          </p:txBody>
        </p:sp>
        <p:sp>
          <p:nvSpPr>
            <p:cNvPr id="104" name="Freeform 104">
              <a:extLst>
                <a:ext uri="{FF2B5EF4-FFF2-40B4-BE49-F238E27FC236}">
                  <a16:creationId xmlns:a16="http://schemas.microsoft.com/office/drawing/2014/main" id="{094D20BA-6A95-6AF3-9EDA-848BA9BCEA2C}"/>
                </a:ext>
              </a:extLst>
            </p:cNvPr>
            <p:cNvSpPr/>
            <p:nvPr/>
          </p:nvSpPr>
          <p:spPr>
            <a:xfrm>
              <a:off x="30009" y="681860"/>
              <a:ext cx="284447" cy="227913"/>
            </a:xfrm>
            <a:custGeom>
              <a:avLst/>
              <a:gdLst/>
              <a:ahLst/>
              <a:cxnLst/>
              <a:rect l="l" t="t" r="r" b="b"/>
              <a:pathLst>
                <a:path w="284447" h="227913">
                  <a:moveTo>
                    <a:pt x="0" y="0"/>
                  </a:moveTo>
                  <a:lnTo>
                    <a:pt x="284446" y="0"/>
                  </a:lnTo>
                  <a:lnTo>
                    <a:pt x="284446" y="227913"/>
                  </a:lnTo>
                  <a:lnTo>
                    <a:pt x="0" y="227913"/>
                  </a:lnTo>
                  <a:lnTo>
                    <a:pt x="0" y="0"/>
                  </a:lnTo>
                  <a:close/>
                </a:path>
              </a:pathLst>
            </a:custGeom>
            <a:blipFill>
              <a:blip r:embed="rId39">
                <a:extLst>
                  <a:ext uri="{96DAC541-7B7A-43D3-8B79-37D633B846F1}">
                    <asvg:svgBlip xmlns:asvg="http://schemas.microsoft.com/office/drawing/2016/SVG/main" r:embed="rId40"/>
                  </a:ext>
                </a:extLst>
              </a:blip>
              <a:stretch>
                <a:fillRect/>
              </a:stretch>
            </a:blipFill>
          </p:spPr>
          <p:txBody>
            <a:bodyPr/>
            <a:lstStyle/>
            <a:p>
              <a:endParaRPr lang="en-SG" sz="1088"/>
            </a:p>
          </p:txBody>
        </p:sp>
        <p:sp>
          <p:nvSpPr>
            <p:cNvPr id="105" name="Freeform 105">
              <a:extLst>
                <a:ext uri="{FF2B5EF4-FFF2-40B4-BE49-F238E27FC236}">
                  <a16:creationId xmlns:a16="http://schemas.microsoft.com/office/drawing/2014/main" id="{EAF314B1-A8C4-3503-530F-83BC036904AA}"/>
                </a:ext>
              </a:extLst>
            </p:cNvPr>
            <p:cNvSpPr/>
            <p:nvPr/>
          </p:nvSpPr>
          <p:spPr>
            <a:xfrm>
              <a:off x="72049" y="974796"/>
              <a:ext cx="181921" cy="240160"/>
            </a:xfrm>
            <a:custGeom>
              <a:avLst/>
              <a:gdLst/>
              <a:ahLst/>
              <a:cxnLst/>
              <a:rect l="l" t="t" r="r" b="b"/>
              <a:pathLst>
                <a:path w="181921" h="240160">
                  <a:moveTo>
                    <a:pt x="0" y="0"/>
                  </a:moveTo>
                  <a:lnTo>
                    <a:pt x="181921" y="0"/>
                  </a:lnTo>
                  <a:lnTo>
                    <a:pt x="181921" y="240161"/>
                  </a:lnTo>
                  <a:lnTo>
                    <a:pt x="0" y="240161"/>
                  </a:lnTo>
                  <a:lnTo>
                    <a:pt x="0" y="0"/>
                  </a:lnTo>
                  <a:close/>
                </a:path>
              </a:pathLst>
            </a:custGeom>
            <a:blipFill>
              <a:blip r:embed="rId41">
                <a:extLst>
                  <a:ext uri="{96DAC541-7B7A-43D3-8B79-37D633B846F1}">
                    <asvg:svgBlip xmlns:asvg="http://schemas.microsoft.com/office/drawing/2016/SVG/main" r:embed="rId42"/>
                  </a:ext>
                </a:extLst>
              </a:blip>
              <a:stretch>
                <a:fillRect/>
              </a:stretch>
            </a:blipFill>
          </p:spPr>
          <p:txBody>
            <a:bodyPr/>
            <a:lstStyle/>
            <a:p>
              <a:endParaRPr lang="en-SG" sz="1088"/>
            </a:p>
          </p:txBody>
        </p:sp>
        <p:sp>
          <p:nvSpPr>
            <p:cNvPr id="106" name="TextBox 106">
              <a:extLst>
                <a:ext uri="{FF2B5EF4-FFF2-40B4-BE49-F238E27FC236}">
                  <a16:creationId xmlns:a16="http://schemas.microsoft.com/office/drawing/2014/main" id="{FC0E8A46-A902-293D-4621-279D49C26FCD}"/>
                </a:ext>
              </a:extLst>
            </p:cNvPr>
            <p:cNvSpPr txBox="1"/>
            <p:nvPr/>
          </p:nvSpPr>
          <p:spPr>
            <a:xfrm>
              <a:off x="460225" y="955747"/>
              <a:ext cx="596473"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Others</a:t>
              </a:r>
            </a:p>
          </p:txBody>
        </p:sp>
        <p:sp>
          <p:nvSpPr>
            <p:cNvPr id="107" name="TextBox 107">
              <a:extLst>
                <a:ext uri="{FF2B5EF4-FFF2-40B4-BE49-F238E27FC236}">
                  <a16:creationId xmlns:a16="http://schemas.microsoft.com/office/drawing/2014/main" id="{418DA68E-38CE-B695-AF1C-AA99661FEA19}"/>
                </a:ext>
              </a:extLst>
            </p:cNvPr>
            <p:cNvSpPr txBox="1"/>
            <p:nvPr/>
          </p:nvSpPr>
          <p:spPr>
            <a:xfrm>
              <a:off x="460225" y="48570"/>
              <a:ext cx="921757"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Dining</a:t>
              </a:r>
            </a:p>
          </p:txBody>
        </p:sp>
        <p:sp>
          <p:nvSpPr>
            <p:cNvPr id="108" name="TextBox 108">
              <a:extLst>
                <a:ext uri="{FF2B5EF4-FFF2-40B4-BE49-F238E27FC236}">
                  <a16:creationId xmlns:a16="http://schemas.microsoft.com/office/drawing/2014/main" id="{36F3D91E-D591-20F0-78F0-766B24DE111D}"/>
                </a:ext>
              </a:extLst>
            </p:cNvPr>
            <p:cNvSpPr txBox="1"/>
            <p:nvPr/>
          </p:nvSpPr>
          <p:spPr>
            <a:xfrm>
              <a:off x="460972" y="362219"/>
              <a:ext cx="460132"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Rides</a:t>
              </a:r>
            </a:p>
          </p:txBody>
        </p:sp>
        <p:grpSp>
          <p:nvGrpSpPr>
            <p:cNvPr id="109" name="Group 109">
              <a:extLst>
                <a:ext uri="{FF2B5EF4-FFF2-40B4-BE49-F238E27FC236}">
                  <a16:creationId xmlns:a16="http://schemas.microsoft.com/office/drawing/2014/main" id="{6487FE9D-A818-4807-FA80-D7A3D49C1735}"/>
                </a:ext>
              </a:extLst>
            </p:cNvPr>
            <p:cNvGrpSpPr/>
            <p:nvPr/>
          </p:nvGrpSpPr>
          <p:grpSpPr>
            <a:xfrm>
              <a:off x="7598" y="10649"/>
              <a:ext cx="1188163" cy="307120"/>
              <a:chOff x="0" y="0"/>
              <a:chExt cx="253475" cy="65519"/>
            </a:xfrm>
          </p:grpSpPr>
          <p:sp>
            <p:nvSpPr>
              <p:cNvPr id="110" name="Freeform 110">
                <a:extLst>
                  <a:ext uri="{FF2B5EF4-FFF2-40B4-BE49-F238E27FC236}">
                    <a16:creationId xmlns:a16="http://schemas.microsoft.com/office/drawing/2014/main" id="{7B80376F-CF77-95C9-F08D-E377401A81D7}"/>
                  </a:ext>
                </a:extLst>
              </p:cNvPr>
              <p:cNvSpPr/>
              <p:nvPr/>
            </p:nvSpPr>
            <p:spPr>
              <a:xfrm>
                <a:off x="0" y="0"/>
                <a:ext cx="253475" cy="65519"/>
              </a:xfrm>
              <a:custGeom>
                <a:avLst/>
                <a:gdLst/>
                <a:ahLst/>
                <a:cxnLst/>
                <a:rect l="l" t="t" r="r" b="b"/>
                <a:pathLst>
                  <a:path w="253475" h="65519">
                    <a:moveTo>
                      <a:pt x="0" y="0"/>
                    </a:moveTo>
                    <a:lnTo>
                      <a:pt x="253475" y="0"/>
                    </a:lnTo>
                    <a:lnTo>
                      <a:pt x="253475" y="65519"/>
                    </a:lnTo>
                    <a:lnTo>
                      <a:pt x="0" y="65519"/>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11" name="TextBox 111">
                <a:extLst>
                  <a:ext uri="{FF2B5EF4-FFF2-40B4-BE49-F238E27FC236}">
                    <a16:creationId xmlns:a16="http://schemas.microsoft.com/office/drawing/2014/main" id="{C9E2F81E-DE25-3F5A-34C4-3B8F143E1D87}"/>
                  </a:ext>
                </a:extLst>
              </p:cNvPr>
              <p:cNvSpPr txBox="1"/>
              <p:nvPr/>
            </p:nvSpPr>
            <p:spPr>
              <a:xfrm>
                <a:off x="0" y="-28575"/>
                <a:ext cx="253475" cy="94094"/>
              </a:xfrm>
              <a:prstGeom prst="rect">
                <a:avLst/>
              </a:prstGeom>
            </p:spPr>
            <p:txBody>
              <a:bodyPr lIns="40638" tIns="40638" rIns="40638" bIns="40638" rtlCol="0" anchor="ctr"/>
              <a:lstStyle/>
              <a:p>
                <a:pPr algn="ctr">
                  <a:lnSpc>
                    <a:spcPts val="2016"/>
                  </a:lnSpc>
                </a:pPr>
                <a:endParaRPr sz="1088"/>
              </a:p>
            </p:txBody>
          </p:sp>
        </p:grpSp>
        <p:sp>
          <p:nvSpPr>
            <p:cNvPr id="112" name="TextBox 112">
              <a:extLst>
                <a:ext uri="{FF2B5EF4-FFF2-40B4-BE49-F238E27FC236}">
                  <a16:creationId xmlns:a16="http://schemas.microsoft.com/office/drawing/2014/main" id="{DC322465-497E-358D-5C46-7F4F9CC635F5}"/>
                </a:ext>
              </a:extLst>
            </p:cNvPr>
            <p:cNvSpPr txBox="1"/>
            <p:nvPr/>
          </p:nvSpPr>
          <p:spPr>
            <a:xfrm>
              <a:off x="460225" y="662811"/>
              <a:ext cx="525250" cy="199957"/>
            </a:xfrm>
            <a:prstGeom prst="rect">
              <a:avLst/>
            </a:prstGeom>
          </p:spPr>
          <p:txBody>
            <a:bodyPr lIns="0" tIns="0" rIns="0" bIns="0" rtlCol="0" anchor="t">
              <a:spAutoFit/>
            </a:bodyPr>
            <a:lstStyle/>
            <a:p>
              <a:pPr>
                <a:lnSpc>
                  <a:spcPts val="1007"/>
                </a:lnSpc>
                <a:spcBef>
                  <a:spcPct val="0"/>
                </a:spcBef>
              </a:pPr>
              <a:r>
                <a:rPr lang="en-US" sz="719">
                  <a:solidFill>
                    <a:srgbClr val="000000"/>
                  </a:solidFill>
                  <a:latin typeface="Canva Sans"/>
                  <a:ea typeface="Canva Sans"/>
                  <a:cs typeface="Canva Sans"/>
                  <a:sym typeface="Canva Sans"/>
                </a:rPr>
                <a:t>Shows</a:t>
              </a:r>
            </a:p>
          </p:txBody>
        </p:sp>
        <p:grpSp>
          <p:nvGrpSpPr>
            <p:cNvPr id="113" name="Group 113">
              <a:extLst>
                <a:ext uri="{FF2B5EF4-FFF2-40B4-BE49-F238E27FC236}">
                  <a16:creationId xmlns:a16="http://schemas.microsoft.com/office/drawing/2014/main" id="{2B5CA44D-B4CD-F4F0-A92C-66E2B2559E7E}"/>
                </a:ext>
              </a:extLst>
            </p:cNvPr>
            <p:cNvGrpSpPr/>
            <p:nvPr/>
          </p:nvGrpSpPr>
          <p:grpSpPr>
            <a:xfrm>
              <a:off x="8359" y="299404"/>
              <a:ext cx="1188163" cy="307120"/>
              <a:chOff x="0" y="0"/>
              <a:chExt cx="253475" cy="65519"/>
            </a:xfrm>
          </p:grpSpPr>
          <p:sp>
            <p:nvSpPr>
              <p:cNvPr id="114" name="Freeform 114">
                <a:extLst>
                  <a:ext uri="{FF2B5EF4-FFF2-40B4-BE49-F238E27FC236}">
                    <a16:creationId xmlns:a16="http://schemas.microsoft.com/office/drawing/2014/main" id="{A10A8CF0-3524-9F51-4BEE-D71D86BBACE2}"/>
                  </a:ext>
                </a:extLst>
              </p:cNvPr>
              <p:cNvSpPr/>
              <p:nvPr/>
            </p:nvSpPr>
            <p:spPr>
              <a:xfrm>
                <a:off x="0" y="0"/>
                <a:ext cx="253475" cy="65519"/>
              </a:xfrm>
              <a:custGeom>
                <a:avLst/>
                <a:gdLst/>
                <a:ahLst/>
                <a:cxnLst/>
                <a:rect l="l" t="t" r="r" b="b"/>
                <a:pathLst>
                  <a:path w="253475" h="65519">
                    <a:moveTo>
                      <a:pt x="0" y="0"/>
                    </a:moveTo>
                    <a:lnTo>
                      <a:pt x="253475" y="0"/>
                    </a:lnTo>
                    <a:lnTo>
                      <a:pt x="253475" y="65519"/>
                    </a:lnTo>
                    <a:lnTo>
                      <a:pt x="0" y="65519"/>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15" name="TextBox 115">
                <a:extLst>
                  <a:ext uri="{FF2B5EF4-FFF2-40B4-BE49-F238E27FC236}">
                    <a16:creationId xmlns:a16="http://schemas.microsoft.com/office/drawing/2014/main" id="{E9BECCDB-34E1-C7A0-99C3-B0087ED48EE0}"/>
                  </a:ext>
                </a:extLst>
              </p:cNvPr>
              <p:cNvSpPr txBox="1"/>
              <p:nvPr/>
            </p:nvSpPr>
            <p:spPr>
              <a:xfrm>
                <a:off x="0" y="-28575"/>
                <a:ext cx="253475" cy="94094"/>
              </a:xfrm>
              <a:prstGeom prst="rect">
                <a:avLst/>
              </a:prstGeom>
            </p:spPr>
            <p:txBody>
              <a:bodyPr lIns="40638" tIns="40638" rIns="40638" bIns="40638" rtlCol="0" anchor="ctr"/>
              <a:lstStyle/>
              <a:p>
                <a:pPr algn="ctr">
                  <a:lnSpc>
                    <a:spcPts val="2016"/>
                  </a:lnSpc>
                </a:pPr>
                <a:endParaRPr sz="1088"/>
              </a:p>
            </p:txBody>
          </p:sp>
        </p:grpSp>
        <p:grpSp>
          <p:nvGrpSpPr>
            <p:cNvPr id="116" name="Group 116">
              <a:extLst>
                <a:ext uri="{FF2B5EF4-FFF2-40B4-BE49-F238E27FC236}">
                  <a16:creationId xmlns:a16="http://schemas.microsoft.com/office/drawing/2014/main" id="{AD3607D7-1EFD-F237-29DB-0A1C11227C19}"/>
                </a:ext>
              </a:extLst>
            </p:cNvPr>
            <p:cNvGrpSpPr/>
            <p:nvPr/>
          </p:nvGrpSpPr>
          <p:grpSpPr>
            <a:xfrm>
              <a:off x="8359" y="589938"/>
              <a:ext cx="1188163" cy="332535"/>
              <a:chOff x="0" y="0"/>
              <a:chExt cx="253475" cy="70941"/>
            </a:xfrm>
          </p:grpSpPr>
          <p:sp>
            <p:nvSpPr>
              <p:cNvPr id="117" name="Freeform 117">
                <a:extLst>
                  <a:ext uri="{FF2B5EF4-FFF2-40B4-BE49-F238E27FC236}">
                    <a16:creationId xmlns:a16="http://schemas.microsoft.com/office/drawing/2014/main" id="{5B718ED1-6C7D-6AE6-EF2C-1BAF9D254CFF}"/>
                  </a:ext>
                </a:extLst>
              </p:cNvPr>
              <p:cNvSpPr/>
              <p:nvPr/>
            </p:nvSpPr>
            <p:spPr>
              <a:xfrm>
                <a:off x="0" y="0"/>
                <a:ext cx="253475" cy="70941"/>
              </a:xfrm>
              <a:custGeom>
                <a:avLst/>
                <a:gdLst/>
                <a:ahLst/>
                <a:cxnLst/>
                <a:rect l="l" t="t" r="r" b="b"/>
                <a:pathLst>
                  <a:path w="253475" h="70941">
                    <a:moveTo>
                      <a:pt x="0" y="0"/>
                    </a:moveTo>
                    <a:lnTo>
                      <a:pt x="253475" y="0"/>
                    </a:lnTo>
                    <a:lnTo>
                      <a:pt x="253475" y="70941"/>
                    </a:lnTo>
                    <a:lnTo>
                      <a:pt x="0" y="70941"/>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18" name="TextBox 118">
                <a:extLst>
                  <a:ext uri="{FF2B5EF4-FFF2-40B4-BE49-F238E27FC236}">
                    <a16:creationId xmlns:a16="http://schemas.microsoft.com/office/drawing/2014/main" id="{DBEC4BD0-02E1-F5DE-4B5C-696F6318D72F}"/>
                  </a:ext>
                </a:extLst>
              </p:cNvPr>
              <p:cNvSpPr txBox="1"/>
              <p:nvPr/>
            </p:nvSpPr>
            <p:spPr>
              <a:xfrm>
                <a:off x="0" y="-28575"/>
                <a:ext cx="253475" cy="99516"/>
              </a:xfrm>
              <a:prstGeom prst="rect">
                <a:avLst/>
              </a:prstGeom>
            </p:spPr>
            <p:txBody>
              <a:bodyPr lIns="40638" tIns="40638" rIns="40638" bIns="40638" rtlCol="0" anchor="ctr"/>
              <a:lstStyle/>
              <a:p>
                <a:pPr algn="ctr">
                  <a:lnSpc>
                    <a:spcPts val="2016"/>
                  </a:lnSpc>
                </a:pPr>
                <a:endParaRPr sz="1088"/>
              </a:p>
            </p:txBody>
          </p:sp>
        </p:grpSp>
        <p:grpSp>
          <p:nvGrpSpPr>
            <p:cNvPr id="119" name="Group 119">
              <a:extLst>
                <a:ext uri="{FF2B5EF4-FFF2-40B4-BE49-F238E27FC236}">
                  <a16:creationId xmlns:a16="http://schemas.microsoft.com/office/drawing/2014/main" id="{3AE88CAE-8093-5CA4-CDDC-2803AD20EC4C}"/>
                </a:ext>
              </a:extLst>
            </p:cNvPr>
            <p:cNvGrpSpPr/>
            <p:nvPr/>
          </p:nvGrpSpPr>
          <p:grpSpPr>
            <a:xfrm>
              <a:off x="8359" y="907837"/>
              <a:ext cx="1188163" cy="390835"/>
              <a:chOff x="0" y="0"/>
              <a:chExt cx="253475" cy="83378"/>
            </a:xfrm>
          </p:grpSpPr>
          <p:sp>
            <p:nvSpPr>
              <p:cNvPr id="120" name="Freeform 120">
                <a:extLst>
                  <a:ext uri="{FF2B5EF4-FFF2-40B4-BE49-F238E27FC236}">
                    <a16:creationId xmlns:a16="http://schemas.microsoft.com/office/drawing/2014/main" id="{6DFAF02B-1F1D-AAFC-95CD-0495CBCCF738}"/>
                  </a:ext>
                </a:extLst>
              </p:cNvPr>
              <p:cNvSpPr/>
              <p:nvPr/>
            </p:nvSpPr>
            <p:spPr>
              <a:xfrm>
                <a:off x="0" y="0"/>
                <a:ext cx="253475" cy="83378"/>
              </a:xfrm>
              <a:custGeom>
                <a:avLst/>
                <a:gdLst/>
                <a:ahLst/>
                <a:cxnLst/>
                <a:rect l="l" t="t" r="r" b="b"/>
                <a:pathLst>
                  <a:path w="253475" h="83378">
                    <a:moveTo>
                      <a:pt x="0" y="0"/>
                    </a:moveTo>
                    <a:lnTo>
                      <a:pt x="253475" y="0"/>
                    </a:lnTo>
                    <a:lnTo>
                      <a:pt x="253475" y="83378"/>
                    </a:lnTo>
                    <a:lnTo>
                      <a:pt x="0" y="83378"/>
                    </a:lnTo>
                    <a:close/>
                  </a:path>
                </a:pathLst>
              </a:custGeom>
              <a:solidFill>
                <a:srgbClr val="000000">
                  <a:alpha val="0"/>
                </a:srgbClr>
              </a:solidFill>
              <a:ln w="9525" cap="sq">
                <a:solidFill>
                  <a:srgbClr val="F34336"/>
                </a:solidFill>
                <a:prstDash val="solid"/>
                <a:miter/>
              </a:ln>
            </p:spPr>
            <p:txBody>
              <a:bodyPr/>
              <a:lstStyle/>
              <a:p>
                <a:endParaRPr lang="en-SG" sz="1088"/>
              </a:p>
            </p:txBody>
          </p:sp>
          <p:sp>
            <p:nvSpPr>
              <p:cNvPr id="121" name="TextBox 121">
                <a:extLst>
                  <a:ext uri="{FF2B5EF4-FFF2-40B4-BE49-F238E27FC236}">
                    <a16:creationId xmlns:a16="http://schemas.microsoft.com/office/drawing/2014/main" id="{5827FCE1-3A51-7784-F8AF-3ABDB050E269}"/>
                  </a:ext>
                </a:extLst>
              </p:cNvPr>
              <p:cNvSpPr txBox="1"/>
              <p:nvPr/>
            </p:nvSpPr>
            <p:spPr>
              <a:xfrm>
                <a:off x="0" y="-28575"/>
                <a:ext cx="253475" cy="111953"/>
              </a:xfrm>
              <a:prstGeom prst="rect">
                <a:avLst/>
              </a:prstGeom>
            </p:spPr>
            <p:txBody>
              <a:bodyPr lIns="40638" tIns="40638" rIns="40638" bIns="40638" rtlCol="0" anchor="ctr"/>
              <a:lstStyle/>
              <a:p>
                <a:pPr algn="ctr">
                  <a:lnSpc>
                    <a:spcPts val="2016"/>
                  </a:lnSpc>
                </a:pPr>
                <a:endParaRPr sz="1088"/>
              </a:p>
            </p:txBody>
          </p:sp>
        </p:grpSp>
      </p:grpSp>
      <p:grpSp>
        <p:nvGrpSpPr>
          <p:cNvPr id="122" name="Group 122">
            <a:extLst>
              <a:ext uri="{FF2B5EF4-FFF2-40B4-BE49-F238E27FC236}">
                <a16:creationId xmlns:a16="http://schemas.microsoft.com/office/drawing/2014/main" id="{5A6E34F6-9A4D-1F96-555C-4094B15F1D84}"/>
              </a:ext>
            </a:extLst>
          </p:cNvPr>
          <p:cNvGrpSpPr/>
          <p:nvPr/>
        </p:nvGrpSpPr>
        <p:grpSpPr>
          <a:xfrm>
            <a:off x="5492559" y="5707549"/>
            <a:ext cx="1533283" cy="422129"/>
            <a:chOff x="0" y="0"/>
            <a:chExt cx="545191" cy="150097"/>
          </a:xfrm>
        </p:grpSpPr>
        <p:sp>
          <p:nvSpPr>
            <p:cNvPr id="123" name="Freeform 123">
              <a:extLst>
                <a:ext uri="{FF2B5EF4-FFF2-40B4-BE49-F238E27FC236}">
                  <a16:creationId xmlns:a16="http://schemas.microsoft.com/office/drawing/2014/main" id="{A28F6209-A5CD-F29D-5544-D9A357CB833C}"/>
                </a:ext>
              </a:extLst>
            </p:cNvPr>
            <p:cNvSpPr/>
            <p:nvPr/>
          </p:nvSpPr>
          <p:spPr>
            <a:xfrm>
              <a:off x="0" y="0"/>
              <a:ext cx="545191" cy="150097"/>
            </a:xfrm>
            <a:custGeom>
              <a:avLst/>
              <a:gdLst/>
              <a:ahLst/>
              <a:cxnLst/>
              <a:rect l="l" t="t" r="r" b="b"/>
              <a:pathLst>
                <a:path w="545191" h="150097">
                  <a:moveTo>
                    <a:pt x="75049" y="0"/>
                  </a:moveTo>
                  <a:lnTo>
                    <a:pt x="470143" y="0"/>
                  </a:lnTo>
                  <a:cubicBezTo>
                    <a:pt x="511591" y="0"/>
                    <a:pt x="545191" y="33600"/>
                    <a:pt x="545191" y="75049"/>
                  </a:cubicBezTo>
                  <a:lnTo>
                    <a:pt x="545191" y="75049"/>
                  </a:lnTo>
                  <a:cubicBezTo>
                    <a:pt x="545191" y="94953"/>
                    <a:pt x="537284" y="114042"/>
                    <a:pt x="523210" y="128116"/>
                  </a:cubicBezTo>
                  <a:cubicBezTo>
                    <a:pt x="509136" y="142190"/>
                    <a:pt x="490047" y="150097"/>
                    <a:pt x="470143" y="150097"/>
                  </a:cubicBezTo>
                  <a:lnTo>
                    <a:pt x="75049" y="150097"/>
                  </a:lnTo>
                  <a:cubicBezTo>
                    <a:pt x="33600" y="150097"/>
                    <a:pt x="0" y="116497"/>
                    <a:pt x="0" y="75049"/>
                  </a:cubicBezTo>
                  <a:lnTo>
                    <a:pt x="0" y="75049"/>
                  </a:lnTo>
                  <a:cubicBezTo>
                    <a:pt x="0" y="33600"/>
                    <a:pt x="33600" y="0"/>
                    <a:pt x="75049" y="0"/>
                  </a:cubicBezTo>
                  <a:close/>
                </a:path>
              </a:pathLst>
            </a:custGeom>
            <a:solidFill>
              <a:srgbClr val="FFBB54">
                <a:alpha val="0"/>
              </a:srgbClr>
            </a:solidFill>
            <a:ln w="9525" cap="sq">
              <a:solidFill>
                <a:srgbClr val="EF5E3B">
                  <a:alpha val="0"/>
                </a:srgbClr>
              </a:solidFill>
              <a:prstDash val="solid"/>
              <a:miter/>
            </a:ln>
          </p:spPr>
          <p:txBody>
            <a:bodyPr/>
            <a:lstStyle/>
            <a:p>
              <a:endParaRPr lang="en-SG" sz="1088"/>
            </a:p>
          </p:txBody>
        </p:sp>
        <p:sp>
          <p:nvSpPr>
            <p:cNvPr id="124" name="TextBox 124">
              <a:extLst>
                <a:ext uri="{FF2B5EF4-FFF2-40B4-BE49-F238E27FC236}">
                  <a16:creationId xmlns:a16="http://schemas.microsoft.com/office/drawing/2014/main" id="{1B556FB2-2DEB-B496-4083-E4900E85C549}"/>
                </a:ext>
              </a:extLst>
            </p:cNvPr>
            <p:cNvSpPr txBox="1"/>
            <p:nvPr/>
          </p:nvSpPr>
          <p:spPr>
            <a:xfrm>
              <a:off x="0" y="-28575"/>
              <a:ext cx="545191" cy="178672"/>
            </a:xfrm>
            <a:prstGeom prst="rect">
              <a:avLst/>
            </a:prstGeom>
          </p:spPr>
          <p:txBody>
            <a:bodyPr lIns="40638" tIns="40638" rIns="40638" bIns="40638" rtlCol="0" anchor="ctr"/>
            <a:lstStyle/>
            <a:p>
              <a:pPr algn="ctr">
                <a:lnSpc>
                  <a:spcPts val="2016"/>
                </a:lnSpc>
              </a:pPr>
              <a:endParaRPr sz="1088"/>
            </a:p>
          </p:txBody>
        </p:sp>
      </p:grpSp>
      <p:sp>
        <p:nvSpPr>
          <p:cNvPr id="125" name="TextBox 125">
            <a:extLst>
              <a:ext uri="{FF2B5EF4-FFF2-40B4-BE49-F238E27FC236}">
                <a16:creationId xmlns:a16="http://schemas.microsoft.com/office/drawing/2014/main" id="{86380F6F-B5F6-1E37-012F-41B070279134}"/>
              </a:ext>
            </a:extLst>
          </p:cNvPr>
          <p:cNvSpPr txBox="1"/>
          <p:nvPr/>
        </p:nvSpPr>
        <p:spPr>
          <a:xfrm>
            <a:off x="4117486" y="131129"/>
            <a:ext cx="4367472" cy="444737"/>
          </a:xfrm>
          <a:prstGeom prst="rect">
            <a:avLst/>
          </a:prstGeom>
        </p:spPr>
        <p:txBody>
          <a:bodyPr wrap="square" lIns="0" tIns="0" rIns="0" bIns="0" rtlCol="0" anchor="t">
            <a:spAutoFit/>
          </a:bodyPr>
          <a:lstStyle/>
          <a:p>
            <a:pPr algn="ctr">
              <a:lnSpc>
                <a:spcPts val="3583"/>
              </a:lnSpc>
              <a:spcBef>
                <a:spcPct val="0"/>
              </a:spcBef>
            </a:pPr>
            <a:r>
              <a:rPr lang="en-US" sz="2559" dirty="0">
                <a:solidFill>
                  <a:srgbClr val="000000"/>
                </a:solidFill>
                <a:latin typeface="League Spartan"/>
                <a:ea typeface="League Spartan"/>
                <a:cs typeface="League Spartan"/>
                <a:sym typeface="League Spartan"/>
              </a:rPr>
              <a:t>Multiversal Studios Map</a:t>
            </a:r>
          </a:p>
        </p:txBody>
      </p:sp>
      <p:sp>
        <p:nvSpPr>
          <p:cNvPr id="126" name="TextBox 126">
            <a:extLst>
              <a:ext uri="{FF2B5EF4-FFF2-40B4-BE49-F238E27FC236}">
                <a16:creationId xmlns:a16="http://schemas.microsoft.com/office/drawing/2014/main" id="{9C06B204-C548-5739-B066-EFCAC24AA854}"/>
              </a:ext>
            </a:extLst>
          </p:cNvPr>
          <p:cNvSpPr txBox="1"/>
          <p:nvPr/>
        </p:nvSpPr>
        <p:spPr>
          <a:xfrm>
            <a:off x="7547328" y="5765378"/>
            <a:ext cx="987699" cy="314830"/>
          </a:xfrm>
          <a:prstGeom prst="rect">
            <a:avLst/>
          </a:prstGeom>
        </p:spPr>
        <p:txBody>
          <a:bodyPr wrap="square" lIns="0" tIns="0" rIns="0" bIns="0" rtlCol="0" anchor="t">
            <a:spAutoFit/>
          </a:bodyPr>
          <a:lstStyle/>
          <a:p>
            <a:pPr algn="ctr">
              <a:lnSpc>
                <a:spcPts val="1224"/>
              </a:lnSpc>
              <a:spcBef>
                <a:spcPct val="0"/>
              </a:spcBef>
            </a:pPr>
            <a:r>
              <a:rPr lang="en-US" sz="1440">
                <a:solidFill>
                  <a:srgbClr val="000000"/>
                </a:solidFill>
                <a:latin typeface="Roboto Mono"/>
                <a:ea typeface="Roboto Mono"/>
                <a:cs typeface="Roboto Mono"/>
                <a:sym typeface="Roboto Mono"/>
              </a:rPr>
              <a:t>Ok</a:t>
            </a:r>
          </a:p>
          <a:p>
            <a:pPr algn="ctr">
              <a:lnSpc>
                <a:spcPts val="1224"/>
              </a:lnSpc>
              <a:spcBef>
                <a:spcPct val="0"/>
              </a:spcBef>
            </a:pPr>
            <a:r>
              <a:rPr lang="en-US" sz="1440">
                <a:solidFill>
                  <a:srgbClr val="000000"/>
                </a:solidFill>
                <a:latin typeface="Roboto Mono"/>
                <a:ea typeface="Roboto Mono"/>
                <a:cs typeface="Roboto Mono"/>
                <a:sym typeface="Roboto Mono"/>
              </a:rPr>
              <a:t>More tips</a:t>
            </a:r>
          </a:p>
        </p:txBody>
      </p:sp>
      <p:sp>
        <p:nvSpPr>
          <p:cNvPr id="127" name="TextBox 127">
            <a:extLst>
              <a:ext uri="{FF2B5EF4-FFF2-40B4-BE49-F238E27FC236}">
                <a16:creationId xmlns:a16="http://schemas.microsoft.com/office/drawing/2014/main" id="{C410DF92-1492-F8B3-7F6D-24575451F732}"/>
              </a:ext>
            </a:extLst>
          </p:cNvPr>
          <p:cNvSpPr txBox="1"/>
          <p:nvPr/>
        </p:nvSpPr>
        <p:spPr>
          <a:xfrm>
            <a:off x="5600720" y="5765378"/>
            <a:ext cx="1316964" cy="314830"/>
          </a:xfrm>
          <a:prstGeom prst="rect">
            <a:avLst/>
          </a:prstGeom>
        </p:spPr>
        <p:txBody>
          <a:bodyPr wrap="square" lIns="0" tIns="0" rIns="0" bIns="0" rtlCol="0" anchor="t">
            <a:spAutoFit/>
          </a:bodyPr>
          <a:lstStyle/>
          <a:p>
            <a:pPr algn="ctr">
              <a:lnSpc>
                <a:spcPts val="1224"/>
              </a:lnSpc>
            </a:pPr>
            <a:r>
              <a:rPr lang="en-US" sz="1440">
                <a:solidFill>
                  <a:srgbClr val="000000"/>
                </a:solidFill>
                <a:latin typeface="Roboto Mono"/>
                <a:ea typeface="Roboto Mono"/>
                <a:cs typeface="Roboto Mono"/>
                <a:sym typeface="Roboto Mono"/>
              </a:rPr>
              <a:t>Ok</a:t>
            </a:r>
          </a:p>
          <a:p>
            <a:pPr algn="ctr">
              <a:lnSpc>
                <a:spcPts val="1224"/>
              </a:lnSpc>
            </a:pPr>
            <a:r>
              <a:rPr lang="en-US" sz="1440">
                <a:solidFill>
                  <a:srgbClr val="000000"/>
                </a:solidFill>
                <a:latin typeface="Roboto Mono"/>
                <a:ea typeface="Roboto Mono"/>
                <a:cs typeface="Roboto Mono"/>
                <a:sym typeface="Roboto Mono"/>
              </a:rPr>
              <a:t>No More tips</a:t>
            </a:r>
          </a:p>
        </p:txBody>
      </p:sp>
      <p:sp>
        <p:nvSpPr>
          <p:cNvPr id="128" name="TextBox 128">
            <a:extLst>
              <a:ext uri="{FF2B5EF4-FFF2-40B4-BE49-F238E27FC236}">
                <a16:creationId xmlns:a16="http://schemas.microsoft.com/office/drawing/2014/main" id="{B5AD8776-CCE4-6F9B-3E95-FB3E68DF7F24}"/>
              </a:ext>
            </a:extLst>
          </p:cNvPr>
          <p:cNvSpPr txBox="1"/>
          <p:nvPr/>
        </p:nvSpPr>
        <p:spPr>
          <a:xfrm>
            <a:off x="436763" y="696845"/>
            <a:ext cx="1475928"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Burger Queen</a:t>
            </a:r>
          </a:p>
        </p:txBody>
      </p:sp>
      <p:sp>
        <p:nvSpPr>
          <p:cNvPr id="129" name="TextBox 129">
            <a:extLst>
              <a:ext uri="{FF2B5EF4-FFF2-40B4-BE49-F238E27FC236}">
                <a16:creationId xmlns:a16="http://schemas.microsoft.com/office/drawing/2014/main" id="{14C55D84-A466-81C6-6ABD-55CFD5D18BC6}"/>
              </a:ext>
            </a:extLst>
          </p:cNvPr>
          <p:cNvSpPr txBox="1"/>
          <p:nvPr/>
        </p:nvSpPr>
        <p:spPr>
          <a:xfrm>
            <a:off x="87977" y="117046"/>
            <a:ext cx="2478963" cy="419346"/>
          </a:xfrm>
          <a:prstGeom prst="rect">
            <a:avLst/>
          </a:prstGeom>
        </p:spPr>
        <p:txBody>
          <a:bodyPr wrap="square" lIns="0" tIns="0" rIns="0" bIns="0" rtlCol="0" anchor="t">
            <a:spAutoFit/>
          </a:bodyPr>
          <a:lstStyle/>
          <a:p>
            <a:pPr>
              <a:lnSpc>
                <a:spcPts val="3359"/>
              </a:lnSpc>
              <a:spcBef>
                <a:spcPct val="0"/>
              </a:spcBef>
            </a:pPr>
            <a:r>
              <a:rPr lang="en-US" sz="2399" dirty="0">
                <a:solidFill>
                  <a:srgbClr val="FFFFFF"/>
                </a:solidFill>
                <a:latin typeface="League Spartan"/>
                <a:ea typeface="League Spartan"/>
                <a:cs typeface="League Spartan"/>
                <a:sym typeface="League Spartan"/>
              </a:rPr>
              <a:t>List of all places</a:t>
            </a:r>
          </a:p>
        </p:txBody>
      </p:sp>
      <p:sp>
        <p:nvSpPr>
          <p:cNvPr id="130" name="TextBox 130">
            <a:extLst>
              <a:ext uri="{FF2B5EF4-FFF2-40B4-BE49-F238E27FC236}">
                <a16:creationId xmlns:a16="http://schemas.microsoft.com/office/drawing/2014/main" id="{1A3DE57F-6A9B-7792-3AF7-D30CC3C29FF2}"/>
              </a:ext>
            </a:extLst>
          </p:cNvPr>
          <p:cNvSpPr txBox="1"/>
          <p:nvPr/>
        </p:nvSpPr>
        <p:spPr>
          <a:xfrm>
            <a:off x="459907" y="1062340"/>
            <a:ext cx="2161323"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19 mins</a:t>
            </a:r>
          </a:p>
        </p:txBody>
      </p:sp>
      <p:sp>
        <p:nvSpPr>
          <p:cNvPr id="131" name="TextBox 131">
            <a:extLst>
              <a:ext uri="{FF2B5EF4-FFF2-40B4-BE49-F238E27FC236}">
                <a16:creationId xmlns:a16="http://schemas.microsoft.com/office/drawing/2014/main" id="{A32CD2F0-0EC0-2A4F-8DF9-FE50C24FC57B}"/>
              </a:ext>
            </a:extLst>
          </p:cNvPr>
          <p:cNvSpPr txBox="1"/>
          <p:nvPr/>
        </p:nvSpPr>
        <p:spPr>
          <a:xfrm>
            <a:off x="484610" y="4255862"/>
            <a:ext cx="1355302"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Music show</a:t>
            </a:r>
          </a:p>
        </p:txBody>
      </p:sp>
      <p:sp>
        <p:nvSpPr>
          <p:cNvPr id="132" name="TextBox 132">
            <a:extLst>
              <a:ext uri="{FF2B5EF4-FFF2-40B4-BE49-F238E27FC236}">
                <a16:creationId xmlns:a16="http://schemas.microsoft.com/office/drawing/2014/main" id="{868983F2-64D0-7816-2F56-E33FB4DA002E}"/>
              </a:ext>
            </a:extLst>
          </p:cNvPr>
          <p:cNvSpPr txBox="1"/>
          <p:nvPr/>
        </p:nvSpPr>
        <p:spPr>
          <a:xfrm>
            <a:off x="459909" y="2402105"/>
            <a:ext cx="1193430" cy="252249"/>
          </a:xfrm>
          <a:prstGeom prst="rect">
            <a:avLst/>
          </a:prstGeom>
        </p:spPr>
        <p:txBody>
          <a:bodyPr wrap="square" lIns="0" tIns="0" rIns="0" bIns="0" rtlCol="0" anchor="t">
            <a:spAutoFit/>
          </a:bodyPr>
          <a:lstStyle/>
          <a:p>
            <a:pPr>
              <a:lnSpc>
                <a:spcPts val="2127"/>
              </a:lnSpc>
              <a:spcBef>
                <a:spcPct val="0"/>
              </a:spcBef>
            </a:pPr>
            <a:r>
              <a:rPr lang="en-US" sz="1519" b="1">
                <a:solidFill>
                  <a:srgbClr val="000000"/>
                </a:solidFill>
                <a:latin typeface="Canva Sans Bold"/>
                <a:ea typeface="Canva Sans Bold"/>
                <a:cs typeface="Canva Sans Bold"/>
                <a:sym typeface="Canva Sans Bold"/>
              </a:rPr>
              <a:t>Bumper cars</a:t>
            </a:r>
          </a:p>
        </p:txBody>
      </p:sp>
      <p:sp>
        <p:nvSpPr>
          <p:cNvPr id="133" name="TextBox 133">
            <a:extLst>
              <a:ext uri="{FF2B5EF4-FFF2-40B4-BE49-F238E27FC236}">
                <a16:creationId xmlns:a16="http://schemas.microsoft.com/office/drawing/2014/main" id="{885E77C3-D611-476C-6931-882897BEB2C7}"/>
              </a:ext>
            </a:extLst>
          </p:cNvPr>
          <p:cNvSpPr txBox="1"/>
          <p:nvPr/>
        </p:nvSpPr>
        <p:spPr>
          <a:xfrm>
            <a:off x="459907" y="2736862"/>
            <a:ext cx="2116328"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15 mins</a:t>
            </a:r>
          </a:p>
        </p:txBody>
      </p:sp>
      <p:sp>
        <p:nvSpPr>
          <p:cNvPr id="134" name="TextBox 134">
            <a:extLst>
              <a:ext uri="{FF2B5EF4-FFF2-40B4-BE49-F238E27FC236}">
                <a16:creationId xmlns:a16="http://schemas.microsoft.com/office/drawing/2014/main" id="{B0B99799-374F-3DAF-7F09-6D83104E5F8D}"/>
              </a:ext>
            </a:extLst>
          </p:cNvPr>
          <p:cNvSpPr txBox="1"/>
          <p:nvPr/>
        </p:nvSpPr>
        <p:spPr>
          <a:xfrm>
            <a:off x="454246" y="6995665"/>
            <a:ext cx="2248150"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23 mins</a:t>
            </a:r>
          </a:p>
        </p:txBody>
      </p:sp>
      <p:sp>
        <p:nvSpPr>
          <p:cNvPr id="135" name="TextBox 135">
            <a:extLst>
              <a:ext uri="{FF2B5EF4-FFF2-40B4-BE49-F238E27FC236}">
                <a16:creationId xmlns:a16="http://schemas.microsoft.com/office/drawing/2014/main" id="{69B4AB10-C7B7-1F4B-102F-C9FEBA629942}"/>
              </a:ext>
            </a:extLst>
          </p:cNvPr>
          <p:cNvSpPr txBox="1"/>
          <p:nvPr/>
        </p:nvSpPr>
        <p:spPr>
          <a:xfrm>
            <a:off x="468516" y="6683812"/>
            <a:ext cx="1475926"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Ferris wheels</a:t>
            </a:r>
          </a:p>
        </p:txBody>
      </p:sp>
      <p:sp>
        <p:nvSpPr>
          <p:cNvPr id="136" name="TextBox 136">
            <a:extLst>
              <a:ext uri="{FF2B5EF4-FFF2-40B4-BE49-F238E27FC236}">
                <a16:creationId xmlns:a16="http://schemas.microsoft.com/office/drawing/2014/main" id="{818D44C5-31E6-5946-CCF2-19948B5914D4}"/>
              </a:ext>
            </a:extLst>
          </p:cNvPr>
          <p:cNvSpPr txBox="1"/>
          <p:nvPr/>
        </p:nvSpPr>
        <p:spPr>
          <a:xfrm>
            <a:off x="484610" y="4621098"/>
            <a:ext cx="2136620"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14 mins</a:t>
            </a:r>
          </a:p>
        </p:txBody>
      </p:sp>
      <p:sp>
        <p:nvSpPr>
          <p:cNvPr id="137" name="TextBox 137">
            <a:extLst>
              <a:ext uri="{FF2B5EF4-FFF2-40B4-BE49-F238E27FC236}">
                <a16:creationId xmlns:a16="http://schemas.microsoft.com/office/drawing/2014/main" id="{54C6369F-3AAD-F4F5-C84E-E2F1308CF834}"/>
              </a:ext>
            </a:extLst>
          </p:cNvPr>
          <p:cNvSpPr txBox="1"/>
          <p:nvPr/>
        </p:nvSpPr>
        <p:spPr>
          <a:xfrm>
            <a:off x="459908" y="5121964"/>
            <a:ext cx="999004"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Fireworks</a:t>
            </a:r>
          </a:p>
        </p:txBody>
      </p:sp>
      <p:sp>
        <p:nvSpPr>
          <p:cNvPr id="138" name="TextBox 138">
            <a:extLst>
              <a:ext uri="{FF2B5EF4-FFF2-40B4-BE49-F238E27FC236}">
                <a16:creationId xmlns:a16="http://schemas.microsoft.com/office/drawing/2014/main" id="{EB0B3317-6D0C-EAC0-028C-5B8823EB989F}"/>
              </a:ext>
            </a:extLst>
          </p:cNvPr>
          <p:cNvSpPr txBox="1"/>
          <p:nvPr/>
        </p:nvSpPr>
        <p:spPr>
          <a:xfrm>
            <a:off x="500450" y="5410070"/>
            <a:ext cx="218446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50 mins</a:t>
            </a:r>
          </a:p>
        </p:txBody>
      </p:sp>
      <p:sp>
        <p:nvSpPr>
          <p:cNvPr id="139" name="TextBox 139">
            <a:extLst>
              <a:ext uri="{FF2B5EF4-FFF2-40B4-BE49-F238E27FC236}">
                <a16:creationId xmlns:a16="http://schemas.microsoft.com/office/drawing/2014/main" id="{87A72825-161D-F71D-3FC7-7E5C4D21D5A2}"/>
              </a:ext>
            </a:extLst>
          </p:cNvPr>
          <p:cNvSpPr txBox="1"/>
          <p:nvPr/>
        </p:nvSpPr>
        <p:spPr>
          <a:xfrm>
            <a:off x="468516" y="5977937"/>
            <a:ext cx="1797733" cy="252249"/>
          </a:xfrm>
          <a:prstGeom prst="rect">
            <a:avLst/>
          </a:prstGeom>
        </p:spPr>
        <p:txBody>
          <a:bodyPr wrap="square" lIns="0" tIns="0" rIns="0" bIns="0" rtlCol="0" anchor="t">
            <a:spAutoFit/>
          </a:bodyPr>
          <a:lstStyle/>
          <a:p>
            <a:pPr>
              <a:lnSpc>
                <a:spcPts val="2127"/>
              </a:lnSpc>
              <a:spcBef>
                <a:spcPct val="0"/>
              </a:spcBef>
            </a:pPr>
            <a:r>
              <a:rPr lang="en-US" sz="1519" b="1" dirty="0">
                <a:solidFill>
                  <a:srgbClr val="000000"/>
                </a:solidFill>
                <a:latin typeface="Canva Sans Bold"/>
                <a:ea typeface="Canva Sans Bold"/>
                <a:cs typeface="Canva Sans Bold"/>
                <a:sym typeface="Canva Sans Bold"/>
              </a:rPr>
              <a:t>Ice Cream Corner</a:t>
            </a:r>
          </a:p>
        </p:txBody>
      </p:sp>
      <p:sp>
        <p:nvSpPr>
          <p:cNvPr id="140" name="TextBox 140">
            <a:extLst>
              <a:ext uri="{FF2B5EF4-FFF2-40B4-BE49-F238E27FC236}">
                <a16:creationId xmlns:a16="http://schemas.microsoft.com/office/drawing/2014/main" id="{BA04FB24-6ADB-DEF2-EF77-23A3D249C5B1}"/>
              </a:ext>
            </a:extLst>
          </p:cNvPr>
          <p:cNvSpPr txBox="1"/>
          <p:nvPr/>
        </p:nvSpPr>
        <p:spPr>
          <a:xfrm>
            <a:off x="459909" y="6301818"/>
            <a:ext cx="211632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5 mins</a:t>
            </a:r>
          </a:p>
        </p:txBody>
      </p:sp>
      <p:sp>
        <p:nvSpPr>
          <p:cNvPr id="141" name="TextBox 141">
            <a:extLst>
              <a:ext uri="{FF2B5EF4-FFF2-40B4-BE49-F238E27FC236}">
                <a16:creationId xmlns:a16="http://schemas.microsoft.com/office/drawing/2014/main" id="{FEB5867A-7C1B-AA3C-22DD-04257D54D029}"/>
              </a:ext>
            </a:extLst>
          </p:cNvPr>
          <p:cNvSpPr txBox="1"/>
          <p:nvPr/>
        </p:nvSpPr>
        <p:spPr>
          <a:xfrm>
            <a:off x="468516" y="3295323"/>
            <a:ext cx="1124377" cy="252249"/>
          </a:xfrm>
          <a:prstGeom prst="rect">
            <a:avLst/>
          </a:prstGeom>
        </p:spPr>
        <p:txBody>
          <a:bodyPr wrap="square" lIns="0" tIns="0" rIns="0" bIns="0" rtlCol="0" anchor="t">
            <a:spAutoFit/>
          </a:bodyPr>
          <a:lstStyle/>
          <a:p>
            <a:pPr>
              <a:lnSpc>
                <a:spcPts val="2127"/>
              </a:lnSpc>
              <a:spcBef>
                <a:spcPct val="0"/>
              </a:spcBef>
            </a:pPr>
            <a:r>
              <a:rPr lang="en-US" sz="1519" b="1">
                <a:solidFill>
                  <a:srgbClr val="000000"/>
                </a:solidFill>
                <a:latin typeface="Canva Sans Bold"/>
                <a:ea typeface="Canva Sans Bold"/>
                <a:cs typeface="Canva Sans Bold"/>
                <a:sym typeface="Canva Sans Bold"/>
              </a:rPr>
              <a:t>Pizza House</a:t>
            </a:r>
          </a:p>
        </p:txBody>
      </p:sp>
      <p:sp>
        <p:nvSpPr>
          <p:cNvPr id="142" name="TextBox 142">
            <a:extLst>
              <a:ext uri="{FF2B5EF4-FFF2-40B4-BE49-F238E27FC236}">
                <a16:creationId xmlns:a16="http://schemas.microsoft.com/office/drawing/2014/main" id="{EFCC6B6F-8667-FC3C-0D8C-12FAD5C4A308}"/>
              </a:ext>
            </a:extLst>
          </p:cNvPr>
          <p:cNvSpPr txBox="1"/>
          <p:nvPr/>
        </p:nvSpPr>
        <p:spPr>
          <a:xfrm>
            <a:off x="436765" y="3685419"/>
            <a:ext cx="218446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17 mins</a:t>
            </a:r>
          </a:p>
        </p:txBody>
      </p:sp>
      <p:sp>
        <p:nvSpPr>
          <p:cNvPr id="143" name="TextBox 143">
            <a:extLst>
              <a:ext uri="{FF2B5EF4-FFF2-40B4-BE49-F238E27FC236}">
                <a16:creationId xmlns:a16="http://schemas.microsoft.com/office/drawing/2014/main" id="{D1F46203-227A-56E3-FD89-A5EE7F6D6E2A}"/>
              </a:ext>
            </a:extLst>
          </p:cNvPr>
          <p:cNvSpPr txBox="1"/>
          <p:nvPr/>
        </p:nvSpPr>
        <p:spPr>
          <a:xfrm>
            <a:off x="422519" y="1561519"/>
            <a:ext cx="1475929" cy="252249"/>
          </a:xfrm>
          <a:prstGeom prst="rect">
            <a:avLst/>
          </a:prstGeom>
        </p:spPr>
        <p:txBody>
          <a:bodyPr wrap="square" lIns="0" tIns="0" rIns="0" bIns="0" rtlCol="0" anchor="t">
            <a:spAutoFit/>
          </a:bodyPr>
          <a:lstStyle/>
          <a:p>
            <a:pPr>
              <a:lnSpc>
                <a:spcPts val="2127"/>
              </a:lnSpc>
              <a:spcBef>
                <a:spcPct val="0"/>
              </a:spcBef>
            </a:pPr>
            <a:r>
              <a:rPr lang="en-US" sz="1519" b="1">
                <a:solidFill>
                  <a:srgbClr val="000000"/>
                </a:solidFill>
                <a:latin typeface="Canva Sans Bold"/>
                <a:ea typeface="Canva Sans Bold"/>
                <a:cs typeface="Canva Sans Bold"/>
                <a:sym typeface="Canva Sans Bold"/>
              </a:rPr>
              <a:t>Castle Playtime</a:t>
            </a:r>
          </a:p>
        </p:txBody>
      </p:sp>
      <p:sp>
        <p:nvSpPr>
          <p:cNvPr id="144" name="TextBox 144">
            <a:extLst>
              <a:ext uri="{FF2B5EF4-FFF2-40B4-BE49-F238E27FC236}">
                <a16:creationId xmlns:a16="http://schemas.microsoft.com/office/drawing/2014/main" id="{F717E6BF-5CA2-FEFB-2030-1F94E6BDC27F}"/>
              </a:ext>
            </a:extLst>
          </p:cNvPr>
          <p:cNvSpPr txBox="1"/>
          <p:nvPr/>
        </p:nvSpPr>
        <p:spPr>
          <a:xfrm>
            <a:off x="459909" y="1936406"/>
            <a:ext cx="2116328"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Avg. Waiting Time: 20 mins</a:t>
            </a:r>
          </a:p>
        </p:txBody>
      </p:sp>
      <p:sp>
        <p:nvSpPr>
          <p:cNvPr id="145" name="TextBox 145">
            <a:hlinkClick r:id="rId43" action="ppaction://hlinksldjump"/>
            <a:extLst>
              <a:ext uri="{FF2B5EF4-FFF2-40B4-BE49-F238E27FC236}">
                <a16:creationId xmlns:a16="http://schemas.microsoft.com/office/drawing/2014/main" id="{1E593109-772D-26D0-B380-AC0430D5347E}"/>
              </a:ext>
            </a:extLst>
          </p:cNvPr>
          <p:cNvSpPr txBox="1"/>
          <p:nvPr/>
        </p:nvSpPr>
        <p:spPr>
          <a:xfrm>
            <a:off x="4109768" y="6736609"/>
            <a:ext cx="1363029" cy="228524"/>
          </a:xfrm>
          <a:prstGeom prst="rect">
            <a:avLst/>
          </a:prstGeom>
        </p:spPr>
        <p:txBody>
          <a:bodyPr wrap="square" lIns="0" tIns="0" rIns="0" bIns="0" rtlCol="0" anchor="t">
            <a:spAutoFit/>
          </a:bodyPr>
          <a:lstStyle/>
          <a:p>
            <a:pPr>
              <a:lnSpc>
                <a:spcPts val="1936"/>
              </a:lnSpc>
              <a:spcBef>
                <a:spcPct val="0"/>
              </a:spcBef>
            </a:pPr>
            <a:r>
              <a:rPr lang="en-US" sz="1383" b="1" dirty="0">
                <a:solidFill>
                  <a:srgbClr val="FDFDFD"/>
                </a:solidFill>
                <a:latin typeface="Canva Sans Bold"/>
                <a:ea typeface="Canva Sans Bold"/>
                <a:cs typeface="Canva Sans Bold"/>
                <a:sym typeface="Canva Sans Bold"/>
              </a:rPr>
              <a:t>Browse Videos</a:t>
            </a:r>
          </a:p>
        </p:txBody>
      </p:sp>
      <p:sp>
        <p:nvSpPr>
          <p:cNvPr id="146" name="TextBox 146">
            <a:hlinkClick r:id="rId44" action="ppaction://hlinksldjump"/>
            <a:extLst>
              <a:ext uri="{FF2B5EF4-FFF2-40B4-BE49-F238E27FC236}">
                <a16:creationId xmlns:a16="http://schemas.microsoft.com/office/drawing/2014/main" id="{9D6D657E-C3AA-1BA1-E386-82BBC91CE659}"/>
              </a:ext>
            </a:extLst>
          </p:cNvPr>
          <p:cNvSpPr txBox="1"/>
          <p:nvPr/>
        </p:nvSpPr>
        <p:spPr>
          <a:xfrm>
            <a:off x="6359778" y="6733831"/>
            <a:ext cx="1524411" cy="228524"/>
          </a:xfrm>
          <a:prstGeom prst="rect">
            <a:avLst/>
          </a:prstGeom>
        </p:spPr>
        <p:txBody>
          <a:bodyPr wrap="square" lIns="0" tIns="0" rIns="0" bIns="0" rtlCol="0" anchor="t">
            <a:spAutoFit/>
          </a:bodyPr>
          <a:lstStyle/>
          <a:p>
            <a:pPr>
              <a:lnSpc>
                <a:spcPts val="1936"/>
              </a:lnSpc>
              <a:spcBef>
                <a:spcPct val="0"/>
              </a:spcBef>
            </a:pPr>
            <a:r>
              <a:rPr lang="en-US" sz="1383" b="1" dirty="0">
                <a:solidFill>
                  <a:srgbClr val="FDFDFD"/>
                </a:solidFill>
                <a:latin typeface="Canva Sans Bold"/>
                <a:ea typeface="Canva Sans Bold"/>
                <a:cs typeface="Canva Sans Bold"/>
                <a:sym typeface="Canva Sans Bold"/>
              </a:rPr>
              <a:t>Browse Photos</a:t>
            </a:r>
          </a:p>
        </p:txBody>
      </p:sp>
      <p:sp>
        <p:nvSpPr>
          <p:cNvPr id="147" name="TextBox 147">
            <a:hlinkClick r:id="rId45" action="ppaction://hlinksldjump"/>
            <a:extLst>
              <a:ext uri="{FF2B5EF4-FFF2-40B4-BE49-F238E27FC236}">
                <a16:creationId xmlns:a16="http://schemas.microsoft.com/office/drawing/2014/main" id="{C4B6E6E0-07B9-5B93-51C5-5F287E2C9046}"/>
              </a:ext>
            </a:extLst>
          </p:cNvPr>
          <p:cNvSpPr txBox="1"/>
          <p:nvPr/>
        </p:nvSpPr>
        <p:spPr>
          <a:xfrm>
            <a:off x="8756529" y="6720289"/>
            <a:ext cx="1120839" cy="228524"/>
          </a:xfrm>
          <a:prstGeom prst="rect">
            <a:avLst/>
          </a:prstGeom>
        </p:spPr>
        <p:txBody>
          <a:bodyPr wrap="square" lIns="0" tIns="0" rIns="0" bIns="0" rtlCol="0" anchor="t">
            <a:spAutoFit/>
          </a:bodyPr>
          <a:lstStyle/>
          <a:p>
            <a:pPr>
              <a:lnSpc>
                <a:spcPts val="1936"/>
              </a:lnSpc>
              <a:spcBef>
                <a:spcPct val="0"/>
              </a:spcBef>
            </a:pPr>
            <a:r>
              <a:rPr lang="en-US" sz="1383" b="1" dirty="0">
                <a:solidFill>
                  <a:srgbClr val="FDFDFD"/>
                </a:solidFill>
                <a:latin typeface="Canva Sans Bold"/>
                <a:ea typeface="Canva Sans Bold"/>
                <a:cs typeface="Canva Sans Bold"/>
                <a:sym typeface="Canva Sans Bold"/>
              </a:rPr>
              <a:t>Plan Trip</a:t>
            </a:r>
          </a:p>
        </p:txBody>
      </p:sp>
      <p:grpSp>
        <p:nvGrpSpPr>
          <p:cNvPr id="148" name="Group 148">
            <a:extLst>
              <a:ext uri="{FF2B5EF4-FFF2-40B4-BE49-F238E27FC236}">
                <a16:creationId xmlns:a16="http://schemas.microsoft.com/office/drawing/2014/main" id="{4EEA53CA-2C72-161F-8BC7-8DFA00AE5222}"/>
              </a:ext>
            </a:extLst>
          </p:cNvPr>
          <p:cNvGrpSpPr/>
          <p:nvPr/>
        </p:nvGrpSpPr>
        <p:grpSpPr>
          <a:xfrm>
            <a:off x="5492559" y="5727280"/>
            <a:ext cx="1533283" cy="395177"/>
            <a:chOff x="0" y="0"/>
            <a:chExt cx="545191" cy="140514"/>
          </a:xfrm>
        </p:grpSpPr>
        <p:sp>
          <p:nvSpPr>
            <p:cNvPr id="149" name="Freeform 149">
              <a:hlinkClick r:id="rId46" action="ppaction://hlinksldjump"/>
              <a:extLst>
                <a:ext uri="{FF2B5EF4-FFF2-40B4-BE49-F238E27FC236}">
                  <a16:creationId xmlns:a16="http://schemas.microsoft.com/office/drawing/2014/main" id="{9865DF1E-4409-AC8E-8569-81D7C1682B00}"/>
                </a:ext>
              </a:extLst>
            </p:cNvPr>
            <p:cNvSpPr/>
            <p:nvPr/>
          </p:nvSpPr>
          <p:spPr>
            <a:xfrm>
              <a:off x="0" y="0"/>
              <a:ext cx="545191" cy="140514"/>
            </a:xfrm>
            <a:custGeom>
              <a:avLst/>
              <a:gdLst/>
              <a:ahLst/>
              <a:cxnLst/>
              <a:rect l="l" t="t" r="r" b="b"/>
              <a:pathLst>
                <a:path w="545191" h="140514">
                  <a:moveTo>
                    <a:pt x="70257" y="0"/>
                  </a:moveTo>
                  <a:lnTo>
                    <a:pt x="474934" y="0"/>
                  </a:lnTo>
                  <a:cubicBezTo>
                    <a:pt x="513736" y="0"/>
                    <a:pt x="545191" y="31455"/>
                    <a:pt x="545191" y="70257"/>
                  </a:cubicBezTo>
                  <a:lnTo>
                    <a:pt x="545191" y="70257"/>
                  </a:lnTo>
                  <a:cubicBezTo>
                    <a:pt x="545191" y="109059"/>
                    <a:pt x="513736" y="140514"/>
                    <a:pt x="474934" y="140514"/>
                  </a:cubicBezTo>
                  <a:lnTo>
                    <a:pt x="70257" y="140514"/>
                  </a:lnTo>
                  <a:cubicBezTo>
                    <a:pt x="31455" y="140514"/>
                    <a:pt x="0" y="109059"/>
                    <a:pt x="0" y="70257"/>
                  </a:cubicBezTo>
                  <a:lnTo>
                    <a:pt x="0" y="70257"/>
                  </a:lnTo>
                  <a:cubicBezTo>
                    <a:pt x="0" y="31455"/>
                    <a:pt x="31455" y="0"/>
                    <a:pt x="70257" y="0"/>
                  </a:cubicBezTo>
                  <a:close/>
                </a:path>
              </a:pathLst>
            </a:custGeom>
            <a:solidFill>
              <a:srgbClr val="000000">
                <a:alpha val="0"/>
              </a:srgbClr>
            </a:solidFill>
            <a:ln w="9525" cap="rnd">
              <a:solidFill>
                <a:srgbClr val="F34336"/>
              </a:solidFill>
              <a:prstDash val="solid"/>
              <a:round/>
            </a:ln>
          </p:spPr>
          <p:txBody>
            <a:bodyPr/>
            <a:lstStyle/>
            <a:p>
              <a:endParaRPr lang="en-SG" sz="1088"/>
            </a:p>
          </p:txBody>
        </p:sp>
        <p:sp>
          <p:nvSpPr>
            <p:cNvPr id="150" name="TextBox 150">
              <a:extLst>
                <a:ext uri="{FF2B5EF4-FFF2-40B4-BE49-F238E27FC236}">
                  <a16:creationId xmlns:a16="http://schemas.microsoft.com/office/drawing/2014/main" id="{F0F7211F-9AAE-66C5-09E8-1CE7D20D658B}"/>
                </a:ext>
              </a:extLst>
            </p:cNvPr>
            <p:cNvSpPr txBox="1"/>
            <p:nvPr/>
          </p:nvSpPr>
          <p:spPr>
            <a:xfrm>
              <a:off x="0" y="-28575"/>
              <a:ext cx="545191" cy="169089"/>
            </a:xfrm>
            <a:prstGeom prst="rect">
              <a:avLst/>
            </a:prstGeom>
          </p:spPr>
          <p:txBody>
            <a:bodyPr lIns="40638" tIns="40638" rIns="40638" bIns="40638" rtlCol="0" anchor="ctr"/>
            <a:lstStyle/>
            <a:p>
              <a:pPr algn="ctr">
                <a:lnSpc>
                  <a:spcPts val="2016"/>
                </a:lnSpc>
              </a:pPr>
              <a:endParaRPr sz="1088"/>
            </a:p>
          </p:txBody>
        </p:sp>
      </p:grpSp>
      <p:grpSp>
        <p:nvGrpSpPr>
          <p:cNvPr id="151" name="Group 151">
            <a:extLst>
              <a:ext uri="{FF2B5EF4-FFF2-40B4-BE49-F238E27FC236}">
                <a16:creationId xmlns:a16="http://schemas.microsoft.com/office/drawing/2014/main" id="{B79524CE-8B0C-8995-0B66-07EC529ACA1B}"/>
              </a:ext>
            </a:extLst>
          </p:cNvPr>
          <p:cNvGrpSpPr/>
          <p:nvPr/>
        </p:nvGrpSpPr>
        <p:grpSpPr>
          <a:xfrm>
            <a:off x="7274536" y="5721025"/>
            <a:ext cx="1533283" cy="395177"/>
            <a:chOff x="0" y="0"/>
            <a:chExt cx="545191" cy="140514"/>
          </a:xfrm>
        </p:grpSpPr>
        <p:sp>
          <p:nvSpPr>
            <p:cNvPr id="152" name="Freeform 152">
              <a:hlinkClick r:id="rId47" action="ppaction://hlinksldjump"/>
              <a:extLst>
                <a:ext uri="{FF2B5EF4-FFF2-40B4-BE49-F238E27FC236}">
                  <a16:creationId xmlns:a16="http://schemas.microsoft.com/office/drawing/2014/main" id="{D5E52D97-8031-356A-7986-95353918197E}"/>
                </a:ext>
              </a:extLst>
            </p:cNvPr>
            <p:cNvSpPr/>
            <p:nvPr/>
          </p:nvSpPr>
          <p:spPr>
            <a:xfrm>
              <a:off x="0" y="0"/>
              <a:ext cx="545191" cy="140514"/>
            </a:xfrm>
            <a:custGeom>
              <a:avLst/>
              <a:gdLst/>
              <a:ahLst/>
              <a:cxnLst/>
              <a:rect l="l" t="t" r="r" b="b"/>
              <a:pathLst>
                <a:path w="545191" h="140514">
                  <a:moveTo>
                    <a:pt x="70257" y="0"/>
                  </a:moveTo>
                  <a:lnTo>
                    <a:pt x="474934" y="0"/>
                  </a:lnTo>
                  <a:cubicBezTo>
                    <a:pt x="513736" y="0"/>
                    <a:pt x="545191" y="31455"/>
                    <a:pt x="545191" y="70257"/>
                  </a:cubicBezTo>
                  <a:lnTo>
                    <a:pt x="545191" y="70257"/>
                  </a:lnTo>
                  <a:cubicBezTo>
                    <a:pt x="545191" y="109059"/>
                    <a:pt x="513736" y="140514"/>
                    <a:pt x="474934" y="140514"/>
                  </a:cubicBezTo>
                  <a:lnTo>
                    <a:pt x="70257" y="140514"/>
                  </a:lnTo>
                  <a:cubicBezTo>
                    <a:pt x="31455" y="140514"/>
                    <a:pt x="0" y="109059"/>
                    <a:pt x="0" y="70257"/>
                  </a:cubicBezTo>
                  <a:lnTo>
                    <a:pt x="0" y="70257"/>
                  </a:lnTo>
                  <a:cubicBezTo>
                    <a:pt x="0" y="31455"/>
                    <a:pt x="31455" y="0"/>
                    <a:pt x="70257" y="0"/>
                  </a:cubicBezTo>
                  <a:close/>
                </a:path>
              </a:pathLst>
            </a:custGeom>
            <a:solidFill>
              <a:srgbClr val="000000">
                <a:alpha val="0"/>
              </a:srgbClr>
            </a:solidFill>
            <a:ln w="9525" cap="rnd">
              <a:solidFill>
                <a:srgbClr val="F34336"/>
              </a:solidFill>
              <a:prstDash val="solid"/>
              <a:round/>
            </a:ln>
          </p:spPr>
          <p:txBody>
            <a:bodyPr/>
            <a:lstStyle/>
            <a:p>
              <a:endParaRPr lang="en-SG" sz="1088"/>
            </a:p>
          </p:txBody>
        </p:sp>
        <p:sp>
          <p:nvSpPr>
            <p:cNvPr id="153" name="TextBox 153">
              <a:extLst>
                <a:ext uri="{FF2B5EF4-FFF2-40B4-BE49-F238E27FC236}">
                  <a16:creationId xmlns:a16="http://schemas.microsoft.com/office/drawing/2014/main" id="{2F2A394F-D968-80B7-ED07-2D762BF1E901}"/>
                </a:ext>
              </a:extLst>
            </p:cNvPr>
            <p:cNvSpPr txBox="1"/>
            <p:nvPr/>
          </p:nvSpPr>
          <p:spPr>
            <a:xfrm>
              <a:off x="0" y="-28575"/>
              <a:ext cx="545191" cy="169089"/>
            </a:xfrm>
            <a:prstGeom prst="rect">
              <a:avLst/>
            </a:prstGeom>
          </p:spPr>
          <p:txBody>
            <a:bodyPr lIns="40638" tIns="40638" rIns="40638" bIns="40638" rtlCol="0" anchor="ctr"/>
            <a:lstStyle/>
            <a:p>
              <a:pPr algn="ctr">
                <a:lnSpc>
                  <a:spcPts val="2016"/>
                </a:lnSpc>
              </a:pPr>
              <a:endParaRPr sz="1088"/>
            </a:p>
          </p:txBody>
        </p:sp>
      </p:grpSp>
      <p:grpSp>
        <p:nvGrpSpPr>
          <p:cNvPr id="154" name="Group 154"/>
          <p:cNvGrpSpPr/>
          <p:nvPr/>
        </p:nvGrpSpPr>
        <p:grpSpPr>
          <a:xfrm>
            <a:off x="-3227749" y="1416719"/>
            <a:ext cx="6796587" cy="6106017"/>
            <a:chOff x="0" y="-194137"/>
            <a:chExt cx="2738272" cy="3444639"/>
          </a:xfrm>
        </p:grpSpPr>
        <p:sp>
          <p:nvSpPr>
            <p:cNvPr id="155" name="Freeform 155"/>
            <p:cNvSpPr/>
            <p:nvPr/>
          </p:nvSpPr>
          <p:spPr>
            <a:xfrm>
              <a:off x="1295770" y="-194137"/>
              <a:ext cx="1442502" cy="3444639"/>
            </a:xfrm>
            <a:custGeom>
              <a:avLst/>
              <a:gdLst/>
              <a:ahLst/>
              <a:cxnLst/>
              <a:rect l="l" t="t" r="r" b="b"/>
              <a:pathLst>
                <a:path w="1442502" h="2521325">
                  <a:moveTo>
                    <a:pt x="0" y="0"/>
                  </a:moveTo>
                  <a:lnTo>
                    <a:pt x="1442502" y="0"/>
                  </a:lnTo>
                  <a:lnTo>
                    <a:pt x="1442502" y="2521325"/>
                  </a:lnTo>
                  <a:lnTo>
                    <a:pt x="0" y="2521325"/>
                  </a:lnTo>
                  <a:close/>
                </a:path>
              </a:pathLst>
            </a:custGeom>
            <a:solidFill>
              <a:srgbClr val="FDFDFD">
                <a:alpha val="78824"/>
              </a:srgbClr>
            </a:solidFill>
          </p:spPr>
          <p:txBody>
            <a:bodyPr/>
            <a:lstStyle/>
            <a:p>
              <a:endParaRPr lang="en-SG" sz="1088" dirty="0"/>
            </a:p>
          </p:txBody>
        </p:sp>
        <p:sp>
          <p:nvSpPr>
            <p:cNvPr id="156" name="TextBox 156"/>
            <p:cNvSpPr txBox="1"/>
            <p:nvPr/>
          </p:nvSpPr>
          <p:spPr>
            <a:xfrm>
              <a:off x="0" y="-28575"/>
              <a:ext cx="1442502" cy="2549900"/>
            </a:xfrm>
            <a:prstGeom prst="rect">
              <a:avLst/>
            </a:prstGeom>
          </p:spPr>
          <p:txBody>
            <a:bodyPr lIns="40638" tIns="40638" rIns="40638" bIns="40638" rtlCol="0" anchor="ctr"/>
            <a:lstStyle/>
            <a:p>
              <a:pPr algn="ctr">
                <a:lnSpc>
                  <a:spcPts val="2016"/>
                </a:lnSpc>
              </a:pPr>
              <a:endParaRPr sz="1088"/>
            </a:p>
          </p:txBody>
        </p:sp>
      </p:grpSp>
      <p:sp>
        <p:nvSpPr>
          <p:cNvPr id="158" name="Freeform 158"/>
          <p:cNvSpPr/>
          <p:nvPr/>
        </p:nvSpPr>
        <p:spPr>
          <a:xfrm>
            <a:off x="3717952" y="-120737"/>
            <a:ext cx="6503959" cy="7662662"/>
          </a:xfrm>
          <a:custGeom>
            <a:avLst/>
            <a:gdLst/>
            <a:ahLst/>
            <a:cxnLst/>
            <a:rect l="l" t="t" r="r" b="b"/>
            <a:pathLst>
              <a:path w="4502759" h="2724622">
                <a:moveTo>
                  <a:pt x="0" y="0"/>
                </a:moveTo>
                <a:lnTo>
                  <a:pt x="4502759" y="0"/>
                </a:lnTo>
                <a:lnTo>
                  <a:pt x="4502759" y="2724622"/>
                </a:lnTo>
                <a:lnTo>
                  <a:pt x="0" y="2724622"/>
                </a:lnTo>
                <a:close/>
              </a:path>
            </a:pathLst>
          </a:custGeom>
          <a:solidFill>
            <a:srgbClr val="FDFDFD">
              <a:alpha val="78824"/>
            </a:srgbClr>
          </a:solidFill>
        </p:spPr>
        <p:txBody>
          <a:bodyPr/>
          <a:lstStyle/>
          <a:p>
            <a:endParaRPr lang="en-SG" sz="1088" dirty="0"/>
          </a:p>
        </p:txBody>
      </p:sp>
      <p:grpSp>
        <p:nvGrpSpPr>
          <p:cNvPr id="160" name="Group 160"/>
          <p:cNvGrpSpPr/>
          <p:nvPr/>
        </p:nvGrpSpPr>
        <p:grpSpPr>
          <a:xfrm>
            <a:off x="4610778" y="1835452"/>
            <a:ext cx="4197043" cy="2852748"/>
            <a:chOff x="0" y="0"/>
            <a:chExt cx="6995380" cy="4754791"/>
          </a:xfrm>
        </p:grpSpPr>
        <p:grpSp>
          <p:nvGrpSpPr>
            <p:cNvPr id="161" name="Group 161"/>
            <p:cNvGrpSpPr/>
            <p:nvPr/>
          </p:nvGrpSpPr>
          <p:grpSpPr>
            <a:xfrm>
              <a:off x="0" y="0"/>
              <a:ext cx="6995380" cy="4505723"/>
              <a:chOff x="0" y="0"/>
              <a:chExt cx="2332137" cy="1502129"/>
            </a:xfrm>
          </p:grpSpPr>
          <p:sp>
            <p:nvSpPr>
              <p:cNvPr id="162" name="Freeform 162"/>
              <p:cNvSpPr/>
              <p:nvPr/>
            </p:nvSpPr>
            <p:spPr>
              <a:xfrm>
                <a:off x="0" y="0"/>
                <a:ext cx="2332137" cy="1502129"/>
              </a:xfrm>
              <a:custGeom>
                <a:avLst/>
                <a:gdLst/>
                <a:ahLst/>
                <a:cxnLst/>
                <a:rect l="l" t="t" r="r" b="b"/>
                <a:pathLst>
                  <a:path w="2332137" h="1502129">
                    <a:moveTo>
                      <a:pt x="27384" y="0"/>
                    </a:moveTo>
                    <a:lnTo>
                      <a:pt x="2304753" y="0"/>
                    </a:lnTo>
                    <a:cubicBezTo>
                      <a:pt x="2312016" y="0"/>
                      <a:pt x="2318981" y="2885"/>
                      <a:pt x="2324116" y="8020"/>
                    </a:cubicBezTo>
                    <a:cubicBezTo>
                      <a:pt x="2329252" y="13156"/>
                      <a:pt x="2332137" y="20121"/>
                      <a:pt x="2332137" y="27384"/>
                    </a:cubicBezTo>
                    <a:lnTo>
                      <a:pt x="2332137" y="1474745"/>
                    </a:lnTo>
                    <a:cubicBezTo>
                      <a:pt x="2332137" y="1482008"/>
                      <a:pt x="2329252" y="1488973"/>
                      <a:pt x="2324116" y="1494108"/>
                    </a:cubicBezTo>
                    <a:cubicBezTo>
                      <a:pt x="2318981" y="1499244"/>
                      <a:pt x="2312016" y="1502129"/>
                      <a:pt x="2304753" y="1502129"/>
                    </a:cubicBezTo>
                    <a:lnTo>
                      <a:pt x="27384" y="1502129"/>
                    </a:lnTo>
                    <a:cubicBezTo>
                      <a:pt x="20121" y="1502129"/>
                      <a:pt x="13156" y="1499244"/>
                      <a:pt x="8020" y="1494108"/>
                    </a:cubicBezTo>
                    <a:cubicBezTo>
                      <a:pt x="2885" y="1488973"/>
                      <a:pt x="0" y="1482008"/>
                      <a:pt x="0" y="1474745"/>
                    </a:cubicBezTo>
                    <a:lnTo>
                      <a:pt x="0" y="27384"/>
                    </a:lnTo>
                    <a:cubicBezTo>
                      <a:pt x="0" y="20121"/>
                      <a:pt x="2885" y="13156"/>
                      <a:pt x="8020" y="8020"/>
                    </a:cubicBezTo>
                    <a:cubicBezTo>
                      <a:pt x="13156" y="2885"/>
                      <a:pt x="20121" y="0"/>
                      <a:pt x="27384" y="0"/>
                    </a:cubicBezTo>
                    <a:close/>
                  </a:path>
                </a:pathLst>
              </a:custGeom>
              <a:solidFill>
                <a:srgbClr val="FFFFFF"/>
              </a:solidFill>
              <a:ln w="9525" cap="rnd">
                <a:solidFill>
                  <a:srgbClr val="A6A6A6"/>
                </a:solidFill>
                <a:prstDash val="solid"/>
                <a:round/>
              </a:ln>
            </p:spPr>
            <p:txBody>
              <a:bodyPr/>
              <a:lstStyle/>
              <a:p>
                <a:endParaRPr lang="en-SG" sz="1088"/>
              </a:p>
            </p:txBody>
          </p:sp>
          <p:sp>
            <p:nvSpPr>
              <p:cNvPr id="163" name="TextBox 163"/>
              <p:cNvSpPr txBox="1"/>
              <p:nvPr/>
            </p:nvSpPr>
            <p:spPr>
              <a:xfrm>
                <a:off x="0" y="-28575"/>
                <a:ext cx="2332137" cy="1530704"/>
              </a:xfrm>
              <a:prstGeom prst="rect">
                <a:avLst/>
              </a:prstGeom>
            </p:spPr>
            <p:txBody>
              <a:bodyPr lIns="40638" tIns="40638" rIns="40638" bIns="40638" rtlCol="0" anchor="ctr"/>
              <a:lstStyle/>
              <a:p>
                <a:pPr algn="ctr">
                  <a:lnSpc>
                    <a:spcPts val="2015"/>
                  </a:lnSpc>
                </a:pPr>
                <a:endParaRPr sz="1088"/>
              </a:p>
            </p:txBody>
          </p:sp>
        </p:grpSp>
        <p:grpSp>
          <p:nvGrpSpPr>
            <p:cNvPr id="164" name="Group 164"/>
            <p:cNvGrpSpPr/>
            <p:nvPr/>
          </p:nvGrpSpPr>
          <p:grpSpPr>
            <a:xfrm>
              <a:off x="0" y="0"/>
              <a:ext cx="6995380" cy="876730"/>
              <a:chOff x="0" y="0"/>
              <a:chExt cx="2332137" cy="292286"/>
            </a:xfrm>
          </p:grpSpPr>
          <p:sp>
            <p:nvSpPr>
              <p:cNvPr id="165" name="Freeform 165"/>
              <p:cNvSpPr/>
              <p:nvPr/>
            </p:nvSpPr>
            <p:spPr>
              <a:xfrm>
                <a:off x="0" y="0"/>
                <a:ext cx="2332137" cy="292286"/>
              </a:xfrm>
              <a:custGeom>
                <a:avLst/>
                <a:gdLst/>
                <a:ahLst/>
                <a:cxnLst/>
                <a:rect l="l" t="t" r="r" b="b"/>
                <a:pathLst>
                  <a:path w="2332137" h="292286">
                    <a:moveTo>
                      <a:pt x="24551" y="0"/>
                    </a:moveTo>
                    <a:lnTo>
                      <a:pt x="2307586" y="0"/>
                    </a:lnTo>
                    <a:cubicBezTo>
                      <a:pt x="2321145" y="0"/>
                      <a:pt x="2332137" y="10992"/>
                      <a:pt x="2332137" y="24551"/>
                    </a:cubicBezTo>
                    <a:lnTo>
                      <a:pt x="2332137" y="267736"/>
                    </a:lnTo>
                    <a:cubicBezTo>
                      <a:pt x="2332137" y="281295"/>
                      <a:pt x="2321145" y="292286"/>
                      <a:pt x="2307586" y="292286"/>
                    </a:cubicBezTo>
                    <a:lnTo>
                      <a:pt x="24551" y="292286"/>
                    </a:lnTo>
                    <a:cubicBezTo>
                      <a:pt x="18040" y="292286"/>
                      <a:pt x="11795" y="289700"/>
                      <a:pt x="7191" y="285096"/>
                    </a:cubicBezTo>
                    <a:cubicBezTo>
                      <a:pt x="2587" y="280492"/>
                      <a:pt x="0" y="274247"/>
                      <a:pt x="0" y="267736"/>
                    </a:cubicBezTo>
                    <a:lnTo>
                      <a:pt x="0" y="24551"/>
                    </a:lnTo>
                    <a:cubicBezTo>
                      <a:pt x="0" y="10992"/>
                      <a:pt x="10992" y="0"/>
                      <a:pt x="24551" y="0"/>
                    </a:cubicBezTo>
                    <a:close/>
                  </a:path>
                </a:pathLst>
              </a:custGeom>
              <a:solidFill>
                <a:srgbClr val="F34336"/>
              </a:solidFill>
              <a:ln cap="rnd">
                <a:noFill/>
                <a:prstDash val="solid"/>
                <a:round/>
              </a:ln>
            </p:spPr>
            <p:txBody>
              <a:bodyPr/>
              <a:lstStyle/>
              <a:p>
                <a:endParaRPr lang="en-SG" sz="1088"/>
              </a:p>
            </p:txBody>
          </p:sp>
          <p:sp>
            <p:nvSpPr>
              <p:cNvPr id="166" name="TextBox 166"/>
              <p:cNvSpPr txBox="1"/>
              <p:nvPr/>
            </p:nvSpPr>
            <p:spPr>
              <a:xfrm>
                <a:off x="0" y="-28575"/>
                <a:ext cx="2332137" cy="320861"/>
              </a:xfrm>
              <a:prstGeom prst="rect">
                <a:avLst/>
              </a:prstGeom>
            </p:spPr>
            <p:txBody>
              <a:bodyPr lIns="40638" tIns="40638" rIns="40638" bIns="40638" rtlCol="0" anchor="ctr"/>
              <a:lstStyle/>
              <a:p>
                <a:pPr algn="ctr">
                  <a:lnSpc>
                    <a:spcPts val="2015"/>
                  </a:lnSpc>
                </a:pPr>
                <a:endParaRPr sz="1088"/>
              </a:p>
            </p:txBody>
          </p:sp>
        </p:grpSp>
        <p:sp>
          <p:nvSpPr>
            <p:cNvPr id="167" name="Freeform 167"/>
            <p:cNvSpPr/>
            <p:nvPr/>
          </p:nvSpPr>
          <p:spPr>
            <a:xfrm>
              <a:off x="0" y="876730"/>
              <a:ext cx="1606113" cy="1336408"/>
            </a:xfrm>
            <a:custGeom>
              <a:avLst/>
              <a:gdLst/>
              <a:ahLst/>
              <a:cxnLst/>
              <a:rect l="l" t="t" r="r" b="b"/>
              <a:pathLst>
                <a:path w="1606113" h="1336408">
                  <a:moveTo>
                    <a:pt x="0" y="0"/>
                  </a:moveTo>
                  <a:lnTo>
                    <a:pt x="1606113" y="0"/>
                  </a:lnTo>
                  <a:lnTo>
                    <a:pt x="1606113" y="1336408"/>
                  </a:lnTo>
                  <a:lnTo>
                    <a:pt x="0" y="1336408"/>
                  </a:lnTo>
                  <a:lnTo>
                    <a:pt x="0" y="0"/>
                  </a:lnTo>
                  <a:close/>
                </a:path>
              </a:pathLst>
            </a:custGeom>
            <a:blipFill>
              <a:blip r:embed="rId48"/>
              <a:stretch>
                <a:fillRect l="-17624" r="-7971"/>
              </a:stretch>
            </a:blipFill>
          </p:spPr>
          <p:txBody>
            <a:bodyPr/>
            <a:lstStyle/>
            <a:p>
              <a:endParaRPr lang="en-SG" sz="1088"/>
            </a:p>
          </p:txBody>
        </p:sp>
        <p:sp>
          <p:nvSpPr>
            <p:cNvPr id="168" name="Freeform 168"/>
            <p:cNvSpPr/>
            <p:nvPr/>
          </p:nvSpPr>
          <p:spPr>
            <a:xfrm>
              <a:off x="1606113" y="876730"/>
              <a:ext cx="1403556" cy="1336408"/>
            </a:xfrm>
            <a:custGeom>
              <a:avLst/>
              <a:gdLst/>
              <a:ahLst/>
              <a:cxnLst/>
              <a:rect l="l" t="t" r="r" b="b"/>
              <a:pathLst>
                <a:path w="1403556" h="1336408">
                  <a:moveTo>
                    <a:pt x="0" y="0"/>
                  </a:moveTo>
                  <a:lnTo>
                    <a:pt x="1403556" y="0"/>
                  </a:lnTo>
                  <a:lnTo>
                    <a:pt x="1403556" y="1336408"/>
                  </a:lnTo>
                  <a:lnTo>
                    <a:pt x="0" y="1336408"/>
                  </a:lnTo>
                  <a:lnTo>
                    <a:pt x="0" y="0"/>
                  </a:lnTo>
                  <a:close/>
                </a:path>
              </a:pathLst>
            </a:custGeom>
            <a:blipFill>
              <a:blip r:embed="rId49"/>
              <a:stretch>
                <a:fillRect l="-9120" t="-62868" r="-22372" b="-44412"/>
              </a:stretch>
            </a:blipFill>
          </p:spPr>
          <p:txBody>
            <a:bodyPr/>
            <a:lstStyle/>
            <a:p>
              <a:endParaRPr lang="en-SG" sz="1088"/>
            </a:p>
          </p:txBody>
        </p:sp>
        <p:sp>
          <p:nvSpPr>
            <p:cNvPr id="169" name="Freeform 169">
              <a:hlinkClick r:id="rId46" action="ppaction://hlinksldjump"/>
            </p:cNvPr>
            <p:cNvSpPr/>
            <p:nvPr/>
          </p:nvSpPr>
          <p:spPr>
            <a:xfrm>
              <a:off x="6231174" y="125017"/>
              <a:ext cx="626696" cy="626696"/>
            </a:xfrm>
            <a:custGeom>
              <a:avLst/>
              <a:gdLst/>
              <a:ahLst/>
              <a:cxnLst/>
              <a:rect l="l" t="t" r="r" b="b"/>
              <a:pathLst>
                <a:path w="626696" h="626696">
                  <a:moveTo>
                    <a:pt x="0" y="0"/>
                  </a:moveTo>
                  <a:lnTo>
                    <a:pt x="626696" y="0"/>
                  </a:lnTo>
                  <a:lnTo>
                    <a:pt x="626696" y="626696"/>
                  </a:lnTo>
                  <a:lnTo>
                    <a:pt x="0" y="626696"/>
                  </a:lnTo>
                  <a:lnTo>
                    <a:pt x="0" y="0"/>
                  </a:lnTo>
                  <a:close/>
                </a:path>
              </a:pathLst>
            </a:custGeom>
            <a:blipFill>
              <a:blip r:embed="rId50">
                <a:extLst>
                  <a:ext uri="{96DAC541-7B7A-43D3-8B79-37D633B846F1}">
                    <asvg:svgBlip xmlns:asvg="http://schemas.microsoft.com/office/drawing/2016/SVG/main" r:embed="rId51"/>
                  </a:ext>
                </a:extLst>
              </a:blip>
              <a:stretch>
                <a:fillRect/>
              </a:stretch>
            </a:blipFill>
          </p:spPr>
          <p:txBody>
            <a:bodyPr/>
            <a:lstStyle/>
            <a:p>
              <a:endParaRPr lang="en-SG" sz="1088"/>
            </a:p>
          </p:txBody>
        </p:sp>
        <p:sp>
          <p:nvSpPr>
            <p:cNvPr id="170" name="Freeform 170"/>
            <p:cNvSpPr/>
            <p:nvPr/>
          </p:nvSpPr>
          <p:spPr>
            <a:xfrm>
              <a:off x="3009669" y="876730"/>
              <a:ext cx="1521311" cy="1336408"/>
            </a:xfrm>
            <a:custGeom>
              <a:avLst/>
              <a:gdLst/>
              <a:ahLst/>
              <a:cxnLst/>
              <a:rect l="l" t="t" r="r" b="b"/>
              <a:pathLst>
                <a:path w="1521311" h="1336408">
                  <a:moveTo>
                    <a:pt x="0" y="0"/>
                  </a:moveTo>
                  <a:lnTo>
                    <a:pt x="1521311" y="0"/>
                  </a:lnTo>
                  <a:lnTo>
                    <a:pt x="1521311" y="1336408"/>
                  </a:lnTo>
                  <a:lnTo>
                    <a:pt x="0" y="1336408"/>
                  </a:lnTo>
                  <a:lnTo>
                    <a:pt x="0" y="0"/>
                  </a:lnTo>
                  <a:close/>
                </a:path>
              </a:pathLst>
            </a:custGeom>
            <a:blipFill>
              <a:blip r:embed="rId52"/>
              <a:stretch>
                <a:fillRect l="-12564" t="-18666" b="-9472"/>
              </a:stretch>
            </a:blipFill>
          </p:spPr>
          <p:txBody>
            <a:bodyPr/>
            <a:lstStyle/>
            <a:p>
              <a:endParaRPr lang="en-SG" sz="1088"/>
            </a:p>
          </p:txBody>
        </p:sp>
        <p:grpSp>
          <p:nvGrpSpPr>
            <p:cNvPr id="171" name="Group 171"/>
            <p:cNvGrpSpPr/>
            <p:nvPr/>
          </p:nvGrpSpPr>
          <p:grpSpPr>
            <a:xfrm>
              <a:off x="4768739" y="1116444"/>
              <a:ext cx="1962538" cy="3135221"/>
              <a:chOff x="0" y="0"/>
              <a:chExt cx="654276" cy="1045228"/>
            </a:xfrm>
          </p:grpSpPr>
          <p:sp>
            <p:nvSpPr>
              <p:cNvPr id="172" name="Freeform 172"/>
              <p:cNvSpPr/>
              <p:nvPr/>
            </p:nvSpPr>
            <p:spPr>
              <a:xfrm>
                <a:off x="0" y="0"/>
                <a:ext cx="654276" cy="1045228"/>
              </a:xfrm>
              <a:custGeom>
                <a:avLst/>
                <a:gdLst/>
                <a:ahLst/>
                <a:cxnLst/>
                <a:rect l="l" t="t" r="r" b="b"/>
                <a:pathLst>
                  <a:path w="654276" h="1045228">
                    <a:moveTo>
                      <a:pt x="0" y="0"/>
                    </a:moveTo>
                    <a:lnTo>
                      <a:pt x="654276" y="0"/>
                    </a:lnTo>
                    <a:lnTo>
                      <a:pt x="654276" y="1045228"/>
                    </a:lnTo>
                    <a:lnTo>
                      <a:pt x="0" y="1045228"/>
                    </a:lnTo>
                    <a:close/>
                  </a:path>
                </a:pathLst>
              </a:custGeom>
              <a:solidFill>
                <a:srgbClr val="FFF1EF"/>
              </a:solidFill>
            </p:spPr>
            <p:txBody>
              <a:bodyPr/>
              <a:lstStyle/>
              <a:p>
                <a:endParaRPr lang="en-SG" sz="1088"/>
              </a:p>
            </p:txBody>
          </p:sp>
          <p:sp>
            <p:nvSpPr>
              <p:cNvPr id="173" name="TextBox 173"/>
              <p:cNvSpPr txBox="1"/>
              <p:nvPr/>
            </p:nvSpPr>
            <p:spPr>
              <a:xfrm>
                <a:off x="0" y="-28575"/>
                <a:ext cx="654276" cy="1073803"/>
              </a:xfrm>
              <a:prstGeom prst="rect">
                <a:avLst/>
              </a:prstGeom>
            </p:spPr>
            <p:txBody>
              <a:bodyPr lIns="40638" tIns="40638" rIns="40638" bIns="40638" rtlCol="0" anchor="ctr"/>
              <a:lstStyle/>
              <a:p>
                <a:pPr algn="ctr">
                  <a:lnSpc>
                    <a:spcPts val="2015"/>
                  </a:lnSpc>
                </a:pPr>
                <a:endParaRPr sz="1088"/>
              </a:p>
            </p:txBody>
          </p:sp>
        </p:grpSp>
        <p:sp>
          <p:nvSpPr>
            <p:cNvPr id="174" name="TextBox 174"/>
            <p:cNvSpPr txBox="1"/>
            <p:nvPr/>
          </p:nvSpPr>
          <p:spPr>
            <a:xfrm>
              <a:off x="2123904" y="164517"/>
              <a:ext cx="2978856" cy="515548"/>
            </a:xfrm>
            <a:prstGeom prst="rect">
              <a:avLst/>
            </a:prstGeom>
          </p:spPr>
          <p:txBody>
            <a:bodyPr wrap="square" lIns="0" tIns="0" rIns="0" bIns="0" rtlCol="0" anchor="t">
              <a:spAutoFit/>
            </a:bodyPr>
            <a:lstStyle/>
            <a:p>
              <a:pPr>
                <a:lnSpc>
                  <a:spcPts val="2506"/>
                </a:lnSpc>
                <a:spcBef>
                  <a:spcPct val="0"/>
                </a:spcBef>
              </a:pPr>
              <a:r>
                <a:rPr lang="en-US" sz="1790" dirty="0">
                  <a:solidFill>
                    <a:srgbClr val="FDFDFD"/>
                  </a:solidFill>
                  <a:latin typeface="League Spartan"/>
                  <a:ea typeface="League Spartan"/>
                  <a:cs typeface="League Spartan"/>
                  <a:sym typeface="League Spartan"/>
                </a:rPr>
                <a:t>Burger Queen</a:t>
              </a:r>
            </a:p>
          </p:txBody>
        </p:sp>
        <p:sp>
          <p:nvSpPr>
            <p:cNvPr id="175" name="TextBox 175"/>
            <p:cNvSpPr txBox="1"/>
            <p:nvPr/>
          </p:nvSpPr>
          <p:spPr>
            <a:xfrm>
              <a:off x="168119" y="2428516"/>
              <a:ext cx="4362862" cy="2326275"/>
            </a:xfrm>
            <a:prstGeom prst="rect">
              <a:avLst/>
            </a:prstGeom>
          </p:spPr>
          <p:txBody>
            <a:bodyPr lIns="0" tIns="0" rIns="0" bIns="0" rtlCol="0" anchor="t">
              <a:spAutoFit/>
            </a:bodyPr>
            <a:lstStyle/>
            <a:p>
              <a:pPr>
                <a:lnSpc>
                  <a:spcPts val="860"/>
                </a:lnSpc>
              </a:pPr>
              <a:r>
                <a:rPr lang="en-US" sz="614">
                  <a:solidFill>
                    <a:srgbClr val="000000"/>
                  </a:solidFill>
                  <a:latin typeface="Canva Sans"/>
                  <a:ea typeface="Canva Sans"/>
                  <a:cs typeface="Canva Sans"/>
                  <a:sym typeface="Canva Sans"/>
                </a:rPr>
                <a:t>Burger Queen 👑</a:t>
              </a:r>
            </a:p>
            <a:p>
              <a:pPr>
                <a:lnSpc>
                  <a:spcPts val="860"/>
                </a:lnSpc>
              </a:pPr>
              <a:r>
                <a:rPr lang="en-US" sz="614">
                  <a:solidFill>
                    <a:srgbClr val="000000"/>
                  </a:solidFill>
                  <a:latin typeface="Canva Sans"/>
                  <a:ea typeface="Canva Sans"/>
                  <a:cs typeface="Canva Sans"/>
                  <a:sym typeface="Canva Sans"/>
                </a:rPr>
                <a:t> Welcome to Burger Queen, the ultimate destination for burger lovers! We serve up juicy, freshly grilled burgers made with 100% premium beef, fluffy golden buns, and all your favorite toppings — made just the way you like them. From our signature Queen’s Classic to our bold Royal Spicy Melt, every bite is packed with flavor fit for royalty.</a:t>
              </a:r>
            </a:p>
            <a:p>
              <a:pPr>
                <a:lnSpc>
                  <a:spcPts val="860"/>
                </a:lnSpc>
                <a:spcBef>
                  <a:spcPct val="0"/>
                </a:spcBef>
              </a:pPr>
              <a:r>
                <a:rPr lang="en-US" sz="614">
                  <a:solidFill>
                    <a:srgbClr val="000000"/>
                  </a:solidFill>
                  <a:latin typeface="Canva Sans"/>
                  <a:ea typeface="Canva Sans"/>
                  <a:cs typeface="Canva Sans"/>
                  <a:sym typeface="Canva Sans"/>
                </a:rPr>
                <a:t>Pair your burger with crispy fries, creamy milkshakes, and our secret house sauces for the perfect meal. Whether you’re dining in with friends, grabbing takeout, or ordering delivery, Burger Queen promises fast service, great taste, and a touch of royal treatment every time you visit</a:t>
              </a:r>
            </a:p>
            <a:p>
              <a:pPr algn="ctr">
                <a:lnSpc>
                  <a:spcPts val="1074"/>
                </a:lnSpc>
                <a:spcBef>
                  <a:spcPct val="0"/>
                </a:spcBef>
              </a:pPr>
              <a:endParaRPr lang="en-US" sz="614">
                <a:solidFill>
                  <a:srgbClr val="000000"/>
                </a:solidFill>
                <a:latin typeface="Canva Sans"/>
                <a:ea typeface="Canva Sans"/>
                <a:cs typeface="Canva Sans"/>
                <a:sym typeface="Canva Sans"/>
              </a:endParaRPr>
            </a:p>
          </p:txBody>
        </p:sp>
        <p:sp>
          <p:nvSpPr>
            <p:cNvPr id="176" name="TextBox 176"/>
            <p:cNvSpPr txBox="1"/>
            <p:nvPr/>
          </p:nvSpPr>
          <p:spPr>
            <a:xfrm>
              <a:off x="4768739" y="1223624"/>
              <a:ext cx="1962538" cy="3066146"/>
            </a:xfrm>
            <a:prstGeom prst="rect">
              <a:avLst/>
            </a:prstGeom>
          </p:spPr>
          <p:txBody>
            <a:bodyPr lIns="0" tIns="0" rIns="0" bIns="0" rtlCol="0" anchor="t">
              <a:spAutoFit/>
            </a:bodyPr>
            <a:lstStyle/>
            <a:p>
              <a:pPr marL="121579" lvl="1" indent="-60790">
                <a:lnSpc>
                  <a:spcPts val="788"/>
                </a:lnSpc>
                <a:buFont typeface="Arial"/>
                <a:buChar char="•"/>
              </a:pPr>
              <a:r>
                <a:rPr lang="en-US" sz="562" dirty="0">
                  <a:solidFill>
                    <a:srgbClr val="000000"/>
                  </a:solidFill>
                  <a:latin typeface="Canva Sans"/>
                  <a:ea typeface="Canva Sans"/>
                  <a:cs typeface="Canva Sans"/>
                  <a:sym typeface="Canva Sans"/>
                </a:rPr>
                <a:t>📋 Key Information</a:t>
              </a:r>
            </a:p>
            <a:p>
              <a:pPr marL="121579" lvl="1" indent="-60790">
                <a:lnSpc>
                  <a:spcPts val="788"/>
                </a:lnSpc>
                <a:buFont typeface="Arial"/>
                <a:buChar char="•"/>
              </a:pPr>
              <a:r>
                <a:rPr lang="en-US" sz="562" dirty="0">
                  <a:solidFill>
                    <a:srgbClr val="000000"/>
                  </a:solidFill>
                  <a:latin typeface="Canva Sans"/>
                  <a:ea typeface="Canva Sans"/>
                  <a:cs typeface="Canva Sans"/>
                  <a:sym typeface="Canva Sans"/>
                </a:rPr>
                <a:t>Type: Fast food / Casual dining</a:t>
              </a:r>
            </a:p>
            <a:p>
              <a:pPr marL="121579" lvl="1" indent="-60790">
                <a:lnSpc>
                  <a:spcPts val="788"/>
                </a:lnSpc>
                <a:buFont typeface="Arial"/>
                <a:buChar char="•"/>
              </a:pPr>
              <a:r>
                <a:rPr lang="en-US" sz="562" dirty="0">
                  <a:solidFill>
                    <a:srgbClr val="000000"/>
                  </a:solidFill>
                  <a:latin typeface="Canva Sans"/>
                  <a:ea typeface="Canva Sans"/>
                  <a:cs typeface="Canva Sans"/>
                  <a:sym typeface="Canva Sans"/>
                </a:rPr>
                <a:t>Signature Items: Queen’s Classic Burger, Royal Spicy Melt, Crispy Fries, Hand-Spun Shakes</a:t>
              </a:r>
            </a:p>
            <a:p>
              <a:pPr marL="121579" lvl="1" indent="-60790">
                <a:lnSpc>
                  <a:spcPts val="788"/>
                </a:lnSpc>
                <a:buFont typeface="Arial"/>
                <a:buChar char="•"/>
              </a:pPr>
              <a:r>
                <a:rPr lang="en-US" sz="562" dirty="0">
                  <a:solidFill>
                    <a:srgbClr val="000000"/>
                  </a:solidFill>
                  <a:latin typeface="Canva Sans"/>
                  <a:ea typeface="Canva Sans"/>
                  <a:cs typeface="Canva Sans"/>
                  <a:sym typeface="Canva Sans"/>
                </a:rPr>
                <a:t>Average Price Range: $6 – $15 per person</a:t>
              </a:r>
            </a:p>
            <a:p>
              <a:pPr marL="121579" lvl="1" indent="-60790">
                <a:lnSpc>
                  <a:spcPts val="788"/>
                </a:lnSpc>
                <a:buFont typeface="Arial"/>
                <a:buChar char="•"/>
              </a:pPr>
              <a:r>
                <a:rPr lang="en-US" sz="562" dirty="0">
                  <a:solidFill>
                    <a:srgbClr val="000000"/>
                  </a:solidFill>
                  <a:latin typeface="Canva Sans"/>
                  <a:ea typeface="Canva Sans"/>
                  <a:cs typeface="Canva Sans"/>
                  <a:sym typeface="Canva Sans"/>
                </a:rPr>
                <a:t>Average Waiting Time: 8–12 minutes during regular hours; up to 20 minutes at peak times</a:t>
              </a:r>
            </a:p>
            <a:p>
              <a:pPr marL="121579" lvl="1" indent="-60790">
                <a:lnSpc>
                  <a:spcPts val="788"/>
                </a:lnSpc>
                <a:buFont typeface="Arial"/>
                <a:buChar char="•"/>
              </a:pPr>
              <a:r>
                <a:rPr lang="en-US" sz="562" dirty="0">
                  <a:solidFill>
                    <a:srgbClr val="000000"/>
                  </a:solidFill>
                  <a:latin typeface="Canva Sans"/>
                  <a:ea typeface="Canva Sans"/>
                  <a:cs typeface="Canva Sans"/>
                  <a:sym typeface="Canva Sans"/>
                </a:rPr>
                <a:t>Average Delivery Time: 25–35 minutes (may vary by location)</a:t>
              </a:r>
            </a:p>
            <a:p>
              <a:pPr marL="121579" lvl="1" indent="-60790">
                <a:lnSpc>
                  <a:spcPts val="788"/>
                </a:lnSpc>
                <a:buFont typeface="Arial"/>
                <a:buChar char="•"/>
              </a:pPr>
              <a:r>
                <a:rPr lang="en-US" sz="562" dirty="0">
                  <a:solidFill>
                    <a:srgbClr val="000000"/>
                  </a:solidFill>
                  <a:latin typeface="Canva Sans"/>
                  <a:ea typeface="Canva Sans"/>
                  <a:cs typeface="Canva Sans"/>
                  <a:sym typeface="Canva Sans"/>
                </a:rPr>
                <a:t>Seating Capacity: Around 40–50 guests</a:t>
              </a:r>
            </a:p>
            <a:p>
              <a:pPr algn="ctr">
                <a:lnSpc>
                  <a:spcPts val="788"/>
                </a:lnSpc>
                <a:spcBef>
                  <a:spcPct val="0"/>
                </a:spcBef>
              </a:pPr>
              <a:endParaRPr lang="en-US" sz="562" dirty="0">
                <a:solidFill>
                  <a:srgbClr val="000000"/>
                </a:solidFill>
                <a:latin typeface="Canva Sans"/>
                <a:ea typeface="Canva Sans"/>
                <a:cs typeface="Canva Sans"/>
                <a:sym typeface="Canva Sans"/>
              </a:endParaRPr>
            </a:p>
          </p:txBody>
        </p:sp>
        <p:grpSp>
          <p:nvGrpSpPr>
            <p:cNvPr id="177" name="Group 177"/>
            <p:cNvGrpSpPr/>
            <p:nvPr/>
          </p:nvGrpSpPr>
          <p:grpSpPr>
            <a:xfrm>
              <a:off x="0" y="664588"/>
              <a:ext cx="6995380" cy="212142"/>
              <a:chOff x="0" y="0"/>
              <a:chExt cx="2332137" cy="70724"/>
            </a:xfrm>
          </p:grpSpPr>
          <p:sp>
            <p:nvSpPr>
              <p:cNvPr id="178" name="Freeform 178"/>
              <p:cNvSpPr/>
              <p:nvPr/>
            </p:nvSpPr>
            <p:spPr>
              <a:xfrm>
                <a:off x="0" y="0"/>
                <a:ext cx="2332137" cy="70724"/>
              </a:xfrm>
              <a:custGeom>
                <a:avLst/>
                <a:gdLst/>
                <a:ahLst/>
                <a:cxnLst/>
                <a:rect l="l" t="t" r="r" b="b"/>
                <a:pathLst>
                  <a:path w="2332137" h="70724">
                    <a:moveTo>
                      <a:pt x="0" y="0"/>
                    </a:moveTo>
                    <a:lnTo>
                      <a:pt x="2332137" y="0"/>
                    </a:lnTo>
                    <a:lnTo>
                      <a:pt x="2332137" y="70724"/>
                    </a:lnTo>
                    <a:lnTo>
                      <a:pt x="0" y="70724"/>
                    </a:lnTo>
                    <a:close/>
                  </a:path>
                </a:pathLst>
              </a:custGeom>
              <a:solidFill>
                <a:srgbClr val="F34336"/>
              </a:solidFill>
              <a:ln cap="sq">
                <a:noFill/>
                <a:prstDash val="solid"/>
                <a:miter/>
              </a:ln>
            </p:spPr>
            <p:txBody>
              <a:bodyPr/>
              <a:lstStyle/>
              <a:p>
                <a:endParaRPr lang="en-SG" sz="1088"/>
              </a:p>
            </p:txBody>
          </p:sp>
          <p:sp>
            <p:nvSpPr>
              <p:cNvPr id="179" name="TextBox 179"/>
              <p:cNvSpPr txBox="1"/>
              <p:nvPr/>
            </p:nvSpPr>
            <p:spPr>
              <a:xfrm>
                <a:off x="0" y="-28575"/>
                <a:ext cx="2332137" cy="99299"/>
              </a:xfrm>
              <a:prstGeom prst="rect">
                <a:avLst/>
              </a:prstGeom>
            </p:spPr>
            <p:txBody>
              <a:bodyPr lIns="40638" tIns="40638" rIns="40638" bIns="40638" rtlCol="0" anchor="ctr"/>
              <a:lstStyle/>
              <a:p>
                <a:pPr algn="ctr">
                  <a:lnSpc>
                    <a:spcPts val="2015"/>
                  </a:lnSpc>
                </a:pPr>
                <a:endParaRPr sz="1088"/>
              </a:p>
            </p:txBody>
          </p:sp>
        </p:grpSp>
      </p:grpSp>
    </p:spTree>
    <p:extLst>
      <p:ext uri="{BB962C8B-B14F-4D97-AF65-F5344CB8AC3E}">
        <p14:creationId xmlns:p14="http://schemas.microsoft.com/office/powerpoint/2010/main" val="32123613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1149985384"/>
              </p:ext>
            </p:extLst>
          </p:nvPr>
        </p:nvGraphicFramePr>
        <p:xfrm>
          <a:off x="0" y="551790"/>
          <a:ext cx="6562164" cy="6895011"/>
        </p:xfrm>
        <a:graphic>
          <a:graphicData uri="http://schemas.openxmlformats.org/drawingml/2006/table">
            <a:tbl>
              <a:tblPr/>
              <a:tblGrid>
                <a:gridCol w="6562164">
                  <a:extLst>
                    <a:ext uri="{9D8B030D-6E8A-4147-A177-3AD203B41FA5}">
                      <a16:colId xmlns:a16="http://schemas.microsoft.com/office/drawing/2014/main" val="20000"/>
                    </a:ext>
                  </a:extLst>
                </a:gridCol>
              </a:tblGrid>
              <a:tr h="83462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59366">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96679">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5686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61871">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6187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86187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861871">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3" name="Group 3"/>
          <p:cNvGrpSpPr/>
          <p:nvPr/>
        </p:nvGrpSpPr>
        <p:grpSpPr>
          <a:xfrm>
            <a:off x="-5123" y="-30874"/>
            <a:ext cx="6663176" cy="582844"/>
            <a:chOff x="0" y="0"/>
            <a:chExt cx="2594982" cy="812800"/>
          </a:xfrm>
        </p:grpSpPr>
        <p:sp>
          <p:nvSpPr>
            <p:cNvPr id="4" name="Freeform 4"/>
            <p:cNvSpPr/>
            <p:nvPr/>
          </p:nvSpPr>
          <p:spPr>
            <a:xfrm>
              <a:off x="0" y="0"/>
              <a:ext cx="2594982" cy="812800"/>
            </a:xfrm>
            <a:custGeom>
              <a:avLst/>
              <a:gdLst/>
              <a:ahLst/>
              <a:cxnLst/>
              <a:rect l="l" t="t" r="r" b="b"/>
              <a:pathLst>
                <a:path w="2594982" h="812800">
                  <a:moveTo>
                    <a:pt x="0" y="0"/>
                  </a:moveTo>
                  <a:lnTo>
                    <a:pt x="2594982" y="0"/>
                  </a:lnTo>
                  <a:lnTo>
                    <a:pt x="2594982" y="812800"/>
                  </a:lnTo>
                  <a:lnTo>
                    <a:pt x="0" y="812800"/>
                  </a:lnTo>
                  <a:close/>
                </a:path>
              </a:pathLst>
            </a:custGeom>
            <a:solidFill>
              <a:srgbClr val="F34336"/>
            </a:solidFill>
          </p:spPr>
          <p:txBody>
            <a:bodyPr/>
            <a:lstStyle/>
            <a:p>
              <a:endParaRPr lang="en-SG" sz="1088"/>
            </a:p>
          </p:txBody>
        </p:sp>
        <p:sp>
          <p:nvSpPr>
            <p:cNvPr id="5" name="TextBox 5"/>
            <p:cNvSpPr txBox="1"/>
            <p:nvPr/>
          </p:nvSpPr>
          <p:spPr>
            <a:xfrm>
              <a:off x="0" y="-28575"/>
              <a:ext cx="2594982" cy="841375"/>
            </a:xfrm>
            <a:prstGeom prst="rect">
              <a:avLst/>
            </a:prstGeom>
          </p:spPr>
          <p:txBody>
            <a:bodyPr lIns="40638" tIns="40638" rIns="40638" bIns="40638" rtlCol="0" anchor="ctr"/>
            <a:lstStyle/>
            <a:p>
              <a:pPr algn="ctr">
                <a:lnSpc>
                  <a:spcPts val="2016"/>
                </a:lnSpc>
              </a:pPr>
              <a:endParaRPr sz="1088"/>
            </a:p>
          </p:txBody>
        </p:sp>
      </p:grpSp>
      <p:sp>
        <p:nvSpPr>
          <p:cNvPr id="6" name="Freeform 6"/>
          <p:cNvSpPr/>
          <p:nvPr/>
        </p:nvSpPr>
        <p:spPr>
          <a:xfrm>
            <a:off x="5176804" y="88494"/>
            <a:ext cx="332501" cy="269253"/>
          </a:xfrm>
          <a:custGeom>
            <a:avLst/>
            <a:gdLst/>
            <a:ahLst/>
            <a:cxnLst/>
            <a:rect l="l" t="t" r="r" b="b"/>
            <a:pathLst>
              <a:path w="472691" h="394697">
                <a:moveTo>
                  <a:pt x="0" y="0"/>
                </a:moveTo>
                <a:lnTo>
                  <a:pt x="472691" y="0"/>
                </a:lnTo>
                <a:lnTo>
                  <a:pt x="472691" y="394697"/>
                </a:lnTo>
                <a:lnTo>
                  <a:pt x="0" y="3946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SG" sz="1088"/>
          </a:p>
        </p:txBody>
      </p:sp>
      <p:sp>
        <p:nvSpPr>
          <p:cNvPr id="7" name="Freeform 7"/>
          <p:cNvSpPr/>
          <p:nvPr/>
        </p:nvSpPr>
        <p:spPr>
          <a:xfrm>
            <a:off x="187237" y="125054"/>
            <a:ext cx="370152" cy="183592"/>
          </a:xfrm>
          <a:custGeom>
            <a:avLst/>
            <a:gdLst/>
            <a:ahLst/>
            <a:cxnLst/>
            <a:rect l="l" t="t" r="r" b="b"/>
            <a:pathLst>
              <a:path w="583453" h="390383">
                <a:moveTo>
                  <a:pt x="0" y="0"/>
                </a:moveTo>
                <a:lnTo>
                  <a:pt x="583453" y="0"/>
                </a:lnTo>
                <a:lnTo>
                  <a:pt x="583453" y="390383"/>
                </a:lnTo>
                <a:lnTo>
                  <a:pt x="0" y="39038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8" name="Freeform 8"/>
          <p:cNvSpPr/>
          <p:nvPr/>
        </p:nvSpPr>
        <p:spPr>
          <a:xfrm>
            <a:off x="601805" y="120167"/>
            <a:ext cx="368457" cy="177419"/>
          </a:xfrm>
          <a:custGeom>
            <a:avLst/>
            <a:gdLst/>
            <a:ahLst/>
            <a:cxnLst/>
            <a:rect l="l" t="t" r="r" b="b"/>
            <a:pathLst>
              <a:path w="585247" h="392648">
                <a:moveTo>
                  <a:pt x="0" y="0"/>
                </a:moveTo>
                <a:lnTo>
                  <a:pt x="585247" y="0"/>
                </a:lnTo>
                <a:lnTo>
                  <a:pt x="585247" y="392647"/>
                </a:lnTo>
                <a:lnTo>
                  <a:pt x="0" y="39264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SG" sz="1088"/>
          </a:p>
        </p:txBody>
      </p:sp>
      <p:sp>
        <p:nvSpPr>
          <p:cNvPr id="9" name="Freeform 9">
            <a:hlinkClick r:id="rId8" action="ppaction://hlinksldjump"/>
          </p:cNvPr>
          <p:cNvSpPr/>
          <p:nvPr/>
        </p:nvSpPr>
        <p:spPr>
          <a:xfrm>
            <a:off x="6031025" y="86246"/>
            <a:ext cx="242908" cy="271500"/>
          </a:xfrm>
          <a:custGeom>
            <a:avLst/>
            <a:gdLst/>
            <a:ahLst/>
            <a:cxnLst/>
            <a:rect l="l" t="t" r="r" b="b"/>
            <a:pathLst>
              <a:path w="365278" h="392772">
                <a:moveTo>
                  <a:pt x="0" y="0"/>
                </a:moveTo>
                <a:lnTo>
                  <a:pt x="365278" y="0"/>
                </a:lnTo>
                <a:lnTo>
                  <a:pt x="365278" y="392772"/>
                </a:lnTo>
                <a:lnTo>
                  <a:pt x="0" y="39277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SG" sz="1088"/>
          </a:p>
        </p:txBody>
      </p:sp>
      <p:sp>
        <p:nvSpPr>
          <p:cNvPr id="10" name="Freeform 10"/>
          <p:cNvSpPr/>
          <p:nvPr/>
        </p:nvSpPr>
        <p:spPr>
          <a:xfrm>
            <a:off x="4386672" y="100843"/>
            <a:ext cx="268412" cy="274566"/>
          </a:xfrm>
          <a:custGeom>
            <a:avLst/>
            <a:gdLst/>
            <a:ahLst/>
            <a:cxnLst/>
            <a:rect l="l" t="t" r="r" b="b"/>
            <a:pathLst>
              <a:path w="399295" h="414852">
                <a:moveTo>
                  <a:pt x="0" y="0"/>
                </a:moveTo>
                <a:lnTo>
                  <a:pt x="399295" y="0"/>
                </a:lnTo>
                <a:lnTo>
                  <a:pt x="399295" y="414852"/>
                </a:lnTo>
                <a:lnTo>
                  <a:pt x="0" y="41485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SG" sz="1088"/>
          </a:p>
        </p:txBody>
      </p:sp>
      <p:sp>
        <p:nvSpPr>
          <p:cNvPr id="11" name="Freeform 11">
            <a:hlinkClick r:id="rId13" action="ppaction://hlinksldjump"/>
          </p:cNvPr>
          <p:cNvSpPr/>
          <p:nvPr/>
        </p:nvSpPr>
        <p:spPr>
          <a:xfrm>
            <a:off x="9024846" y="79763"/>
            <a:ext cx="332501" cy="332501"/>
          </a:xfrm>
          <a:custGeom>
            <a:avLst/>
            <a:gdLst/>
            <a:ahLst/>
            <a:cxnLst/>
            <a:rect l="l" t="t" r="r" b="b"/>
            <a:pathLst>
              <a:path w="415644" h="415644">
                <a:moveTo>
                  <a:pt x="0" y="0"/>
                </a:moveTo>
                <a:lnTo>
                  <a:pt x="415645" y="0"/>
                </a:lnTo>
                <a:lnTo>
                  <a:pt x="415645" y="415644"/>
                </a:lnTo>
                <a:lnTo>
                  <a:pt x="0" y="41564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
        <p:nvSpPr>
          <p:cNvPr id="12" name="Freeform 12">
            <a:hlinkClick r:id="rId16" action="ppaction://hlinksldjump"/>
          </p:cNvPr>
          <p:cNvSpPr/>
          <p:nvPr/>
        </p:nvSpPr>
        <p:spPr>
          <a:xfrm>
            <a:off x="9660429" y="62770"/>
            <a:ext cx="394835" cy="394835"/>
          </a:xfrm>
          <a:custGeom>
            <a:avLst/>
            <a:gdLst/>
            <a:ahLst/>
            <a:cxnLst/>
            <a:rect l="l" t="t" r="r" b="b"/>
            <a:pathLst>
              <a:path w="493565" h="493565">
                <a:moveTo>
                  <a:pt x="0" y="0"/>
                </a:moveTo>
                <a:lnTo>
                  <a:pt x="493565" y="0"/>
                </a:lnTo>
                <a:lnTo>
                  <a:pt x="493565" y="493565"/>
                </a:lnTo>
                <a:lnTo>
                  <a:pt x="0" y="49356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SG" sz="1088"/>
          </a:p>
        </p:txBody>
      </p:sp>
      <p:grpSp>
        <p:nvGrpSpPr>
          <p:cNvPr id="13" name="Group 13"/>
          <p:cNvGrpSpPr/>
          <p:nvPr/>
        </p:nvGrpSpPr>
        <p:grpSpPr>
          <a:xfrm>
            <a:off x="6787113" y="3133272"/>
            <a:ext cx="1546440" cy="447075"/>
            <a:chOff x="0" y="0"/>
            <a:chExt cx="812800" cy="234980"/>
          </a:xfrm>
        </p:grpSpPr>
        <p:sp>
          <p:nvSpPr>
            <p:cNvPr id="14" name="Freeform 14"/>
            <p:cNvSpPr/>
            <p:nvPr/>
          </p:nvSpPr>
          <p:spPr>
            <a:xfrm>
              <a:off x="0" y="0"/>
              <a:ext cx="812800" cy="234980"/>
            </a:xfrm>
            <a:custGeom>
              <a:avLst/>
              <a:gdLst/>
              <a:ahLst/>
              <a:cxnLst/>
              <a:rect l="l" t="t" r="r" b="b"/>
              <a:pathLst>
                <a:path w="812800" h="234980">
                  <a:moveTo>
                    <a:pt x="117490" y="0"/>
                  </a:moveTo>
                  <a:lnTo>
                    <a:pt x="695310" y="0"/>
                  </a:lnTo>
                  <a:cubicBezTo>
                    <a:pt x="726470" y="0"/>
                    <a:pt x="756354" y="12378"/>
                    <a:pt x="778388" y="34412"/>
                  </a:cubicBezTo>
                  <a:cubicBezTo>
                    <a:pt x="800422" y="56446"/>
                    <a:pt x="812800" y="86330"/>
                    <a:pt x="812800" y="117490"/>
                  </a:cubicBezTo>
                  <a:lnTo>
                    <a:pt x="812800" y="117490"/>
                  </a:lnTo>
                  <a:cubicBezTo>
                    <a:pt x="812800" y="148650"/>
                    <a:pt x="800422" y="178534"/>
                    <a:pt x="778388" y="200568"/>
                  </a:cubicBezTo>
                  <a:cubicBezTo>
                    <a:pt x="756354" y="222602"/>
                    <a:pt x="726470" y="234980"/>
                    <a:pt x="695310" y="234980"/>
                  </a:cubicBezTo>
                  <a:lnTo>
                    <a:pt x="117490" y="234980"/>
                  </a:lnTo>
                  <a:cubicBezTo>
                    <a:pt x="86330" y="234980"/>
                    <a:pt x="56446" y="222602"/>
                    <a:pt x="34412" y="200568"/>
                  </a:cubicBezTo>
                  <a:cubicBezTo>
                    <a:pt x="12378" y="178534"/>
                    <a:pt x="0" y="148650"/>
                    <a:pt x="0" y="117490"/>
                  </a:cubicBezTo>
                  <a:lnTo>
                    <a:pt x="0" y="117490"/>
                  </a:lnTo>
                  <a:cubicBezTo>
                    <a:pt x="0" y="86330"/>
                    <a:pt x="12378" y="56446"/>
                    <a:pt x="34412" y="34412"/>
                  </a:cubicBezTo>
                  <a:cubicBezTo>
                    <a:pt x="56446" y="12378"/>
                    <a:pt x="86330" y="0"/>
                    <a:pt x="117490" y="0"/>
                  </a:cubicBezTo>
                  <a:close/>
                </a:path>
              </a:pathLst>
            </a:custGeom>
            <a:solidFill>
              <a:srgbClr val="F34336"/>
            </a:solidFill>
          </p:spPr>
          <p:txBody>
            <a:bodyPr/>
            <a:lstStyle/>
            <a:p>
              <a:endParaRPr lang="en-SG" sz="1088"/>
            </a:p>
          </p:txBody>
        </p:sp>
        <p:sp>
          <p:nvSpPr>
            <p:cNvPr id="15" name="TextBox 15"/>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grpSp>
        <p:nvGrpSpPr>
          <p:cNvPr id="16" name="Group 16"/>
          <p:cNvGrpSpPr/>
          <p:nvPr/>
        </p:nvGrpSpPr>
        <p:grpSpPr>
          <a:xfrm>
            <a:off x="8515090" y="3134505"/>
            <a:ext cx="1542181" cy="445844"/>
            <a:chOff x="0" y="0"/>
            <a:chExt cx="812800" cy="234980"/>
          </a:xfrm>
        </p:grpSpPr>
        <p:sp>
          <p:nvSpPr>
            <p:cNvPr id="17" name="Freeform 17">
              <a:hlinkClick r:id="rId19" action="ppaction://hlinksldjump"/>
            </p:cNvPr>
            <p:cNvSpPr/>
            <p:nvPr/>
          </p:nvSpPr>
          <p:spPr>
            <a:xfrm>
              <a:off x="0" y="0"/>
              <a:ext cx="812800" cy="234980"/>
            </a:xfrm>
            <a:custGeom>
              <a:avLst/>
              <a:gdLst/>
              <a:ahLst/>
              <a:cxnLst/>
              <a:rect l="l" t="t" r="r" b="b"/>
              <a:pathLst>
                <a:path w="812800" h="234980">
                  <a:moveTo>
                    <a:pt x="117490" y="0"/>
                  </a:moveTo>
                  <a:lnTo>
                    <a:pt x="695310" y="0"/>
                  </a:lnTo>
                  <a:cubicBezTo>
                    <a:pt x="726470" y="0"/>
                    <a:pt x="756354" y="12378"/>
                    <a:pt x="778388" y="34412"/>
                  </a:cubicBezTo>
                  <a:cubicBezTo>
                    <a:pt x="800422" y="56446"/>
                    <a:pt x="812800" y="86330"/>
                    <a:pt x="812800" y="117490"/>
                  </a:cubicBezTo>
                  <a:lnTo>
                    <a:pt x="812800" y="117490"/>
                  </a:lnTo>
                  <a:cubicBezTo>
                    <a:pt x="812800" y="148650"/>
                    <a:pt x="800422" y="178534"/>
                    <a:pt x="778388" y="200568"/>
                  </a:cubicBezTo>
                  <a:cubicBezTo>
                    <a:pt x="756354" y="222602"/>
                    <a:pt x="726470" y="234980"/>
                    <a:pt x="695310" y="234980"/>
                  </a:cubicBezTo>
                  <a:lnTo>
                    <a:pt x="117490" y="234980"/>
                  </a:lnTo>
                  <a:cubicBezTo>
                    <a:pt x="86330" y="234980"/>
                    <a:pt x="56446" y="222602"/>
                    <a:pt x="34412" y="200568"/>
                  </a:cubicBezTo>
                  <a:cubicBezTo>
                    <a:pt x="12378" y="178534"/>
                    <a:pt x="0" y="148650"/>
                    <a:pt x="0" y="117490"/>
                  </a:cubicBezTo>
                  <a:lnTo>
                    <a:pt x="0" y="117490"/>
                  </a:lnTo>
                  <a:cubicBezTo>
                    <a:pt x="0" y="86330"/>
                    <a:pt x="12378" y="56446"/>
                    <a:pt x="34412" y="34412"/>
                  </a:cubicBezTo>
                  <a:cubicBezTo>
                    <a:pt x="56446" y="12378"/>
                    <a:pt x="86330" y="0"/>
                    <a:pt x="117490" y="0"/>
                  </a:cubicBezTo>
                  <a:close/>
                </a:path>
              </a:pathLst>
            </a:custGeom>
            <a:solidFill>
              <a:srgbClr val="F34336"/>
            </a:solidFill>
          </p:spPr>
          <p:txBody>
            <a:bodyPr/>
            <a:lstStyle/>
            <a:p>
              <a:endParaRPr lang="en-SG" sz="1088"/>
            </a:p>
          </p:txBody>
        </p:sp>
        <p:sp>
          <p:nvSpPr>
            <p:cNvPr id="18" name="TextBox 18"/>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sp>
        <p:nvSpPr>
          <p:cNvPr id="19" name="Freeform 19"/>
          <p:cNvSpPr/>
          <p:nvPr/>
        </p:nvSpPr>
        <p:spPr>
          <a:xfrm>
            <a:off x="7680306" y="5295111"/>
            <a:ext cx="216450" cy="216450"/>
          </a:xfrm>
          <a:custGeom>
            <a:avLst/>
            <a:gdLst/>
            <a:ahLst/>
            <a:cxnLst/>
            <a:rect l="l" t="t" r="r" b="b"/>
            <a:pathLst>
              <a:path w="270575" h="270575">
                <a:moveTo>
                  <a:pt x="0" y="0"/>
                </a:moveTo>
                <a:lnTo>
                  <a:pt x="270574" y="0"/>
                </a:lnTo>
                <a:lnTo>
                  <a:pt x="270574" y="270574"/>
                </a:lnTo>
                <a:lnTo>
                  <a:pt x="0" y="270574"/>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20" name="Freeform 20"/>
          <p:cNvSpPr/>
          <p:nvPr/>
        </p:nvSpPr>
        <p:spPr>
          <a:xfrm>
            <a:off x="8608" y="3267982"/>
            <a:ext cx="629155" cy="314578"/>
          </a:xfrm>
          <a:custGeom>
            <a:avLst/>
            <a:gdLst/>
            <a:ahLst/>
            <a:cxnLst/>
            <a:rect l="l" t="t" r="r" b="b"/>
            <a:pathLst>
              <a:path w="786479" h="393240">
                <a:moveTo>
                  <a:pt x="0" y="0"/>
                </a:moveTo>
                <a:lnTo>
                  <a:pt x="786480" y="0"/>
                </a:lnTo>
                <a:lnTo>
                  <a:pt x="786480" y="393239"/>
                </a:lnTo>
                <a:lnTo>
                  <a:pt x="0" y="39323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21" name="Freeform 21"/>
          <p:cNvSpPr/>
          <p:nvPr/>
        </p:nvSpPr>
        <p:spPr>
          <a:xfrm>
            <a:off x="12730" y="876927"/>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22" name="Freeform 22"/>
          <p:cNvSpPr/>
          <p:nvPr/>
        </p:nvSpPr>
        <p:spPr>
          <a:xfrm>
            <a:off x="0" y="4285270"/>
            <a:ext cx="629155" cy="314578"/>
          </a:xfrm>
          <a:custGeom>
            <a:avLst/>
            <a:gdLst/>
            <a:ahLst/>
            <a:cxnLst/>
            <a:rect l="l" t="t" r="r" b="b"/>
            <a:pathLst>
              <a:path w="786479" h="393240">
                <a:moveTo>
                  <a:pt x="0" y="0"/>
                </a:moveTo>
                <a:lnTo>
                  <a:pt x="786480" y="0"/>
                </a:lnTo>
                <a:lnTo>
                  <a:pt x="786480" y="393240"/>
                </a:lnTo>
                <a:lnTo>
                  <a:pt x="0" y="393240"/>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dirty="0"/>
          </a:p>
        </p:txBody>
      </p:sp>
      <p:sp>
        <p:nvSpPr>
          <p:cNvPr id="23" name="Freeform 23"/>
          <p:cNvSpPr/>
          <p:nvPr/>
        </p:nvSpPr>
        <p:spPr>
          <a:xfrm>
            <a:off x="23365" y="5070263"/>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24" name="Freeform 24"/>
          <p:cNvSpPr/>
          <p:nvPr/>
        </p:nvSpPr>
        <p:spPr>
          <a:xfrm>
            <a:off x="9178" y="5953122"/>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25" name="Freeform 25"/>
          <p:cNvSpPr/>
          <p:nvPr/>
        </p:nvSpPr>
        <p:spPr>
          <a:xfrm>
            <a:off x="-5123" y="6716050"/>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dirty="0"/>
          </a:p>
        </p:txBody>
      </p:sp>
      <p:sp>
        <p:nvSpPr>
          <p:cNvPr id="26" name="Freeform 26"/>
          <p:cNvSpPr/>
          <p:nvPr/>
        </p:nvSpPr>
        <p:spPr>
          <a:xfrm>
            <a:off x="23366" y="2521781"/>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27" name="Freeform 27"/>
          <p:cNvSpPr/>
          <p:nvPr/>
        </p:nvSpPr>
        <p:spPr>
          <a:xfrm>
            <a:off x="22061" y="1747651"/>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dirty="0"/>
          </a:p>
        </p:txBody>
      </p:sp>
      <p:sp>
        <p:nvSpPr>
          <p:cNvPr id="28" name="Freeform 28"/>
          <p:cNvSpPr/>
          <p:nvPr/>
        </p:nvSpPr>
        <p:spPr>
          <a:xfrm>
            <a:off x="6117783" y="6800762"/>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lstStyle/>
          <a:p>
            <a:endParaRPr lang="en-SG" sz="1088"/>
          </a:p>
        </p:txBody>
      </p:sp>
      <p:sp>
        <p:nvSpPr>
          <p:cNvPr id="29" name="Freeform 29"/>
          <p:cNvSpPr/>
          <p:nvPr/>
        </p:nvSpPr>
        <p:spPr>
          <a:xfrm>
            <a:off x="6117783" y="2497084"/>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lstStyle/>
          <a:p>
            <a:endParaRPr lang="en-SG" sz="1088"/>
          </a:p>
        </p:txBody>
      </p:sp>
      <p:sp>
        <p:nvSpPr>
          <p:cNvPr id="30" name="Freeform 30"/>
          <p:cNvSpPr/>
          <p:nvPr/>
        </p:nvSpPr>
        <p:spPr>
          <a:xfrm>
            <a:off x="6117783" y="1577123"/>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lstStyle/>
          <a:p>
            <a:endParaRPr lang="en-SG" sz="1088"/>
          </a:p>
        </p:txBody>
      </p:sp>
      <p:sp>
        <p:nvSpPr>
          <p:cNvPr id="31" name="Freeform 31"/>
          <p:cNvSpPr/>
          <p:nvPr/>
        </p:nvSpPr>
        <p:spPr>
          <a:xfrm>
            <a:off x="6117783" y="747423"/>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lstStyle/>
          <a:p>
            <a:endParaRPr lang="en-SG" sz="1088"/>
          </a:p>
        </p:txBody>
      </p:sp>
      <p:sp>
        <p:nvSpPr>
          <p:cNvPr id="32" name="Freeform 32"/>
          <p:cNvSpPr/>
          <p:nvPr/>
        </p:nvSpPr>
        <p:spPr>
          <a:xfrm>
            <a:off x="6117783" y="5127544"/>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lstStyle/>
          <a:p>
            <a:endParaRPr lang="en-SG" sz="1088"/>
          </a:p>
        </p:txBody>
      </p:sp>
      <p:sp>
        <p:nvSpPr>
          <p:cNvPr id="33" name="Freeform 33"/>
          <p:cNvSpPr/>
          <p:nvPr/>
        </p:nvSpPr>
        <p:spPr>
          <a:xfrm>
            <a:off x="6085923" y="4173866"/>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lstStyle/>
          <a:p>
            <a:endParaRPr lang="en-SG" sz="1088"/>
          </a:p>
        </p:txBody>
      </p:sp>
      <p:sp>
        <p:nvSpPr>
          <p:cNvPr id="34" name="Freeform 34"/>
          <p:cNvSpPr/>
          <p:nvPr/>
        </p:nvSpPr>
        <p:spPr>
          <a:xfrm>
            <a:off x="6117783" y="3310972"/>
            <a:ext cx="312305" cy="312305"/>
          </a:xfrm>
          <a:custGeom>
            <a:avLst/>
            <a:gdLst/>
            <a:ahLst/>
            <a:cxnLst/>
            <a:rect l="l" t="t" r="r" b="b"/>
            <a:pathLst>
              <a:path w="390399" h="390399">
                <a:moveTo>
                  <a:pt x="0" y="0"/>
                </a:moveTo>
                <a:lnTo>
                  <a:pt x="390399" y="0"/>
                </a:lnTo>
                <a:lnTo>
                  <a:pt x="390399" y="390398"/>
                </a:lnTo>
                <a:lnTo>
                  <a:pt x="0" y="390398"/>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lstStyle/>
          <a:p>
            <a:endParaRPr lang="en-SG" sz="1088"/>
          </a:p>
        </p:txBody>
      </p:sp>
      <p:sp>
        <p:nvSpPr>
          <p:cNvPr id="35" name="Freeform 35"/>
          <p:cNvSpPr/>
          <p:nvPr/>
        </p:nvSpPr>
        <p:spPr>
          <a:xfrm>
            <a:off x="6085923" y="5931862"/>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lstStyle/>
          <a:p>
            <a:endParaRPr lang="en-SG" sz="1088"/>
          </a:p>
        </p:txBody>
      </p:sp>
      <p:grpSp>
        <p:nvGrpSpPr>
          <p:cNvPr id="36" name="Group 36"/>
          <p:cNvGrpSpPr/>
          <p:nvPr/>
        </p:nvGrpSpPr>
        <p:grpSpPr>
          <a:xfrm>
            <a:off x="6948367" y="1102558"/>
            <a:ext cx="1840568" cy="474845"/>
            <a:chOff x="0" y="0"/>
            <a:chExt cx="654453" cy="168841"/>
          </a:xfrm>
        </p:grpSpPr>
        <p:sp>
          <p:nvSpPr>
            <p:cNvPr id="37" name="Freeform 37"/>
            <p:cNvSpPr/>
            <p:nvPr/>
          </p:nvSpPr>
          <p:spPr>
            <a:xfrm>
              <a:off x="0" y="0"/>
              <a:ext cx="654453" cy="168841"/>
            </a:xfrm>
            <a:custGeom>
              <a:avLst/>
              <a:gdLst/>
              <a:ahLst/>
              <a:cxnLst/>
              <a:rect l="l" t="t" r="r" b="b"/>
              <a:pathLst>
                <a:path w="654453" h="168841">
                  <a:moveTo>
                    <a:pt x="0" y="0"/>
                  </a:moveTo>
                  <a:lnTo>
                    <a:pt x="654453" y="0"/>
                  </a:lnTo>
                  <a:lnTo>
                    <a:pt x="654453" y="168841"/>
                  </a:lnTo>
                  <a:lnTo>
                    <a:pt x="0" y="168841"/>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38" name="TextBox 38"/>
            <p:cNvSpPr txBox="1"/>
            <p:nvPr/>
          </p:nvSpPr>
          <p:spPr>
            <a:xfrm>
              <a:off x="0" y="-28575"/>
              <a:ext cx="654453" cy="197416"/>
            </a:xfrm>
            <a:prstGeom prst="rect">
              <a:avLst/>
            </a:prstGeom>
          </p:spPr>
          <p:txBody>
            <a:bodyPr lIns="40638" tIns="40638" rIns="40638" bIns="40638" rtlCol="0" anchor="ctr"/>
            <a:lstStyle/>
            <a:p>
              <a:pPr algn="ctr">
                <a:lnSpc>
                  <a:spcPts val="2016"/>
                </a:lnSpc>
              </a:pPr>
              <a:endParaRPr sz="1088"/>
            </a:p>
          </p:txBody>
        </p:sp>
      </p:grpSp>
      <p:grpSp>
        <p:nvGrpSpPr>
          <p:cNvPr id="39" name="Group 39"/>
          <p:cNvGrpSpPr/>
          <p:nvPr/>
        </p:nvGrpSpPr>
        <p:grpSpPr>
          <a:xfrm>
            <a:off x="8785225" y="1102558"/>
            <a:ext cx="403148" cy="474845"/>
            <a:chOff x="0" y="0"/>
            <a:chExt cx="143348" cy="168841"/>
          </a:xfrm>
        </p:grpSpPr>
        <p:sp>
          <p:nvSpPr>
            <p:cNvPr id="40" name="Freeform 40"/>
            <p:cNvSpPr/>
            <p:nvPr/>
          </p:nvSpPr>
          <p:spPr>
            <a:xfrm>
              <a:off x="0" y="0"/>
              <a:ext cx="143348" cy="168841"/>
            </a:xfrm>
            <a:custGeom>
              <a:avLst/>
              <a:gdLst/>
              <a:ahLst/>
              <a:cxnLst/>
              <a:rect l="l" t="t" r="r" b="b"/>
              <a:pathLst>
                <a:path w="143348" h="168841">
                  <a:moveTo>
                    <a:pt x="0" y="0"/>
                  </a:moveTo>
                  <a:lnTo>
                    <a:pt x="143348" y="0"/>
                  </a:lnTo>
                  <a:lnTo>
                    <a:pt x="143348" y="168841"/>
                  </a:lnTo>
                  <a:lnTo>
                    <a:pt x="0" y="168841"/>
                  </a:lnTo>
                  <a:close/>
                </a:path>
              </a:pathLst>
            </a:custGeom>
            <a:solidFill>
              <a:srgbClr val="FDFDFD">
                <a:alpha val="38824"/>
              </a:srgbClr>
            </a:solidFill>
            <a:ln w="9525" cap="sq">
              <a:solidFill>
                <a:srgbClr val="000000">
                  <a:alpha val="38824"/>
                </a:srgbClr>
              </a:solidFill>
              <a:prstDash val="solid"/>
              <a:miter/>
            </a:ln>
          </p:spPr>
          <p:txBody>
            <a:bodyPr/>
            <a:lstStyle/>
            <a:p>
              <a:endParaRPr lang="en-SG" sz="1088"/>
            </a:p>
          </p:txBody>
        </p:sp>
        <p:sp>
          <p:nvSpPr>
            <p:cNvPr id="41" name="TextBox 41"/>
            <p:cNvSpPr txBox="1"/>
            <p:nvPr/>
          </p:nvSpPr>
          <p:spPr>
            <a:xfrm>
              <a:off x="0" y="-28575"/>
              <a:ext cx="143348" cy="197416"/>
            </a:xfrm>
            <a:prstGeom prst="rect">
              <a:avLst/>
            </a:prstGeom>
          </p:spPr>
          <p:txBody>
            <a:bodyPr lIns="40638" tIns="40638" rIns="40638" bIns="40638" rtlCol="0" anchor="ctr"/>
            <a:lstStyle/>
            <a:p>
              <a:pPr algn="ctr">
                <a:lnSpc>
                  <a:spcPts val="2016"/>
                </a:lnSpc>
              </a:pPr>
              <a:endParaRPr sz="1088"/>
            </a:p>
          </p:txBody>
        </p:sp>
      </p:grpSp>
      <p:grpSp>
        <p:nvGrpSpPr>
          <p:cNvPr id="42" name="Group 42"/>
          <p:cNvGrpSpPr/>
          <p:nvPr/>
        </p:nvGrpSpPr>
        <p:grpSpPr>
          <a:xfrm>
            <a:off x="7210917" y="2101115"/>
            <a:ext cx="685837" cy="469257"/>
            <a:chOff x="0" y="0"/>
            <a:chExt cx="243864" cy="166854"/>
          </a:xfrm>
        </p:grpSpPr>
        <p:sp>
          <p:nvSpPr>
            <p:cNvPr id="43" name="Freeform 43"/>
            <p:cNvSpPr/>
            <p:nvPr/>
          </p:nvSpPr>
          <p:spPr>
            <a:xfrm>
              <a:off x="0" y="0"/>
              <a:ext cx="243864" cy="166854"/>
            </a:xfrm>
            <a:custGeom>
              <a:avLst/>
              <a:gdLst/>
              <a:ahLst/>
              <a:cxnLst/>
              <a:rect l="l" t="t" r="r" b="b"/>
              <a:pathLst>
                <a:path w="243864" h="166854">
                  <a:moveTo>
                    <a:pt x="0" y="0"/>
                  </a:moveTo>
                  <a:lnTo>
                    <a:pt x="243864" y="0"/>
                  </a:lnTo>
                  <a:lnTo>
                    <a:pt x="243864" y="166854"/>
                  </a:lnTo>
                  <a:lnTo>
                    <a:pt x="0" y="166854"/>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44" name="TextBox 44"/>
            <p:cNvSpPr txBox="1"/>
            <p:nvPr/>
          </p:nvSpPr>
          <p:spPr>
            <a:xfrm>
              <a:off x="0" y="-28575"/>
              <a:ext cx="243864" cy="195429"/>
            </a:xfrm>
            <a:prstGeom prst="rect">
              <a:avLst/>
            </a:prstGeom>
          </p:spPr>
          <p:txBody>
            <a:bodyPr lIns="40638" tIns="40638" rIns="40638" bIns="40638" rtlCol="0" anchor="ctr"/>
            <a:lstStyle/>
            <a:p>
              <a:pPr algn="ctr">
                <a:lnSpc>
                  <a:spcPts val="2016"/>
                </a:lnSpc>
              </a:pPr>
              <a:endParaRPr sz="1088"/>
            </a:p>
          </p:txBody>
        </p:sp>
      </p:grpSp>
      <p:grpSp>
        <p:nvGrpSpPr>
          <p:cNvPr id="45" name="Group 45"/>
          <p:cNvGrpSpPr/>
          <p:nvPr/>
        </p:nvGrpSpPr>
        <p:grpSpPr>
          <a:xfrm>
            <a:off x="6506698" y="551792"/>
            <a:ext cx="110934" cy="7887829"/>
            <a:chOff x="0" y="0"/>
            <a:chExt cx="184898" cy="13146961"/>
          </a:xfrm>
        </p:grpSpPr>
        <p:grpSp>
          <p:nvGrpSpPr>
            <p:cNvPr id="46" name="Group 46"/>
            <p:cNvGrpSpPr/>
            <p:nvPr/>
          </p:nvGrpSpPr>
          <p:grpSpPr>
            <a:xfrm>
              <a:off x="9132" y="3875"/>
              <a:ext cx="175766" cy="507612"/>
              <a:chOff x="0" y="0"/>
              <a:chExt cx="37497" cy="108291"/>
            </a:xfrm>
          </p:grpSpPr>
          <p:sp>
            <p:nvSpPr>
              <p:cNvPr id="47" name="Freeform 47"/>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48" name="TextBox 48"/>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49" name="Group 49"/>
            <p:cNvGrpSpPr/>
            <p:nvPr/>
          </p:nvGrpSpPr>
          <p:grpSpPr>
            <a:xfrm>
              <a:off x="9132" y="0"/>
              <a:ext cx="175766" cy="13146961"/>
              <a:chOff x="0" y="0"/>
              <a:chExt cx="37497" cy="2804685"/>
            </a:xfrm>
          </p:grpSpPr>
          <p:sp>
            <p:nvSpPr>
              <p:cNvPr id="50" name="Freeform 50"/>
              <p:cNvSpPr/>
              <p:nvPr/>
            </p:nvSpPr>
            <p:spPr>
              <a:xfrm>
                <a:off x="0" y="0"/>
                <a:ext cx="37497" cy="2804685"/>
              </a:xfrm>
              <a:custGeom>
                <a:avLst/>
                <a:gdLst/>
                <a:ahLst/>
                <a:cxnLst/>
                <a:rect l="l" t="t" r="r" b="b"/>
                <a:pathLst>
                  <a:path w="37497" h="2804685">
                    <a:moveTo>
                      <a:pt x="0" y="0"/>
                    </a:moveTo>
                    <a:lnTo>
                      <a:pt x="37497" y="0"/>
                    </a:lnTo>
                    <a:lnTo>
                      <a:pt x="37497" y="2804685"/>
                    </a:lnTo>
                    <a:lnTo>
                      <a:pt x="0" y="2804685"/>
                    </a:lnTo>
                    <a:close/>
                  </a:path>
                </a:pathLst>
              </a:custGeom>
              <a:solidFill>
                <a:srgbClr val="FDFDFD"/>
              </a:solidFill>
              <a:ln w="9525" cap="sq">
                <a:solidFill>
                  <a:srgbClr val="000000"/>
                </a:solidFill>
                <a:prstDash val="solid"/>
                <a:miter/>
              </a:ln>
            </p:spPr>
            <p:txBody>
              <a:bodyPr/>
              <a:lstStyle/>
              <a:p>
                <a:endParaRPr lang="en-SG" sz="1088"/>
              </a:p>
            </p:txBody>
          </p:sp>
          <p:sp>
            <p:nvSpPr>
              <p:cNvPr id="51" name="TextBox 51"/>
              <p:cNvSpPr txBox="1"/>
              <p:nvPr/>
            </p:nvSpPr>
            <p:spPr>
              <a:xfrm>
                <a:off x="0" y="-28575"/>
                <a:ext cx="37497" cy="2833260"/>
              </a:xfrm>
              <a:prstGeom prst="rect">
                <a:avLst/>
              </a:prstGeom>
            </p:spPr>
            <p:txBody>
              <a:bodyPr lIns="40638" tIns="40638" rIns="40638" bIns="40638" rtlCol="0" anchor="ctr"/>
              <a:lstStyle/>
              <a:p>
                <a:pPr algn="ctr">
                  <a:lnSpc>
                    <a:spcPts val="2016"/>
                  </a:lnSpc>
                </a:pPr>
                <a:endParaRPr sz="1088"/>
              </a:p>
            </p:txBody>
          </p:sp>
        </p:grpSp>
        <p:grpSp>
          <p:nvGrpSpPr>
            <p:cNvPr id="52" name="Group 52"/>
            <p:cNvGrpSpPr/>
            <p:nvPr/>
          </p:nvGrpSpPr>
          <p:grpSpPr>
            <a:xfrm>
              <a:off x="9132" y="2726176"/>
              <a:ext cx="165100" cy="2140734"/>
              <a:chOff x="0" y="0"/>
              <a:chExt cx="35221" cy="456690"/>
            </a:xfrm>
          </p:grpSpPr>
          <p:sp>
            <p:nvSpPr>
              <p:cNvPr id="53" name="Freeform 53"/>
              <p:cNvSpPr/>
              <p:nvPr/>
            </p:nvSpPr>
            <p:spPr>
              <a:xfrm>
                <a:off x="0" y="0"/>
                <a:ext cx="35221" cy="456690"/>
              </a:xfrm>
              <a:custGeom>
                <a:avLst/>
                <a:gdLst/>
                <a:ahLst/>
                <a:cxnLst/>
                <a:rect l="l" t="t" r="r" b="b"/>
                <a:pathLst>
                  <a:path w="35221" h="456690">
                    <a:moveTo>
                      <a:pt x="0" y="0"/>
                    </a:moveTo>
                    <a:lnTo>
                      <a:pt x="35221" y="0"/>
                    </a:lnTo>
                    <a:lnTo>
                      <a:pt x="35221" y="456690"/>
                    </a:lnTo>
                    <a:lnTo>
                      <a:pt x="0" y="456690"/>
                    </a:lnTo>
                    <a:close/>
                  </a:path>
                </a:pathLst>
              </a:custGeom>
              <a:solidFill>
                <a:srgbClr val="F34336"/>
              </a:solidFill>
              <a:ln cap="sq">
                <a:noFill/>
                <a:prstDash val="solid"/>
                <a:miter/>
              </a:ln>
            </p:spPr>
            <p:txBody>
              <a:bodyPr/>
              <a:lstStyle/>
              <a:p>
                <a:endParaRPr lang="en-SG" sz="1088"/>
              </a:p>
            </p:txBody>
          </p:sp>
          <p:sp>
            <p:nvSpPr>
              <p:cNvPr id="54" name="TextBox 54"/>
              <p:cNvSpPr txBox="1"/>
              <p:nvPr/>
            </p:nvSpPr>
            <p:spPr>
              <a:xfrm>
                <a:off x="0" y="-28575"/>
                <a:ext cx="35221" cy="485265"/>
              </a:xfrm>
              <a:prstGeom prst="rect">
                <a:avLst/>
              </a:prstGeom>
            </p:spPr>
            <p:txBody>
              <a:bodyPr lIns="40638" tIns="40638" rIns="40638" bIns="40638" rtlCol="0" anchor="ctr"/>
              <a:lstStyle/>
              <a:p>
                <a:pPr algn="ctr">
                  <a:lnSpc>
                    <a:spcPts val="2016"/>
                  </a:lnSpc>
                </a:pPr>
                <a:endParaRPr sz="1088"/>
              </a:p>
            </p:txBody>
          </p:sp>
        </p:grpSp>
        <p:grpSp>
          <p:nvGrpSpPr>
            <p:cNvPr id="55" name="Group 55"/>
            <p:cNvGrpSpPr/>
            <p:nvPr/>
          </p:nvGrpSpPr>
          <p:grpSpPr>
            <a:xfrm>
              <a:off x="9132" y="10883818"/>
              <a:ext cx="175766" cy="507612"/>
              <a:chOff x="0" y="0"/>
              <a:chExt cx="37497" cy="108291"/>
            </a:xfrm>
          </p:grpSpPr>
          <p:sp>
            <p:nvSpPr>
              <p:cNvPr id="56" name="Freeform 56"/>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57" name="TextBox 57"/>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58" name="Group 58"/>
            <p:cNvGrpSpPr/>
            <p:nvPr/>
          </p:nvGrpSpPr>
          <p:grpSpPr>
            <a:xfrm>
              <a:off x="45096" y="175561"/>
              <a:ext cx="139802" cy="122326"/>
              <a:chOff x="0" y="0"/>
              <a:chExt cx="812800" cy="711200"/>
            </a:xfrm>
          </p:grpSpPr>
          <p:sp>
            <p:nvSpPr>
              <p:cNvPr id="59" name="Freeform 5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34336"/>
              </a:solidFill>
            </p:spPr>
            <p:txBody>
              <a:bodyPr/>
              <a:lstStyle/>
              <a:p>
                <a:endParaRPr lang="en-SG" sz="1088"/>
              </a:p>
            </p:txBody>
          </p:sp>
          <p:sp>
            <p:nvSpPr>
              <p:cNvPr id="60" name="TextBox 60"/>
              <p:cNvSpPr txBox="1"/>
              <p:nvPr/>
            </p:nvSpPr>
            <p:spPr>
              <a:xfrm>
                <a:off x="127000" y="301625"/>
                <a:ext cx="558800" cy="358775"/>
              </a:xfrm>
              <a:prstGeom prst="rect">
                <a:avLst/>
              </a:prstGeom>
            </p:spPr>
            <p:txBody>
              <a:bodyPr lIns="40638" tIns="40638" rIns="40638" bIns="40638" rtlCol="0" anchor="ctr"/>
              <a:lstStyle/>
              <a:p>
                <a:pPr algn="ctr">
                  <a:lnSpc>
                    <a:spcPts val="2016"/>
                  </a:lnSpc>
                </a:pPr>
                <a:endParaRPr sz="1088"/>
              </a:p>
            </p:txBody>
          </p:sp>
        </p:grpSp>
        <p:grpSp>
          <p:nvGrpSpPr>
            <p:cNvPr id="61" name="Group 61"/>
            <p:cNvGrpSpPr/>
            <p:nvPr/>
          </p:nvGrpSpPr>
          <p:grpSpPr>
            <a:xfrm>
              <a:off x="0" y="11085671"/>
              <a:ext cx="174232" cy="152453"/>
              <a:chOff x="0" y="0"/>
              <a:chExt cx="812800" cy="711200"/>
            </a:xfrm>
          </p:grpSpPr>
          <p:sp>
            <p:nvSpPr>
              <p:cNvPr id="62" name="Freeform 6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63" name="TextBox 63"/>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a:p>
            </p:txBody>
          </p:sp>
        </p:grpSp>
      </p:grpSp>
      <p:grpSp>
        <p:nvGrpSpPr>
          <p:cNvPr id="64" name="Group 64"/>
          <p:cNvGrpSpPr/>
          <p:nvPr/>
        </p:nvGrpSpPr>
        <p:grpSpPr>
          <a:xfrm>
            <a:off x="8849712" y="1218644"/>
            <a:ext cx="201735" cy="176518"/>
            <a:chOff x="0" y="0"/>
            <a:chExt cx="812800" cy="711200"/>
          </a:xfrm>
        </p:grpSpPr>
        <p:sp>
          <p:nvSpPr>
            <p:cNvPr id="65" name="Freeform 65"/>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66" name="TextBox 66"/>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a:p>
          </p:txBody>
        </p:sp>
      </p:grpSp>
      <p:sp>
        <p:nvSpPr>
          <p:cNvPr id="67" name="TextBox 67"/>
          <p:cNvSpPr txBox="1"/>
          <p:nvPr/>
        </p:nvSpPr>
        <p:spPr>
          <a:xfrm>
            <a:off x="1970349" y="52193"/>
            <a:ext cx="1798472" cy="420884"/>
          </a:xfrm>
          <a:prstGeom prst="rect">
            <a:avLst/>
          </a:prstGeom>
        </p:spPr>
        <p:txBody>
          <a:bodyPr lIns="0" tIns="0" rIns="0" bIns="0" rtlCol="0" anchor="t">
            <a:spAutoFit/>
          </a:bodyPr>
          <a:lstStyle/>
          <a:p>
            <a:pPr>
              <a:lnSpc>
                <a:spcPts val="3414"/>
              </a:lnSpc>
              <a:spcBef>
                <a:spcPct val="0"/>
              </a:spcBef>
            </a:pPr>
            <a:r>
              <a:rPr lang="en-US" sz="2439" dirty="0">
                <a:solidFill>
                  <a:srgbClr val="FFFFFF"/>
                </a:solidFill>
                <a:latin typeface="League Spartan"/>
                <a:ea typeface="League Spartan"/>
                <a:cs typeface="League Spartan"/>
                <a:sym typeface="League Spartan"/>
              </a:rPr>
              <a:t>Plan Trip</a:t>
            </a:r>
          </a:p>
        </p:txBody>
      </p:sp>
      <p:sp>
        <p:nvSpPr>
          <p:cNvPr id="68" name="TextBox 68"/>
          <p:cNvSpPr txBox="1"/>
          <p:nvPr/>
        </p:nvSpPr>
        <p:spPr>
          <a:xfrm>
            <a:off x="7280124" y="3223639"/>
            <a:ext cx="680217" cy="248594"/>
          </a:xfrm>
          <a:prstGeom prst="rect">
            <a:avLst/>
          </a:prstGeom>
        </p:spPr>
        <p:txBody>
          <a:bodyPr wrap="square" lIns="0" tIns="0" rIns="0" bIns="0" rtlCol="0" anchor="t">
            <a:spAutoFit/>
          </a:bodyPr>
          <a:lstStyle/>
          <a:p>
            <a:pPr algn="ctr">
              <a:lnSpc>
                <a:spcPts val="2046"/>
              </a:lnSpc>
              <a:spcBef>
                <a:spcPct val="0"/>
              </a:spcBef>
            </a:pPr>
            <a:r>
              <a:rPr lang="en-US" sz="1461" dirty="0">
                <a:solidFill>
                  <a:srgbClr val="FFFFFF"/>
                </a:solidFill>
                <a:latin typeface="League Spartan"/>
                <a:ea typeface="League Spartan"/>
                <a:cs typeface="League Spartan"/>
                <a:sym typeface="League Spartan"/>
              </a:rPr>
              <a:t>Reset</a:t>
            </a:r>
          </a:p>
        </p:txBody>
      </p:sp>
      <p:sp>
        <p:nvSpPr>
          <p:cNvPr id="69" name="TextBox 69"/>
          <p:cNvSpPr txBox="1"/>
          <p:nvPr/>
        </p:nvSpPr>
        <p:spPr>
          <a:xfrm>
            <a:off x="9024846" y="3224558"/>
            <a:ext cx="587466" cy="248466"/>
          </a:xfrm>
          <a:prstGeom prst="rect">
            <a:avLst/>
          </a:prstGeom>
        </p:spPr>
        <p:txBody>
          <a:bodyPr wrap="square" lIns="0" tIns="0" rIns="0" bIns="0" rtlCol="0" anchor="t">
            <a:spAutoFit/>
          </a:bodyPr>
          <a:lstStyle/>
          <a:p>
            <a:pPr algn="ctr">
              <a:lnSpc>
                <a:spcPts val="2040"/>
              </a:lnSpc>
              <a:spcBef>
                <a:spcPct val="0"/>
              </a:spcBef>
            </a:pPr>
            <a:r>
              <a:rPr lang="en-US" sz="1457" dirty="0">
                <a:solidFill>
                  <a:srgbClr val="FFFFFF"/>
                </a:solidFill>
                <a:latin typeface="League Spartan"/>
                <a:ea typeface="League Spartan"/>
                <a:cs typeface="League Spartan"/>
                <a:sym typeface="League Spartan"/>
              </a:rPr>
              <a:t>Save</a:t>
            </a:r>
          </a:p>
        </p:txBody>
      </p:sp>
      <p:sp>
        <p:nvSpPr>
          <p:cNvPr id="70" name="TextBox 70"/>
          <p:cNvSpPr txBox="1"/>
          <p:nvPr/>
        </p:nvSpPr>
        <p:spPr>
          <a:xfrm>
            <a:off x="6948366" y="746560"/>
            <a:ext cx="731939" cy="240066"/>
          </a:xfrm>
          <a:prstGeom prst="rect">
            <a:avLst/>
          </a:prstGeom>
        </p:spPr>
        <p:txBody>
          <a:bodyPr wrap="square"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Type</a:t>
            </a:r>
          </a:p>
        </p:txBody>
      </p:sp>
      <p:sp>
        <p:nvSpPr>
          <p:cNvPr id="71" name="TextBox 71"/>
          <p:cNvSpPr txBox="1"/>
          <p:nvPr/>
        </p:nvSpPr>
        <p:spPr>
          <a:xfrm>
            <a:off x="1075681" y="913288"/>
            <a:ext cx="1855276"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Burger Queen</a:t>
            </a:r>
          </a:p>
        </p:txBody>
      </p:sp>
      <p:sp>
        <p:nvSpPr>
          <p:cNvPr id="72" name="TextBox 72"/>
          <p:cNvSpPr txBox="1"/>
          <p:nvPr/>
        </p:nvSpPr>
        <p:spPr>
          <a:xfrm>
            <a:off x="1075681" y="4262895"/>
            <a:ext cx="1508265"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Music Show</a:t>
            </a:r>
          </a:p>
        </p:txBody>
      </p:sp>
      <p:sp>
        <p:nvSpPr>
          <p:cNvPr id="73" name="TextBox 73"/>
          <p:cNvSpPr txBox="1"/>
          <p:nvPr/>
        </p:nvSpPr>
        <p:spPr>
          <a:xfrm>
            <a:off x="1078431" y="2688680"/>
            <a:ext cx="1558581"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Bumper cars</a:t>
            </a:r>
          </a:p>
        </p:txBody>
      </p:sp>
      <p:sp>
        <p:nvSpPr>
          <p:cNvPr id="74" name="TextBox 74"/>
          <p:cNvSpPr txBox="1"/>
          <p:nvPr/>
        </p:nvSpPr>
        <p:spPr>
          <a:xfrm>
            <a:off x="1111633" y="5183403"/>
            <a:ext cx="1783371"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Ferris wheels</a:t>
            </a:r>
          </a:p>
        </p:txBody>
      </p:sp>
      <p:sp>
        <p:nvSpPr>
          <p:cNvPr id="75" name="TextBox 75"/>
          <p:cNvSpPr txBox="1"/>
          <p:nvPr/>
        </p:nvSpPr>
        <p:spPr>
          <a:xfrm>
            <a:off x="1075681" y="6716050"/>
            <a:ext cx="1332514"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Fireworks</a:t>
            </a:r>
          </a:p>
        </p:txBody>
      </p:sp>
      <p:sp>
        <p:nvSpPr>
          <p:cNvPr id="76" name="TextBox 76"/>
          <p:cNvSpPr txBox="1"/>
          <p:nvPr/>
        </p:nvSpPr>
        <p:spPr>
          <a:xfrm>
            <a:off x="1040338" y="5970511"/>
            <a:ext cx="1810425"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Ice Cream Corner</a:t>
            </a:r>
          </a:p>
        </p:txBody>
      </p:sp>
      <p:sp>
        <p:nvSpPr>
          <p:cNvPr id="77" name="TextBox 77"/>
          <p:cNvSpPr txBox="1"/>
          <p:nvPr/>
        </p:nvSpPr>
        <p:spPr>
          <a:xfrm>
            <a:off x="1160710" y="3475787"/>
            <a:ext cx="1183620"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Pizza House</a:t>
            </a:r>
          </a:p>
        </p:txBody>
      </p:sp>
      <p:sp>
        <p:nvSpPr>
          <p:cNvPr id="78" name="TextBox 78"/>
          <p:cNvSpPr txBox="1"/>
          <p:nvPr/>
        </p:nvSpPr>
        <p:spPr>
          <a:xfrm>
            <a:off x="1137773" y="1818906"/>
            <a:ext cx="1871248"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Castle Playtime</a:t>
            </a:r>
          </a:p>
        </p:txBody>
      </p:sp>
      <p:sp>
        <p:nvSpPr>
          <p:cNvPr id="79" name="TextBox 79"/>
          <p:cNvSpPr txBox="1"/>
          <p:nvPr/>
        </p:nvSpPr>
        <p:spPr>
          <a:xfrm>
            <a:off x="737481" y="934550"/>
            <a:ext cx="167347"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1.</a:t>
            </a:r>
          </a:p>
        </p:txBody>
      </p:sp>
      <p:sp>
        <p:nvSpPr>
          <p:cNvPr id="80" name="TextBox 80"/>
          <p:cNvSpPr txBox="1"/>
          <p:nvPr/>
        </p:nvSpPr>
        <p:spPr>
          <a:xfrm>
            <a:off x="739574" y="1797669"/>
            <a:ext cx="169252"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2.</a:t>
            </a:r>
          </a:p>
        </p:txBody>
      </p:sp>
      <p:sp>
        <p:nvSpPr>
          <p:cNvPr id="81" name="TextBox 81"/>
          <p:cNvSpPr txBox="1"/>
          <p:nvPr/>
        </p:nvSpPr>
        <p:spPr>
          <a:xfrm>
            <a:off x="667840" y="2626429"/>
            <a:ext cx="236987"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3.</a:t>
            </a:r>
          </a:p>
        </p:txBody>
      </p:sp>
      <p:sp>
        <p:nvSpPr>
          <p:cNvPr id="82" name="TextBox 82"/>
          <p:cNvSpPr txBox="1"/>
          <p:nvPr/>
        </p:nvSpPr>
        <p:spPr>
          <a:xfrm>
            <a:off x="667853" y="6842483"/>
            <a:ext cx="226131" cy="264624"/>
          </a:xfrm>
          <a:prstGeom prst="rect">
            <a:avLst/>
          </a:prstGeom>
        </p:spPr>
        <p:txBody>
          <a:bodyPr wrap="square" lIns="0" tIns="0" rIns="0" bIns="0" rtlCol="0" anchor="t">
            <a:spAutoFit/>
          </a:bodyPr>
          <a:lstStyle/>
          <a:p>
            <a:pPr>
              <a:lnSpc>
                <a:spcPts val="2240"/>
              </a:lnSpc>
              <a:spcBef>
                <a:spcPct val="0"/>
              </a:spcBef>
            </a:pPr>
            <a:r>
              <a:rPr lang="en-US" sz="1600" b="1" dirty="0">
                <a:solidFill>
                  <a:srgbClr val="000000"/>
                </a:solidFill>
                <a:latin typeface="Canva Sans Bold"/>
                <a:ea typeface="Canva Sans Bold"/>
                <a:cs typeface="Canva Sans Bold"/>
                <a:sym typeface="Canva Sans Bold"/>
              </a:rPr>
              <a:t>8.</a:t>
            </a:r>
          </a:p>
        </p:txBody>
      </p:sp>
      <p:sp>
        <p:nvSpPr>
          <p:cNvPr id="83" name="TextBox 83"/>
          <p:cNvSpPr txBox="1"/>
          <p:nvPr/>
        </p:nvSpPr>
        <p:spPr>
          <a:xfrm>
            <a:off x="678422" y="5994356"/>
            <a:ext cx="167446"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7.</a:t>
            </a:r>
          </a:p>
        </p:txBody>
      </p:sp>
      <p:sp>
        <p:nvSpPr>
          <p:cNvPr id="84" name="TextBox 84"/>
          <p:cNvSpPr txBox="1"/>
          <p:nvPr/>
        </p:nvSpPr>
        <p:spPr>
          <a:xfrm>
            <a:off x="711874" y="5148677"/>
            <a:ext cx="288403"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6.</a:t>
            </a:r>
          </a:p>
        </p:txBody>
      </p:sp>
      <p:sp>
        <p:nvSpPr>
          <p:cNvPr id="85" name="TextBox 85"/>
          <p:cNvSpPr txBox="1"/>
          <p:nvPr/>
        </p:nvSpPr>
        <p:spPr>
          <a:xfrm>
            <a:off x="702545" y="4311654"/>
            <a:ext cx="191439"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5.</a:t>
            </a:r>
          </a:p>
        </p:txBody>
      </p:sp>
      <p:sp>
        <p:nvSpPr>
          <p:cNvPr id="86" name="TextBox 86"/>
          <p:cNvSpPr txBox="1"/>
          <p:nvPr/>
        </p:nvSpPr>
        <p:spPr>
          <a:xfrm>
            <a:off x="681858" y="3432202"/>
            <a:ext cx="288404"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4.</a:t>
            </a:r>
          </a:p>
        </p:txBody>
      </p:sp>
      <p:sp>
        <p:nvSpPr>
          <p:cNvPr id="87" name="TextBox 87"/>
          <p:cNvSpPr txBox="1"/>
          <p:nvPr/>
        </p:nvSpPr>
        <p:spPr>
          <a:xfrm>
            <a:off x="4988361" y="5298968"/>
            <a:ext cx="553188"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500 m </a:t>
            </a:r>
          </a:p>
        </p:txBody>
      </p:sp>
      <p:sp>
        <p:nvSpPr>
          <p:cNvPr id="88" name="TextBox 88"/>
          <p:cNvSpPr txBox="1"/>
          <p:nvPr/>
        </p:nvSpPr>
        <p:spPr>
          <a:xfrm>
            <a:off x="4960702" y="2728637"/>
            <a:ext cx="414224" cy="215444"/>
          </a:xfrm>
          <a:prstGeom prst="rect">
            <a:avLst/>
          </a:prstGeom>
        </p:spPr>
        <p:txBody>
          <a:bodyPr lIns="0" tIns="0" rIns="0" bIns="0" rtlCol="0" anchor="t">
            <a:spAutoFit/>
          </a:bodyPr>
          <a:lstStyle/>
          <a:p>
            <a:pPr>
              <a:lnSpc>
                <a:spcPts val="1791"/>
              </a:lnSpc>
              <a:spcBef>
                <a:spcPct val="0"/>
              </a:spcBef>
            </a:pPr>
            <a:r>
              <a:rPr lang="en-US" sz="1279" dirty="0">
                <a:solidFill>
                  <a:srgbClr val="000000"/>
                </a:solidFill>
                <a:latin typeface="Canva Sans"/>
                <a:ea typeface="Canva Sans"/>
                <a:cs typeface="Canva Sans"/>
                <a:sym typeface="Canva Sans"/>
              </a:rPr>
              <a:t>25 m </a:t>
            </a:r>
          </a:p>
        </p:txBody>
      </p:sp>
      <p:sp>
        <p:nvSpPr>
          <p:cNvPr id="89" name="TextBox 89"/>
          <p:cNvSpPr txBox="1"/>
          <p:nvPr/>
        </p:nvSpPr>
        <p:spPr>
          <a:xfrm>
            <a:off x="4950065" y="4451811"/>
            <a:ext cx="528329"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250 m </a:t>
            </a:r>
          </a:p>
        </p:txBody>
      </p:sp>
      <p:sp>
        <p:nvSpPr>
          <p:cNvPr id="90" name="TextBox 90"/>
          <p:cNvSpPr txBox="1"/>
          <p:nvPr/>
        </p:nvSpPr>
        <p:spPr>
          <a:xfrm>
            <a:off x="4943875" y="3597805"/>
            <a:ext cx="540711"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100 m </a:t>
            </a:r>
          </a:p>
        </p:txBody>
      </p:sp>
      <p:sp>
        <p:nvSpPr>
          <p:cNvPr id="91" name="TextBox 91"/>
          <p:cNvSpPr txBox="1"/>
          <p:nvPr/>
        </p:nvSpPr>
        <p:spPr>
          <a:xfrm>
            <a:off x="4928207" y="1919522"/>
            <a:ext cx="423177"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70 m </a:t>
            </a:r>
          </a:p>
        </p:txBody>
      </p:sp>
      <p:sp>
        <p:nvSpPr>
          <p:cNvPr id="92" name="TextBox 92"/>
          <p:cNvSpPr txBox="1"/>
          <p:nvPr/>
        </p:nvSpPr>
        <p:spPr>
          <a:xfrm>
            <a:off x="4988361" y="1048873"/>
            <a:ext cx="411462"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15 m </a:t>
            </a:r>
          </a:p>
        </p:txBody>
      </p:sp>
      <p:sp>
        <p:nvSpPr>
          <p:cNvPr id="93" name="TextBox 93"/>
          <p:cNvSpPr txBox="1"/>
          <p:nvPr/>
        </p:nvSpPr>
        <p:spPr>
          <a:xfrm>
            <a:off x="5042971" y="6859328"/>
            <a:ext cx="518804"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120 m </a:t>
            </a:r>
          </a:p>
        </p:txBody>
      </p:sp>
      <p:sp>
        <p:nvSpPr>
          <p:cNvPr id="94" name="TextBox 94"/>
          <p:cNvSpPr txBox="1"/>
          <p:nvPr/>
        </p:nvSpPr>
        <p:spPr>
          <a:xfrm>
            <a:off x="5017063" y="6180525"/>
            <a:ext cx="642433"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2500 m </a:t>
            </a:r>
          </a:p>
        </p:txBody>
      </p:sp>
      <p:sp>
        <p:nvSpPr>
          <p:cNvPr id="95" name="TextBox 95"/>
          <p:cNvSpPr txBox="1"/>
          <p:nvPr/>
        </p:nvSpPr>
        <p:spPr>
          <a:xfrm>
            <a:off x="3111507" y="1059728"/>
            <a:ext cx="1168667"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10:00 - 10:30</a:t>
            </a:r>
          </a:p>
        </p:txBody>
      </p:sp>
      <p:sp>
        <p:nvSpPr>
          <p:cNvPr id="96" name="TextBox 96"/>
          <p:cNvSpPr txBox="1"/>
          <p:nvPr/>
        </p:nvSpPr>
        <p:spPr>
          <a:xfrm>
            <a:off x="3112728" y="1932199"/>
            <a:ext cx="1228589"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10:35 - 11:30</a:t>
            </a:r>
          </a:p>
        </p:txBody>
      </p:sp>
      <p:sp>
        <p:nvSpPr>
          <p:cNvPr id="97" name="TextBox 97"/>
          <p:cNvSpPr txBox="1"/>
          <p:nvPr/>
        </p:nvSpPr>
        <p:spPr>
          <a:xfrm>
            <a:off x="3049178" y="2804670"/>
            <a:ext cx="1168667"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11:35 - 12:05</a:t>
            </a:r>
          </a:p>
        </p:txBody>
      </p:sp>
      <p:sp>
        <p:nvSpPr>
          <p:cNvPr id="98" name="TextBox 98"/>
          <p:cNvSpPr txBox="1"/>
          <p:nvPr/>
        </p:nvSpPr>
        <p:spPr>
          <a:xfrm>
            <a:off x="3121069" y="3658237"/>
            <a:ext cx="1271153"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12:10 - 12:50</a:t>
            </a:r>
          </a:p>
        </p:txBody>
      </p:sp>
      <p:sp>
        <p:nvSpPr>
          <p:cNvPr id="99" name="TextBox 99"/>
          <p:cNvSpPr txBox="1"/>
          <p:nvPr/>
        </p:nvSpPr>
        <p:spPr>
          <a:xfrm>
            <a:off x="3049781" y="4511804"/>
            <a:ext cx="1363638"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12:55 - 13.30</a:t>
            </a:r>
          </a:p>
        </p:txBody>
      </p:sp>
      <p:sp>
        <p:nvSpPr>
          <p:cNvPr id="100" name="TextBox 100"/>
          <p:cNvSpPr txBox="1"/>
          <p:nvPr/>
        </p:nvSpPr>
        <p:spPr>
          <a:xfrm>
            <a:off x="3102299" y="5315683"/>
            <a:ext cx="1264864"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13:40 - 14.30</a:t>
            </a:r>
          </a:p>
        </p:txBody>
      </p:sp>
      <p:sp>
        <p:nvSpPr>
          <p:cNvPr id="101" name="TextBox 101"/>
          <p:cNvSpPr txBox="1"/>
          <p:nvPr/>
        </p:nvSpPr>
        <p:spPr>
          <a:xfrm>
            <a:off x="3121808" y="6140691"/>
            <a:ext cx="1264864"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14:35 - 14.55</a:t>
            </a:r>
          </a:p>
        </p:txBody>
      </p:sp>
      <p:sp>
        <p:nvSpPr>
          <p:cNvPr id="102" name="TextBox 102"/>
          <p:cNvSpPr txBox="1"/>
          <p:nvPr/>
        </p:nvSpPr>
        <p:spPr>
          <a:xfrm>
            <a:off x="3124507" y="6780346"/>
            <a:ext cx="126216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18:00 - 19:00</a:t>
            </a:r>
          </a:p>
        </p:txBody>
      </p:sp>
      <p:sp>
        <p:nvSpPr>
          <p:cNvPr id="103" name="TextBox 103"/>
          <p:cNvSpPr txBox="1"/>
          <p:nvPr/>
        </p:nvSpPr>
        <p:spPr>
          <a:xfrm>
            <a:off x="6930004" y="1772339"/>
            <a:ext cx="2216159" cy="240066"/>
          </a:xfrm>
          <a:prstGeom prst="rect">
            <a:avLst/>
          </a:prstGeom>
        </p:spPr>
        <p:txBody>
          <a:bodyPr wrap="square"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Average Waiting Time</a:t>
            </a:r>
          </a:p>
        </p:txBody>
      </p:sp>
      <p:sp>
        <p:nvSpPr>
          <p:cNvPr id="104" name="TextBox 104"/>
          <p:cNvSpPr txBox="1"/>
          <p:nvPr/>
        </p:nvSpPr>
        <p:spPr>
          <a:xfrm>
            <a:off x="7960342" y="2194969"/>
            <a:ext cx="212685" cy="274100"/>
          </a:xfrm>
          <a:prstGeom prst="rect">
            <a:avLst/>
          </a:prstGeom>
        </p:spPr>
        <p:txBody>
          <a:bodyPr wrap="square" lIns="0" tIns="0" rIns="0" bIns="0" rtlCol="0" anchor="t">
            <a:spAutoFit/>
          </a:bodyPr>
          <a:lstStyle/>
          <a:p>
            <a:pPr algn="ctr">
              <a:lnSpc>
                <a:spcPts val="2239"/>
              </a:lnSpc>
              <a:spcBef>
                <a:spcPct val="0"/>
              </a:spcBef>
            </a:pPr>
            <a:r>
              <a:rPr lang="en-US" sz="1599" dirty="0">
                <a:solidFill>
                  <a:srgbClr val="000000"/>
                </a:solidFill>
                <a:latin typeface="Canva Sans"/>
                <a:ea typeface="Canva Sans"/>
                <a:cs typeface="Canva Sans"/>
                <a:sym typeface="Canva Sans"/>
              </a:rPr>
              <a:t>+</a:t>
            </a:r>
          </a:p>
        </p:txBody>
      </p:sp>
      <p:sp>
        <p:nvSpPr>
          <p:cNvPr id="105" name="TextBox 105"/>
          <p:cNvSpPr txBox="1"/>
          <p:nvPr/>
        </p:nvSpPr>
        <p:spPr>
          <a:xfrm>
            <a:off x="6884831" y="1981751"/>
            <a:ext cx="162712" cy="563872"/>
          </a:xfrm>
          <a:prstGeom prst="rect">
            <a:avLst/>
          </a:prstGeom>
        </p:spPr>
        <p:txBody>
          <a:bodyPr lIns="0" tIns="0" rIns="0" bIns="0" rtlCol="0" anchor="t">
            <a:spAutoFit/>
          </a:bodyPr>
          <a:lstStyle/>
          <a:p>
            <a:pPr algn="ctr">
              <a:lnSpc>
                <a:spcPts val="4730"/>
              </a:lnSpc>
              <a:spcBef>
                <a:spcPct val="0"/>
              </a:spcBef>
            </a:pPr>
            <a:r>
              <a:rPr lang="en-US" sz="3378" dirty="0">
                <a:solidFill>
                  <a:srgbClr val="000000"/>
                </a:solidFill>
                <a:latin typeface="Canva Sans"/>
                <a:ea typeface="Canva Sans"/>
                <a:cs typeface="Canva Sans"/>
                <a:sym typeface="Canva Sans"/>
              </a:rPr>
              <a:t>-</a:t>
            </a:r>
          </a:p>
        </p:txBody>
      </p:sp>
      <p:sp>
        <p:nvSpPr>
          <p:cNvPr id="106" name="TextBox 106"/>
          <p:cNvSpPr txBox="1"/>
          <p:nvPr/>
        </p:nvSpPr>
        <p:spPr>
          <a:xfrm>
            <a:off x="8264838" y="2210767"/>
            <a:ext cx="421272" cy="240066"/>
          </a:xfrm>
          <a:prstGeom prst="rect">
            <a:avLst/>
          </a:prstGeom>
        </p:spPr>
        <p:txBody>
          <a:bodyPr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mins</a:t>
            </a:r>
          </a:p>
        </p:txBody>
      </p:sp>
      <p:grpSp>
        <p:nvGrpSpPr>
          <p:cNvPr id="107" name="Group 107"/>
          <p:cNvGrpSpPr/>
          <p:nvPr/>
        </p:nvGrpSpPr>
        <p:grpSpPr>
          <a:xfrm>
            <a:off x="6932608" y="5921383"/>
            <a:ext cx="3124661" cy="1285914"/>
            <a:chOff x="0" y="0"/>
            <a:chExt cx="1111039" cy="457234"/>
          </a:xfrm>
        </p:grpSpPr>
        <p:sp>
          <p:nvSpPr>
            <p:cNvPr id="108" name="Freeform 108"/>
            <p:cNvSpPr/>
            <p:nvPr/>
          </p:nvSpPr>
          <p:spPr>
            <a:xfrm>
              <a:off x="0" y="0"/>
              <a:ext cx="1111039" cy="457234"/>
            </a:xfrm>
            <a:custGeom>
              <a:avLst/>
              <a:gdLst/>
              <a:ahLst/>
              <a:cxnLst/>
              <a:rect l="l" t="t" r="r" b="b"/>
              <a:pathLst>
                <a:path w="1111039" h="457234">
                  <a:moveTo>
                    <a:pt x="67390" y="0"/>
                  </a:moveTo>
                  <a:lnTo>
                    <a:pt x="1043649" y="0"/>
                  </a:lnTo>
                  <a:cubicBezTo>
                    <a:pt x="1061522" y="0"/>
                    <a:pt x="1078663" y="7100"/>
                    <a:pt x="1091301" y="19738"/>
                  </a:cubicBezTo>
                  <a:cubicBezTo>
                    <a:pt x="1103939" y="32376"/>
                    <a:pt x="1111039" y="49517"/>
                    <a:pt x="1111039" y="67390"/>
                  </a:cubicBezTo>
                  <a:lnTo>
                    <a:pt x="1111039" y="389844"/>
                  </a:lnTo>
                  <a:cubicBezTo>
                    <a:pt x="1111039" y="427062"/>
                    <a:pt x="1080868" y="457234"/>
                    <a:pt x="1043649" y="457234"/>
                  </a:cubicBezTo>
                  <a:lnTo>
                    <a:pt x="67390" y="457234"/>
                  </a:lnTo>
                  <a:cubicBezTo>
                    <a:pt x="49517" y="457234"/>
                    <a:pt x="32376" y="450134"/>
                    <a:pt x="19738" y="437496"/>
                  </a:cubicBezTo>
                  <a:cubicBezTo>
                    <a:pt x="7100" y="424858"/>
                    <a:pt x="0" y="407717"/>
                    <a:pt x="0" y="389844"/>
                  </a:cubicBezTo>
                  <a:lnTo>
                    <a:pt x="0" y="67390"/>
                  </a:lnTo>
                  <a:cubicBezTo>
                    <a:pt x="0" y="49517"/>
                    <a:pt x="7100" y="32376"/>
                    <a:pt x="19738" y="19738"/>
                  </a:cubicBezTo>
                  <a:cubicBezTo>
                    <a:pt x="32376" y="7100"/>
                    <a:pt x="49517" y="0"/>
                    <a:pt x="67390" y="0"/>
                  </a:cubicBezTo>
                  <a:close/>
                </a:path>
              </a:pathLst>
            </a:custGeom>
            <a:solidFill>
              <a:srgbClr val="FFD775"/>
            </a:solidFill>
          </p:spPr>
          <p:txBody>
            <a:bodyPr/>
            <a:lstStyle/>
            <a:p>
              <a:endParaRPr lang="en-SG" sz="1088"/>
            </a:p>
          </p:txBody>
        </p:sp>
        <p:sp>
          <p:nvSpPr>
            <p:cNvPr id="109" name="TextBox 109"/>
            <p:cNvSpPr txBox="1"/>
            <p:nvPr/>
          </p:nvSpPr>
          <p:spPr>
            <a:xfrm>
              <a:off x="0" y="-28575"/>
              <a:ext cx="1111039" cy="485809"/>
            </a:xfrm>
            <a:prstGeom prst="rect">
              <a:avLst/>
            </a:prstGeom>
          </p:spPr>
          <p:txBody>
            <a:bodyPr lIns="40638" tIns="40638" rIns="40638" bIns="40638" rtlCol="0" anchor="ctr"/>
            <a:lstStyle/>
            <a:p>
              <a:pPr algn="ctr">
                <a:lnSpc>
                  <a:spcPts val="2016"/>
                </a:lnSpc>
              </a:pPr>
              <a:endParaRPr sz="1088"/>
            </a:p>
          </p:txBody>
        </p:sp>
      </p:grpSp>
      <p:sp>
        <p:nvSpPr>
          <p:cNvPr id="110" name="Freeform 110"/>
          <p:cNvSpPr/>
          <p:nvPr/>
        </p:nvSpPr>
        <p:spPr>
          <a:xfrm>
            <a:off x="6584191" y="5159675"/>
            <a:ext cx="1422164" cy="1108025"/>
          </a:xfrm>
          <a:custGeom>
            <a:avLst/>
            <a:gdLst/>
            <a:ahLst/>
            <a:cxnLst/>
            <a:rect l="l" t="t" r="r" b="b"/>
            <a:pathLst>
              <a:path w="1777784" h="1385092">
                <a:moveTo>
                  <a:pt x="0" y="0"/>
                </a:moveTo>
                <a:lnTo>
                  <a:pt x="1777784" y="0"/>
                </a:lnTo>
                <a:lnTo>
                  <a:pt x="1777784" y="1385092"/>
                </a:lnTo>
                <a:lnTo>
                  <a:pt x="0" y="1385092"/>
                </a:lnTo>
                <a:lnTo>
                  <a:pt x="0" y="0"/>
                </a:lnTo>
                <a:close/>
              </a:path>
            </a:pathLst>
          </a:custGeom>
          <a:blipFill>
            <a:blip r:embed="rId26"/>
            <a:stretch>
              <a:fillRect t="-6394" b="-6394"/>
            </a:stretch>
          </a:blipFill>
          <a:ln cap="sq">
            <a:noFill/>
            <a:prstDash val="solid"/>
            <a:miter/>
          </a:ln>
        </p:spPr>
        <p:txBody>
          <a:bodyPr/>
          <a:lstStyle/>
          <a:p>
            <a:endParaRPr lang="en-SG" sz="1088"/>
          </a:p>
        </p:txBody>
      </p:sp>
      <p:sp>
        <p:nvSpPr>
          <p:cNvPr id="111" name="TextBox 111"/>
          <p:cNvSpPr txBox="1"/>
          <p:nvPr/>
        </p:nvSpPr>
        <p:spPr>
          <a:xfrm>
            <a:off x="7088052" y="6149333"/>
            <a:ext cx="2907820" cy="494366"/>
          </a:xfrm>
          <a:prstGeom prst="rect">
            <a:avLst/>
          </a:prstGeom>
        </p:spPr>
        <p:txBody>
          <a:bodyPr lIns="0" tIns="0" rIns="0" bIns="0" rtlCol="0" anchor="t">
            <a:spAutoFit/>
          </a:bodyPr>
          <a:lstStyle/>
          <a:p>
            <a:pPr algn="ctr">
              <a:lnSpc>
                <a:spcPts val="2016"/>
              </a:lnSpc>
              <a:spcBef>
                <a:spcPct val="0"/>
              </a:spcBef>
            </a:pPr>
            <a:r>
              <a:rPr lang="en-US" sz="1440">
                <a:solidFill>
                  <a:srgbClr val="000000"/>
                </a:solidFill>
                <a:latin typeface="Roboto Mono"/>
                <a:ea typeface="Roboto Mono"/>
                <a:cs typeface="Roboto Mono"/>
                <a:sym typeface="Roboto Mono"/>
              </a:rPr>
              <a:t>Let Kiki help you plan quickly.</a:t>
            </a:r>
          </a:p>
        </p:txBody>
      </p:sp>
      <p:sp>
        <p:nvSpPr>
          <p:cNvPr id="112" name="TextBox 112"/>
          <p:cNvSpPr txBox="1"/>
          <p:nvPr/>
        </p:nvSpPr>
        <p:spPr>
          <a:xfrm>
            <a:off x="8820763" y="6791778"/>
            <a:ext cx="347793" cy="163122"/>
          </a:xfrm>
          <a:prstGeom prst="rect">
            <a:avLst/>
          </a:prstGeom>
        </p:spPr>
        <p:txBody>
          <a:bodyPr lIns="0" tIns="0" rIns="0" bIns="0" rtlCol="0" anchor="t">
            <a:spAutoFit/>
          </a:bodyPr>
          <a:lstStyle/>
          <a:p>
            <a:pPr algn="ctr">
              <a:lnSpc>
                <a:spcPts val="1224"/>
              </a:lnSpc>
            </a:pPr>
            <a:r>
              <a:rPr lang="en-US" sz="1440">
                <a:solidFill>
                  <a:srgbClr val="000000"/>
                </a:solidFill>
                <a:latin typeface="Canva Sans"/>
                <a:ea typeface="Canva Sans"/>
                <a:cs typeface="Canva Sans"/>
                <a:sym typeface="Canva Sans"/>
              </a:rPr>
              <a:t>Yes</a:t>
            </a:r>
          </a:p>
        </p:txBody>
      </p:sp>
      <p:sp>
        <p:nvSpPr>
          <p:cNvPr id="113" name="TextBox 113"/>
          <p:cNvSpPr txBox="1"/>
          <p:nvPr/>
        </p:nvSpPr>
        <p:spPr>
          <a:xfrm>
            <a:off x="7456590" y="6791778"/>
            <a:ext cx="284546" cy="163122"/>
          </a:xfrm>
          <a:prstGeom prst="rect">
            <a:avLst/>
          </a:prstGeom>
        </p:spPr>
        <p:txBody>
          <a:bodyPr lIns="0" tIns="0" rIns="0" bIns="0" rtlCol="0" anchor="t">
            <a:spAutoFit/>
          </a:bodyPr>
          <a:lstStyle/>
          <a:p>
            <a:pPr algn="ctr">
              <a:lnSpc>
                <a:spcPts val="1224"/>
              </a:lnSpc>
            </a:pPr>
            <a:r>
              <a:rPr lang="en-US" sz="1440">
                <a:solidFill>
                  <a:srgbClr val="000000"/>
                </a:solidFill>
                <a:latin typeface="Canva Sans"/>
                <a:ea typeface="Canva Sans"/>
                <a:cs typeface="Canva Sans"/>
                <a:sym typeface="Canva Sans"/>
              </a:rPr>
              <a:t>No</a:t>
            </a:r>
          </a:p>
        </p:txBody>
      </p:sp>
      <p:sp>
        <p:nvSpPr>
          <p:cNvPr id="114" name="TextBox 114"/>
          <p:cNvSpPr txBox="1"/>
          <p:nvPr/>
        </p:nvSpPr>
        <p:spPr>
          <a:xfrm>
            <a:off x="7195361" y="1188165"/>
            <a:ext cx="969888" cy="264560"/>
          </a:xfrm>
          <a:prstGeom prst="rect">
            <a:avLst/>
          </a:prstGeom>
        </p:spPr>
        <p:txBody>
          <a:bodyPr lIns="0" tIns="0" rIns="0" bIns="0" rtlCol="0" anchor="t">
            <a:spAutoFit/>
          </a:bodyPr>
          <a:lstStyle/>
          <a:p>
            <a:pPr algn="ctr">
              <a:lnSpc>
                <a:spcPts val="2239"/>
              </a:lnSpc>
              <a:spcBef>
                <a:spcPct val="0"/>
              </a:spcBef>
            </a:pPr>
            <a:r>
              <a:rPr lang="en-US" sz="1599">
                <a:solidFill>
                  <a:srgbClr val="000000"/>
                </a:solidFill>
                <a:latin typeface="Canva Sans"/>
                <a:ea typeface="Canva Sans"/>
                <a:cs typeface="Canva Sans"/>
                <a:sym typeface="Canva Sans"/>
              </a:rPr>
              <a:t>Individual</a:t>
            </a:r>
          </a:p>
        </p:txBody>
      </p:sp>
      <p:sp>
        <p:nvSpPr>
          <p:cNvPr id="115" name="TextBox 115"/>
          <p:cNvSpPr txBox="1"/>
          <p:nvPr/>
        </p:nvSpPr>
        <p:spPr>
          <a:xfrm>
            <a:off x="7370211" y="2215803"/>
            <a:ext cx="310094" cy="264560"/>
          </a:xfrm>
          <a:prstGeom prst="rect">
            <a:avLst/>
          </a:prstGeom>
        </p:spPr>
        <p:txBody>
          <a:bodyPr wrap="square" lIns="0" tIns="0" rIns="0" bIns="0" rtlCol="0" anchor="t">
            <a:spAutoFit/>
          </a:bodyPr>
          <a:lstStyle/>
          <a:p>
            <a:pPr algn="ctr">
              <a:lnSpc>
                <a:spcPts val="2239"/>
              </a:lnSpc>
              <a:spcBef>
                <a:spcPct val="0"/>
              </a:spcBef>
            </a:pPr>
            <a:r>
              <a:rPr lang="en-US" sz="1599">
                <a:solidFill>
                  <a:srgbClr val="000000"/>
                </a:solidFill>
                <a:latin typeface="Canva Sans"/>
                <a:ea typeface="Canva Sans"/>
                <a:cs typeface="Canva Sans"/>
                <a:sym typeface="Canva Sans"/>
              </a:rPr>
              <a:t>25</a:t>
            </a:r>
          </a:p>
        </p:txBody>
      </p:sp>
      <p:grpSp>
        <p:nvGrpSpPr>
          <p:cNvPr id="116" name="Group 116"/>
          <p:cNvGrpSpPr/>
          <p:nvPr/>
        </p:nvGrpSpPr>
        <p:grpSpPr>
          <a:xfrm>
            <a:off x="7088052" y="6678277"/>
            <a:ext cx="969888" cy="336728"/>
            <a:chOff x="0" y="0"/>
            <a:chExt cx="344864" cy="119731"/>
          </a:xfrm>
        </p:grpSpPr>
        <p:sp>
          <p:nvSpPr>
            <p:cNvPr id="117" name="Freeform 117">
              <a:hlinkClick r:id="rId27" action="ppaction://hlinksldjump"/>
            </p:cNvPr>
            <p:cNvSpPr/>
            <p:nvPr/>
          </p:nvSpPr>
          <p:spPr>
            <a:xfrm>
              <a:off x="0" y="0"/>
              <a:ext cx="344864" cy="119731"/>
            </a:xfrm>
            <a:custGeom>
              <a:avLst/>
              <a:gdLst/>
              <a:ahLst/>
              <a:cxnLst/>
              <a:rect l="l" t="t" r="r" b="b"/>
              <a:pathLst>
                <a:path w="344864" h="119731">
                  <a:moveTo>
                    <a:pt x="59866" y="0"/>
                  </a:moveTo>
                  <a:lnTo>
                    <a:pt x="284999" y="0"/>
                  </a:lnTo>
                  <a:cubicBezTo>
                    <a:pt x="318062" y="0"/>
                    <a:pt x="344864" y="26803"/>
                    <a:pt x="344864" y="59866"/>
                  </a:cubicBezTo>
                  <a:lnTo>
                    <a:pt x="344864" y="59866"/>
                  </a:lnTo>
                  <a:cubicBezTo>
                    <a:pt x="344864" y="75743"/>
                    <a:pt x="338557" y="90970"/>
                    <a:pt x="327330" y="102197"/>
                  </a:cubicBezTo>
                  <a:cubicBezTo>
                    <a:pt x="316103" y="113424"/>
                    <a:pt x="300876" y="119731"/>
                    <a:pt x="284999" y="119731"/>
                  </a:cubicBezTo>
                  <a:lnTo>
                    <a:pt x="59866" y="119731"/>
                  </a:lnTo>
                  <a:cubicBezTo>
                    <a:pt x="43988" y="119731"/>
                    <a:pt x="28761" y="113424"/>
                    <a:pt x="17534" y="102197"/>
                  </a:cubicBezTo>
                  <a:cubicBezTo>
                    <a:pt x="6307" y="90970"/>
                    <a:pt x="0" y="75743"/>
                    <a:pt x="0" y="59866"/>
                  </a:cubicBezTo>
                  <a:lnTo>
                    <a:pt x="0" y="59866"/>
                  </a:lnTo>
                  <a:cubicBezTo>
                    <a:pt x="0" y="43988"/>
                    <a:pt x="6307" y="28761"/>
                    <a:pt x="17534" y="17534"/>
                  </a:cubicBezTo>
                  <a:cubicBezTo>
                    <a:pt x="28761" y="6307"/>
                    <a:pt x="43988" y="0"/>
                    <a:pt x="59866" y="0"/>
                  </a:cubicBezTo>
                  <a:close/>
                </a:path>
              </a:pathLst>
            </a:custGeom>
            <a:solidFill>
              <a:srgbClr val="000000">
                <a:alpha val="0"/>
              </a:srgbClr>
            </a:solidFill>
            <a:ln w="9525" cap="rnd">
              <a:solidFill>
                <a:srgbClr val="F34336"/>
              </a:solidFill>
              <a:prstDash val="solid"/>
              <a:round/>
            </a:ln>
          </p:spPr>
          <p:txBody>
            <a:bodyPr/>
            <a:lstStyle/>
            <a:p>
              <a:endParaRPr lang="en-SG" sz="1088"/>
            </a:p>
          </p:txBody>
        </p:sp>
        <p:sp>
          <p:nvSpPr>
            <p:cNvPr id="118" name="TextBox 118"/>
            <p:cNvSpPr txBox="1"/>
            <p:nvPr/>
          </p:nvSpPr>
          <p:spPr>
            <a:xfrm>
              <a:off x="0" y="-28575"/>
              <a:ext cx="344864" cy="148306"/>
            </a:xfrm>
            <a:prstGeom prst="rect">
              <a:avLst/>
            </a:prstGeom>
          </p:spPr>
          <p:txBody>
            <a:bodyPr lIns="40638" tIns="40638" rIns="40638" bIns="40638" rtlCol="0" anchor="ctr"/>
            <a:lstStyle/>
            <a:p>
              <a:pPr algn="ctr">
                <a:lnSpc>
                  <a:spcPts val="2016"/>
                </a:lnSpc>
              </a:pPr>
              <a:endParaRPr sz="1088"/>
            </a:p>
          </p:txBody>
        </p:sp>
      </p:grpSp>
      <p:grpSp>
        <p:nvGrpSpPr>
          <p:cNvPr id="119" name="Group 119"/>
          <p:cNvGrpSpPr/>
          <p:nvPr/>
        </p:nvGrpSpPr>
        <p:grpSpPr>
          <a:xfrm>
            <a:off x="8539903" y="6691650"/>
            <a:ext cx="969888" cy="323355"/>
            <a:chOff x="0" y="0"/>
            <a:chExt cx="344864" cy="114975"/>
          </a:xfrm>
        </p:grpSpPr>
        <p:sp>
          <p:nvSpPr>
            <p:cNvPr id="120" name="Freeform 120">
              <a:hlinkClick r:id="rId19" action="ppaction://hlinksldjump"/>
            </p:cNvPr>
            <p:cNvSpPr/>
            <p:nvPr/>
          </p:nvSpPr>
          <p:spPr>
            <a:xfrm>
              <a:off x="0" y="0"/>
              <a:ext cx="344864" cy="114975"/>
            </a:xfrm>
            <a:custGeom>
              <a:avLst/>
              <a:gdLst/>
              <a:ahLst/>
              <a:cxnLst/>
              <a:rect l="l" t="t" r="r" b="b"/>
              <a:pathLst>
                <a:path w="344864" h="114975">
                  <a:moveTo>
                    <a:pt x="57488" y="0"/>
                  </a:moveTo>
                  <a:lnTo>
                    <a:pt x="287377" y="0"/>
                  </a:lnTo>
                  <a:cubicBezTo>
                    <a:pt x="319126" y="0"/>
                    <a:pt x="344864" y="25738"/>
                    <a:pt x="344864" y="57488"/>
                  </a:cubicBezTo>
                  <a:lnTo>
                    <a:pt x="344864" y="57488"/>
                  </a:lnTo>
                  <a:cubicBezTo>
                    <a:pt x="344864" y="89237"/>
                    <a:pt x="319126" y="114975"/>
                    <a:pt x="287377" y="114975"/>
                  </a:cubicBezTo>
                  <a:lnTo>
                    <a:pt x="57488" y="114975"/>
                  </a:lnTo>
                  <a:cubicBezTo>
                    <a:pt x="25738" y="114975"/>
                    <a:pt x="0" y="89237"/>
                    <a:pt x="0" y="57488"/>
                  </a:cubicBezTo>
                  <a:lnTo>
                    <a:pt x="0" y="57488"/>
                  </a:lnTo>
                  <a:cubicBezTo>
                    <a:pt x="0" y="25738"/>
                    <a:pt x="25738" y="0"/>
                    <a:pt x="57488" y="0"/>
                  </a:cubicBezTo>
                  <a:close/>
                </a:path>
              </a:pathLst>
            </a:custGeom>
            <a:solidFill>
              <a:srgbClr val="000000">
                <a:alpha val="0"/>
              </a:srgbClr>
            </a:solidFill>
            <a:ln w="9525" cap="rnd">
              <a:solidFill>
                <a:srgbClr val="F34336"/>
              </a:solidFill>
              <a:prstDash val="solid"/>
              <a:round/>
            </a:ln>
          </p:spPr>
          <p:txBody>
            <a:bodyPr/>
            <a:lstStyle/>
            <a:p>
              <a:endParaRPr lang="en-SG" sz="1088"/>
            </a:p>
          </p:txBody>
        </p:sp>
        <p:sp>
          <p:nvSpPr>
            <p:cNvPr id="121" name="TextBox 121"/>
            <p:cNvSpPr txBox="1"/>
            <p:nvPr/>
          </p:nvSpPr>
          <p:spPr>
            <a:xfrm>
              <a:off x="0" y="-28575"/>
              <a:ext cx="344864" cy="143550"/>
            </a:xfrm>
            <a:prstGeom prst="rect">
              <a:avLst/>
            </a:prstGeom>
          </p:spPr>
          <p:txBody>
            <a:bodyPr lIns="40638" tIns="40638" rIns="40638" bIns="40638" rtlCol="0" anchor="ctr"/>
            <a:lstStyle/>
            <a:p>
              <a:pPr algn="ctr">
                <a:lnSpc>
                  <a:spcPts val="2016"/>
                </a:lnSpc>
              </a:pPr>
              <a:endParaRPr sz="1088"/>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6A3F7-41C7-ED69-EF14-0F9632984609}"/>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7A683EC7-77D0-9494-2DFF-CB59FF07E9F4}"/>
              </a:ext>
            </a:extLst>
          </p:cNvPr>
          <p:cNvGraphicFramePr>
            <a:graphicFrameLocks noGrp="1"/>
          </p:cNvGraphicFramePr>
          <p:nvPr/>
        </p:nvGraphicFramePr>
        <p:xfrm>
          <a:off x="0" y="551790"/>
          <a:ext cx="6562164" cy="6895011"/>
        </p:xfrm>
        <a:graphic>
          <a:graphicData uri="http://schemas.openxmlformats.org/drawingml/2006/table">
            <a:tbl>
              <a:tblPr/>
              <a:tblGrid>
                <a:gridCol w="6562164">
                  <a:extLst>
                    <a:ext uri="{9D8B030D-6E8A-4147-A177-3AD203B41FA5}">
                      <a16:colId xmlns:a16="http://schemas.microsoft.com/office/drawing/2014/main" val="20000"/>
                    </a:ext>
                  </a:extLst>
                </a:gridCol>
              </a:tblGrid>
              <a:tr h="83462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59366">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96679">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5686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61871">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6187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86187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861871">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3" name="Group 3">
            <a:extLst>
              <a:ext uri="{FF2B5EF4-FFF2-40B4-BE49-F238E27FC236}">
                <a16:creationId xmlns:a16="http://schemas.microsoft.com/office/drawing/2014/main" id="{052AE16C-92C3-5F21-7BF2-53BE2039B78D}"/>
              </a:ext>
            </a:extLst>
          </p:cNvPr>
          <p:cNvGrpSpPr/>
          <p:nvPr/>
        </p:nvGrpSpPr>
        <p:grpSpPr>
          <a:xfrm>
            <a:off x="-598488" y="-30874"/>
            <a:ext cx="7256541" cy="582844"/>
            <a:chOff x="0" y="0"/>
            <a:chExt cx="2594982" cy="812800"/>
          </a:xfrm>
        </p:grpSpPr>
        <p:sp>
          <p:nvSpPr>
            <p:cNvPr id="4" name="Freeform 4">
              <a:extLst>
                <a:ext uri="{FF2B5EF4-FFF2-40B4-BE49-F238E27FC236}">
                  <a16:creationId xmlns:a16="http://schemas.microsoft.com/office/drawing/2014/main" id="{ACE267E0-4DC4-2BEC-8FDA-947B1FE6C757}"/>
                </a:ext>
              </a:extLst>
            </p:cNvPr>
            <p:cNvSpPr/>
            <p:nvPr/>
          </p:nvSpPr>
          <p:spPr>
            <a:xfrm>
              <a:off x="0" y="0"/>
              <a:ext cx="2594982" cy="812800"/>
            </a:xfrm>
            <a:custGeom>
              <a:avLst/>
              <a:gdLst/>
              <a:ahLst/>
              <a:cxnLst/>
              <a:rect l="l" t="t" r="r" b="b"/>
              <a:pathLst>
                <a:path w="2594982" h="812800">
                  <a:moveTo>
                    <a:pt x="0" y="0"/>
                  </a:moveTo>
                  <a:lnTo>
                    <a:pt x="2594982" y="0"/>
                  </a:lnTo>
                  <a:lnTo>
                    <a:pt x="2594982" y="812800"/>
                  </a:lnTo>
                  <a:lnTo>
                    <a:pt x="0" y="812800"/>
                  </a:lnTo>
                  <a:close/>
                </a:path>
              </a:pathLst>
            </a:custGeom>
            <a:solidFill>
              <a:srgbClr val="F34336"/>
            </a:solidFill>
          </p:spPr>
          <p:txBody>
            <a:bodyPr/>
            <a:lstStyle/>
            <a:p>
              <a:endParaRPr lang="en-SG" sz="1088"/>
            </a:p>
          </p:txBody>
        </p:sp>
        <p:sp>
          <p:nvSpPr>
            <p:cNvPr id="5" name="TextBox 5">
              <a:extLst>
                <a:ext uri="{FF2B5EF4-FFF2-40B4-BE49-F238E27FC236}">
                  <a16:creationId xmlns:a16="http://schemas.microsoft.com/office/drawing/2014/main" id="{6435FA3C-6488-DECE-22A3-ADA54FDDABAB}"/>
                </a:ext>
              </a:extLst>
            </p:cNvPr>
            <p:cNvSpPr txBox="1"/>
            <p:nvPr/>
          </p:nvSpPr>
          <p:spPr>
            <a:xfrm>
              <a:off x="0" y="-28575"/>
              <a:ext cx="2594982" cy="841375"/>
            </a:xfrm>
            <a:prstGeom prst="rect">
              <a:avLst/>
            </a:prstGeom>
          </p:spPr>
          <p:txBody>
            <a:bodyPr lIns="40638" tIns="40638" rIns="40638" bIns="40638" rtlCol="0" anchor="ctr"/>
            <a:lstStyle/>
            <a:p>
              <a:pPr algn="ctr">
                <a:lnSpc>
                  <a:spcPts val="2016"/>
                </a:lnSpc>
              </a:pPr>
              <a:endParaRPr sz="1088"/>
            </a:p>
          </p:txBody>
        </p:sp>
      </p:grpSp>
      <p:sp>
        <p:nvSpPr>
          <p:cNvPr id="6" name="Freeform 6">
            <a:extLst>
              <a:ext uri="{FF2B5EF4-FFF2-40B4-BE49-F238E27FC236}">
                <a16:creationId xmlns:a16="http://schemas.microsoft.com/office/drawing/2014/main" id="{D539FC5A-0287-DE5A-6996-B60AE6FC69A1}"/>
              </a:ext>
            </a:extLst>
          </p:cNvPr>
          <p:cNvSpPr/>
          <p:nvPr/>
        </p:nvSpPr>
        <p:spPr>
          <a:xfrm>
            <a:off x="5176804" y="88494"/>
            <a:ext cx="332501" cy="269253"/>
          </a:xfrm>
          <a:custGeom>
            <a:avLst/>
            <a:gdLst/>
            <a:ahLst/>
            <a:cxnLst/>
            <a:rect l="l" t="t" r="r" b="b"/>
            <a:pathLst>
              <a:path w="472691" h="394697">
                <a:moveTo>
                  <a:pt x="0" y="0"/>
                </a:moveTo>
                <a:lnTo>
                  <a:pt x="472691" y="0"/>
                </a:lnTo>
                <a:lnTo>
                  <a:pt x="472691" y="394697"/>
                </a:lnTo>
                <a:lnTo>
                  <a:pt x="0" y="3946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SG" sz="1088"/>
          </a:p>
        </p:txBody>
      </p:sp>
      <p:sp>
        <p:nvSpPr>
          <p:cNvPr id="7" name="Freeform 7">
            <a:extLst>
              <a:ext uri="{FF2B5EF4-FFF2-40B4-BE49-F238E27FC236}">
                <a16:creationId xmlns:a16="http://schemas.microsoft.com/office/drawing/2014/main" id="{35D9BEF7-86DD-B9CF-25C3-C62B17DEC897}"/>
              </a:ext>
            </a:extLst>
          </p:cNvPr>
          <p:cNvSpPr/>
          <p:nvPr/>
        </p:nvSpPr>
        <p:spPr>
          <a:xfrm>
            <a:off x="187237" y="125054"/>
            <a:ext cx="370152" cy="183592"/>
          </a:xfrm>
          <a:custGeom>
            <a:avLst/>
            <a:gdLst/>
            <a:ahLst/>
            <a:cxnLst/>
            <a:rect l="l" t="t" r="r" b="b"/>
            <a:pathLst>
              <a:path w="583453" h="390383">
                <a:moveTo>
                  <a:pt x="0" y="0"/>
                </a:moveTo>
                <a:lnTo>
                  <a:pt x="583453" y="0"/>
                </a:lnTo>
                <a:lnTo>
                  <a:pt x="583453" y="390383"/>
                </a:lnTo>
                <a:lnTo>
                  <a:pt x="0" y="39038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8" name="Freeform 8">
            <a:extLst>
              <a:ext uri="{FF2B5EF4-FFF2-40B4-BE49-F238E27FC236}">
                <a16:creationId xmlns:a16="http://schemas.microsoft.com/office/drawing/2014/main" id="{4FBE8452-1860-D0D2-F432-4CFEC318E6D9}"/>
              </a:ext>
            </a:extLst>
          </p:cNvPr>
          <p:cNvSpPr/>
          <p:nvPr/>
        </p:nvSpPr>
        <p:spPr>
          <a:xfrm>
            <a:off x="601805" y="120167"/>
            <a:ext cx="368457" cy="177419"/>
          </a:xfrm>
          <a:custGeom>
            <a:avLst/>
            <a:gdLst/>
            <a:ahLst/>
            <a:cxnLst/>
            <a:rect l="l" t="t" r="r" b="b"/>
            <a:pathLst>
              <a:path w="585247" h="392648">
                <a:moveTo>
                  <a:pt x="0" y="0"/>
                </a:moveTo>
                <a:lnTo>
                  <a:pt x="585247" y="0"/>
                </a:lnTo>
                <a:lnTo>
                  <a:pt x="585247" y="392647"/>
                </a:lnTo>
                <a:lnTo>
                  <a:pt x="0" y="39264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SG" sz="1088"/>
          </a:p>
        </p:txBody>
      </p:sp>
      <p:sp>
        <p:nvSpPr>
          <p:cNvPr id="9" name="Freeform 9">
            <a:extLst>
              <a:ext uri="{FF2B5EF4-FFF2-40B4-BE49-F238E27FC236}">
                <a16:creationId xmlns:a16="http://schemas.microsoft.com/office/drawing/2014/main" id="{2E70520B-7F1C-0452-7C51-4A2946B664D2}"/>
              </a:ext>
            </a:extLst>
          </p:cNvPr>
          <p:cNvSpPr/>
          <p:nvPr/>
        </p:nvSpPr>
        <p:spPr>
          <a:xfrm>
            <a:off x="6031025" y="86246"/>
            <a:ext cx="242908" cy="271500"/>
          </a:xfrm>
          <a:custGeom>
            <a:avLst/>
            <a:gdLst/>
            <a:ahLst/>
            <a:cxnLst/>
            <a:rect l="l" t="t" r="r" b="b"/>
            <a:pathLst>
              <a:path w="365278" h="392772">
                <a:moveTo>
                  <a:pt x="0" y="0"/>
                </a:moveTo>
                <a:lnTo>
                  <a:pt x="365278" y="0"/>
                </a:lnTo>
                <a:lnTo>
                  <a:pt x="365278" y="392772"/>
                </a:lnTo>
                <a:lnTo>
                  <a:pt x="0" y="39277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SG" sz="1088"/>
          </a:p>
        </p:txBody>
      </p:sp>
      <p:sp>
        <p:nvSpPr>
          <p:cNvPr id="10" name="Freeform 10">
            <a:extLst>
              <a:ext uri="{FF2B5EF4-FFF2-40B4-BE49-F238E27FC236}">
                <a16:creationId xmlns:a16="http://schemas.microsoft.com/office/drawing/2014/main" id="{7CAFB308-DE5B-ADBA-D7C1-0EED494B5267}"/>
              </a:ext>
            </a:extLst>
          </p:cNvPr>
          <p:cNvSpPr/>
          <p:nvPr/>
        </p:nvSpPr>
        <p:spPr>
          <a:xfrm>
            <a:off x="4386672" y="100843"/>
            <a:ext cx="268412" cy="274566"/>
          </a:xfrm>
          <a:custGeom>
            <a:avLst/>
            <a:gdLst/>
            <a:ahLst/>
            <a:cxnLst/>
            <a:rect l="l" t="t" r="r" b="b"/>
            <a:pathLst>
              <a:path w="399295" h="414852">
                <a:moveTo>
                  <a:pt x="0" y="0"/>
                </a:moveTo>
                <a:lnTo>
                  <a:pt x="399295" y="0"/>
                </a:lnTo>
                <a:lnTo>
                  <a:pt x="399295" y="414852"/>
                </a:lnTo>
                <a:lnTo>
                  <a:pt x="0" y="41485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SG" sz="1088"/>
          </a:p>
        </p:txBody>
      </p:sp>
      <p:sp>
        <p:nvSpPr>
          <p:cNvPr id="11" name="Freeform 11">
            <a:extLst>
              <a:ext uri="{FF2B5EF4-FFF2-40B4-BE49-F238E27FC236}">
                <a16:creationId xmlns:a16="http://schemas.microsoft.com/office/drawing/2014/main" id="{CDC5C520-E33A-8997-3526-7565773323D8}"/>
              </a:ext>
            </a:extLst>
          </p:cNvPr>
          <p:cNvSpPr/>
          <p:nvPr/>
        </p:nvSpPr>
        <p:spPr>
          <a:xfrm>
            <a:off x="9024846" y="79763"/>
            <a:ext cx="332501" cy="332501"/>
          </a:xfrm>
          <a:custGeom>
            <a:avLst/>
            <a:gdLst/>
            <a:ahLst/>
            <a:cxnLst/>
            <a:rect l="l" t="t" r="r" b="b"/>
            <a:pathLst>
              <a:path w="415644" h="415644">
                <a:moveTo>
                  <a:pt x="0" y="0"/>
                </a:moveTo>
                <a:lnTo>
                  <a:pt x="415645" y="0"/>
                </a:lnTo>
                <a:lnTo>
                  <a:pt x="415645" y="415644"/>
                </a:lnTo>
                <a:lnTo>
                  <a:pt x="0" y="41564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SG" sz="1088"/>
          </a:p>
        </p:txBody>
      </p:sp>
      <p:sp>
        <p:nvSpPr>
          <p:cNvPr id="12" name="Freeform 12">
            <a:extLst>
              <a:ext uri="{FF2B5EF4-FFF2-40B4-BE49-F238E27FC236}">
                <a16:creationId xmlns:a16="http://schemas.microsoft.com/office/drawing/2014/main" id="{EE0A1B00-66A9-5CE0-8D3F-85F9DB22E30A}"/>
              </a:ext>
            </a:extLst>
          </p:cNvPr>
          <p:cNvSpPr/>
          <p:nvPr/>
        </p:nvSpPr>
        <p:spPr>
          <a:xfrm>
            <a:off x="9726605" y="-28760"/>
            <a:ext cx="394835" cy="394835"/>
          </a:xfrm>
          <a:custGeom>
            <a:avLst/>
            <a:gdLst/>
            <a:ahLst/>
            <a:cxnLst/>
            <a:rect l="l" t="t" r="r" b="b"/>
            <a:pathLst>
              <a:path w="493565" h="493565">
                <a:moveTo>
                  <a:pt x="0" y="0"/>
                </a:moveTo>
                <a:lnTo>
                  <a:pt x="493565" y="0"/>
                </a:lnTo>
                <a:lnTo>
                  <a:pt x="493565" y="493565"/>
                </a:lnTo>
                <a:lnTo>
                  <a:pt x="0" y="49356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grpSp>
        <p:nvGrpSpPr>
          <p:cNvPr id="13" name="Group 13">
            <a:extLst>
              <a:ext uri="{FF2B5EF4-FFF2-40B4-BE49-F238E27FC236}">
                <a16:creationId xmlns:a16="http://schemas.microsoft.com/office/drawing/2014/main" id="{4BA9363B-C57E-7E1F-EBA9-46BD47643F89}"/>
              </a:ext>
            </a:extLst>
          </p:cNvPr>
          <p:cNvGrpSpPr/>
          <p:nvPr/>
        </p:nvGrpSpPr>
        <p:grpSpPr>
          <a:xfrm>
            <a:off x="6787113" y="3133272"/>
            <a:ext cx="1546440" cy="447075"/>
            <a:chOff x="0" y="0"/>
            <a:chExt cx="812800" cy="234980"/>
          </a:xfrm>
        </p:grpSpPr>
        <p:sp>
          <p:nvSpPr>
            <p:cNvPr id="14" name="Freeform 14">
              <a:extLst>
                <a:ext uri="{FF2B5EF4-FFF2-40B4-BE49-F238E27FC236}">
                  <a16:creationId xmlns:a16="http://schemas.microsoft.com/office/drawing/2014/main" id="{43EEDDD8-10AB-4B33-59A9-AAD2BF8D62B4}"/>
                </a:ext>
              </a:extLst>
            </p:cNvPr>
            <p:cNvSpPr/>
            <p:nvPr/>
          </p:nvSpPr>
          <p:spPr>
            <a:xfrm>
              <a:off x="0" y="0"/>
              <a:ext cx="812800" cy="234980"/>
            </a:xfrm>
            <a:custGeom>
              <a:avLst/>
              <a:gdLst/>
              <a:ahLst/>
              <a:cxnLst/>
              <a:rect l="l" t="t" r="r" b="b"/>
              <a:pathLst>
                <a:path w="812800" h="234980">
                  <a:moveTo>
                    <a:pt x="117490" y="0"/>
                  </a:moveTo>
                  <a:lnTo>
                    <a:pt x="695310" y="0"/>
                  </a:lnTo>
                  <a:cubicBezTo>
                    <a:pt x="726470" y="0"/>
                    <a:pt x="756354" y="12378"/>
                    <a:pt x="778388" y="34412"/>
                  </a:cubicBezTo>
                  <a:cubicBezTo>
                    <a:pt x="800422" y="56446"/>
                    <a:pt x="812800" y="86330"/>
                    <a:pt x="812800" y="117490"/>
                  </a:cubicBezTo>
                  <a:lnTo>
                    <a:pt x="812800" y="117490"/>
                  </a:lnTo>
                  <a:cubicBezTo>
                    <a:pt x="812800" y="148650"/>
                    <a:pt x="800422" y="178534"/>
                    <a:pt x="778388" y="200568"/>
                  </a:cubicBezTo>
                  <a:cubicBezTo>
                    <a:pt x="756354" y="222602"/>
                    <a:pt x="726470" y="234980"/>
                    <a:pt x="695310" y="234980"/>
                  </a:cubicBezTo>
                  <a:lnTo>
                    <a:pt x="117490" y="234980"/>
                  </a:lnTo>
                  <a:cubicBezTo>
                    <a:pt x="86330" y="234980"/>
                    <a:pt x="56446" y="222602"/>
                    <a:pt x="34412" y="200568"/>
                  </a:cubicBezTo>
                  <a:cubicBezTo>
                    <a:pt x="12378" y="178534"/>
                    <a:pt x="0" y="148650"/>
                    <a:pt x="0" y="117490"/>
                  </a:cubicBezTo>
                  <a:lnTo>
                    <a:pt x="0" y="117490"/>
                  </a:lnTo>
                  <a:cubicBezTo>
                    <a:pt x="0" y="86330"/>
                    <a:pt x="12378" y="56446"/>
                    <a:pt x="34412" y="34412"/>
                  </a:cubicBezTo>
                  <a:cubicBezTo>
                    <a:pt x="56446" y="12378"/>
                    <a:pt x="86330" y="0"/>
                    <a:pt x="117490" y="0"/>
                  </a:cubicBezTo>
                  <a:close/>
                </a:path>
              </a:pathLst>
            </a:custGeom>
            <a:solidFill>
              <a:srgbClr val="F34336"/>
            </a:solidFill>
          </p:spPr>
          <p:txBody>
            <a:bodyPr/>
            <a:lstStyle/>
            <a:p>
              <a:endParaRPr lang="en-SG" sz="1088"/>
            </a:p>
          </p:txBody>
        </p:sp>
        <p:sp>
          <p:nvSpPr>
            <p:cNvPr id="15" name="TextBox 15">
              <a:extLst>
                <a:ext uri="{FF2B5EF4-FFF2-40B4-BE49-F238E27FC236}">
                  <a16:creationId xmlns:a16="http://schemas.microsoft.com/office/drawing/2014/main" id="{F3B3D047-66FC-757E-6383-F7DB1260B650}"/>
                </a:ext>
              </a:extLst>
            </p:cNvPr>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grpSp>
        <p:nvGrpSpPr>
          <p:cNvPr id="16" name="Group 16">
            <a:extLst>
              <a:ext uri="{FF2B5EF4-FFF2-40B4-BE49-F238E27FC236}">
                <a16:creationId xmlns:a16="http://schemas.microsoft.com/office/drawing/2014/main" id="{27B82F48-714A-F399-89C8-629DD125A63E}"/>
              </a:ext>
            </a:extLst>
          </p:cNvPr>
          <p:cNvGrpSpPr/>
          <p:nvPr/>
        </p:nvGrpSpPr>
        <p:grpSpPr>
          <a:xfrm>
            <a:off x="8515090" y="3134505"/>
            <a:ext cx="1542181" cy="445844"/>
            <a:chOff x="0" y="0"/>
            <a:chExt cx="812800" cy="234980"/>
          </a:xfrm>
        </p:grpSpPr>
        <p:sp>
          <p:nvSpPr>
            <p:cNvPr id="17" name="Freeform 17">
              <a:extLst>
                <a:ext uri="{FF2B5EF4-FFF2-40B4-BE49-F238E27FC236}">
                  <a16:creationId xmlns:a16="http://schemas.microsoft.com/office/drawing/2014/main" id="{74C2B515-711E-0219-793C-B69D96C26E1F}"/>
                </a:ext>
              </a:extLst>
            </p:cNvPr>
            <p:cNvSpPr/>
            <p:nvPr/>
          </p:nvSpPr>
          <p:spPr>
            <a:xfrm>
              <a:off x="0" y="0"/>
              <a:ext cx="812800" cy="234980"/>
            </a:xfrm>
            <a:custGeom>
              <a:avLst/>
              <a:gdLst/>
              <a:ahLst/>
              <a:cxnLst/>
              <a:rect l="l" t="t" r="r" b="b"/>
              <a:pathLst>
                <a:path w="812800" h="234980">
                  <a:moveTo>
                    <a:pt x="117490" y="0"/>
                  </a:moveTo>
                  <a:lnTo>
                    <a:pt x="695310" y="0"/>
                  </a:lnTo>
                  <a:cubicBezTo>
                    <a:pt x="726470" y="0"/>
                    <a:pt x="756354" y="12378"/>
                    <a:pt x="778388" y="34412"/>
                  </a:cubicBezTo>
                  <a:cubicBezTo>
                    <a:pt x="800422" y="56446"/>
                    <a:pt x="812800" y="86330"/>
                    <a:pt x="812800" y="117490"/>
                  </a:cubicBezTo>
                  <a:lnTo>
                    <a:pt x="812800" y="117490"/>
                  </a:lnTo>
                  <a:cubicBezTo>
                    <a:pt x="812800" y="148650"/>
                    <a:pt x="800422" y="178534"/>
                    <a:pt x="778388" y="200568"/>
                  </a:cubicBezTo>
                  <a:cubicBezTo>
                    <a:pt x="756354" y="222602"/>
                    <a:pt x="726470" y="234980"/>
                    <a:pt x="695310" y="234980"/>
                  </a:cubicBezTo>
                  <a:lnTo>
                    <a:pt x="117490" y="234980"/>
                  </a:lnTo>
                  <a:cubicBezTo>
                    <a:pt x="86330" y="234980"/>
                    <a:pt x="56446" y="222602"/>
                    <a:pt x="34412" y="200568"/>
                  </a:cubicBezTo>
                  <a:cubicBezTo>
                    <a:pt x="12378" y="178534"/>
                    <a:pt x="0" y="148650"/>
                    <a:pt x="0" y="117490"/>
                  </a:cubicBezTo>
                  <a:lnTo>
                    <a:pt x="0" y="117490"/>
                  </a:lnTo>
                  <a:cubicBezTo>
                    <a:pt x="0" y="86330"/>
                    <a:pt x="12378" y="56446"/>
                    <a:pt x="34412" y="34412"/>
                  </a:cubicBezTo>
                  <a:cubicBezTo>
                    <a:pt x="56446" y="12378"/>
                    <a:pt x="86330" y="0"/>
                    <a:pt x="117490" y="0"/>
                  </a:cubicBezTo>
                  <a:close/>
                </a:path>
              </a:pathLst>
            </a:custGeom>
            <a:solidFill>
              <a:srgbClr val="F34336"/>
            </a:solidFill>
          </p:spPr>
          <p:txBody>
            <a:bodyPr/>
            <a:lstStyle/>
            <a:p>
              <a:endParaRPr lang="en-SG" sz="1088"/>
            </a:p>
          </p:txBody>
        </p:sp>
        <p:sp>
          <p:nvSpPr>
            <p:cNvPr id="18" name="TextBox 18">
              <a:extLst>
                <a:ext uri="{FF2B5EF4-FFF2-40B4-BE49-F238E27FC236}">
                  <a16:creationId xmlns:a16="http://schemas.microsoft.com/office/drawing/2014/main" id="{CF78C8E1-D336-096B-619F-478CBCF2233C}"/>
                </a:ext>
              </a:extLst>
            </p:cNvPr>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sp>
        <p:nvSpPr>
          <p:cNvPr id="19" name="Freeform 19">
            <a:extLst>
              <a:ext uri="{FF2B5EF4-FFF2-40B4-BE49-F238E27FC236}">
                <a16:creationId xmlns:a16="http://schemas.microsoft.com/office/drawing/2014/main" id="{CA6BB514-7787-5ED2-9336-BB60261F2053}"/>
              </a:ext>
            </a:extLst>
          </p:cNvPr>
          <p:cNvSpPr/>
          <p:nvPr/>
        </p:nvSpPr>
        <p:spPr>
          <a:xfrm>
            <a:off x="7680306" y="5295111"/>
            <a:ext cx="216450" cy="216450"/>
          </a:xfrm>
          <a:custGeom>
            <a:avLst/>
            <a:gdLst/>
            <a:ahLst/>
            <a:cxnLst/>
            <a:rect l="l" t="t" r="r" b="b"/>
            <a:pathLst>
              <a:path w="270575" h="270575">
                <a:moveTo>
                  <a:pt x="0" y="0"/>
                </a:moveTo>
                <a:lnTo>
                  <a:pt x="270574" y="0"/>
                </a:lnTo>
                <a:lnTo>
                  <a:pt x="270574" y="270574"/>
                </a:lnTo>
                <a:lnTo>
                  <a:pt x="0" y="270574"/>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sp>
        <p:nvSpPr>
          <p:cNvPr id="20" name="Freeform 20">
            <a:extLst>
              <a:ext uri="{FF2B5EF4-FFF2-40B4-BE49-F238E27FC236}">
                <a16:creationId xmlns:a16="http://schemas.microsoft.com/office/drawing/2014/main" id="{88043305-707B-3BAB-6992-C786E1481685}"/>
              </a:ext>
            </a:extLst>
          </p:cNvPr>
          <p:cNvSpPr/>
          <p:nvPr/>
        </p:nvSpPr>
        <p:spPr>
          <a:xfrm>
            <a:off x="8608" y="3267982"/>
            <a:ext cx="629155" cy="314578"/>
          </a:xfrm>
          <a:custGeom>
            <a:avLst/>
            <a:gdLst/>
            <a:ahLst/>
            <a:cxnLst/>
            <a:rect l="l" t="t" r="r" b="b"/>
            <a:pathLst>
              <a:path w="786479" h="393240">
                <a:moveTo>
                  <a:pt x="0" y="0"/>
                </a:moveTo>
                <a:lnTo>
                  <a:pt x="786480" y="0"/>
                </a:lnTo>
                <a:lnTo>
                  <a:pt x="786480" y="393239"/>
                </a:lnTo>
                <a:lnTo>
                  <a:pt x="0" y="39323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21" name="Freeform 21">
            <a:extLst>
              <a:ext uri="{FF2B5EF4-FFF2-40B4-BE49-F238E27FC236}">
                <a16:creationId xmlns:a16="http://schemas.microsoft.com/office/drawing/2014/main" id="{6B7E348F-24E2-CA97-305F-8CFC993BA82D}"/>
              </a:ext>
            </a:extLst>
          </p:cNvPr>
          <p:cNvSpPr/>
          <p:nvPr/>
        </p:nvSpPr>
        <p:spPr>
          <a:xfrm>
            <a:off x="12730" y="876927"/>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22" name="Freeform 22">
            <a:extLst>
              <a:ext uri="{FF2B5EF4-FFF2-40B4-BE49-F238E27FC236}">
                <a16:creationId xmlns:a16="http://schemas.microsoft.com/office/drawing/2014/main" id="{768DFF30-AFDD-603C-1129-904B88EC478D}"/>
              </a:ext>
            </a:extLst>
          </p:cNvPr>
          <p:cNvSpPr/>
          <p:nvPr/>
        </p:nvSpPr>
        <p:spPr>
          <a:xfrm>
            <a:off x="0" y="4285270"/>
            <a:ext cx="629155" cy="314578"/>
          </a:xfrm>
          <a:custGeom>
            <a:avLst/>
            <a:gdLst/>
            <a:ahLst/>
            <a:cxnLst/>
            <a:rect l="l" t="t" r="r" b="b"/>
            <a:pathLst>
              <a:path w="786479" h="393240">
                <a:moveTo>
                  <a:pt x="0" y="0"/>
                </a:moveTo>
                <a:lnTo>
                  <a:pt x="786480" y="0"/>
                </a:lnTo>
                <a:lnTo>
                  <a:pt x="786480" y="393240"/>
                </a:lnTo>
                <a:lnTo>
                  <a:pt x="0" y="393240"/>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dirty="0"/>
          </a:p>
        </p:txBody>
      </p:sp>
      <p:sp>
        <p:nvSpPr>
          <p:cNvPr id="23" name="Freeform 23">
            <a:extLst>
              <a:ext uri="{FF2B5EF4-FFF2-40B4-BE49-F238E27FC236}">
                <a16:creationId xmlns:a16="http://schemas.microsoft.com/office/drawing/2014/main" id="{8F73DF31-9904-13B9-C42F-26320DD52889}"/>
              </a:ext>
            </a:extLst>
          </p:cNvPr>
          <p:cNvSpPr/>
          <p:nvPr/>
        </p:nvSpPr>
        <p:spPr>
          <a:xfrm>
            <a:off x="23365" y="5070263"/>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24" name="Freeform 24">
            <a:extLst>
              <a:ext uri="{FF2B5EF4-FFF2-40B4-BE49-F238E27FC236}">
                <a16:creationId xmlns:a16="http://schemas.microsoft.com/office/drawing/2014/main" id="{2F60DBD6-E454-2823-883C-151BE27FF5EB}"/>
              </a:ext>
            </a:extLst>
          </p:cNvPr>
          <p:cNvSpPr/>
          <p:nvPr/>
        </p:nvSpPr>
        <p:spPr>
          <a:xfrm>
            <a:off x="9178" y="5953122"/>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25" name="Freeform 25">
            <a:extLst>
              <a:ext uri="{FF2B5EF4-FFF2-40B4-BE49-F238E27FC236}">
                <a16:creationId xmlns:a16="http://schemas.microsoft.com/office/drawing/2014/main" id="{981CCC8E-A307-AAE2-2184-27CF51C15825}"/>
              </a:ext>
            </a:extLst>
          </p:cNvPr>
          <p:cNvSpPr/>
          <p:nvPr/>
        </p:nvSpPr>
        <p:spPr>
          <a:xfrm>
            <a:off x="-5123" y="6716050"/>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dirty="0"/>
          </a:p>
        </p:txBody>
      </p:sp>
      <p:sp>
        <p:nvSpPr>
          <p:cNvPr id="26" name="Freeform 26">
            <a:extLst>
              <a:ext uri="{FF2B5EF4-FFF2-40B4-BE49-F238E27FC236}">
                <a16:creationId xmlns:a16="http://schemas.microsoft.com/office/drawing/2014/main" id="{445D67F4-04F9-23A6-20DE-5A7692F4885A}"/>
              </a:ext>
            </a:extLst>
          </p:cNvPr>
          <p:cNvSpPr/>
          <p:nvPr/>
        </p:nvSpPr>
        <p:spPr>
          <a:xfrm>
            <a:off x="23366" y="2521781"/>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27" name="Freeform 27">
            <a:extLst>
              <a:ext uri="{FF2B5EF4-FFF2-40B4-BE49-F238E27FC236}">
                <a16:creationId xmlns:a16="http://schemas.microsoft.com/office/drawing/2014/main" id="{E5172137-7DCB-0D5F-54AB-6626E4DE5BA7}"/>
              </a:ext>
            </a:extLst>
          </p:cNvPr>
          <p:cNvSpPr/>
          <p:nvPr/>
        </p:nvSpPr>
        <p:spPr>
          <a:xfrm>
            <a:off x="22061" y="1747651"/>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dirty="0"/>
          </a:p>
        </p:txBody>
      </p:sp>
      <p:sp>
        <p:nvSpPr>
          <p:cNvPr id="28" name="Freeform 28">
            <a:extLst>
              <a:ext uri="{FF2B5EF4-FFF2-40B4-BE49-F238E27FC236}">
                <a16:creationId xmlns:a16="http://schemas.microsoft.com/office/drawing/2014/main" id="{47D5EDA7-6A4E-D00C-9E14-F384FD5B5957}"/>
              </a:ext>
            </a:extLst>
          </p:cNvPr>
          <p:cNvSpPr/>
          <p:nvPr/>
        </p:nvSpPr>
        <p:spPr>
          <a:xfrm>
            <a:off x="6117783" y="6800762"/>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29" name="Freeform 29">
            <a:extLst>
              <a:ext uri="{FF2B5EF4-FFF2-40B4-BE49-F238E27FC236}">
                <a16:creationId xmlns:a16="http://schemas.microsoft.com/office/drawing/2014/main" id="{107B384C-47F6-9217-FFD1-AC609201325A}"/>
              </a:ext>
            </a:extLst>
          </p:cNvPr>
          <p:cNvSpPr/>
          <p:nvPr/>
        </p:nvSpPr>
        <p:spPr>
          <a:xfrm>
            <a:off x="6117783" y="2497084"/>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30" name="Freeform 30">
            <a:extLst>
              <a:ext uri="{FF2B5EF4-FFF2-40B4-BE49-F238E27FC236}">
                <a16:creationId xmlns:a16="http://schemas.microsoft.com/office/drawing/2014/main" id="{7B03211A-AC8E-7B0D-CD60-BE5252382311}"/>
              </a:ext>
            </a:extLst>
          </p:cNvPr>
          <p:cNvSpPr/>
          <p:nvPr/>
        </p:nvSpPr>
        <p:spPr>
          <a:xfrm>
            <a:off x="6117783" y="1577123"/>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31" name="Freeform 31">
            <a:extLst>
              <a:ext uri="{FF2B5EF4-FFF2-40B4-BE49-F238E27FC236}">
                <a16:creationId xmlns:a16="http://schemas.microsoft.com/office/drawing/2014/main" id="{FAE98D66-9D58-7344-BC9A-6A43115DB069}"/>
              </a:ext>
            </a:extLst>
          </p:cNvPr>
          <p:cNvSpPr/>
          <p:nvPr/>
        </p:nvSpPr>
        <p:spPr>
          <a:xfrm>
            <a:off x="6117783" y="747423"/>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32" name="Freeform 32">
            <a:extLst>
              <a:ext uri="{FF2B5EF4-FFF2-40B4-BE49-F238E27FC236}">
                <a16:creationId xmlns:a16="http://schemas.microsoft.com/office/drawing/2014/main" id="{A63986A6-0DD0-45B0-A64F-BFCD2E0388C7}"/>
              </a:ext>
            </a:extLst>
          </p:cNvPr>
          <p:cNvSpPr/>
          <p:nvPr/>
        </p:nvSpPr>
        <p:spPr>
          <a:xfrm>
            <a:off x="6117783" y="5127544"/>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33" name="Freeform 33">
            <a:extLst>
              <a:ext uri="{FF2B5EF4-FFF2-40B4-BE49-F238E27FC236}">
                <a16:creationId xmlns:a16="http://schemas.microsoft.com/office/drawing/2014/main" id="{D455DB4A-99DB-B43A-F1A5-33C0C4FE7FEA}"/>
              </a:ext>
            </a:extLst>
          </p:cNvPr>
          <p:cNvSpPr/>
          <p:nvPr/>
        </p:nvSpPr>
        <p:spPr>
          <a:xfrm>
            <a:off x="6085923" y="4173866"/>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34" name="Freeform 34">
            <a:extLst>
              <a:ext uri="{FF2B5EF4-FFF2-40B4-BE49-F238E27FC236}">
                <a16:creationId xmlns:a16="http://schemas.microsoft.com/office/drawing/2014/main" id="{D1EE9F95-EE3C-05D6-5CED-440C4EA8FE34}"/>
              </a:ext>
            </a:extLst>
          </p:cNvPr>
          <p:cNvSpPr/>
          <p:nvPr/>
        </p:nvSpPr>
        <p:spPr>
          <a:xfrm>
            <a:off x="6117783" y="3310972"/>
            <a:ext cx="312305" cy="312305"/>
          </a:xfrm>
          <a:custGeom>
            <a:avLst/>
            <a:gdLst/>
            <a:ahLst/>
            <a:cxnLst/>
            <a:rect l="l" t="t" r="r" b="b"/>
            <a:pathLst>
              <a:path w="390399" h="390399">
                <a:moveTo>
                  <a:pt x="0" y="0"/>
                </a:moveTo>
                <a:lnTo>
                  <a:pt x="390399" y="0"/>
                </a:lnTo>
                <a:lnTo>
                  <a:pt x="390399" y="390398"/>
                </a:lnTo>
                <a:lnTo>
                  <a:pt x="0" y="390398"/>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35" name="Freeform 35">
            <a:extLst>
              <a:ext uri="{FF2B5EF4-FFF2-40B4-BE49-F238E27FC236}">
                <a16:creationId xmlns:a16="http://schemas.microsoft.com/office/drawing/2014/main" id="{D6D2E31E-5D28-B05B-6958-600FF7C57EBC}"/>
              </a:ext>
            </a:extLst>
          </p:cNvPr>
          <p:cNvSpPr/>
          <p:nvPr/>
        </p:nvSpPr>
        <p:spPr>
          <a:xfrm>
            <a:off x="6085923" y="5931862"/>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nvGrpSpPr>
          <p:cNvPr id="36" name="Group 36">
            <a:extLst>
              <a:ext uri="{FF2B5EF4-FFF2-40B4-BE49-F238E27FC236}">
                <a16:creationId xmlns:a16="http://schemas.microsoft.com/office/drawing/2014/main" id="{0A59B9EC-D10D-E261-E7DE-BEDB9055AABF}"/>
              </a:ext>
            </a:extLst>
          </p:cNvPr>
          <p:cNvGrpSpPr/>
          <p:nvPr/>
        </p:nvGrpSpPr>
        <p:grpSpPr>
          <a:xfrm>
            <a:off x="6948367" y="1102558"/>
            <a:ext cx="1840568" cy="474845"/>
            <a:chOff x="0" y="0"/>
            <a:chExt cx="654453" cy="168841"/>
          </a:xfrm>
        </p:grpSpPr>
        <p:sp>
          <p:nvSpPr>
            <p:cNvPr id="37" name="Freeform 37">
              <a:extLst>
                <a:ext uri="{FF2B5EF4-FFF2-40B4-BE49-F238E27FC236}">
                  <a16:creationId xmlns:a16="http://schemas.microsoft.com/office/drawing/2014/main" id="{21477AFB-7253-D925-B025-C872C47E0819}"/>
                </a:ext>
              </a:extLst>
            </p:cNvPr>
            <p:cNvSpPr/>
            <p:nvPr/>
          </p:nvSpPr>
          <p:spPr>
            <a:xfrm>
              <a:off x="0" y="0"/>
              <a:ext cx="654453" cy="168841"/>
            </a:xfrm>
            <a:custGeom>
              <a:avLst/>
              <a:gdLst/>
              <a:ahLst/>
              <a:cxnLst/>
              <a:rect l="l" t="t" r="r" b="b"/>
              <a:pathLst>
                <a:path w="654453" h="168841">
                  <a:moveTo>
                    <a:pt x="0" y="0"/>
                  </a:moveTo>
                  <a:lnTo>
                    <a:pt x="654453" y="0"/>
                  </a:lnTo>
                  <a:lnTo>
                    <a:pt x="654453" y="168841"/>
                  </a:lnTo>
                  <a:lnTo>
                    <a:pt x="0" y="168841"/>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38" name="TextBox 38">
              <a:extLst>
                <a:ext uri="{FF2B5EF4-FFF2-40B4-BE49-F238E27FC236}">
                  <a16:creationId xmlns:a16="http://schemas.microsoft.com/office/drawing/2014/main" id="{15374F3D-6E6D-3FB4-02D3-E62121DECCE3}"/>
                </a:ext>
              </a:extLst>
            </p:cNvPr>
            <p:cNvSpPr txBox="1"/>
            <p:nvPr/>
          </p:nvSpPr>
          <p:spPr>
            <a:xfrm>
              <a:off x="0" y="-28575"/>
              <a:ext cx="654453" cy="197416"/>
            </a:xfrm>
            <a:prstGeom prst="rect">
              <a:avLst/>
            </a:prstGeom>
          </p:spPr>
          <p:txBody>
            <a:bodyPr lIns="40638" tIns="40638" rIns="40638" bIns="40638" rtlCol="0" anchor="ctr"/>
            <a:lstStyle/>
            <a:p>
              <a:pPr algn="ctr">
                <a:lnSpc>
                  <a:spcPts val="2016"/>
                </a:lnSpc>
              </a:pPr>
              <a:endParaRPr sz="1088"/>
            </a:p>
          </p:txBody>
        </p:sp>
      </p:grpSp>
      <p:grpSp>
        <p:nvGrpSpPr>
          <p:cNvPr id="39" name="Group 39">
            <a:extLst>
              <a:ext uri="{FF2B5EF4-FFF2-40B4-BE49-F238E27FC236}">
                <a16:creationId xmlns:a16="http://schemas.microsoft.com/office/drawing/2014/main" id="{9B30BEF1-83B0-BA14-07DA-D6EB29446C52}"/>
              </a:ext>
            </a:extLst>
          </p:cNvPr>
          <p:cNvGrpSpPr/>
          <p:nvPr/>
        </p:nvGrpSpPr>
        <p:grpSpPr>
          <a:xfrm>
            <a:off x="8785225" y="1102558"/>
            <a:ext cx="403148" cy="474845"/>
            <a:chOff x="0" y="0"/>
            <a:chExt cx="143348" cy="168841"/>
          </a:xfrm>
        </p:grpSpPr>
        <p:sp>
          <p:nvSpPr>
            <p:cNvPr id="40" name="Freeform 40">
              <a:extLst>
                <a:ext uri="{FF2B5EF4-FFF2-40B4-BE49-F238E27FC236}">
                  <a16:creationId xmlns:a16="http://schemas.microsoft.com/office/drawing/2014/main" id="{5230E257-67D1-E1BE-8E30-2F511DE27D79}"/>
                </a:ext>
              </a:extLst>
            </p:cNvPr>
            <p:cNvSpPr/>
            <p:nvPr/>
          </p:nvSpPr>
          <p:spPr>
            <a:xfrm>
              <a:off x="0" y="0"/>
              <a:ext cx="143348" cy="168841"/>
            </a:xfrm>
            <a:custGeom>
              <a:avLst/>
              <a:gdLst/>
              <a:ahLst/>
              <a:cxnLst/>
              <a:rect l="l" t="t" r="r" b="b"/>
              <a:pathLst>
                <a:path w="143348" h="168841">
                  <a:moveTo>
                    <a:pt x="0" y="0"/>
                  </a:moveTo>
                  <a:lnTo>
                    <a:pt x="143348" y="0"/>
                  </a:lnTo>
                  <a:lnTo>
                    <a:pt x="143348" y="168841"/>
                  </a:lnTo>
                  <a:lnTo>
                    <a:pt x="0" y="168841"/>
                  </a:lnTo>
                  <a:close/>
                </a:path>
              </a:pathLst>
            </a:custGeom>
            <a:solidFill>
              <a:srgbClr val="FDFDFD">
                <a:alpha val="38824"/>
              </a:srgbClr>
            </a:solidFill>
            <a:ln w="9525" cap="sq">
              <a:solidFill>
                <a:srgbClr val="000000">
                  <a:alpha val="38824"/>
                </a:srgbClr>
              </a:solidFill>
              <a:prstDash val="solid"/>
              <a:miter/>
            </a:ln>
          </p:spPr>
          <p:txBody>
            <a:bodyPr/>
            <a:lstStyle/>
            <a:p>
              <a:endParaRPr lang="en-SG" sz="1088"/>
            </a:p>
          </p:txBody>
        </p:sp>
        <p:sp>
          <p:nvSpPr>
            <p:cNvPr id="41" name="TextBox 41">
              <a:extLst>
                <a:ext uri="{FF2B5EF4-FFF2-40B4-BE49-F238E27FC236}">
                  <a16:creationId xmlns:a16="http://schemas.microsoft.com/office/drawing/2014/main" id="{17DAA21C-5898-6FB4-C431-FFFA18834311}"/>
                </a:ext>
              </a:extLst>
            </p:cNvPr>
            <p:cNvSpPr txBox="1"/>
            <p:nvPr/>
          </p:nvSpPr>
          <p:spPr>
            <a:xfrm>
              <a:off x="0" y="-28575"/>
              <a:ext cx="143348" cy="197416"/>
            </a:xfrm>
            <a:prstGeom prst="rect">
              <a:avLst/>
            </a:prstGeom>
          </p:spPr>
          <p:txBody>
            <a:bodyPr lIns="40638" tIns="40638" rIns="40638" bIns="40638" rtlCol="0" anchor="ctr"/>
            <a:lstStyle/>
            <a:p>
              <a:pPr algn="ctr">
                <a:lnSpc>
                  <a:spcPts val="2016"/>
                </a:lnSpc>
              </a:pPr>
              <a:endParaRPr sz="1088"/>
            </a:p>
          </p:txBody>
        </p:sp>
      </p:grpSp>
      <p:grpSp>
        <p:nvGrpSpPr>
          <p:cNvPr id="42" name="Group 42">
            <a:extLst>
              <a:ext uri="{FF2B5EF4-FFF2-40B4-BE49-F238E27FC236}">
                <a16:creationId xmlns:a16="http://schemas.microsoft.com/office/drawing/2014/main" id="{82BA8B01-3A6E-A806-43D4-C3E857461B7A}"/>
              </a:ext>
            </a:extLst>
          </p:cNvPr>
          <p:cNvGrpSpPr/>
          <p:nvPr/>
        </p:nvGrpSpPr>
        <p:grpSpPr>
          <a:xfrm>
            <a:off x="7210917" y="2101115"/>
            <a:ext cx="685837" cy="469257"/>
            <a:chOff x="0" y="0"/>
            <a:chExt cx="243864" cy="166854"/>
          </a:xfrm>
        </p:grpSpPr>
        <p:sp>
          <p:nvSpPr>
            <p:cNvPr id="43" name="Freeform 43">
              <a:extLst>
                <a:ext uri="{FF2B5EF4-FFF2-40B4-BE49-F238E27FC236}">
                  <a16:creationId xmlns:a16="http://schemas.microsoft.com/office/drawing/2014/main" id="{5D8EA915-E9DB-666F-BAD5-7E56A510914B}"/>
                </a:ext>
              </a:extLst>
            </p:cNvPr>
            <p:cNvSpPr/>
            <p:nvPr/>
          </p:nvSpPr>
          <p:spPr>
            <a:xfrm>
              <a:off x="0" y="0"/>
              <a:ext cx="243864" cy="166854"/>
            </a:xfrm>
            <a:custGeom>
              <a:avLst/>
              <a:gdLst/>
              <a:ahLst/>
              <a:cxnLst/>
              <a:rect l="l" t="t" r="r" b="b"/>
              <a:pathLst>
                <a:path w="243864" h="166854">
                  <a:moveTo>
                    <a:pt x="0" y="0"/>
                  </a:moveTo>
                  <a:lnTo>
                    <a:pt x="243864" y="0"/>
                  </a:lnTo>
                  <a:lnTo>
                    <a:pt x="243864" y="166854"/>
                  </a:lnTo>
                  <a:lnTo>
                    <a:pt x="0" y="166854"/>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44" name="TextBox 44">
              <a:extLst>
                <a:ext uri="{FF2B5EF4-FFF2-40B4-BE49-F238E27FC236}">
                  <a16:creationId xmlns:a16="http://schemas.microsoft.com/office/drawing/2014/main" id="{576FC699-34D6-46F2-A26B-772533AC7768}"/>
                </a:ext>
              </a:extLst>
            </p:cNvPr>
            <p:cNvSpPr txBox="1"/>
            <p:nvPr/>
          </p:nvSpPr>
          <p:spPr>
            <a:xfrm>
              <a:off x="0" y="-28575"/>
              <a:ext cx="243864" cy="195429"/>
            </a:xfrm>
            <a:prstGeom prst="rect">
              <a:avLst/>
            </a:prstGeom>
          </p:spPr>
          <p:txBody>
            <a:bodyPr lIns="40638" tIns="40638" rIns="40638" bIns="40638" rtlCol="0" anchor="ctr"/>
            <a:lstStyle/>
            <a:p>
              <a:pPr algn="ctr">
                <a:lnSpc>
                  <a:spcPts val="2016"/>
                </a:lnSpc>
              </a:pPr>
              <a:endParaRPr sz="1088"/>
            </a:p>
          </p:txBody>
        </p:sp>
      </p:grpSp>
      <p:grpSp>
        <p:nvGrpSpPr>
          <p:cNvPr id="45" name="Group 45">
            <a:extLst>
              <a:ext uri="{FF2B5EF4-FFF2-40B4-BE49-F238E27FC236}">
                <a16:creationId xmlns:a16="http://schemas.microsoft.com/office/drawing/2014/main" id="{96C6EDC6-33BB-4A08-2496-DDF3E7648D19}"/>
              </a:ext>
            </a:extLst>
          </p:cNvPr>
          <p:cNvGrpSpPr/>
          <p:nvPr/>
        </p:nvGrpSpPr>
        <p:grpSpPr>
          <a:xfrm>
            <a:off x="6506698" y="551792"/>
            <a:ext cx="110934" cy="7887829"/>
            <a:chOff x="0" y="0"/>
            <a:chExt cx="184898" cy="13146961"/>
          </a:xfrm>
        </p:grpSpPr>
        <p:grpSp>
          <p:nvGrpSpPr>
            <p:cNvPr id="46" name="Group 46">
              <a:extLst>
                <a:ext uri="{FF2B5EF4-FFF2-40B4-BE49-F238E27FC236}">
                  <a16:creationId xmlns:a16="http://schemas.microsoft.com/office/drawing/2014/main" id="{C1675562-8248-2EAF-A641-517C2444BF09}"/>
                </a:ext>
              </a:extLst>
            </p:cNvPr>
            <p:cNvGrpSpPr/>
            <p:nvPr/>
          </p:nvGrpSpPr>
          <p:grpSpPr>
            <a:xfrm>
              <a:off x="9132" y="3875"/>
              <a:ext cx="175766" cy="507612"/>
              <a:chOff x="0" y="0"/>
              <a:chExt cx="37497" cy="108291"/>
            </a:xfrm>
          </p:grpSpPr>
          <p:sp>
            <p:nvSpPr>
              <p:cNvPr id="47" name="Freeform 47">
                <a:extLst>
                  <a:ext uri="{FF2B5EF4-FFF2-40B4-BE49-F238E27FC236}">
                    <a16:creationId xmlns:a16="http://schemas.microsoft.com/office/drawing/2014/main" id="{6EBE5F67-E11E-35D4-93B5-456D8E31538C}"/>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48" name="TextBox 48">
                <a:extLst>
                  <a:ext uri="{FF2B5EF4-FFF2-40B4-BE49-F238E27FC236}">
                    <a16:creationId xmlns:a16="http://schemas.microsoft.com/office/drawing/2014/main" id="{ECCDE625-BD39-8D7D-3048-58BB13419CEB}"/>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49" name="Group 49">
              <a:extLst>
                <a:ext uri="{FF2B5EF4-FFF2-40B4-BE49-F238E27FC236}">
                  <a16:creationId xmlns:a16="http://schemas.microsoft.com/office/drawing/2014/main" id="{C7063FC9-E65B-E3EB-25A1-ABB5B3EAC671}"/>
                </a:ext>
              </a:extLst>
            </p:cNvPr>
            <p:cNvGrpSpPr/>
            <p:nvPr/>
          </p:nvGrpSpPr>
          <p:grpSpPr>
            <a:xfrm>
              <a:off x="9132" y="0"/>
              <a:ext cx="175766" cy="13146961"/>
              <a:chOff x="0" y="0"/>
              <a:chExt cx="37497" cy="2804685"/>
            </a:xfrm>
          </p:grpSpPr>
          <p:sp>
            <p:nvSpPr>
              <p:cNvPr id="50" name="Freeform 50">
                <a:extLst>
                  <a:ext uri="{FF2B5EF4-FFF2-40B4-BE49-F238E27FC236}">
                    <a16:creationId xmlns:a16="http://schemas.microsoft.com/office/drawing/2014/main" id="{B76B4F8D-5950-943E-F87E-8FCF802DBB16}"/>
                  </a:ext>
                </a:extLst>
              </p:cNvPr>
              <p:cNvSpPr/>
              <p:nvPr/>
            </p:nvSpPr>
            <p:spPr>
              <a:xfrm>
                <a:off x="0" y="0"/>
                <a:ext cx="37497" cy="2804685"/>
              </a:xfrm>
              <a:custGeom>
                <a:avLst/>
                <a:gdLst/>
                <a:ahLst/>
                <a:cxnLst/>
                <a:rect l="l" t="t" r="r" b="b"/>
                <a:pathLst>
                  <a:path w="37497" h="2804685">
                    <a:moveTo>
                      <a:pt x="0" y="0"/>
                    </a:moveTo>
                    <a:lnTo>
                      <a:pt x="37497" y="0"/>
                    </a:lnTo>
                    <a:lnTo>
                      <a:pt x="37497" y="2804685"/>
                    </a:lnTo>
                    <a:lnTo>
                      <a:pt x="0" y="2804685"/>
                    </a:lnTo>
                    <a:close/>
                  </a:path>
                </a:pathLst>
              </a:custGeom>
              <a:solidFill>
                <a:srgbClr val="FDFDFD"/>
              </a:solidFill>
              <a:ln w="9525" cap="sq">
                <a:solidFill>
                  <a:srgbClr val="000000"/>
                </a:solidFill>
                <a:prstDash val="solid"/>
                <a:miter/>
              </a:ln>
            </p:spPr>
            <p:txBody>
              <a:bodyPr/>
              <a:lstStyle/>
              <a:p>
                <a:endParaRPr lang="en-SG" sz="1088"/>
              </a:p>
            </p:txBody>
          </p:sp>
          <p:sp>
            <p:nvSpPr>
              <p:cNvPr id="51" name="TextBox 51">
                <a:extLst>
                  <a:ext uri="{FF2B5EF4-FFF2-40B4-BE49-F238E27FC236}">
                    <a16:creationId xmlns:a16="http://schemas.microsoft.com/office/drawing/2014/main" id="{1022B767-DD29-2A7E-11ED-10A02A5F373E}"/>
                  </a:ext>
                </a:extLst>
              </p:cNvPr>
              <p:cNvSpPr txBox="1"/>
              <p:nvPr/>
            </p:nvSpPr>
            <p:spPr>
              <a:xfrm>
                <a:off x="0" y="-28575"/>
                <a:ext cx="37497" cy="2833260"/>
              </a:xfrm>
              <a:prstGeom prst="rect">
                <a:avLst/>
              </a:prstGeom>
            </p:spPr>
            <p:txBody>
              <a:bodyPr lIns="40638" tIns="40638" rIns="40638" bIns="40638" rtlCol="0" anchor="ctr"/>
              <a:lstStyle/>
              <a:p>
                <a:pPr algn="ctr">
                  <a:lnSpc>
                    <a:spcPts val="2016"/>
                  </a:lnSpc>
                </a:pPr>
                <a:endParaRPr sz="1088"/>
              </a:p>
            </p:txBody>
          </p:sp>
        </p:grpSp>
        <p:grpSp>
          <p:nvGrpSpPr>
            <p:cNvPr id="52" name="Group 52">
              <a:extLst>
                <a:ext uri="{FF2B5EF4-FFF2-40B4-BE49-F238E27FC236}">
                  <a16:creationId xmlns:a16="http://schemas.microsoft.com/office/drawing/2014/main" id="{F10DED56-05FA-AE7E-A0D7-8AF615DA0EFF}"/>
                </a:ext>
              </a:extLst>
            </p:cNvPr>
            <p:cNvGrpSpPr/>
            <p:nvPr/>
          </p:nvGrpSpPr>
          <p:grpSpPr>
            <a:xfrm>
              <a:off x="9132" y="2726176"/>
              <a:ext cx="165100" cy="2140734"/>
              <a:chOff x="0" y="0"/>
              <a:chExt cx="35221" cy="456690"/>
            </a:xfrm>
          </p:grpSpPr>
          <p:sp>
            <p:nvSpPr>
              <p:cNvPr id="53" name="Freeform 53">
                <a:extLst>
                  <a:ext uri="{FF2B5EF4-FFF2-40B4-BE49-F238E27FC236}">
                    <a16:creationId xmlns:a16="http://schemas.microsoft.com/office/drawing/2014/main" id="{4C897B04-BC29-1421-FC7B-CDB91FBF6D2F}"/>
                  </a:ext>
                </a:extLst>
              </p:cNvPr>
              <p:cNvSpPr/>
              <p:nvPr/>
            </p:nvSpPr>
            <p:spPr>
              <a:xfrm>
                <a:off x="0" y="0"/>
                <a:ext cx="35221" cy="456690"/>
              </a:xfrm>
              <a:custGeom>
                <a:avLst/>
                <a:gdLst/>
                <a:ahLst/>
                <a:cxnLst/>
                <a:rect l="l" t="t" r="r" b="b"/>
                <a:pathLst>
                  <a:path w="35221" h="456690">
                    <a:moveTo>
                      <a:pt x="0" y="0"/>
                    </a:moveTo>
                    <a:lnTo>
                      <a:pt x="35221" y="0"/>
                    </a:lnTo>
                    <a:lnTo>
                      <a:pt x="35221" y="456690"/>
                    </a:lnTo>
                    <a:lnTo>
                      <a:pt x="0" y="456690"/>
                    </a:lnTo>
                    <a:close/>
                  </a:path>
                </a:pathLst>
              </a:custGeom>
              <a:solidFill>
                <a:srgbClr val="F34336"/>
              </a:solidFill>
              <a:ln cap="sq">
                <a:noFill/>
                <a:prstDash val="solid"/>
                <a:miter/>
              </a:ln>
            </p:spPr>
            <p:txBody>
              <a:bodyPr/>
              <a:lstStyle/>
              <a:p>
                <a:endParaRPr lang="en-SG" sz="1088"/>
              </a:p>
            </p:txBody>
          </p:sp>
          <p:sp>
            <p:nvSpPr>
              <p:cNvPr id="54" name="TextBox 54">
                <a:extLst>
                  <a:ext uri="{FF2B5EF4-FFF2-40B4-BE49-F238E27FC236}">
                    <a16:creationId xmlns:a16="http://schemas.microsoft.com/office/drawing/2014/main" id="{AC2C3191-C869-21A6-F7DE-EC188034B1AE}"/>
                  </a:ext>
                </a:extLst>
              </p:cNvPr>
              <p:cNvSpPr txBox="1"/>
              <p:nvPr/>
            </p:nvSpPr>
            <p:spPr>
              <a:xfrm>
                <a:off x="0" y="-28575"/>
                <a:ext cx="35221" cy="485265"/>
              </a:xfrm>
              <a:prstGeom prst="rect">
                <a:avLst/>
              </a:prstGeom>
            </p:spPr>
            <p:txBody>
              <a:bodyPr lIns="40638" tIns="40638" rIns="40638" bIns="40638" rtlCol="0" anchor="ctr"/>
              <a:lstStyle/>
              <a:p>
                <a:pPr algn="ctr">
                  <a:lnSpc>
                    <a:spcPts val="2016"/>
                  </a:lnSpc>
                </a:pPr>
                <a:endParaRPr sz="1088"/>
              </a:p>
            </p:txBody>
          </p:sp>
        </p:grpSp>
        <p:grpSp>
          <p:nvGrpSpPr>
            <p:cNvPr id="55" name="Group 55">
              <a:extLst>
                <a:ext uri="{FF2B5EF4-FFF2-40B4-BE49-F238E27FC236}">
                  <a16:creationId xmlns:a16="http://schemas.microsoft.com/office/drawing/2014/main" id="{ED68B374-2AE8-DB9A-5228-A60C77BEF180}"/>
                </a:ext>
              </a:extLst>
            </p:cNvPr>
            <p:cNvGrpSpPr/>
            <p:nvPr/>
          </p:nvGrpSpPr>
          <p:grpSpPr>
            <a:xfrm>
              <a:off x="9132" y="10883818"/>
              <a:ext cx="175766" cy="507612"/>
              <a:chOff x="0" y="0"/>
              <a:chExt cx="37497" cy="108291"/>
            </a:xfrm>
          </p:grpSpPr>
          <p:sp>
            <p:nvSpPr>
              <p:cNvPr id="56" name="Freeform 56">
                <a:extLst>
                  <a:ext uri="{FF2B5EF4-FFF2-40B4-BE49-F238E27FC236}">
                    <a16:creationId xmlns:a16="http://schemas.microsoft.com/office/drawing/2014/main" id="{8631386C-2467-9E9E-84A1-F9594920E19F}"/>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57" name="TextBox 57">
                <a:extLst>
                  <a:ext uri="{FF2B5EF4-FFF2-40B4-BE49-F238E27FC236}">
                    <a16:creationId xmlns:a16="http://schemas.microsoft.com/office/drawing/2014/main" id="{A7DF348A-65AC-F343-36D3-028C1103B175}"/>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58" name="Group 58">
              <a:extLst>
                <a:ext uri="{FF2B5EF4-FFF2-40B4-BE49-F238E27FC236}">
                  <a16:creationId xmlns:a16="http://schemas.microsoft.com/office/drawing/2014/main" id="{246333E2-F879-17EE-09C2-7B70B879A7AF}"/>
                </a:ext>
              </a:extLst>
            </p:cNvPr>
            <p:cNvGrpSpPr/>
            <p:nvPr/>
          </p:nvGrpSpPr>
          <p:grpSpPr>
            <a:xfrm>
              <a:off x="45096" y="175561"/>
              <a:ext cx="139802" cy="122326"/>
              <a:chOff x="0" y="0"/>
              <a:chExt cx="812800" cy="711200"/>
            </a:xfrm>
          </p:grpSpPr>
          <p:sp>
            <p:nvSpPr>
              <p:cNvPr id="59" name="Freeform 59">
                <a:extLst>
                  <a:ext uri="{FF2B5EF4-FFF2-40B4-BE49-F238E27FC236}">
                    <a16:creationId xmlns:a16="http://schemas.microsoft.com/office/drawing/2014/main" id="{9CD64CD7-6FF0-D307-C7E0-BC3E9EEE9DF4}"/>
                  </a:ext>
                </a:extLst>
              </p:cNvPr>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34336"/>
              </a:solidFill>
            </p:spPr>
            <p:txBody>
              <a:bodyPr/>
              <a:lstStyle/>
              <a:p>
                <a:endParaRPr lang="en-SG" sz="1088"/>
              </a:p>
            </p:txBody>
          </p:sp>
          <p:sp>
            <p:nvSpPr>
              <p:cNvPr id="60" name="TextBox 60">
                <a:extLst>
                  <a:ext uri="{FF2B5EF4-FFF2-40B4-BE49-F238E27FC236}">
                    <a16:creationId xmlns:a16="http://schemas.microsoft.com/office/drawing/2014/main" id="{D97F0E8F-BEF4-1E80-5538-F082E51792C1}"/>
                  </a:ext>
                </a:extLst>
              </p:cNvPr>
              <p:cNvSpPr txBox="1"/>
              <p:nvPr/>
            </p:nvSpPr>
            <p:spPr>
              <a:xfrm>
                <a:off x="127000" y="301625"/>
                <a:ext cx="558800" cy="358775"/>
              </a:xfrm>
              <a:prstGeom prst="rect">
                <a:avLst/>
              </a:prstGeom>
            </p:spPr>
            <p:txBody>
              <a:bodyPr lIns="40638" tIns="40638" rIns="40638" bIns="40638" rtlCol="0" anchor="ctr"/>
              <a:lstStyle/>
              <a:p>
                <a:pPr algn="ctr">
                  <a:lnSpc>
                    <a:spcPts val="2016"/>
                  </a:lnSpc>
                </a:pPr>
                <a:endParaRPr sz="1088"/>
              </a:p>
            </p:txBody>
          </p:sp>
        </p:grpSp>
        <p:grpSp>
          <p:nvGrpSpPr>
            <p:cNvPr id="61" name="Group 61">
              <a:extLst>
                <a:ext uri="{FF2B5EF4-FFF2-40B4-BE49-F238E27FC236}">
                  <a16:creationId xmlns:a16="http://schemas.microsoft.com/office/drawing/2014/main" id="{7B88B2FB-B7C9-0284-D7FF-0CE4CCB8D75F}"/>
                </a:ext>
              </a:extLst>
            </p:cNvPr>
            <p:cNvGrpSpPr/>
            <p:nvPr/>
          </p:nvGrpSpPr>
          <p:grpSpPr>
            <a:xfrm>
              <a:off x="0" y="11085671"/>
              <a:ext cx="174232" cy="152453"/>
              <a:chOff x="0" y="0"/>
              <a:chExt cx="812800" cy="711200"/>
            </a:xfrm>
          </p:grpSpPr>
          <p:sp>
            <p:nvSpPr>
              <p:cNvPr id="62" name="Freeform 62">
                <a:extLst>
                  <a:ext uri="{FF2B5EF4-FFF2-40B4-BE49-F238E27FC236}">
                    <a16:creationId xmlns:a16="http://schemas.microsoft.com/office/drawing/2014/main" id="{CF933577-9D6F-CFCE-615F-601E8F3B4102}"/>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63" name="TextBox 63">
                <a:extLst>
                  <a:ext uri="{FF2B5EF4-FFF2-40B4-BE49-F238E27FC236}">
                    <a16:creationId xmlns:a16="http://schemas.microsoft.com/office/drawing/2014/main" id="{B6BCADD1-A1C1-9432-FCDF-CDAB491E9848}"/>
                  </a:ext>
                </a:extLst>
              </p:cNvPr>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a:p>
            </p:txBody>
          </p:sp>
        </p:grpSp>
      </p:grpSp>
      <p:grpSp>
        <p:nvGrpSpPr>
          <p:cNvPr id="64" name="Group 64">
            <a:extLst>
              <a:ext uri="{FF2B5EF4-FFF2-40B4-BE49-F238E27FC236}">
                <a16:creationId xmlns:a16="http://schemas.microsoft.com/office/drawing/2014/main" id="{8E6C7225-C3B2-A00B-074A-FBB04341BB9B}"/>
              </a:ext>
            </a:extLst>
          </p:cNvPr>
          <p:cNvGrpSpPr/>
          <p:nvPr/>
        </p:nvGrpSpPr>
        <p:grpSpPr>
          <a:xfrm>
            <a:off x="8849712" y="1218644"/>
            <a:ext cx="201735" cy="176518"/>
            <a:chOff x="0" y="0"/>
            <a:chExt cx="812800" cy="711200"/>
          </a:xfrm>
        </p:grpSpPr>
        <p:sp>
          <p:nvSpPr>
            <p:cNvPr id="65" name="Freeform 65">
              <a:extLst>
                <a:ext uri="{FF2B5EF4-FFF2-40B4-BE49-F238E27FC236}">
                  <a16:creationId xmlns:a16="http://schemas.microsoft.com/office/drawing/2014/main" id="{48D25D47-A5F6-72C6-B3BC-8E43F282CA37}"/>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66" name="TextBox 66">
              <a:extLst>
                <a:ext uri="{FF2B5EF4-FFF2-40B4-BE49-F238E27FC236}">
                  <a16:creationId xmlns:a16="http://schemas.microsoft.com/office/drawing/2014/main" id="{9773222C-0A29-A9EB-DEEA-849D781122F1}"/>
                </a:ext>
              </a:extLst>
            </p:cNvPr>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a:p>
          </p:txBody>
        </p:sp>
      </p:grpSp>
      <p:sp>
        <p:nvSpPr>
          <p:cNvPr id="67" name="TextBox 67">
            <a:extLst>
              <a:ext uri="{FF2B5EF4-FFF2-40B4-BE49-F238E27FC236}">
                <a16:creationId xmlns:a16="http://schemas.microsoft.com/office/drawing/2014/main" id="{ECE88E0F-0F2B-A47B-5F45-E19827BB1D66}"/>
              </a:ext>
            </a:extLst>
          </p:cNvPr>
          <p:cNvSpPr txBox="1"/>
          <p:nvPr/>
        </p:nvSpPr>
        <p:spPr>
          <a:xfrm>
            <a:off x="1653122" y="-38803"/>
            <a:ext cx="1798472" cy="420884"/>
          </a:xfrm>
          <a:prstGeom prst="rect">
            <a:avLst/>
          </a:prstGeom>
        </p:spPr>
        <p:txBody>
          <a:bodyPr lIns="0" tIns="0" rIns="0" bIns="0" rtlCol="0" anchor="t">
            <a:spAutoFit/>
          </a:bodyPr>
          <a:lstStyle/>
          <a:p>
            <a:pPr>
              <a:lnSpc>
                <a:spcPts val="3414"/>
              </a:lnSpc>
              <a:spcBef>
                <a:spcPct val="0"/>
              </a:spcBef>
            </a:pPr>
            <a:r>
              <a:rPr lang="en-US" sz="2439" dirty="0">
                <a:solidFill>
                  <a:srgbClr val="FFFFFF"/>
                </a:solidFill>
                <a:latin typeface="League Spartan"/>
                <a:ea typeface="League Spartan"/>
                <a:cs typeface="League Spartan"/>
                <a:sym typeface="League Spartan"/>
              </a:rPr>
              <a:t>Plan Trip</a:t>
            </a:r>
          </a:p>
        </p:txBody>
      </p:sp>
      <p:sp>
        <p:nvSpPr>
          <p:cNvPr id="68" name="TextBox 68">
            <a:extLst>
              <a:ext uri="{FF2B5EF4-FFF2-40B4-BE49-F238E27FC236}">
                <a16:creationId xmlns:a16="http://schemas.microsoft.com/office/drawing/2014/main" id="{5CFEB37F-BC1A-2BE2-125C-5AA14533CA8F}"/>
              </a:ext>
            </a:extLst>
          </p:cNvPr>
          <p:cNvSpPr txBox="1"/>
          <p:nvPr/>
        </p:nvSpPr>
        <p:spPr>
          <a:xfrm>
            <a:off x="7280124" y="3223639"/>
            <a:ext cx="680217" cy="248594"/>
          </a:xfrm>
          <a:prstGeom prst="rect">
            <a:avLst/>
          </a:prstGeom>
        </p:spPr>
        <p:txBody>
          <a:bodyPr wrap="square" lIns="0" tIns="0" rIns="0" bIns="0" rtlCol="0" anchor="t">
            <a:spAutoFit/>
          </a:bodyPr>
          <a:lstStyle/>
          <a:p>
            <a:pPr algn="ctr">
              <a:lnSpc>
                <a:spcPts val="2046"/>
              </a:lnSpc>
              <a:spcBef>
                <a:spcPct val="0"/>
              </a:spcBef>
            </a:pPr>
            <a:r>
              <a:rPr lang="en-US" sz="1461" dirty="0">
                <a:solidFill>
                  <a:srgbClr val="FFFFFF"/>
                </a:solidFill>
                <a:latin typeface="League Spartan"/>
                <a:ea typeface="League Spartan"/>
                <a:cs typeface="League Spartan"/>
                <a:sym typeface="League Spartan"/>
              </a:rPr>
              <a:t>Reset</a:t>
            </a:r>
          </a:p>
        </p:txBody>
      </p:sp>
      <p:sp>
        <p:nvSpPr>
          <p:cNvPr id="69" name="TextBox 69">
            <a:extLst>
              <a:ext uri="{FF2B5EF4-FFF2-40B4-BE49-F238E27FC236}">
                <a16:creationId xmlns:a16="http://schemas.microsoft.com/office/drawing/2014/main" id="{59D1E6B3-34B5-5C45-6730-E70F987EFB78}"/>
              </a:ext>
            </a:extLst>
          </p:cNvPr>
          <p:cNvSpPr txBox="1"/>
          <p:nvPr/>
        </p:nvSpPr>
        <p:spPr>
          <a:xfrm>
            <a:off x="9024846" y="3224558"/>
            <a:ext cx="587466" cy="248466"/>
          </a:xfrm>
          <a:prstGeom prst="rect">
            <a:avLst/>
          </a:prstGeom>
        </p:spPr>
        <p:txBody>
          <a:bodyPr wrap="square" lIns="0" tIns="0" rIns="0" bIns="0" rtlCol="0" anchor="t">
            <a:spAutoFit/>
          </a:bodyPr>
          <a:lstStyle/>
          <a:p>
            <a:pPr algn="ctr">
              <a:lnSpc>
                <a:spcPts val="2040"/>
              </a:lnSpc>
              <a:spcBef>
                <a:spcPct val="0"/>
              </a:spcBef>
            </a:pPr>
            <a:r>
              <a:rPr lang="en-US" sz="1457" dirty="0">
                <a:solidFill>
                  <a:srgbClr val="FFFFFF"/>
                </a:solidFill>
                <a:latin typeface="League Spartan"/>
                <a:ea typeface="League Spartan"/>
                <a:cs typeface="League Spartan"/>
                <a:sym typeface="League Spartan"/>
              </a:rPr>
              <a:t>Save</a:t>
            </a:r>
          </a:p>
        </p:txBody>
      </p:sp>
      <p:sp>
        <p:nvSpPr>
          <p:cNvPr id="70" name="TextBox 70">
            <a:extLst>
              <a:ext uri="{FF2B5EF4-FFF2-40B4-BE49-F238E27FC236}">
                <a16:creationId xmlns:a16="http://schemas.microsoft.com/office/drawing/2014/main" id="{10AD68DE-A643-B1BC-ECE6-69B28448E016}"/>
              </a:ext>
            </a:extLst>
          </p:cNvPr>
          <p:cNvSpPr txBox="1"/>
          <p:nvPr/>
        </p:nvSpPr>
        <p:spPr>
          <a:xfrm>
            <a:off x="6948366" y="746560"/>
            <a:ext cx="731939" cy="240066"/>
          </a:xfrm>
          <a:prstGeom prst="rect">
            <a:avLst/>
          </a:prstGeom>
        </p:spPr>
        <p:txBody>
          <a:bodyPr wrap="square"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Type</a:t>
            </a:r>
          </a:p>
        </p:txBody>
      </p:sp>
      <p:sp>
        <p:nvSpPr>
          <p:cNvPr id="71" name="TextBox 71">
            <a:extLst>
              <a:ext uri="{FF2B5EF4-FFF2-40B4-BE49-F238E27FC236}">
                <a16:creationId xmlns:a16="http://schemas.microsoft.com/office/drawing/2014/main" id="{B8BB55E4-464C-2956-00B6-1D5A136137DD}"/>
              </a:ext>
            </a:extLst>
          </p:cNvPr>
          <p:cNvSpPr txBox="1"/>
          <p:nvPr/>
        </p:nvSpPr>
        <p:spPr>
          <a:xfrm>
            <a:off x="1075681" y="913288"/>
            <a:ext cx="1855276"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Burger Queen</a:t>
            </a:r>
          </a:p>
        </p:txBody>
      </p:sp>
      <p:sp>
        <p:nvSpPr>
          <p:cNvPr id="72" name="TextBox 72">
            <a:extLst>
              <a:ext uri="{FF2B5EF4-FFF2-40B4-BE49-F238E27FC236}">
                <a16:creationId xmlns:a16="http://schemas.microsoft.com/office/drawing/2014/main" id="{D6125251-3155-66DC-1E68-973B334BAE62}"/>
              </a:ext>
            </a:extLst>
          </p:cNvPr>
          <p:cNvSpPr txBox="1"/>
          <p:nvPr/>
        </p:nvSpPr>
        <p:spPr>
          <a:xfrm>
            <a:off x="1075681" y="4262895"/>
            <a:ext cx="1508265"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Music Show</a:t>
            </a:r>
          </a:p>
        </p:txBody>
      </p:sp>
      <p:sp>
        <p:nvSpPr>
          <p:cNvPr id="73" name="TextBox 73">
            <a:extLst>
              <a:ext uri="{FF2B5EF4-FFF2-40B4-BE49-F238E27FC236}">
                <a16:creationId xmlns:a16="http://schemas.microsoft.com/office/drawing/2014/main" id="{08F38655-7DC6-B43E-1265-EB5A8518F3B9}"/>
              </a:ext>
            </a:extLst>
          </p:cNvPr>
          <p:cNvSpPr txBox="1"/>
          <p:nvPr/>
        </p:nvSpPr>
        <p:spPr>
          <a:xfrm>
            <a:off x="1078431" y="2688680"/>
            <a:ext cx="1558581"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Bumper cars</a:t>
            </a:r>
          </a:p>
        </p:txBody>
      </p:sp>
      <p:sp>
        <p:nvSpPr>
          <p:cNvPr id="74" name="TextBox 74">
            <a:extLst>
              <a:ext uri="{FF2B5EF4-FFF2-40B4-BE49-F238E27FC236}">
                <a16:creationId xmlns:a16="http://schemas.microsoft.com/office/drawing/2014/main" id="{55CE0714-5E66-A834-2651-A39C659225B5}"/>
              </a:ext>
            </a:extLst>
          </p:cNvPr>
          <p:cNvSpPr txBox="1"/>
          <p:nvPr/>
        </p:nvSpPr>
        <p:spPr>
          <a:xfrm>
            <a:off x="1111633" y="5183403"/>
            <a:ext cx="1783371"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Ferris wheels</a:t>
            </a:r>
          </a:p>
        </p:txBody>
      </p:sp>
      <p:sp>
        <p:nvSpPr>
          <p:cNvPr id="75" name="TextBox 75">
            <a:extLst>
              <a:ext uri="{FF2B5EF4-FFF2-40B4-BE49-F238E27FC236}">
                <a16:creationId xmlns:a16="http://schemas.microsoft.com/office/drawing/2014/main" id="{7639B12D-19FC-E997-EA9F-6CA37D7CEE87}"/>
              </a:ext>
            </a:extLst>
          </p:cNvPr>
          <p:cNvSpPr txBox="1"/>
          <p:nvPr/>
        </p:nvSpPr>
        <p:spPr>
          <a:xfrm>
            <a:off x="1075681" y="6716050"/>
            <a:ext cx="1332514"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Fireworks</a:t>
            </a:r>
          </a:p>
        </p:txBody>
      </p:sp>
      <p:sp>
        <p:nvSpPr>
          <p:cNvPr id="76" name="TextBox 76">
            <a:extLst>
              <a:ext uri="{FF2B5EF4-FFF2-40B4-BE49-F238E27FC236}">
                <a16:creationId xmlns:a16="http://schemas.microsoft.com/office/drawing/2014/main" id="{49344D9B-E13D-A95E-6AE9-4049C44F4473}"/>
              </a:ext>
            </a:extLst>
          </p:cNvPr>
          <p:cNvSpPr txBox="1"/>
          <p:nvPr/>
        </p:nvSpPr>
        <p:spPr>
          <a:xfrm>
            <a:off x="1040338" y="5970511"/>
            <a:ext cx="1810425"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Ice Cream Corner</a:t>
            </a:r>
          </a:p>
        </p:txBody>
      </p:sp>
      <p:sp>
        <p:nvSpPr>
          <p:cNvPr id="77" name="TextBox 77">
            <a:extLst>
              <a:ext uri="{FF2B5EF4-FFF2-40B4-BE49-F238E27FC236}">
                <a16:creationId xmlns:a16="http://schemas.microsoft.com/office/drawing/2014/main" id="{148560A7-7528-8A0F-9858-6BB32B573428}"/>
              </a:ext>
            </a:extLst>
          </p:cNvPr>
          <p:cNvSpPr txBox="1"/>
          <p:nvPr/>
        </p:nvSpPr>
        <p:spPr>
          <a:xfrm>
            <a:off x="1160710" y="3475787"/>
            <a:ext cx="1183620"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Pizza House</a:t>
            </a:r>
          </a:p>
        </p:txBody>
      </p:sp>
      <p:sp>
        <p:nvSpPr>
          <p:cNvPr id="78" name="TextBox 78">
            <a:extLst>
              <a:ext uri="{FF2B5EF4-FFF2-40B4-BE49-F238E27FC236}">
                <a16:creationId xmlns:a16="http://schemas.microsoft.com/office/drawing/2014/main" id="{45D01DA0-9D1D-1932-0C39-33711BC95174}"/>
              </a:ext>
            </a:extLst>
          </p:cNvPr>
          <p:cNvSpPr txBox="1"/>
          <p:nvPr/>
        </p:nvSpPr>
        <p:spPr>
          <a:xfrm>
            <a:off x="1137773" y="1818906"/>
            <a:ext cx="1871248"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Castle Playtime</a:t>
            </a:r>
          </a:p>
        </p:txBody>
      </p:sp>
      <p:sp>
        <p:nvSpPr>
          <p:cNvPr id="79" name="TextBox 79">
            <a:extLst>
              <a:ext uri="{FF2B5EF4-FFF2-40B4-BE49-F238E27FC236}">
                <a16:creationId xmlns:a16="http://schemas.microsoft.com/office/drawing/2014/main" id="{40F0BF22-EEF8-FA03-0D18-B1568411EF28}"/>
              </a:ext>
            </a:extLst>
          </p:cNvPr>
          <p:cNvSpPr txBox="1"/>
          <p:nvPr/>
        </p:nvSpPr>
        <p:spPr>
          <a:xfrm>
            <a:off x="737481" y="934550"/>
            <a:ext cx="167347"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1.</a:t>
            </a:r>
          </a:p>
        </p:txBody>
      </p:sp>
      <p:sp>
        <p:nvSpPr>
          <p:cNvPr id="80" name="TextBox 80">
            <a:extLst>
              <a:ext uri="{FF2B5EF4-FFF2-40B4-BE49-F238E27FC236}">
                <a16:creationId xmlns:a16="http://schemas.microsoft.com/office/drawing/2014/main" id="{619B3ADE-7C61-B139-2456-81B3E0B09939}"/>
              </a:ext>
            </a:extLst>
          </p:cNvPr>
          <p:cNvSpPr txBox="1"/>
          <p:nvPr/>
        </p:nvSpPr>
        <p:spPr>
          <a:xfrm>
            <a:off x="739574" y="1797669"/>
            <a:ext cx="169252"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2.</a:t>
            </a:r>
          </a:p>
        </p:txBody>
      </p:sp>
      <p:sp>
        <p:nvSpPr>
          <p:cNvPr id="81" name="TextBox 81">
            <a:extLst>
              <a:ext uri="{FF2B5EF4-FFF2-40B4-BE49-F238E27FC236}">
                <a16:creationId xmlns:a16="http://schemas.microsoft.com/office/drawing/2014/main" id="{92CD196C-0BFC-7D0F-BD69-DA4A65D0B059}"/>
              </a:ext>
            </a:extLst>
          </p:cNvPr>
          <p:cNvSpPr txBox="1"/>
          <p:nvPr/>
        </p:nvSpPr>
        <p:spPr>
          <a:xfrm>
            <a:off x="667840" y="2626429"/>
            <a:ext cx="236987"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3.</a:t>
            </a:r>
          </a:p>
        </p:txBody>
      </p:sp>
      <p:sp>
        <p:nvSpPr>
          <p:cNvPr id="82" name="TextBox 82">
            <a:extLst>
              <a:ext uri="{FF2B5EF4-FFF2-40B4-BE49-F238E27FC236}">
                <a16:creationId xmlns:a16="http://schemas.microsoft.com/office/drawing/2014/main" id="{8B34B1BB-F465-893D-9E2E-C66F7A9AE4C2}"/>
              </a:ext>
            </a:extLst>
          </p:cNvPr>
          <p:cNvSpPr txBox="1"/>
          <p:nvPr/>
        </p:nvSpPr>
        <p:spPr>
          <a:xfrm>
            <a:off x="667853" y="6842483"/>
            <a:ext cx="226131" cy="264624"/>
          </a:xfrm>
          <a:prstGeom prst="rect">
            <a:avLst/>
          </a:prstGeom>
        </p:spPr>
        <p:txBody>
          <a:bodyPr wrap="square" lIns="0" tIns="0" rIns="0" bIns="0" rtlCol="0" anchor="t">
            <a:spAutoFit/>
          </a:bodyPr>
          <a:lstStyle/>
          <a:p>
            <a:pPr>
              <a:lnSpc>
                <a:spcPts val="2240"/>
              </a:lnSpc>
              <a:spcBef>
                <a:spcPct val="0"/>
              </a:spcBef>
            </a:pPr>
            <a:r>
              <a:rPr lang="en-US" sz="1600" b="1" dirty="0">
                <a:solidFill>
                  <a:srgbClr val="000000"/>
                </a:solidFill>
                <a:latin typeface="Canva Sans Bold"/>
                <a:ea typeface="Canva Sans Bold"/>
                <a:cs typeface="Canva Sans Bold"/>
                <a:sym typeface="Canva Sans Bold"/>
              </a:rPr>
              <a:t>8.</a:t>
            </a:r>
          </a:p>
        </p:txBody>
      </p:sp>
      <p:sp>
        <p:nvSpPr>
          <p:cNvPr id="83" name="TextBox 83">
            <a:extLst>
              <a:ext uri="{FF2B5EF4-FFF2-40B4-BE49-F238E27FC236}">
                <a16:creationId xmlns:a16="http://schemas.microsoft.com/office/drawing/2014/main" id="{1D3FFD03-1D24-C3D5-3FA0-F10C60E4C060}"/>
              </a:ext>
            </a:extLst>
          </p:cNvPr>
          <p:cNvSpPr txBox="1"/>
          <p:nvPr/>
        </p:nvSpPr>
        <p:spPr>
          <a:xfrm>
            <a:off x="678422" y="5994356"/>
            <a:ext cx="167446"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7.</a:t>
            </a:r>
          </a:p>
        </p:txBody>
      </p:sp>
      <p:sp>
        <p:nvSpPr>
          <p:cNvPr id="84" name="TextBox 84">
            <a:extLst>
              <a:ext uri="{FF2B5EF4-FFF2-40B4-BE49-F238E27FC236}">
                <a16:creationId xmlns:a16="http://schemas.microsoft.com/office/drawing/2014/main" id="{F1C76B66-93F5-98EE-4EF3-D3DAA85338F9}"/>
              </a:ext>
            </a:extLst>
          </p:cNvPr>
          <p:cNvSpPr txBox="1"/>
          <p:nvPr/>
        </p:nvSpPr>
        <p:spPr>
          <a:xfrm>
            <a:off x="711874" y="5148677"/>
            <a:ext cx="288403"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6.</a:t>
            </a:r>
          </a:p>
        </p:txBody>
      </p:sp>
      <p:sp>
        <p:nvSpPr>
          <p:cNvPr id="85" name="TextBox 85">
            <a:extLst>
              <a:ext uri="{FF2B5EF4-FFF2-40B4-BE49-F238E27FC236}">
                <a16:creationId xmlns:a16="http://schemas.microsoft.com/office/drawing/2014/main" id="{E775DF0E-DA5F-C76F-D469-B627780666BA}"/>
              </a:ext>
            </a:extLst>
          </p:cNvPr>
          <p:cNvSpPr txBox="1"/>
          <p:nvPr/>
        </p:nvSpPr>
        <p:spPr>
          <a:xfrm>
            <a:off x="702545" y="4311654"/>
            <a:ext cx="191439"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5.</a:t>
            </a:r>
          </a:p>
        </p:txBody>
      </p:sp>
      <p:sp>
        <p:nvSpPr>
          <p:cNvPr id="86" name="TextBox 86">
            <a:extLst>
              <a:ext uri="{FF2B5EF4-FFF2-40B4-BE49-F238E27FC236}">
                <a16:creationId xmlns:a16="http://schemas.microsoft.com/office/drawing/2014/main" id="{661D3EFB-F461-44EE-4028-9B5BA3E921FD}"/>
              </a:ext>
            </a:extLst>
          </p:cNvPr>
          <p:cNvSpPr txBox="1"/>
          <p:nvPr/>
        </p:nvSpPr>
        <p:spPr>
          <a:xfrm>
            <a:off x="681858" y="3432202"/>
            <a:ext cx="288404"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4.</a:t>
            </a:r>
          </a:p>
        </p:txBody>
      </p:sp>
      <p:sp>
        <p:nvSpPr>
          <p:cNvPr id="87" name="TextBox 87">
            <a:extLst>
              <a:ext uri="{FF2B5EF4-FFF2-40B4-BE49-F238E27FC236}">
                <a16:creationId xmlns:a16="http://schemas.microsoft.com/office/drawing/2014/main" id="{981D0FDF-0B55-4DCA-7784-7F1BAA09FC68}"/>
              </a:ext>
            </a:extLst>
          </p:cNvPr>
          <p:cNvSpPr txBox="1"/>
          <p:nvPr/>
        </p:nvSpPr>
        <p:spPr>
          <a:xfrm>
            <a:off x="4988361" y="5298968"/>
            <a:ext cx="553188"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500 m </a:t>
            </a:r>
          </a:p>
        </p:txBody>
      </p:sp>
      <p:sp>
        <p:nvSpPr>
          <p:cNvPr id="88" name="TextBox 88">
            <a:extLst>
              <a:ext uri="{FF2B5EF4-FFF2-40B4-BE49-F238E27FC236}">
                <a16:creationId xmlns:a16="http://schemas.microsoft.com/office/drawing/2014/main" id="{855E8DB3-7291-4EAC-D261-D7B895631389}"/>
              </a:ext>
            </a:extLst>
          </p:cNvPr>
          <p:cNvSpPr txBox="1"/>
          <p:nvPr/>
        </p:nvSpPr>
        <p:spPr>
          <a:xfrm>
            <a:off x="4960702" y="2728637"/>
            <a:ext cx="414224" cy="215444"/>
          </a:xfrm>
          <a:prstGeom prst="rect">
            <a:avLst/>
          </a:prstGeom>
        </p:spPr>
        <p:txBody>
          <a:bodyPr lIns="0" tIns="0" rIns="0" bIns="0" rtlCol="0" anchor="t">
            <a:spAutoFit/>
          </a:bodyPr>
          <a:lstStyle/>
          <a:p>
            <a:pPr>
              <a:lnSpc>
                <a:spcPts val="1791"/>
              </a:lnSpc>
              <a:spcBef>
                <a:spcPct val="0"/>
              </a:spcBef>
            </a:pPr>
            <a:r>
              <a:rPr lang="en-US" sz="1279" dirty="0">
                <a:solidFill>
                  <a:srgbClr val="000000"/>
                </a:solidFill>
                <a:latin typeface="Canva Sans"/>
                <a:ea typeface="Canva Sans"/>
                <a:cs typeface="Canva Sans"/>
                <a:sym typeface="Canva Sans"/>
              </a:rPr>
              <a:t>25 m </a:t>
            </a:r>
          </a:p>
        </p:txBody>
      </p:sp>
      <p:sp>
        <p:nvSpPr>
          <p:cNvPr id="89" name="TextBox 89">
            <a:extLst>
              <a:ext uri="{FF2B5EF4-FFF2-40B4-BE49-F238E27FC236}">
                <a16:creationId xmlns:a16="http://schemas.microsoft.com/office/drawing/2014/main" id="{1A27D42C-6C6C-80BD-AEAB-A81EC773A80D}"/>
              </a:ext>
            </a:extLst>
          </p:cNvPr>
          <p:cNvSpPr txBox="1"/>
          <p:nvPr/>
        </p:nvSpPr>
        <p:spPr>
          <a:xfrm>
            <a:off x="4950065" y="4451811"/>
            <a:ext cx="528329"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250 m </a:t>
            </a:r>
          </a:p>
        </p:txBody>
      </p:sp>
      <p:sp>
        <p:nvSpPr>
          <p:cNvPr id="90" name="TextBox 90">
            <a:extLst>
              <a:ext uri="{FF2B5EF4-FFF2-40B4-BE49-F238E27FC236}">
                <a16:creationId xmlns:a16="http://schemas.microsoft.com/office/drawing/2014/main" id="{9001BE63-DB12-0154-3B2C-20177B1C7E71}"/>
              </a:ext>
            </a:extLst>
          </p:cNvPr>
          <p:cNvSpPr txBox="1"/>
          <p:nvPr/>
        </p:nvSpPr>
        <p:spPr>
          <a:xfrm>
            <a:off x="4943875" y="3597805"/>
            <a:ext cx="540711"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100 m </a:t>
            </a:r>
          </a:p>
        </p:txBody>
      </p:sp>
      <p:sp>
        <p:nvSpPr>
          <p:cNvPr id="91" name="TextBox 91">
            <a:extLst>
              <a:ext uri="{FF2B5EF4-FFF2-40B4-BE49-F238E27FC236}">
                <a16:creationId xmlns:a16="http://schemas.microsoft.com/office/drawing/2014/main" id="{C176F75D-4660-4106-0BBB-4920BB46A40B}"/>
              </a:ext>
            </a:extLst>
          </p:cNvPr>
          <p:cNvSpPr txBox="1"/>
          <p:nvPr/>
        </p:nvSpPr>
        <p:spPr>
          <a:xfrm>
            <a:off x="4928207" y="1919522"/>
            <a:ext cx="423177"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70 m </a:t>
            </a:r>
          </a:p>
        </p:txBody>
      </p:sp>
      <p:sp>
        <p:nvSpPr>
          <p:cNvPr id="92" name="TextBox 92">
            <a:extLst>
              <a:ext uri="{FF2B5EF4-FFF2-40B4-BE49-F238E27FC236}">
                <a16:creationId xmlns:a16="http://schemas.microsoft.com/office/drawing/2014/main" id="{4D447822-4772-41D7-6DA1-6BE22BD41292}"/>
              </a:ext>
            </a:extLst>
          </p:cNvPr>
          <p:cNvSpPr txBox="1"/>
          <p:nvPr/>
        </p:nvSpPr>
        <p:spPr>
          <a:xfrm>
            <a:off x="4988361" y="1048873"/>
            <a:ext cx="411462"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15 m </a:t>
            </a:r>
          </a:p>
        </p:txBody>
      </p:sp>
      <p:sp>
        <p:nvSpPr>
          <p:cNvPr id="93" name="TextBox 93">
            <a:extLst>
              <a:ext uri="{FF2B5EF4-FFF2-40B4-BE49-F238E27FC236}">
                <a16:creationId xmlns:a16="http://schemas.microsoft.com/office/drawing/2014/main" id="{F40F8327-2ABF-2709-3016-71CEEFA06883}"/>
              </a:ext>
            </a:extLst>
          </p:cNvPr>
          <p:cNvSpPr txBox="1"/>
          <p:nvPr/>
        </p:nvSpPr>
        <p:spPr>
          <a:xfrm>
            <a:off x="5042971" y="6859328"/>
            <a:ext cx="518804"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120 m </a:t>
            </a:r>
          </a:p>
        </p:txBody>
      </p:sp>
      <p:sp>
        <p:nvSpPr>
          <p:cNvPr id="94" name="TextBox 94">
            <a:extLst>
              <a:ext uri="{FF2B5EF4-FFF2-40B4-BE49-F238E27FC236}">
                <a16:creationId xmlns:a16="http://schemas.microsoft.com/office/drawing/2014/main" id="{7D212B5B-9B5E-67E0-4D6C-303B0B00C67F}"/>
              </a:ext>
            </a:extLst>
          </p:cNvPr>
          <p:cNvSpPr txBox="1"/>
          <p:nvPr/>
        </p:nvSpPr>
        <p:spPr>
          <a:xfrm>
            <a:off x="5017063" y="6180525"/>
            <a:ext cx="642433"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2500 m </a:t>
            </a:r>
          </a:p>
        </p:txBody>
      </p:sp>
      <p:sp>
        <p:nvSpPr>
          <p:cNvPr id="95" name="TextBox 95">
            <a:extLst>
              <a:ext uri="{FF2B5EF4-FFF2-40B4-BE49-F238E27FC236}">
                <a16:creationId xmlns:a16="http://schemas.microsoft.com/office/drawing/2014/main" id="{B03BF1C7-D3E1-A200-B252-3C3F5B31C99C}"/>
              </a:ext>
            </a:extLst>
          </p:cNvPr>
          <p:cNvSpPr txBox="1"/>
          <p:nvPr/>
        </p:nvSpPr>
        <p:spPr>
          <a:xfrm>
            <a:off x="3111507" y="1059728"/>
            <a:ext cx="1168667"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10:00 - 10:30</a:t>
            </a:r>
          </a:p>
        </p:txBody>
      </p:sp>
      <p:sp>
        <p:nvSpPr>
          <p:cNvPr id="96" name="TextBox 96">
            <a:extLst>
              <a:ext uri="{FF2B5EF4-FFF2-40B4-BE49-F238E27FC236}">
                <a16:creationId xmlns:a16="http://schemas.microsoft.com/office/drawing/2014/main" id="{986FEA41-BECC-632E-BFB1-BB81BC99C067}"/>
              </a:ext>
            </a:extLst>
          </p:cNvPr>
          <p:cNvSpPr txBox="1"/>
          <p:nvPr/>
        </p:nvSpPr>
        <p:spPr>
          <a:xfrm>
            <a:off x="3112728" y="1932199"/>
            <a:ext cx="1228589"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10:35 - 11:30</a:t>
            </a:r>
          </a:p>
        </p:txBody>
      </p:sp>
      <p:sp>
        <p:nvSpPr>
          <p:cNvPr id="97" name="TextBox 97">
            <a:extLst>
              <a:ext uri="{FF2B5EF4-FFF2-40B4-BE49-F238E27FC236}">
                <a16:creationId xmlns:a16="http://schemas.microsoft.com/office/drawing/2014/main" id="{446C0E19-E674-D327-0427-2B4155915B20}"/>
              </a:ext>
            </a:extLst>
          </p:cNvPr>
          <p:cNvSpPr txBox="1"/>
          <p:nvPr/>
        </p:nvSpPr>
        <p:spPr>
          <a:xfrm>
            <a:off x="3049178" y="2804670"/>
            <a:ext cx="1168667"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11:35 - 12:05</a:t>
            </a:r>
          </a:p>
        </p:txBody>
      </p:sp>
      <p:sp>
        <p:nvSpPr>
          <p:cNvPr id="98" name="TextBox 98">
            <a:extLst>
              <a:ext uri="{FF2B5EF4-FFF2-40B4-BE49-F238E27FC236}">
                <a16:creationId xmlns:a16="http://schemas.microsoft.com/office/drawing/2014/main" id="{5306AAE6-86AE-0DF8-83F0-2EDD1CC83CD9}"/>
              </a:ext>
            </a:extLst>
          </p:cNvPr>
          <p:cNvSpPr txBox="1"/>
          <p:nvPr/>
        </p:nvSpPr>
        <p:spPr>
          <a:xfrm>
            <a:off x="3121069" y="3658237"/>
            <a:ext cx="1271153"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12:10 - 12:50</a:t>
            </a:r>
          </a:p>
        </p:txBody>
      </p:sp>
      <p:sp>
        <p:nvSpPr>
          <p:cNvPr id="99" name="TextBox 99">
            <a:extLst>
              <a:ext uri="{FF2B5EF4-FFF2-40B4-BE49-F238E27FC236}">
                <a16:creationId xmlns:a16="http://schemas.microsoft.com/office/drawing/2014/main" id="{4BA3F546-CE10-F3CA-46DF-B1F10D9FCE32}"/>
              </a:ext>
            </a:extLst>
          </p:cNvPr>
          <p:cNvSpPr txBox="1"/>
          <p:nvPr/>
        </p:nvSpPr>
        <p:spPr>
          <a:xfrm>
            <a:off x="3049781" y="4511804"/>
            <a:ext cx="1363638"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12:55 - 13.30</a:t>
            </a:r>
          </a:p>
        </p:txBody>
      </p:sp>
      <p:sp>
        <p:nvSpPr>
          <p:cNvPr id="100" name="TextBox 100">
            <a:extLst>
              <a:ext uri="{FF2B5EF4-FFF2-40B4-BE49-F238E27FC236}">
                <a16:creationId xmlns:a16="http://schemas.microsoft.com/office/drawing/2014/main" id="{D890D82C-F912-D32C-E656-014C7FCCF2B6}"/>
              </a:ext>
            </a:extLst>
          </p:cNvPr>
          <p:cNvSpPr txBox="1"/>
          <p:nvPr/>
        </p:nvSpPr>
        <p:spPr>
          <a:xfrm>
            <a:off x="3102299" y="5315683"/>
            <a:ext cx="1264864"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13:40 - 14.30</a:t>
            </a:r>
          </a:p>
        </p:txBody>
      </p:sp>
      <p:sp>
        <p:nvSpPr>
          <p:cNvPr id="101" name="TextBox 101">
            <a:extLst>
              <a:ext uri="{FF2B5EF4-FFF2-40B4-BE49-F238E27FC236}">
                <a16:creationId xmlns:a16="http://schemas.microsoft.com/office/drawing/2014/main" id="{B414C289-C658-63B9-0AE0-4CEE5299B2A9}"/>
              </a:ext>
            </a:extLst>
          </p:cNvPr>
          <p:cNvSpPr txBox="1"/>
          <p:nvPr/>
        </p:nvSpPr>
        <p:spPr>
          <a:xfrm>
            <a:off x="3121808" y="6140691"/>
            <a:ext cx="1264864"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14:35 - 14.55</a:t>
            </a:r>
          </a:p>
        </p:txBody>
      </p:sp>
      <p:sp>
        <p:nvSpPr>
          <p:cNvPr id="102" name="TextBox 102">
            <a:extLst>
              <a:ext uri="{FF2B5EF4-FFF2-40B4-BE49-F238E27FC236}">
                <a16:creationId xmlns:a16="http://schemas.microsoft.com/office/drawing/2014/main" id="{7301B6FD-AF18-DF00-453A-81605A2ED9D8}"/>
              </a:ext>
            </a:extLst>
          </p:cNvPr>
          <p:cNvSpPr txBox="1"/>
          <p:nvPr/>
        </p:nvSpPr>
        <p:spPr>
          <a:xfrm>
            <a:off x="3124507" y="6780346"/>
            <a:ext cx="126216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18:00 - 19:00</a:t>
            </a:r>
          </a:p>
        </p:txBody>
      </p:sp>
      <p:sp>
        <p:nvSpPr>
          <p:cNvPr id="103" name="TextBox 103">
            <a:extLst>
              <a:ext uri="{FF2B5EF4-FFF2-40B4-BE49-F238E27FC236}">
                <a16:creationId xmlns:a16="http://schemas.microsoft.com/office/drawing/2014/main" id="{AFB724A4-785B-F52D-F7D6-ABE124AE6917}"/>
              </a:ext>
            </a:extLst>
          </p:cNvPr>
          <p:cNvSpPr txBox="1"/>
          <p:nvPr/>
        </p:nvSpPr>
        <p:spPr>
          <a:xfrm>
            <a:off x="6930004" y="1772339"/>
            <a:ext cx="2216159" cy="240066"/>
          </a:xfrm>
          <a:prstGeom prst="rect">
            <a:avLst/>
          </a:prstGeom>
        </p:spPr>
        <p:txBody>
          <a:bodyPr wrap="square"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Average Waiting Time</a:t>
            </a:r>
          </a:p>
        </p:txBody>
      </p:sp>
      <p:sp>
        <p:nvSpPr>
          <p:cNvPr id="104" name="TextBox 104">
            <a:extLst>
              <a:ext uri="{FF2B5EF4-FFF2-40B4-BE49-F238E27FC236}">
                <a16:creationId xmlns:a16="http://schemas.microsoft.com/office/drawing/2014/main" id="{06249FED-AE30-36A3-79E5-BA8887211EA4}"/>
              </a:ext>
            </a:extLst>
          </p:cNvPr>
          <p:cNvSpPr txBox="1"/>
          <p:nvPr/>
        </p:nvSpPr>
        <p:spPr>
          <a:xfrm>
            <a:off x="7960342" y="2194969"/>
            <a:ext cx="212685" cy="274100"/>
          </a:xfrm>
          <a:prstGeom prst="rect">
            <a:avLst/>
          </a:prstGeom>
        </p:spPr>
        <p:txBody>
          <a:bodyPr wrap="square" lIns="0" tIns="0" rIns="0" bIns="0" rtlCol="0" anchor="t">
            <a:spAutoFit/>
          </a:bodyPr>
          <a:lstStyle/>
          <a:p>
            <a:pPr algn="ctr">
              <a:lnSpc>
                <a:spcPts val="2239"/>
              </a:lnSpc>
              <a:spcBef>
                <a:spcPct val="0"/>
              </a:spcBef>
            </a:pPr>
            <a:r>
              <a:rPr lang="en-US" sz="1599" dirty="0">
                <a:solidFill>
                  <a:srgbClr val="000000"/>
                </a:solidFill>
                <a:latin typeface="Canva Sans"/>
                <a:ea typeface="Canva Sans"/>
                <a:cs typeface="Canva Sans"/>
                <a:sym typeface="Canva Sans"/>
              </a:rPr>
              <a:t>+</a:t>
            </a:r>
          </a:p>
        </p:txBody>
      </p:sp>
      <p:sp>
        <p:nvSpPr>
          <p:cNvPr id="105" name="TextBox 105">
            <a:extLst>
              <a:ext uri="{FF2B5EF4-FFF2-40B4-BE49-F238E27FC236}">
                <a16:creationId xmlns:a16="http://schemas.microsoft.com/office/drawing/2014/main" id="{A98A0962-35A1-3774-4918-1A041DA9A1CA}"/>
              </a:ext>
            </a:extLst>
          </p:cNvPr>
          <p:cNvSpPr txBox="1"/>
          <p:nvPr/>
        </p:nvSpPr>
        <p:spPr>
          <a:xfrm>
            <a:off x="6884831" y="1981751"/>
            <a:ext cx="162712" cy="563872"/>
          </a:xfrm>
          <a:prstGeom prst="rect">
            <a:avLst/>
          </a:prstGeom>
        </p:spPr>
        <p:txBody>
          <a:bodyPr lIns="0" tIns="0" rIns="0" bIns="0" rtlCol="0" anchor="t">
            <a:spAutoFit/>
          </a:bodyPr>
          <a:lstStyle/>
          <a:p>
            <a:pPr algn="ctr">
              <a:lnSpc>
                <a:spcPts val="4730"/>
              </a:lnSpc>
              <a:spcBef>
                <a:spcPct val="0"/>
              </a:spcBef>
            </a:pPr>
            <a:r>
              <a:rPr lang="en-US" sz="3378" dirty="0">
                <a:solidFill>
                  <a:srgbClr val="000000"/>
                </a:solidFill>
                <a:latin typeface="Canva Sans"/>
                <a:ea typeface="Canva Sans"/>
                <a:cs typeface="Canva Sans"/>
                <a:sym typeface="Canva Sans"/>
              </a:rPr>
              <a:t>-</a:t>
            </a:r>
          </a:p>
        </p:txBody>
      </p:sp>
      <p:sp>
        <p:nvSpPr>
          <p:cNvPr id="106" name="TextBox 106">
            <a:extLst>
              <a:ext uri="{FF2B5EF4-FFF2-40B4-BE49-F238E27FC236}">
                <a16:creationId xmlns:a16="http://schemas.microsoft.com/office/drawing/2014/main" id="{2D9B0451-8099-19B9-7303-2AACD603DAAC}"/>
              </a:ext>
            </a:extLst>
          </p:cNvPr>
          <p:cNvSpPr txBox="1"/>
          <p:nvPr/>
        </p:nvSpPr>
        <p:spPr>
          <a:xfrm>
            <a:off x="8264838" y="2210767"/>
            <a:ext cx="421272" cy="240066"/>
          </a:xfrm>
          <a:prstGeom prst="rect">
            <a:avLst/>
          </a:prstGeom>
        </p:spPr>
        <p:txBody>
          <a:bodyPr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mins</a:t>
            </a:r>
          </a:p>
        </p:txBody>
      </p:sp>
      <p:grpSp>
        <p:nvGrpSpPr>
          <p:cNvPr id="107" name="Group 107">
            <a:extLst>
              <a:ext uri="{FF2B5EF4-FFF2-40B4-BE49-F238E27FC236}">
                <a16:creationId xmlns:a16="http://schemas.microsoft.com/office/drawing/2014/main" id="{28339D8D-4A93-2EB8-D7E4-8C4C7CDB93CC}"/>
              </a:ext>
            </a:extLst>
          </p:cNvPr>
          <p:cNvGrpSpPr/>
          <p:nvPr/>
        </p:nvGrpSpPr>
        <p:grpSpPr>
          <a:xfrm>
            <a:off x="6932608" y="5921383"/>
            <a:ext cx="3124661" cy="1285914"/>
            <a:chOff x="0" y="0"/>
            <a:chExt cx="1111039" cy="457234"/>
          </a:xfrm>
        </p:grpSpPr>
        <p:sp>
          <p:nvSpPr>
            <p:cNvPr id="108" name="Freeform 108">
              <a:extLst>
                <a:ext uri="{FF2B5EF4-FFF2-40B4-BE49-F238E27FC236}">
                  <a16:creationId xmlns:a16="http://schemas.microsoft.com/office/drawing/2014/main" id="{32BAA3EC-1808-4371-9EED-0F011D55CA6F}"/>
                </a:ext>
              </a:extLst>
            </p:cNvPr>
            <p:cNvSpPr/>
            <p:nvPr/>
          </p:nvSpPr>
          <p:spPr>
            <a:xfrm>
              <a:off x="0" y="0"/>
              <a:ext cx="1111039" cy="457234"/>
            </a:xfrm>
            <a:custGeom>
              <a:avLst/>
              <a:gdLst/>
              <a:ahLst/>
              <a:cxnLst/>
              <a:rect l="l" t="t" r="r" b="b"/>
              <a:pathLst>
                <a:path w="1111039" h="457234">
                  <a:moveTo>
                    <a:pt x="67390" y="0"/>
                  </a:moveTo>
                  <a:lnTo>
                    <a:pt x="1043649" y="0"/>
                  </a:lnTo>
                  <a:cubicBezTo>
                    <a:pt x="1061522" y="0"/>
                    <a:pt x="1078663" y="7100"/>
                    <a:pt x="1091301" y="19738"/>
                  </a:cubicBezTo>
                  <a:cubicBezTo>
                    <a:pt x="1103939" y="32376"/>
                    <a:pt x="1111039" y="49517"/>
                    <a:pt x="1111039" y="67390"/>
                  </a:cubicBezTo>
                  <a:lnTo>
                    <a:pt x="1111039" y="389844"/>
                  </a:lnTo>
                  <a:cubicBezTo>
                    <a:pt x="1111039" y="427062"/>
                    <a:pt x="1080868" y="457234"/>
                    <a:pt x="1043649" y="457234"/>
                  </a:cubicBezTo>
                  <a:lnTo>
                    <a:pt x="67390" y="457234"/>
                  </a:lnTo>
                  <a:cubicBezTo>
                    <a:pt x="49517" y="457234"/>
                    <a:pt x="32376" y="450134"/>
                    <a:pt x="19738" y="437496"/>
                  </a:cubicBezTo>
                  <a:cubicBezTo>
                    <a:pt x="7100" y="424858"/>
                    <a:pt x="0" y="407717"/>
                    <a:pt x="0" y="389844"/>
                  </a:cubicBezTo>
                  <a:lnTo>
                    <a:pt x="0" y="67390"/>
                  </a:lnTo>
                  <a:cubicBezTo>
                    <a:pt x="0" y="49517"/>
                    <a:pt x="7100" y="32376"/>
                    <a:pt x="19738" y="19738"/>
                  </a:cubicBezTo>
                  <a:cubicBezTo>
                    <a:pt x="32376" y="7100"/>
                    <a:pt x="49517" y="0"/>
                    <a:pt x="67390" y="0"/>
                  </a:cubicBezTo>
                  <a:close/>
                </a:path>
              </a:pathLst>
            </a:custGeom>
            <a:solidFill>
              <a:srgbClr val="FFD775"/>
            </a:solidFill>
          </p:spPr>
          <p:txBody>
            <a:bodyPr/>
            <a:lstStyle/>
            <a:p>
              <a:endParaRPr lang="en-SG" sz="1088"/>
            </a:p>
          </p:txBody>
        </p:sp>
        <p:sp>
          <p:nvSpPr>
            <p:cNvPr id="109" name="TextBox 109">
              <a:extLst>
                <a:ext uri="{FF2B5EF4-FFF2-40B4-BE49-F238E27FC236}">
                  <a16:creationId xmlns:a16="http://schemas.microsoft.com/office/drawing/2014/main" id="{3AD571A7-8C3C-E4E1-1A6D-1DA625AD5F85}"/>
                </a:ext>
              </a:extLst>
            </p:cNvPr>
            <p:cNvSpPr txBox="1"/>
            <p:nvPr/>
          </p:nvSpPr>
          <p:spPr>
            <a:xfrm>
              <a:off x="0" y="-28575"/>
              <a:ext cx="1111039" cy="485809"/>
            </a:xfrm>
            <a:prstGeom prst="rect">
              <a:avLst/>
            </a:prstGeom>
          </p:spPr>
          <p:txBody>
            <a:bodyPr lIns="40638" tIns="40638" rIns="40638" bIns="40638" rtlCol="0" anchor="ctr"/>
            <a:lstStyle/>
            <a:p>
              <a:pPr algn="ctr">
                <a:lnSpc>
                  <a:spcPts val="2016"/>
                </a:lnSpc>
              </a:pPr>
              <a:endParaRPr sz="1088"/>
            </a:p>
          </p:txBody>
        </p:sp>
      </p:grpSp>
      <p:sp>
        <p:nvSpPr>
          <p:cNvPr id="110" name="Freeform 110">
            <a:extLst>
              <a:ext uri="{FF2B5EF4-FFF2-40B4-BE49-F238E27FC236}">
                <a16:creationId xmlns:a16="http://schemas.microsoft.com/office/drawing/2014/main" id="{4EE38A6E-FA76-671C-DE29-34182C967879}"/>
              </a:ext>
            </a:extLst>
          </p:cNvPr>
          <p:cNvSpPr/>
          <p:nvPr/>
        </p:nvSpPr>
        <p:spPr>
          <a:xfrm>
            <a:off x="6584191" y="5159675"/>
            <a:ext cx="1422164" cy="1108025"/>
          </a:xfrm>
          <a:custGeom>
            <a:avLst/>
            <a:gdLst/>
            <a:ahLst/>
            <a:cxnLst/>
            <a:rect l="l" t="t" r="r" b="b"/>
            <a:pathLst>
              <a:path w="1777784" h="1385092">
                <a:moveTo>
                  <a:pt x="0" y="0"/>
                </a:moveTo>
                <a:lnTo>
                  <a:pt x="1777784" y="0"/>
                </a:lnTo>
                <a:lnTo>
                  <a:pt x="1777784" y="1385092"/>
                </a:lnTo>
                <a:lnTo>
                  <a:pt x="0" y="1385092"/>
                </a:lnTo>
                <a:lnTo>
                  <a:pt x="0" y="0"/>
                </a:lnTo>
                <a:close/>
              </a:path>
            </a:pathLst>
          </a:custGeom>
          <a:blipFill>
            <a:blip r:embed="rId22"/>
            <a:stretch>
              <a:fillRect t="-6394" b="-6394"/>
            </a:stretch>
          </a:blipFill>
          <a:ln cap="sq">
            <a:noFill/>
            <a:prstDash val="solid"/>
            <a:miter/>
          </a:ln>
        </p:spPr>
        <p:txBody>
          <a:bodyPr/>
          <a:lstStyle/>
          <a:p>
            <a:endParaRPr lang="en-SG" sz="1088"/>
          </a:p>
        </p:txBody>
      </p:sp>
      <p:sp>
        <p:nvSpPr>
          <p:cNvPr id="111" name="TextBox 111">
            <a:extLst>
              <a:ext uri="{FF2B5EF4-FFF2-40B4-BE49-F238E27FC236}">
                <a16:creationId xmlns:a16="http://schemas.microsoft.com/office/drawing/2014/main" id="{CA3D57E3-BB48-1154-3961-E4E0A1683E34}"/>
              </a:ext>
            </a:extLst>
          </p:cNvPr>
          <p:cNvSpPr txBox="1"/>
          <p:nvPr/>
        </p:nvSpPr>
        <p:spPr>
          <a:xfrm>
            <a:off x="7088052" y="6149333"/>
            <a:ext cx="2907820" cy="494366"/>
          </a:xfrm>
          <a:prstGeom prst="rect">
            <a:avLst/>
          </a:prstGeom>
        </p:spPr>
        <p:txBody>
          <a:bodyPr lIns="0" tIns="0" rIns="0" bIns="0" rtlCol="0" anchor="t">
            <a:spAutoFit/>
          </a:bodyPr>
          <a:lstStyle/>
          <a:p>
            <a:pPr algn="ctr">
              <a:lnSpc>
                <a:spcPts val="2016"/>
              </a:lnSpc>
              <a:spcBef>
                <a:spcPct val="0"/>
              </a:spcBef>
            </a:pPr>
            <a:r>
              <a:rPr lang="en-US" sz="1440">
                <a:solidFill>
                  <a:srgbClr val="000000"/>
                </a:solidFill>
                <a:latin typeface="Roboto Mono"/>
                <a:ea typeface="Roboto Mono"/>
                <a:cs typeface="Roboto Mono"/>
                <a:sym typeface="Roboto Mono"/>
              </a:rPr>
              <a:t>Let Kiki help you plan quickly.</a:t>
            </a:r>
          </a:p>
        </p:txBody>
      </p:sp>
      <p:sp>
        <p:nvSpPr>
          <p:cNvPr id="112" name="TextBox 112">
            <a:extLst>
              <a:ext uri="{FF2B5EF4-FFF2-40B4-BE49-F238E27FC236}">
                <a16:creationId xmlns:a16="http://schemas.microsoft.com/office/drawing/2014/main" id="{3B3C6FC0-99C5-85F1-885F-90628341A88F}"/>
              </a:ext>
            </a:extLst>
          </p:cNvPr>
          <p:cNvSpPr txBox="1"/>
          <p:nvPr/>
        </p:nvSpPr>
        <p:spPr>
          <a:xfrm>
            <a:off x="8820763" y="6791778"/>
            <a:ext cx="347793" cy="163122"/>
          </a:xfrm>
          <a:prstGeom prst="rect">
            <a:avLst/>
          </a:prstGeom>
        </p:spPr>
        <p:txBody>
          <a:bodyPr lIns="0" tIns="0" rIns="0" bIns="0" rtlCol="0" anchor="t">
            <a:spAutoFit/>
          </a:bodyPr>
          <a:lstStyle/>
          <a:p>
            <a:pPr algn="ctr">
              <a:lnSpc>
                <a:spcPts val="1224"/>
              </a:lnSpc>
            </a:pPr>
            <a:r>
              <a:rPr lang="en-US" sz="1440">
                <a:solidFill>
                  <a:srgbClr val="000000"/>
                </a:solidFill>
                <a:latin typeface="Canva Sans"/>
                <a:ea typeface="Canva Sans"/>
                <a:cs typeface="Canva Sans"/>
                <a:sym typeface="Canva Sans"/>
              </a:rPr>
              <a:t>Yes</a:t>
            </a:r>
          </a:p>
        </p:txBody>
      </p:sp>
      <p:sp>
        <p:nvSpPr>
          <p:cNvPr id="113" name="TextBox 113">
            <a:extLst>
              <a:ext uri="{FF2B5EF4-FFF2-40B4-BE49-F238E27FC236}">
                <a16:creationId xmlns:a16="http://schemas.microsoft.com/office/drawing/2014/main" id="{9C0CCF4B-FA24-7E94-CE6B-0721C76FB9EE}"/>
              </a:ext>
            </a:extLst>
          </p:cNvPr>
          <p:cNvSpPr txBox="1"/>
          <p:nvPr/>
        </p:nvSpPr>
        <p:spPr>
          <a:xfrm>
            <a:off x="7456590" y="6791778"/>
            <a:ext cx="284546" cy="163122"/>
          </a:xfrm>
          <a:prstGeom prst="rect">
            <a:avLst/>
          </a:prstGeom>
        </p:spPr>
        <p:txBody>
          <a:bodyPr lIns="0" tIns="0" rIns="0" bIns="0" rtlCol="0" anchor="t">
            <a:spAutoFit/>
          </a:bodyPr>
          <a:lstStyle/>
          <a:p>
            <a:pPr algn="ctr">
              <a:lnSpc>
                <a:spcPts val="1224"/>
              </a:lnSpc>
            </a:pPr>
            <a:r>
              <a:rPr lang="en-US" sz="1440">
                <a:solidFill>
                  <a:srgbClr val="000000"/>
                </a:solidFill>
                <a:latin typeface="Canva Sans"/>
                <a:ea typeface="Canva Sans"/>
                <a:cs typeface="Canva Sans"/>
                <a:sym typeface="Canva Sans"/>
              </a:rPr>
              <a:t>No</a:t>
            </a:r>
          </a:p>
        </p:txBody>
      </p:sp>
      <p:sp>
        <p:nvSpPr>
          <p:cNvPr id="114" name="TextBox 114">
            <a:extLst>
              <a:ext uri="{FF2B5EF4-FFF2-40B4-BE49-F238E27FC236}">
                <a16:creationId xmlns:a16="http://schemas.microsoft.com/office/drawing/2014/main" id="{C871BA1B-E38B-FD6B-516D-1C96D7F8909E}"/>
              </a:ext>
            </a:extLst>
          </p:cNvPr>
          <p:cNvSpPr txBox="1"/>
          <p:nvPr/>
        </p:nvSpPr>
        <p:spPr>
          <a:xfrm>
            <a:off x="7195361" y="1188165"/>
            <a:ext cx="969888" cy="264560"/>
          </a:xfrm>
          <a:prstGeom prst="rect">
            <a:avLst/>
          </a:prstGeom>
        </p:spPr>
        <p:txBody>
          <a:bodyPr lIns="0" tIns="0" rIns="0" bIns="0" rtlCol="0" anchor="t">
            <a:spAutoFit/>
          </a:bodyPr>
          <a:lstStyle/>
          <a:p>
            <a:pPr algn="ctr">
              <a:lnSpc>
                <a:spcPts val="2239"/>
              </a:lnSpc>
              <a:spcBef>
                <a:spcPct val="0"/>
              </a:spcBef>
            </a:pPr>
            <a:r>
              <a:rPr lang="en-US" sz="1599">
                <a:solidFill>
                  <a:srgbClr val="000000"/>
                </a:solidFill>
                <a:latin typeface="Canva Sans"/>
                <a:ea typeface="Canva Sans"/>
                <a:cs typeface="Canva Sans"/>
                <a:sym typeface="Canva Sans"/>
              </a:rPr>
              <a:t>Individual</a:t>
            </a:r>
          </a:p>
        </p:txBody>
      </p:sp>
      <p:sp>
        <p:nvSpPr>
          <p:cNvPr id="115" name="TextBox 115">
            <a:extLst>
              <a:ext uri="{FF2B5EF4-FFF2-40B4-BE49-F238E27FC236}">
                <a16:creationId xmlns:a16="http://schemas.microsoft.com/office/drawing/2014/main" id="{AD433FCB-3E05-B288-8E1E-C4402E406BD5}"/>
              </a:ext>
            </a:extLst>
          </p:cNvPr>
          <p:cNvSpPr txBox="1"/>
          <p:nvPr/>
        </p:nvSpPr>
        <p:spPr>
          <a:xfrm>
            <a:off x="7370211" y="2215803"/>
            <a:ext cx="310094" cy="264560"/>
          </a:xfrm>
          <a:prstGeom prst="rect">
            <a:avLst/>
          </a:prstGeom>
        </p:spPr>
        <p:txBody>
          <a:bodyPr wrap="square" lIns="0" tIns="0" rIns="0" bIns="0" rtlCol="0" anchor="t">
            <a:spAutoFit/>
          </a:bodyPr>
          <a:lstStyle/>
          <a:p>
            <a:pPr algn="ctr">
              <a:lnSpc>
                <a:spcPts val="2239"/>
              </a:lnSpc>
              <a:spcBef>
                <a:spcPct val="0"/>
              </a:spcBef>
            </a:pPr>
            <a:r>
              <a:rPr lang="en-US" sz="1599">
                <a:solidFill>
                  <a:srgbClr val="000000"/>
                </a:solidFill>
                <a:latin typeface="Canva Sans"/>
                <a:ea typeface="Canva Sans"/>
                <a:cs typeface="Canva Sans"/>
                <a:sym typeface="Canva Sans"/>
              </a:rPr>
              <a:t>25</a:t>
            </a:r>
          </a:p>
        </p:txBody>
      </p:sp>
      <p:grpSp>
        <p:nvGrpSpPr>
          <p:cNvPr id="116" name="Group 116">
            <a:extLst>
              <a:ext uri="{FF2B5EF4-FFF2-40B4-BE49-F238E27FC236}">
                <a16:creationId xmlns:a16="http://schemas.microsoft.com/office/drawing/2014/main" id="{D758C324-BFBE-B961-74E5-D07B7B3E82F4}"/>
              </a:ext>
            </a:extLst>
          </p:cNvPr>
          <p:cNvGrpSpPr/>
          <p:nvPr/>
        </p:nvGrpSpPr>
        <p:grpSpPr>
          <a:xfrm>
            <a:off x="7088052" y="6678277"/>
            <a:ext cx="969888" cy="336728"/>
            <a:chOff x="0" y="0"/>
            <a:chExt cx="344864" cy="119731"/>
          </a:xfrm>
        </p:grpSpPr>
        <p:sp>
          <p:nvSpPr>
            <p:cNvPr id="117" name="Freeform 117">
              <a:extLst>
                <a:ext uri="{FF2B5EF4-FFF2-40B4-BE49-F238E27FC236}">
                  <a16:creationId xmlns:a16="http://schemas.microsoft.com/office/drawing/2014/main" id="{446066CD-4033-1371-E406-872BF7F0BABA}"/>
                </a:ext>
              </a:extLst>
            </p:cNvPr>
            <p:cNvSpPr/>
            <p:nvPr/>
          </p:nvSpPr>
          <p:spPr>
            <a:xfrm>
              <a:off x="0" y="0"/>
              <a:ext cx="344864" cy="119731"/>
            </a:xfrm>
            <a:custGeom>
              <a:avLst/>
              <a:gdLst/>
              <a:ahLst/>
              <a:cxnLst/>
              <a:rect l="l" t="t" r="r" b="b"/>
              <a:pathLst>
                <a:path w="344864" h="119731">
                  <a:moveTo>
                    <a:pt x="59866" y="0"/>
                  </a:moveTo>
                  <a:lnTo>
                    <a:pt x="284999" y="0"/>
                  </a:lnTo>
                  <a:cubicBezTo>
                    <a:pt x="318062" y="0"/>
                    <a:pt x="344864" y="26803"/>
                    <a:pt x="344864" y="59866"/>
                  </a:cubicBezTo>
                  <a:lnTo>
                    <a:pt x="344864" y="59866"/>
                  </a:lnTo>
                  <a:cubicBezTo>
                    <a:pt x="344864" y="75743"/>
                    <a:pt x="338557" y="90970"/>
                    <a:pt x="327330" y="102197"/>
                  </a:cubicBezTo>
                  <a:cubicBezTo>
                    <a:pt x="316103" y="113424"/>
                    <a:pt x="300876" y="119731"/>
                    <a:pt x="284999" y="119731"/>
                  </a:cubicBezTo>
                  <a:lnTo>
                    <a:pt x="59866" y="119731"/>
                  </a:lnTo>
                  <a:cubicBezTo>
                    <a:pt x="43988" y="119731"/>
                    <a:pt x="28761" y="113424"/>
                    <a:pt x="17534" y="102197"/>
                  </a:cubicBezTo>
                  <a:cubicBezTo>
                    <a:pt x="6307" y="90970"/>
                    <a:pt x="0" y="75743"/>
                    <a:pt x="0" y="59866"/>
                  </a:cubicBezTo>
                  <a:lnTo>
                    <a:pt x="0" y="59866"/>
                  </a:lnTo>
                  <a:cubicBezTo>
                    <a:pt x="0" y="43988"/>
                    <a:pt x="6307" y="28761"/>
                    <a:pt x="17534" y="17534"/>
                  </a:cubicBezTo>
                  <a:cubicBezTo>
                    <a:pt x="28761" y="6307"/>
                    <a:pt x="43988" y="0"/>
                    <a:pt x="59866" y="0"/>
                  </a:cubicBezTo>
                  <a:close/>
                </a:path>
              </a:pathLst>
            </a:custGeom>
            <a:solidFill>
              <a:srgbClr val="000000">
                <a:alpha val="0"/>
              </a:srgbClr>
            </a:solidFill>
            <a:ln w="9525" cap="rnd">
              <a:solidFill>
                <a:srgbClr val="F34336"/>
              </a:solidFill>
              <a:prstDash val="solid"/>
              <a:round/>
            </a:ln>
          </p:spPr>
          <p:txBody>
            <a:bodyPr/>
            <a:lstStyle/>
            <a:p>
              <a:endParaRPr lang="en-SG" sz="1088"/>
            </a:p>
          </p:txBody>
        </p:sp>
        <p:sp>
          <p:nvSpPr>
            <p:cNvPr id="118" name="TextBox 118">
              <a:extLst>
                <a:ext uri="{FF2B5EF4-FFF2-40B4-BE49-F238E27FC236}">
                  <a16:creationId xmlns:a16="http://schemas.microsoft.com/office/drawing/2014/main" id="{2AFFAAB2-592E-964E-3D1C-724F1C88CE4C}"/>
                </a:ext>
              </a:extLst>
            </p:cNvPr>
            <p:cNvSpPr txBox="1"/>
            <p:nvPr/>
          </p:nvSpPr>
          <p:spPr>
            <a:xfrm>
              <a:off x="0" y="-28575"/>
              <a:ext cx="344864" cy="148306"/>
            </a:xfrm>
            <a:prstGeom prst="rect">
              <a:avLst/>
            </a:prstGeom>
          </p:spPr>
          <p:txBody>
            <a:bodyPr lIns="40638" tIns="40638" rIns="40638" bIns="40638" rtlCol="0" anchor="ctr"/>
            <a:lstStyle/>
            <a:p>
              <a:pPr algn="ctr">
                <a:lnSpc>
                  <a:spcPts val="2016"/>
                </a:lnSpc>
              </a:pPr>
              <a:endParaRPr sz="1088"/>
            </a:p>
          </p:txBody>
        </p:sp>
      </p:grpSp>
      <p:grpSp>
        <p:nvGrpSpPr>
          <p:cNvPr id="119" name="Group 119">
            <a:extLst>
              <a:ext uri="{FF2B5EF4-FFF2-40B4-BE49-F238E27FC236}">
                <a16:creationId xmlns:a16="http://schemas.microsoft.com/office/drawing/2014/main" id="{770E421B-588E-7BB0-88B9-E5D2476C0CC5}"/>
              </a:ext>
            </a:extLst>
          </p:cNvPr>
          <p:cNvGrpSpPr/>
          <p:nvPr/>
        </p:nvGrpSpPr>
        <p:grpSpPr>
          <a:xfrm>
            <a:off x="8539903" y="6691650"/>
            <a:ext cx="969888" cy="323355"/>
            <a:chOff x="0" y="0"/>
            <a:chExt cx="344864" cy="114975"/>
          </a:xfrm>
        </p:grpSpPr>
        <p:sp>
          <p:nvSpPr>
            <p:cNvPr id="120" name="Freeform 120">
              <a:extLst>
                <a:ext uri="{FF2B5EF4-FFF2-40B4-BE49-F238E27FC236}">
                  <a16:creationId xmlns:a16="http://schemas.microsoft.com/office/drawing/2014/main" id="{C21F4331-FB88-529B-A6DA-7A9C2586F77C}"/>
                </a:ext>
              </a:extLst>
            </p:cNvPr>
            <p:cNvSpPr/>
            <p:nvPr/>
          </p:nvSpPr>
          <p:spPr>
            <a:xfrm>
              <a:off x="0" y="0"/>
              <a:ext cx="344864" cy="114975"/>
            </a:xfrm>
            <a:custGeom>
              <a:avLst/>
              <a:gdLst/>
              <a:ahLst/>
              <a:cxnLst/>
              <a:rect l="l" t="t" r="r" b="b"/>
              <a:pathLst>
                <a:path w="344864" h="114975">
                  <a:moveTo>
                    <a:pt x="57488" y="0"/>
                  </a:moveTo>
                  <a:lnTo>
                    <a:pt x="287377" y="0"/>
                  </a:lnTo>
                  <a:cubicBezTo>
                    <a:pt x="319126" y="0"/>
                    <a:pt x="344864" y="25738"/>
                    <a:pt x="344864" y="57488"/>
                  </a:cubicBezTo>
                  <a:lnTo>
                    <a:pt x="344864" y="57488"/>
                  </a:lnTo>
                  <a:cubicBezTo>
                    <a:pt x="344864" y="89237"/>
                    <a:pt x="319126" y="114975"/>
                    <a:pt x="287377" y="114975"/>
                  </a:cubicBezTo>
                  <a:lnTo>
                    <a:pt x="57488" y="114975"/>
                  </a:lnTo>
                  <a:cubicBezTo>
                    <a:pt x="25738" y="114975"/>
                    <a:pt x="0" y="89237"/>
                    <a:pt x="0" y="57488"/>
                  </a:cubicBezTo>
                  <a:lnTo>
                    <a:pt x="0" y="57488"/>
                  </a:lnTo>
                  <a:cubicBezTo>
                    <a:pt x="0" y="25738"/>
                    <a:pt x="25738" y="0"/>
                    <a:pt x="57488" y="0"/>
                  </a:cubicBezTo>
                  <a:close/>
                </a:path>
              </a:pathLst>
            </a:custGeom>
            <a:solidFill>
              <a:srgbClr val="000000">
                <a:alpha val="0"/>
              </a:srgbClr>
            </a:solidFill>
            <a:ln w="9525" cap="rnd">
              <a:solidFill>
                <a:srgbClr val="F34336"/>
              </a:solidFill>
              <a:prstDash val="solid"/>
              <a:round/>
            </a:ln>
          </p:spPr>
          <p:txBody>
            <a:bodyPr/>
            <a:lstStyle/>
            <a:p>
              <a:endParaRPr lang="en-SG" sz="1088"/>
            </a:p>
          </p:txBody>
        </p:sp>
        <p:sp>
          <p:nvSpPr>
            <p:cNvPr id="121" name="TextBox 121">
              <a:extLst>
                <a:ext uri="{FF2B5EF4-FFF2-40B4-BE49-F238E27FC236}">
                  <a16:creationId xmlns:a16="http://schemas.microsoft.com/office/drawing/2014/main" id="{57F0D5BB-DA6B-06B4-47AB-2D64DEDAAEA1}"/>
                </a:ext>
              </a:extLst>
            </p:cNvPr>
            <p:cNvSpPr txBox="1"/>
            <p:nvPr/>
          </p:nvSpPr>
          <p:spPr>
            <a:xfrm>
              <a:off x="0" y="-28575"/>
              <a:ext cx="344864" cy="143550"/>
            </a:xfrm>
            <a:prstGeom prst="rect">
              <a:avLst/>
            </a:prstGeom>
          </p:spPr>
          <p:txBody>
            <a:bodyPr lIns="40638" tIns="40638" rIns="40638" bIns="40638" rtlCol="0" anchor="ctr"/>
            <a:lstStyle/>
            <a:p>
              <a:pPr algn="ctr">
                <a:lnSpc>
                  <a:spcPts val="2016"/>
                </a:lnSpc>
              </a:pPr>
              <a:endParaRPr sz="1088"/>
            </a:p>
          </p:txBody>
        </p:sp>
      </p:grpSp>
      <p:grpSp>
        <p:nvGrpSpPr>
          <p:cNvPr id="122" name="Group 154">
            <a:extLst>
              <a:ext uri="{FF2B5EF4-FFF2-40B4-BE49-F238E27FC236}">
                <a16:creationId xmlns:a16="http://schemas.microsoft.com/office/drawing/2014/main" id="{D50F72F7-427E-C9DE-B84B-6EEB5B986126}"/>
              </a:ext>
            </a:extLst>
          </p:cNvPr>
          <p:cNvGrpSpPr/>
          <p:nvPr/>
        </p:nvGrpSpPr>
        <p:grpSpPr>
          <a:xfrm>
            <a:off x="-586664" y="-89747"/>
            <a:ext cx="10815950" cy="7675053"/>
            <a:chOff x="0" y="0"/>
            <a:chExt cx="3845841" cy="2729028"/>
          </a:xfrm>
        </p:grpSpPr>
        <p:sp>
          <p:nvSpPr>
            <p:cNvPr id="123" name="Freeform 155">
              <a:extLst>
                <a:ext uri="{FF2B5EF4-FFF2-40B4-BE49-F238E27FC236}">
                  <a16:creationId xmlns:a16="http://schemas.microsoft.com/office/drawing/2014/main" id="{0E6182B2-B1A8-BA09-34DF-CC656F4DC672}"/>
                </a:ext>
              </a:extLst>
            </p:cNvPr>
            <p:cNvSpPr/>
            <p:nvPr/>
          </p:nvSpPr>
          <p:spPr>
            <a:xfrm>
              <a:off x="0" y="0"/>
              <a:ext cx="3845841" cy="2729028"/>
            </a:xfrm>
            <a:custGeom>
              <a:avLst/>
              <a:gdLst/>
              <a:ahLst/>
              <a:cxnLst/>
              <a:rect l="l" t="t" r="r" b="b"/>
              <a:pathLst>
                <a:path w="3845841" h="2729028">
                  <a:moveTo>
                    <a:pt x="0" y="0"/>
                  </a:moveTo>
                  <a:lnTo>
                    <a:pt x="3845841" y="0"/>
                  </a:lnTo>
                  <a:lnTo>
                    <a:pt x="3845841" y="2729028"/>
                  </a:lnTo>
                  <a:lnTo>
                    <a:pt x="0" y="2729028"/>
                  </a:lnTo>
                  <a:close/>
                </a:path>
              </a:pathLst>
            </a:custGeom>
            <a:solidFill>
              <a:srgbClr val="FFFFFF">
                <a:alpha val="80000"/>
              </a:srgbClr>
            </a:solidFill>
          </p:spPr>
          <p:txBody>
            <a:bodyPr/>
            <a:lstStyle/>
            <a:p>
              <a:endParaRPr lang="en-SG" sz="1088"/>
            </a:p>
          </p:txBody>
        </p:sp>
        <p:sp>
          <p:nvSpPr>
            <p:cNvPr id="124" name="TextBox 156">
              <a:extLst>
                <a:ext uri="{FF2B5EF4-FFF2-40B4-BE49-F238E27FC236}">
                  <a16:creationId xmlns:a16="http://schemas.microsoft.com/office/drawing/2014/main" id="{F7149D1F-DC67-754A-3101-11AD7DF28261}"/>
                </a:ext>
              </a:extLst>
            </p:cNvPr>
            <p:cNvSpPr txBox="1"/>
            <p:nvPr/>
          </p:nvSpPr>
          <p:spPr>
            <a:xfrm>
              <a:off x="0" y="-28575"/>
              <a:ext cx="3845841" cy="2757603"/>
            </a:xfrm>
            <a:prstGeom prst="rect">
              <a:avLst/>
            </a:prstGeom>
          </p:spPr>
          <p:txBody>
            <a:bodyPr lIns="40638" tIns="40638" rIns="40638" bIns="40638" rtlCol="0" anchor="ctr"/>
            <a:lstStyle/>
            <a:p>
              <a:pPr algn="ctr">
                <a:lnSpc>
                  <a:spcPts val="2016"/>
                </a:lnSpc>
              </a:pPr>
              <a:endParaRPr sz="1088"/>
            </a:p>
          </p:txBody>
        </p:sp>
      </p:grpSp>
      <p:grpSp>
        <p:nvGrpSpPr>
          <p:cNvPr id="125" name="Group 27">
            <a:extLst>
              <a:ext uri="{FF2B5EF4-FFF2-40B4-BE49-F238E27FC236}">
                <a16:creationId xmlns:a16="http://schemas.microsoft.com/office/drawing/2014/main" id="{4AD72D30-A46E-3A6E-93BE-589F2E5105EA}"/>
              </a:ext>
            </a:extLst>
          </p:cNvPr>
          <p:cNvGrpSpPr/>
          <p:nvPr/>
        </p:nvGrpSpPr>
        <p:grpSpPr>
          <a:xfrm>
            <a:off x="2933090" y="2218733"/>
            <a:ext cx="4849507" cy="2756766"/>
            <a:chOff x="0" y="0"/>
            <a:chExt cx="1724345" cy="980227"/>
          </a:xfrm>
        </p:grpSpPr>
        <p:sp>
          <p:nvSpPr>
            <p:cNvPr id="126" name="Freeform 28">
              <a:extLst>
                <a:ext uri="{FF2B5EF4-FFF2-40B4-BE49-F238E27FC236}">
                  <a16:creationId xmlns:a16="http://schemas.microsoft.com/office/drawing/2014/main" id="{E5E032B2-B50E-89FA-E655-62AF8B7A2C33}"/>
                </a:ext>
              </a:extLst>
            </p:cNvPr>
            <p:cNvSpPr/>
            <p:nvPr/>
          </p:nvSpPr>
          <p:spPr>
            <a:xfrm>
              <a:off x="0" y="0"/>
              <a:ext cx="1724345" cy="980227"/>
            </a:xfrm>
            <a:custGeom>
              <a:avLst/>
              <a:gdLst/>
              <a:ahLst/>
              <a:cxnLst/>
              <a:rect l="l" t="t" r="r" b="b"/>
              <a:pathLst>
                <a:path w="1724345" h="980227">
                  <a:moveTo>
                    <a:pt x="60023" y="0"/>
                  </a:moveTo>
                  <a:lnTo>
                    <a:pt x="1664322" y="0"/>
                  </a:lnTo>
                  <a:cubicBezTo>
                    <a:pt x="1697472" y="0"/>
                    <a:pt x="1724345" y="26873"/>
                    <a:pt x="1724345" y="60023"/>
                  </a:cubicBezTo>
                  <a:lnTo>
                    <a:pt x="1724345" y="920203"/>
                  </a:lnTo>
                  <a:cubicBezTo>
                    <a:pt x="1724345" y="953353"/>
                    <a:pt x="1697472" y="980227"/>
                    <a:pt x="1664322" y="980227"/>
                  </a:cubicBezTo>
                  <a:lnTo>
                    <a:pt x="60023" y="980227"/>
                  </a:lnTo>
                  <a:cubicBezTo>
                    <a:pt x="26873" y="980227"/>
                    <a:pt x="0" y="953353"/>
                    <a:pt x="0" y="920203"/>
                  </a:cubicBezTo>
                  <a:lnTo>
                    <a:pt x="0" y="60023"/>
                  </a:lnTo>
                  <a:cubicBezTo>
                    <a:pt x="0" y="26873"/>
                    <a:pt x="26873" y="0"/>
                    <a:pt x="60023" y="0"/>
                  </a:cubicBezTo>
                  <a:close/>
                </a:path>
              </a:pathLst>
            </a:custGeom>
            <a:solidFill>
              <a:srgbClr val="FFF1EF"/>
            </a:solidFill>
          </p:spPr>
          <p:txBody>
            <a:bodyPr/>
            <a:lstStyle/>
            <a:p>
              <a:endParaRPr lang="en-SG" sz="1088"/>
            </a:p>
          </p:txBody>
        </p:sp>
        <p:sp>
          <p:nvSpPr>
            <p:cNvPr id="127" name="TextBox 29">
              <a:extLst>
                <a:ext uri="{FF2B5EF4-FFF2-40B4-BE49-F238E27FC236}">
                  <a16:creationId xmlns:a16="http://schemas.microsoft.com/office/drawing/2014/main" id="{58D06C39-5199-D614-3FF7-C2AA5F86A513}"/>
                </a:ext>
              </a:extLst>
            </p:cNvPr>
            <p:cNvSpPr txBox="1"/>
            <p:nvPr/>
          </p:nvSpPr>
          <p:spPr>
            <a:xfrm>
              <a:off x="0" y="-28575"/>
              <a:ext cx="1724345" cy="1008802"/>
            </a:xfrm>
            <a:prstGeom prst="rect">
              <a:avLst/>
            </a:prstGeom>
          </p:spPr>
          <p:txBody>
            <a:bodyPr lIns="40638" tIns="40638" rIns="40638" bIns="40638" rtlCol="0" anchor="ctr"/>
            <a:lstStyle/>
            <a:p>
              <a:pPr algn="ctr">
                <a:lnSpc>
                  <a:spcPts val="2016"/>
                </a:lnSpc>
              </a:pPr>
              <a:endParaRPr sz="1088"/>
            </a:p>
          </p:txBody>
        </p:sp>
      </p:grpSp>
      <p:sp>
        <p:nvSpPr>
          <p:cNvPr id="128" name="TextBox 37">
            <a:extLst>
              <a:ext uri="{FF2B5EF4-FFF2-40B4-BE49-F238E27FC236}">
                <a16:creationId xmlns:a16="http://schemas.microsoft.com/office/drawing/2014/main" id="{9AD1EFD5-5729-E048-E112-AADE033345C0}"/>
              </a:ext>
            </a:extLst>
          </p:cNvPr>
          <p:cNvSpPr txBox="1"/>
          <p:nvPr/>
        </p:nvSpPr>
        <p:spPr>
          <a:xfrm>
            <a:off x="3249433" y="2420105"/>
            <a:ext cx="4190103" cy="1710084"/>
          </a:xfrm>
          <a:prstGeom prst="rect">
            <a:avLst/>
          </a:prstGeom>
        </p:spPr>
        <p:txBody>
          <a:bodyPr lIns="0" tIns="0" rIns="0" bIns="0" rtlCol="0" anchor="t">
            <a:spAutoFit/>
          </a:bodyPr>
          <a:lstStyle/>
          <a:p>
            <a:pPr algn="ctr">
              <a:lnSpc>
                <a:spcPts val="4479"/>
              </a:lnSpc>
              <a:spcBef>
                <a:spcPct val="0"/>
              </a:spcBef>
            </a:pPr>
            <a:r>
              <a:rPr lang="en-US" sz="3199" dirty="0">
                <a:solidFill>
                  <a:srgbClr val="F34336"/>
                </a:solidFill>
                <a:latin typeface="League Spartan"/>
                <a:ea typeface="League Spartan"/>
                <a:cs typeface="League Spartan"/>
                <a:sym typeface="League Spartan"/>
              </a:rPr>
              <a:t>Do you want to save changes before exiting?</a:t>
            </a:r>
          </a:p>
        </p:txBody>
      </p:sp>
      <p:grpSp>
        <p:nvGrpSpPr>
          <p:cNvPr id="129" name="Group 30">
            <a:extLst>
              <a:ext uri="{FF2B5EF4-FFF2-40B4-BE49-F238E27FC236}">
                <a16:creationId xmlns:a16="http://schemas.microsoft.com/office/drawing/2014/main" id="{C04BF9A8-4901-53E5-F2EB-4C560A2BD1CF}"/>
              </a:ext>
            </a:extLst>
          </p:cNvPr>
          <p:cNvGrpSpPr/>
          <p:nvPr/>
        </p:nvGrpSpPr>
        <p:grpSpPr>
          <a:xfrm>
            <a:off x="3540974" y="4169306"/>
            <a:ext cx="1523933" cy="535816"/>
            <a:chOff x="0" y="0"/>
            <a:chExt cx="1140231" cy="400906"/>
          </a:xfrm>
        </p:grpSpPr>
        <p:sp>
          <p:nvSpPr>
            <p:cNvPr id="130" name="Freeform 31">
              <a:extLst>
                <a:ext uri="{FF2B5EF4-FFF2-40B4-BE49-F238E27FC236}">
                  <a16:creationId xmlns:a16="http://schemas.microsoft.com/office/drawing/2014/main" id="{8D24A137-7ACB-39B7-1A94-B7E7BDFBE5FC}"/>
                </a:ext>
              </a:extLst>
            </p:cNvPr>
            <p:cNvSpPr/>
            <p:nvPr/>
          </p:nvSpPr>
          <p:spPr>
            <a:xfrm>
              <a:off x="0" y="0"/>
              <a:ext cx="1140231" cy="400906"/>
            </a:xfrm>
            <a:custGeom>
              <a:avLst/>
              <a:gdLst/>
              <a:ahLst/>
              <a:cxnLst/>
              <a:rect l="l" t="t" r="r" b="b"/>
              <a:pathLst>
                <a:path w="1140231" h="400906">
                  <a:moveTo>
                    <a:pt x="937031" y="0"/>
                  </a:moveTo>
                  <a:cubicBezTo>
                    <a:pt x="1049256" y="0"/>
                    <a:pt x="1140231" y="89746"/>
                    <a:pt x="1140231" y="200453"/>
                  </a:cubicBezTo>
                  <a:cubicBezTo>
                    <a:pt x="1140231" y="311160"/>
                    <a:pt x="1049256" y="400906"/>
                    <a:pt x="937031" y="400906"/>
                  </a:cubicBezTo>
                  <a:lnTo>
                    <a:pt x="203200" y="400906"/>
                  </a:lnTo>
                  <a:cubicBezTo>
                    <a:pt x="90976" y="400906"/>
                    <a:pt x="0" y="311160"/>
                    <a:pt x="0" y="200453"/>
                  </a:cubicBezTo>
                  <a:cubicBezTo>
                    <a:pt x="0" y="89746"/>
                    <a:pt x="90976" y="0"/>
                    <a:pt x="203200" y="0"/>
                  </a:cubicBezTo>
                  <a:close/>
                </a:path>
              </a:pathLst>
            </a:custGeom>
            <a:solidFill>
              <a:srgbClr val="F34336"/>
            </a:solidFill>
          </p:spPr>
          <p:txBody>
            <a:bodyPr/>
            <a:lstStyle/>
            <a:p>
              <a:endParaRPr lang="en-SG" sz="1088" dirty="0"/>
            </a:p>
          </p:txBody>
        </p:sp>
        <p:sp>
          <p:nvSpPr>
            <p:cNvPr id="131" name="TextBox 32">
              <a:extLst>
                <a:ext uri="{FF2B5EF4-FFF2-40B4-BE49-F238E27FC236}">
                  <a16:creationId xmlns:a16="http://schemas.microsoft.com/office/drawing/2014/main" id="{B9FAC57D-B5C0-8355-96D7-7A1B7943DF9B}"/>
                </a:ext>
              </a:extLst>
            </p:cNvPr>
            <p:cNvSpPr txBox="1"/>
            <p:nvPr/>
          </p:nvSpPr>
          <p:spPr>
            <a:xfrm>
              <a:off x="0" y="-28575"/>
              <a:ext cx="1140231" cy="429481"/>
            </a:xfrm>
            <a:prstGeom prst="rect">
              <a:avLst/>
            </a:prstGeom>
          </p:spPr>
          <p:txBody>
            <a:bodyPr lIns="40638" tIns="40638" rIns="40638" bIns="40638" rtlCol="0" anchor="ctr"/>
            <a:lstStyle/>
            <a:p>
              <a:pPr algn="ctr">
                <a:lnSpc>
                  <a:spcPts val="2016"/>
                </a:lnSpc>
              </a:pPr>
              <a:endParaRPr sz="1088"/>
            </a:p>
          </p:txBody>
        </p:sp>
      </p:grpSp>
      <p:grpSp>
        <p:nvGrpSpPr>
          <p:cNvPr id="132" name="Group 30">
            <a:extLst>
              <a:ext uri="{FF2B5EF4-FFF2-40B4-BE49-F238E27FC236}">
                <a16:creationId xmlns:a16="http://schemas.microsoft.com/office/drawing/2014/main" id="{A9A5A5F5-6835-58A0-2E22-D0952272C86B}"/>
              </a:ext>
            </a:extLst>
          </p:cNvPr>
          <p:cNvGrpSpPr/>
          <p:nvPr/>
        </p:nvGrpSpPr>
        <p:grpSpPr>
          <a:xfrm>
            <a:off x="5580116" y="4213845"/>
            <a:ext cx="1523933" cy="535816"/>
            <a:chOff x="0" y="0"/>
            <a:chExt cx="1140231" cy="400906"/>
          </a:xfrm>
        </p:grpSpPr>
        <p:sp>
          <p:nvSpPr>
            <p:cNvPr id="133" name="Freeform 31">
              <a:hlinkClick r:id="rId23" action="ppaction://hlinksldjump"/>
              <a:extLst>
                <a:ext uri="{FF2B5EF4-FFF2-40B4-BE49-F238E27FC236}">
                  <a16:creationId xmlns:a16="http://schemas.microsoft.com/office/drawing/2014/main" id="{28CA468B-A5BD-81BF-0D39-8357B5D48174}"/>
                </a:ext>
              </a:extLst>
            </p:cNvPr>
            <p:cNvSpPr/>
            <p:nvPr/>
          </p:nvSpPr>
          <p:spPr>
            <a:xfrm>
              <a:off x="0" y="0"/>
              <a:ext cx="1140231" cy="400906"/>
            </a:xfrm>
            <a:custGeom>
              <a:avLst/>
              <a:gdLst/>
              <a:ahLst/>
              <a:cxnLst/>
              <a:rect l="l" t="t" r="r" b="b"/>
              <a:pathLst>
                <a:path w="1140231" h="400906">
                  <a:moveTo>
                    <a:pt x="937031" y="0"/>
                  </a:moveTo>
                  <a:cubicBezTo>
                    <a:pt x="1049256" y="0"/>
                    <a:pt x="1140231" y="89746"/>
                    <a:pt x="1140231" y="200453"/>
                  </a:cubicBezTo>
                  <a:cubicBezTo>
                    <a:pt x="1140231" y="311160"/>
                    <a:pt x="1049256" y="400906"/>
                    <a:pt x="937031" y="400906"/>
                  </a:cubicBezTo>
                  <a:lnTo>
                    <a:pt x="203200" y="400906"/>
                  </a:lnTo>
                  <a:cubicBezTo>
                    <a:pt x="90976" y="400906"/>
                    <a:pt x="0" y="311160"/>
                    <a:pt x="0" y="200453"/>
                  </a:cubicBezTo>
                  <a:cubicBezTo>
                    <a:pt x="0" y="89746"/>
                    <a:pt x="90976" y="0"/>
                    <a:pt x="203200" y="0"/>
                  </a:cubicBezTo>
                  <a:close/>
                </a:path>
              </a:pathLst>
            </a:custGeom>
            <a:solidFill>
              <a:srgbClr val="F34336"/>
            </a:solidFill>
          </p:spPr>
          <p:txBody>
            <a:bodyPr/>
            <a:lstStyle/>
            <a:p>
              <a:endParaRPr lang="en-SG" sz="1088"/>
            </a:p>
          </p:txBody>
        </p:sp>
        <p:sp>
          <p:nvSpPr>
            <p:cNvPr id="134" name="TextBox 32">
              <a:extLst>
                <a:ext uri="{FF2B5EF4-FFF2-40B4-BE49-F238E27FC236}">
                  <a16:creationId xmlns:a16="http://schemas.microsoft.com/office/drawing/2014/main" id="{06DFB731-838B-C763-E907-F6F0551E4530}"/>
                </a:ext>
              </a:extLst>
            </p:cNvPr>
            <p:cNvSpPr txBox="1"/>
            <p:nvPr/>
          </p:nvSpPr>
          <p:spPr>
            <a:xfrm>
              <a:off x="0" y="-28575"/>
              <a:ext cx="1140231" cy="429481"/>
            </a:xfrm>
            <a:prstGeom prst="rect">
              <a:avLst/>
            </a:prstGeom>
          </p:spPr>
          <p:txBody>
            <a:bodyPr lIns="40638" tIns="40638" rIns="40638" bIns="40638" rtlCol="0" anchor="ctr"/>
            <a:lstStyle/>
            <a:p>
              <a:pPr algn="ctr">
                <a:lnSpc>
                  <a:spcPts val="2016"/>
                </a:lnSpc>
              </a:pPr>
              <a:endParaRPr sz="1088"/>
            </a:p>
          </p:txBody>
        </p:sp>
      </p:grpSp>
      <p:sp>
        <p:nvSpPr>
          <p:cNvPr id="135" name="TextBox 38">
            <a:hlinkClick r:id="rId23" action="ppaction://hlinksldjump"/>
            <a:extLst>
              <a:ext uri="{FF2B5EF4-FFF2-40B4-BE49-F238E27FC236}">
                <a16:creationId xmlns:a16="http://schemas.microsoft.com/office/drawing/2014/main" id="{C5C93ED6-A0EE-0705-82AC-7627304AFF41}"/>
              </a:ext>
            </a:extLst>
          </p:cNvPr>
          <p:cNvSpPr txBox="1"/>
          <p:nvPr/>
        </p:nvSpPr>
        <p:spPr>
          <a:xfrm>
            <a:off x="4799596" y="4225513"/>
            <a:ext cx="3206759" cy="441339"/>
          </a:xfrm>
          <a:prstGeom prst="rect">
            <a:avLst/>
          </a:prstGeom>
        </p:spPr>
        <p:txBody>
          <a:bodyPr lIns="0" tIns="0" rIns="0" bIns="0" rtlCol="0" anchor="t">
            <a:spAutoFit/>
          </a:bodyPr>
          <a:lstStyle/>
          <a:p>
            <a:pPr algn="ctr">
              <a:lnSpc>
                <a:spcPts val="3919"/>
              </a:lnSpc>
              <a:spcBef>
                <a:spcPct val="0"/>
              </a:spcBef>
            </a:pPr>
            <a:r>
              <a:rPr lang="en-US" sz="2000" b="1" dirty="0">
                <a:solidFill>
                  <a:srgbClr val="FDFDFD"/>
                </a:solidFill>
                <a:latin typeface="Canva Sans Bold"/>
                <a:ea typeface="Canva Sans Bold"/>
                <a:cs typeface="Canva Sans Bold"/>
                <a:sym typeface="Canva Sans Bold"/>
              </a:rPr>
              <a:t>Save</a:t>
            </a:r>
          </a:p>
        </p:txBody>
      </p:sp>
      <p:sp>
        <p:nvSpPr>
          <p:cNvPr id="136" name="TextBox 38">
            <a:hlinkClick r:id="rId23" action="ppaction://hlinksldjump"/>
            <a:extLst>
              <a:ext uri="{FF2B5EF4-FFF2-40B4-BE49-F238E27FC236}">
                <a16:creationId xmlns:a16="http://schemas.microsoft.com/office/drawing/2014/main" id="{5F0797DE-CEBA-5DB4-C4A7-C7E801B6BCB4}"/>
              </a:ext>
            </a:extLst>
          </p:cNvPr>
          <p:cNvSpPr txBox="1"/>
          <p:nvPr/>
        </p:nvSpPr>
        <p:spPr>
          <a:xfrm>
            <a:off x="2726807" y="4164033"/>
            <a:ext cx="3206759" cy="441339"/>
          </a:xfrm>
          <a:prstGeom prst="rect">
            <a:avLst/>
          </a:prstGeom>
        </p:spPr>
        <p:txBody>
          <a:bodyPr lIns="0" tIns="0" rIns="0" bIns="0" rtlCol="0" anchor="t">
            <a:spAutoFit/>
          </a:bodyPr>
          <a:lstStyle/>
          <a:p>
            <a:pPr algn="ctr">
              <a:lnSpc>
                <a:spcPts val="3919"/>
              </a:lnSpc>
              <a:spcBef>
                <a:spcPct val="0"/>
              </a:spcBef>
            </a:pPr>
            <a:r>
              <a:rPr lang="en-US" sz="2000" b="1" dirty="0">
                <a:solidFill>
                  <a:srgbClr val="FDFDFD"/>
                </a:solidFill>
                <a:latin typeface="Canva Sans Bold"/>
                <a:ea typeface="Canva Sans Bold"/>
                <a:cs typeface="Canva Sans Bold"/>
                <a:sym typeface="Canva Sans Bold"/>
              </a:rPr>
              <a:t>Don’t Save</a:t>
            </a:r>
          </a:p>
        </p:txBody>
      </p:sp>
      <p:sp>
        <p:nvSpPr>
          <p:cNvPr id="137" name="Freeform 12">
            <a:hlinkClick r:id="rId24" action="ppaction://hlinksldjump"/>
            <a:extLst>
              <a:ext uri="{FF2B5EF4-FFF2-40B4-BE49-F238E27FC236}">
                <a16:creationId xmlns:a16="http://schemas.microsoft.com/office/drawing/2014/main" id="{447C4932-DBBD-8B37-7AA3-751468FB7F8D}"/>
              </a:ext>
            </a:extLst>
          </p:cNvPr>
          <p:cNvSpPr/>
          <p:nvPr/>
        </p:nvSpPr>
        <p:spPr>
          <a:xfrm>
            <a:off x="7195361" y="2376428"/>
            <a:ext cx="433703" cy="421151"/>
          </a:xfrm>
          <a:custGeom>
            <a:avLst/>
            <a:gdLst/>
            <a:ahLst/>
            <a:cxnLst/>
            <a:rect l="l" t="t" r="r" b="b"/>
            <a:pathLst>
              <a:path w="493565" h="493565">
                <a:moveTo>
                  <a:pt x="0" y="0"/>
                </a:moveTo>
                <a:lnTo>
                  <a:pt x="493565" y="0"/>
                </a:lnTo>
                <a:lnTo>
                  <a:pt x="493565" y="493565"/>
                </a:lnTo>
                <a:lnTo>
                  <a:pt x="0" y="49356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a:p>
        </p:txBody>
      </p:sp>
    </p:spTree>
    <p:extLst>
      <p:ext uri="{BB962C8B-B14F-4D97-AF65-F5344CB8AC3E}">
        <p14:creationId xmlns:p14="http://schemas.microsoft.com/office/powerpoint/2010/main" val="32974653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5BEE8-63D7-0F81-E6B5-B939AB04CDBD}"/>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CFCFD943-6D86-CA60-4DFA-4D7A3A62082F}"/>
              </a:ext>
            </a:extLst>
          </p:cNvPr>
          <p:cNvGraphicFramePr>
            <a:graphicFrameLocks noGrp="1"/>
          </p:cNvGraphicFramePr>
          <p:nvPr/>
        </p:nvGraphicFramePr>
        <p:xfrm>
          <a:off x="0" y="551790"/>
          <a:ext cx="6562164" cy="6895011"/>
        </p:xfrm>
        <a:graphic>
          <a:graphicData uri="http://schemas.openxmlformats.org/drawingml/2006/table">
            <a:tbl>
              <a:tblPr/>
              <a:tblGrid>
                <a:gridCol w="6562164">
                  <a:extLst>
                    <a:ext uri="{9D8B030D-6E8A-4147-A177-3AD203B41FA5}">
                      <a16:colId xmlns:a16="http://schemas.microsoft.com/office/drawing/2014/main" val="20000"/>
                    </a:ext>
                  </a:extLst>
                </a:gridCol>
              </a:tblGrid>
              <a:tr h="83462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59366">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96679">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5686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61871">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6187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86187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861871">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3" name="Group 3">
            <a:extLst>
              <a:ext uri="{FF2B5EF4-FFF2-40B4-BE49-F238E27FC236}">
                <a16:creationId xmlns:a16="http://schemas.microsoft.com/office/drawing/2014/main" id="{18FCEB6E-BBAD-73CC-3409-38AA39A18E24}"/>
              </a:ext>
            </a:extLst>
          </p:cNvPr>
          <p:cNvGrpSpPr/>
          <p:nvPr/>
        </p:nvGrpSpPr>
        <p:grpSpPr>
          <a:xfrm>
            <a:off x="-50141" y="-93059"/>
            <a:ext cx="6708194" cy="645030"/>
            <a:chOff x="0" y="0"/>
            <a:chExt cx="2594982" cy="812800"/>
          </a:xfrm>
        </p:grpSpPr>
        <p:sp>
          <p:nvSpPr>
            <p:cNvPr id="4" name="Freeform 4">
              <a:extLst>
                <a:ext uri="{FF2B5EF4-FFF2-40B4-BE49-F238E27FC236}">
                  <a16:creationId xmlns:a16="http://schemas.microsoft.com/office/drawing/2014/main" id="{75835BCF-040F-1BFB-3BDB-42630DCF5174}"/>
                </a:ext>
              </a:extLst>
            </p:cNvPr>
            <p:cNvSpPr/>
            <p:nvPr/>
          </p:nvSpPr>
          <p:spPr>
            <a:xfrm>
              <a:off x="0" y="0"/>
              <a:ext cx="2594982" cy="812800"/>
            </a:xfrm>
            <a:custGeom>
              <a:avLst/>
              <a:gdLst/>
              <a:ahLst/>
              <a:cxnLst/>
              <a:rect l="l" t="t" r="r" b="b"/>
              <a:pathLst>
                <a:path w="2594982" h="812800">
                  <a:moveTo>
                    <a:pt x="0" y="0"/>
                  </a:moveTo>
                  <a:lnTo>
                    <a:pt x="2594982" y="0"/>
                  </a:lnTo>
                  <a:lnTo>
                    <a:pt x="2594982" y="812800"/>
                  </a:lnTo>
                  <a:lnTo>
                    <a:pt x="0" y="812800"/>
                  </a:lnTo>
                  <a:close/>
                </a:path>
              </a:pathLst>
            </a:custGeom>
            <a:solidFill>
              <a:srgbClr val="F34336"/>
            </a:solidFill>
          </p:spPr>
          <p:txBody>
            <a:bodyPr/>
            <a:lstStyle/>
            <a:p>
              <a:endParaRPr lang="en-SG" sz="1088"/>
            </a:p>
          </p:txBody>
        </p:sp>
        <p:sp>
          <p:nvSpPr>
            <p:cNvPr id="5" name="TextBox 5">
              <a:extLst>
                <a:ext uri="{FF2B5EF4-FFF2-40B4-BE49-F238E27FC236}">
                  <a16:creationId xmlns:a16="http://schemas.microsoft.com/office/drawing/2014/main" id="{02D84300-2F7B-B78E-37A4-92FCDFCEF09C}"/>
                </a:ext>
              </a:extLst>
            </p:cNvPr>
            <p:cNvSpPr txBox="1"/>
            <p:nvPr/>
          </p:nvSpPr>
          <p:spPr>
            <a:xfrm>
              <a:off x="0" y="-28575"/>
              <a:ext cx="2594982" cy="841375"/>
            </a:xfrm>
            <a:prstGeom prst="rect">
              <a:avLst/>
            </a:prstGeom>
          </p:spPr>
          <p:txBody>
            <a:bodyPr lIns="40638" tIns="40638" rIns="40638" bIns="40638" rtlCol="0" anchor="ctr"/>
            <a:lstStyle/>
            <a:p>
              <a:pPr algn="ctr">
                <a:lnSpc>
                  <a:spcPts val="2016"/>
                </a:lnSpc>
              </a:pPr>
              <a:endParaRPr sz="1088"/>
            </a:p>
          </p:txBody>
        </p:sp>
      </p:grpSp>
      <p:sp>
        <p:nvSpPr>
          <p:cNvPr id="6" name="Freeform 6">
            <a:extLst>
              <a:ext uri="{FF2B5EF4-FFF2-40B4-BE49-F238E27FC236}">
                <a16:creationId xmlns:a16="http://schemas.microsoft.com/office/drawing/2014/main" id="{48773CCB-3B80-FF1E-51A4-6AC132C4750E}"/>
              </a:ext>
            </a:extLst>
          </p:cNvPr>
          <p:cNvSpPr/>
          <p:nvPr/>
        </p:nvSpPr>
        <p:spPr>
          <a:xfrm>
            <a:off x="5176804" y="88494"/>
            <a:ext cx="332501" cy="269253"/>
          </a:xfrm>
          <a:custGeom>
            <a:avLst/>
            <a:gdLst/>
            <a:ahLst/>
            <a:cxnLst/>
            <a:rect l="l" t="t" r="r" b="b"/>
            <a:pathLst>
              <a:path w="472691" h="394697">
                <a:moveTo>
                  <a:pt x="0" y="0"/>
                </a:moveTo>
                <a:lnTo>
                  <a:pt x="472691" y="0"/>
                </a:lnTo>
                <a:lnTo>
                  <a:pt x="472691" y="394697"/>
                </a:lnTo>
                <a:lnTo>
                  <a:pt x="0" y="3946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SG" sz="1088"/>
          </a:p>
        </p:txBody>
      </p:sp>
      <p:sp>
        <p:nvSpPr>
          <p:cNvPr id="7" name="Freeform 7">
            <a:extLst>
              <a:ext uri="{FF2B5EF4-FFF2-40B4-BE49-F238E27FC236}">
                <a16:creationId xmlns:a16="http://schemas.microsoft.com/office/drawing/2014/main" id="{24F9507F-D8D1-D7DA-C156-655332E2FF9D}"/>
              </a:ext>
            </a:extLst>
          </p:cNvPr>
          <p:cNvSpPr/>
          <p:nvPr/>
        </p:nvSpPr>
        <p:spPr>
          <a:xfrm>
            <a:off x="187237" y="125054"/>
            <a:ext cx="370152" cy="183592"/>
          </a:xfrm>
          <a:custGeom>
            <a:avLst/>
            <a:gdLst/>
            <a:ahLst/>
            <a:cxnLst/>
            <a:rect l="l" t="t" r="r" b="b"/>
            <a:pathLst>
              <a:path w="583453" h="390383">
                <a:moveTo>
                  <a:pt x="0" y="0"/>
                </a:moveTo>
                <a:lnTo>
                  <a:pt x="583453" y="0"/>
                </a:lnTo>
                <a:lnTo>
                  <a:pt x="583453" y="390383"/>
                </a:lnTo>
                <a:lnTo>
                  <a:pt x="0" y="39038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8" name="Freeform 8">
            <a:extLst>
              <a:ext uri="{FF2B5EF4-FFF2-40B4-BE49-F238E27FC236}">
                <a16:creationId xmlns:a16="http://schemas.microsoft.com/office/drawing/2014/main" id="{627CACDD-C152-95B3-124C-68D823FBC6A7}"/>
              </a:ext>
            </a:extLst>
          </p:cNvPr>
          <p:cNvSpPr/>
          <p:nvPr/>
        </p:nvSpPr>
        <p:spPr>
          <a:xfrm>
            <a:off x="601805" y="120167"/>
            <a:ext cx="368457" cy="177419"/>
          </a:xfrm>
          <a:custGeom>
            <a:avLst/>
            <a:gdLst/>
            <a:ahLst/>
            <a:cxnLst/>
            <a:rect l="l" t="t" r="r" b="b"/>
            <a:pathLst>
              <a:path w="585247" h="392648">
                <a:moveTo>
                  <a:pt x="0" y="0"/>
                </a:moveTo>
                <a:lnTo>
                  <a:pt x="585247" y="0"/>
                </a:lnTo>
                <a:lnTo>
                  <a:pt x="585247" y="392647"/>
                </a:lnTo>
                <a:lnTo>
                  <a:pt x="0" y="39264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SG" sz="1088"/>
          </a:p>
        </p:txBody>
      </p:sp>
      <p:sp>
        <p:nvSpPr>
          <p:cNvPr id="9" name="Freeform 9">
            <a:extLst>
              <a:ext uri="{FF2B5EF4-FFF2-40B4-BE49-F238E27FC236}">
                <a16:creationId xmlns:a16="http://schemas.microsoft.com/office/drawing/2014/main" id="{DD3290D9-FA79-3A87-C300-986F8AB140FB}"/>
              </a:ext>
            </a:extLst>
          </p:cNvPr>
          <p:cNvSpPr/>
          <p:nvPr/>
        </p:nvSpPr>
        <p:spPr>
          <a:xfrm>
            <a:off x="6031025" y="86246"/>
            <a:ext cx="242908" cy="271500"/>
          </a:xfrm>
          <a:custGeom>
            <a:avLst/>
            <a:gdLst/>
            <a:ahLst/>
            <a:cxnLst/>
            <a:rect l="l" t="t" r="r" b="b"/>
            <a:pathLst>
              <a:path w="365278" h="392772">
                <a:moveTo>
                  <a:pt x="0" y="0"/>
                </a:moveTo>
                <a:lnTo>
                  <a:pt x="365278" y="0"/>
                </a:lnTo>
                <a:lnTo>
                  <a:pt x="365278" y="392772"/>
                </a:lnTo>
                <a:lnTo>
                  <a:pt x="0" y="39277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SG" sz="1088"/>
          </a:p>
        </p:txBody>
      </p:sp>
      <p:sp>
        <p:nvSpPr>
          <p:cNvPr id="10" name="Freeform 10">
            <a:extLst>
              <a:ext uri="{FF2B5EF4-FFF2-40B4-BE49-F238E27FC236}">
                <a16:creationId xmlns:a16="http://schemas.microsoft.com/office/drawing/2014/main" id="{58A04559-9D94-2F17-2ECF-7D237DEC47AD}"/>
              </a:ext>
            </a:extLst>
          </p:cNvPr>
          <p:cNvSpPr/>
          <p:nvPr/>
        </p:nvSpPr>
        <p:spPr>
          <a:xfrm>
            <a:off x="4386672" y="100843"/>
            <a:ext cx="268412" cy="274566"/>
          </a:xfrm>
          <a:custGeom>
            <a:avLst/>
            <a:gdLst/>
            <a:ahLst/>
            <a:cxnLst/>
            <a:rect l="l" t="t" r="r" b="b"/>
            <a:pathLst>
              <a:path w="399295" h="414852">
                <a:moveTo>
                  <a:pt x="0" y="0"/>
                </a:moveTo>
                <a:lnTo>
                  <a:pt x="399295" y="0"/>
                </a:lnTo>
                <a:lnTo>
                  <a:pt x="399295" y="414852"/>
                </a:lnTo>
                <a:lnTo>
                  <a:pt x="0" y="41485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SG" sz="1088"/>
          </a:p>
        </p:txBody>
      </p:sp>
      <p:sp>
        <p:nvSpPr>
          <p:cNvPr id="11" name="Freeform 11">
            <a:hlinkClick r:id="rId12" action="ppaction://hlinksldjump"/>
            <a:extLst>
              <a:ext uri="{FF2B5EF4-FFF2-40B4-BE49-F238E27FC236}">
                <a16:creationId xmlns:a16="http://schemas.microsoft.com/office/drawing/2014/main" id="{920AEF64-1CAA-5F4D-BB50-25832F5CEC2E}"/>
              </a:ext>
            </a:extLst>
          </p:cNvPr>
          <p:cNvSpPr/>
          <p:nvPr/>
        </p:nvSpPr>
        <p:spPr>
          <a:xfrm>
            <a:off x="9024846" y="79763"/>
            <a:ext cx="332501" cy="332501"/>
          </a:xfrm>
          <a:custGeom>
            <a:avLst/>
            <a:gdLst/>
            <a:ahLst/>
            <a:cxnLst/>
            <a:rect l="l" t="t" r="r" b="b"/>
            <a:pathLst>
              <a:path w="415644" h="415644">
                <a:moveTo>
                  <a:pt x="0" y="0"/>
                </a:moveTo>
                <a:lnTo>
                  <a:pt x="415645" y="0"/>
                </a:lnTo>
                <a:lnTo>
                  <a:pt x="415645" y="415644"/>
                </a:lnTo>
                <a:lnTo>
                  <a:pt x="0" y="415644"/>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SG" sz="1088"/>
          </a:p>
        </p:txBody>
      </p:sp>
      <p:sp>
        <p:nvSpPr>
          <p:cNvPr id="12" name="Freeform 12">
            <a:hlinkClick r:id="rId15" action="ppaction://hlinksldjump"/>
            <a:extLst>
              <a:ext uri="{FF2B5EF4-FFF2-40B4-BE49-F238E27FC236}">
                <a16:creationId xmlns:a16="http://schemas.microsoft.com/office/drawing/2014/main" id="{C85ADC8C-3C36-F7FC-76D4-8E3AB502483B}"/>
              </a:ext>
            </a:extLst>
          </p:cNvPr>
          <p:cNvSpPr/>
          <p:nvPr/>
        </p:nvSpPr>
        <p:spPr>
          <a:xfrm>
            <a:off x="9612312" y="71175"/>
            <a:ext cx="394835" cy="394835"/>
          </a:xfrm>
          <a:custGeom>
            <a:avLst/>
            <a:gdLst/>
            <a:ahLst/>
            <a:cxnLst/>
            <a:rect l="l" t="t" r="r" b="b"/>
            <a:pathLst>
              <a:path w="493565" h="493565">
                <a:moveTo>
                  <a:pt x="0" y="0"/>
                </a:moveTo>
                <a:lnTo>
                  <a:pt x="493565" y="0"/>
                </a:lnTo>
                <a:lnTo>
                  <a:pt x="493565" y="493565"/>
                </a:lnTo>
                <a:lnTo>
                  <a:pt x="0" y="493565"/>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grpSp>
        <p:nvGrpSpPr>
          <p:cNvPr id="13" name="Group 13">
            <a:extLst>
              <a:ext uri="{FF2B5EF4-FFF2-40B4-BE49-F238E27FC236}">
                <a16:creationId xmlns:a16="http://schemas.microsoft.com/office/drawing/2014/main" id="{0A55A206-CE13-4DCE-D700-AA044327C418}"/>
              </a:ext>
            </a:extLst>
          </p:cNvPr>
          <p:cNvGrpSpPr/>
          <p:nvPr/>
        </p:nvGrpSpPr>
        <p:grpSpPr>
          <a:xfrm>
            <a:off x="6787113" y="3133272"/>
            <a:ext cx="1546440" cy="447075"/>
            <a:chOff x="0" y="0"/>
            <a:chExt cx="812800" cy="234980"/>
          </a:xfrm>
        </p:grpSpPr>
        <p:sp>
          <p:nvSpPr>
            <p:cNvPr id="14" name="Freeform 14">
              <a:extLst>
                <a:ext uri="{FF2B5EF4-FFF2-40B4-BE49-F238E27FC236}">
                  <a16:creationId xmlns:a16="http://schemas.microsoft.com/office/drawing/2014/main" id="{B420FC80-5383-7435-863F-6E33A8CED5FF}"/>
                </a:ext>
              </a:extLst>
            </p:cNvPr>
            <p:cNvSpPr/>
            <p:nvPr/>
          </p:nvSpPr>
          <p:spPr>
            <a:xfrm>
              <a:off x="0" y="0"/>
              <a:ext cx="812800" cy="234980"/>
            </a:xfrm>
            <a:custGeom>
              <a:avLst/>
              <a:gdLst/>
              <a:ahLst/>
              <a:cxnLst/>
              <a:rect l="l" t="t" r="r" b="b"/>
              <a:pathLst>
                <a:path w="812800" h="234980">
                  <a:moveTo>
                    <a:pt x="117490" y="0"/>
                  </a:moveTo>
                  <a:lnTo>
                    <a:pt x="695310" y="0"/>
                  </a:lnTo>
                  <a:cubicBezTo>
                    <a:pt x="726470" y="0"/>
                    <a:pt x="756354" y="12378"/>
                    <a:pt x="778388" y="34412"/>
                  </a:cubicBezTo>
                  <a:cubicBezTo>
                    <a:pt x="800422" y="56446"/>
                    <a:pt x="812800" y="86330"/>
                    <a:pt x="812800" y="117490"/>
                  </a:cubicBezTo>
                  <a:lnTo>
                    <a:pt x="812800" y="117490"/>
                  </a:lnTo>
                  <a:cubicBezTo>
                    <a:pt x="812800" y="148650"/>
                    <a:pt x="800422" y="178534"/>
                    <a:pt x="778388" y="200568"/>
                  </a:cubicBezTo>
                  <a:cubicBezTo>
                    <a:pt x="756354" y="222602"/>
                    <a:pt x="726470" y="234980"/>
                    <a:pt x="695310" y="234980"/>
                  </a:cubicBezTo>
                  <a:lnTo>
                    <a:pt x="117490" y="234980"/>
                  </a:lnTo>
                  <a:cubicBezTo>
                    <a:pt x="86330" y="234980"/>
                    <a:pt x="56446" y="222602"/>
                    <a:pt x="34412" y="200568"/>
                  </a:cubicBezTo>
                  <a:cubicBezTo>
                    <a:pt x="12378" y="178534"/>
                    <a:pt x="0" y="148650"/>
                    <a:pt x="0" y="117490"/>
                  </a:cubicBezTo>
                  <a:lnTo>
                    <a:pt x="0" y="117490"/>
                  </a:lnTo>
                  <a:cubicBezTo>
                    <a:pt x="0" y="86330"/>
                    <a:pt x="12378" y="56446"/>
                    <a:pt x="34412" y="34412"/>
                  </a:cubicBezTo>
                  <a:cubicBezTo>
                    <a:pt x="56446" y="12378"/>
                    <a:pt x="86330" y="0"/>
                    <a:pt x="117490" y="0"/>
                  </a:cubicBezTo>
                  <a:close/>
                </a:path>
              </a:pathLst>
            </a:custGeom>
            <a:solidFill>
              <a:srgbClr val="F34336"/>
            </a:solidFill>
          </p:spPr>
          <p:txBody>
            <a:bodyPr/>
            <a:lstStyle/>
            <a:p>
              <a:endParaRPr lang="en-SG" sz="1088"/>
            </a:p>
          </p:txBody>
        </p:sp>
        <p:sp>
          <p:nvSpPr>
            <p:cNvPr id="15" name="TextBox 15">
              <a:extLst>
                <a:ext uri="{FF2B5EF4-FFF2-40B4-BE49-F238E27FC236}">
                  <a16:creationId xmlns:a16="http://schemas.microsoft.com/office/drawing/2014/main" id="{261AC79E-748B-1FB1-5758-62A69C34B3A1}"/>
                </a:ext>
              </a:extLst>
            </p:cNvPr>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grpSp>
        <p:nvGrpSpPr>
          <p:cNvPr id="16" name="Group 16">
            <a:extLst>
              <a:ext uri="{FF2B5EF4-FFF2-40B4-BE49-F238E27FC236}">
                <a16:creationId xmlns:a16="http://schemas.microsoft.com/office/drawing/2014/main" id="{1C4AB5CE-DC19-DB90-04CA-BC073C43D8CF}"/>
              </a:ext>
            </a:extLst>
          </p:cNvPr>
          <p:cNvGrpSpPr/>
          <p:nvPr/>
        </p:nvGrpSpPr>
        <p:grpSpPr>
          <a:xfrm>
            <a:off x="8515090" y="3134505"/>
            <a:ext cx="1542181" cy="445844"/>
            <a:chOff x="0" y="0"/>
            <a:chExt cx="812800" cy="234980"/>
          </a:xfrm>
        </p:grpSpPr>
        <p:sp>
          <p:nvSpPr>
            <p:cNvPr id="17" name="Freeform 17">
              <a:extLst>
                <a:ext uri="{FF2B5EF4-FFF2-40B4-BE49-F238E27FC236}">
                  <a16:creationId xmlns:a16="http://schemas.microsoft.com/office/drawing/2014/main" id="{E3CCF410-4CEC-2169-DC05-C229599401CB}"/>
                </a:ext>
              </a:extLst>
            </p:cNvPr>
            <p:cNvSpPr/>
            <p:nvPr/>
          </p:nvSpPr>
          <p:spPr>
            <a:xfrm>
              <a:off x="0" y="0"/>
              <a:ext cx="812800" cy="234980"/>
            </a:xfrm>
            <a:custGeom>
              <a:avLst/>
              <a:gdLst/>
              <a:ahLst/>
              <a:cxnLst/>
              <a:rect l="l" t="t" r="r" b="b"/>
              <a:pathLst>
                <a:path w="812800" h="234980">
                  <a:moveTo>
                    <a:pt x="117490" y="0"/>
                  </a:moveTo>
                  <a:lnTo>
                    <a:pt x="695310" y="0"/>
                  </a:lnTo>
                  <a:cubicBezTo>
                    <a:pt x="726470" y="0"/>
                    <a:pt x="756354" y="12378"/>
                    <a:pt x="778388" y="34412"/>
                  </a:cubicBezTo>
                  <a:cubicBezTo>
                    <a:pt x="800422" y="56446"/>
                    <a:pt x="812800" y="86330"/>
                    <a:pt x="812800" y="117490"/>
                  </a:cubicBezTo>
                  <a:lnTo>
                    <a:pt x="812800" y="117490"/>
                  </a:lnTo>
                  <a:cubicBezTo>
                    <a:pt x="812800" y="148650"/>
                    <a:pt x="800422" y="178534"/>
                    <a:pt x="778388" y="200568"/>
                  </a:cubicBezTo>
                  <a:cubicBezTo>
                    <a:pt x="756354" y="222602"/>
                    <a:pt x="726470" y="234980"/>
                    <a:pt x="695310" y="234980"/>
                  </a:cubicBezTo>
                  <a:lnTo>
                    <a:pt x="117490" y="234980"/>
                  </a:lnTo>
                  <a:cubicBezTo>
                    <a:pt x="86330" y="234980"/>
                    <a:pt x="56446" y="222602"/>
                    <a:pt x="34412" y="200568"/>
                  </a:cubicBezTo>
                  <a:cubicBezTo>
                    <a:pt x="12378" y="178534"/>
                    <a:pt x="0" y="148650"/>
                    <a:pt x="0" y="117490"/>
                  </a:cubicBezTo>
                  <a:lnTo>
                    <a:pt x="0" y="117490"/>
                  </a:lnTo>
                  <a:cubicBezTo>
                    <a:pt x="0" y="86330"/>
                    <a:pt x="12378" y="56446"/>
                    <a:pt x="34412" y="34412"/>
                  </a:cubicBezTo>
                  <a:cubicBezTo>
                    <a:pt x="56446" y="12378"/>
                    <a:pt x="86330" y="0"/>
                    <a:pt x="117490" y="0"/>
                  </a:cubicBezTo>
                  <a:close/>
                </a:path>
              </a:pathLst>
            </a:custGeom>
            <a:solidFill>
              <a:srgbClr val="F34336"/>
            </a:solidFill>
          </p:spPr>
          <p:txBody>
            <a:bodyPr/>
            <a:lstStyle/>
            <a:p>
              <a:endParaRPr lang="en-SG" sz="1088"/>
            </a:p>
          </p:txBody>
        </p:sp>
        <p:sp>
          <p:nvSpPr>
            <p:cNvPr id="18" name="TextBox 18">
              <a:extLst>
                <a:ext uri="{FF2B5EF4-FFF2-40B4-BE49-F238E27FC236}">
                  <a16:creationId xmlns:a16="http://schemas.microsoft.com/office/drawing/2014/main" id="{718C7900-6E20-C1ED-819B-3E2030A6F9C1}"/>
                </a:ext>
              </a:extLst>
            </p:cNvPr>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sp>
        <p:nvSpPr>
          <p:cNvPr id="20" name="Freeform 20">
            <a:extLst>
              <a:ext uri="{FF2B5EF4-FFF2-40B4-BE49-F238E27FC236}">
                <a16:creationId xmlns:a16="http://schemas.microsoft.com/office/drawing/2014/main" id="{E982E4F8-3D57-CD78-FD4E-789B524E119B}"/>
              </a:ext>
            </a:extLst>
          </p:cNvPr>
          <p:cNvSpPr/>
          <p:nvPr/>
        </p:nvSpPr>
        <p:spPr>
          <a:xfrm>
            <a:off x="8608" y="3267982"/>
            <a:ext cx="629155" cy="314578"/>
          </a:xfrm>
          <a:custGeom>
            <a:avLst/>
            <a:gdLst/>
            <a:ahLst/>
            <a:cxnLst/>
            <a:rect l="l" t="t" r="r" b="b"/>
            <a:pathLst>
              <a:path w="786479" h="393240">
                <a:moveTo>
                  <a:pt x="0" y="0"/>
                </a:moveTo>
                <a:lnTo>
                  <a:pt x="786480" y="0"/>
                </a:lnTo>
                <a:lnTo>
                  <a:pt x="786480" y="393239"/>
                </a:lnTo>
                <a:lnTo>
                  <a:pt x="0" y="39323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21" name="Freeform 21">
            <a:extLst>
              <a:ext uri="{FF2B5EF4-FFF2-40B4-BE49-F238E27FC236}">
                <a16:creationId xmlns:a16="http://schemas.microsoft.com/office/drawing/2014/main" id="{13CCE04D-A2A0-CBD3-2E29-82EE48298C48}"/>
              </a:ext>
            </a:extLst>
          </p:cNvPr>
          <p:cNvSpPr/>
          <p:nvPr/>
        </p:nvSpPr>
        <p:spPr>
          <a:xfrm>
            <a:off x="12730" y="876927"/>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22" name="Freeform 22">
            <a:extLst>
              <a:ext uri="{FF2B5EF4-FFF2-40B4-BE49-F238E27FC236}">
                <a16:creationId xmlns:a16="http://schemas.microsoft.com/office/drawing/2014/main" id="{FE03698B-9C28-B6E2-6C42-0630D374B9BA}"/>
              </a:ext>
            </a:extLst>
          </p:cNvPr>
          <p:cNvSpPr/>
          <p:nvPr/>
        </p:nvSpPr>
        <p:spPr>
          <a:xfrm>
            <a:off x="0" y="4285270"/>
            <a:ext cx="629155" cy="314578"/>
          </a:xfrm>
          <a:custGeom>
            <a:avLst/>
            <a:gdLst/>
            <a:ahLst/>
            <a:cxnLst/>
            <a:rect l="l" t="t" r="r" b="b"/>
            <a:pathLst>
              <a:path w="786479" h="393240">
                <a:moveTo>
                  <a:pt x="0" y="0"/>
                </a:moveTo>
                <a:lnTo>
                  <a:pt x="786480" y="0"/>
                </a:lnTo>
                <a:lnTo>
                  <a:pt x="786480" y="393240"/>
                </a:lnTo>
                <a:lnTo>
                  <a:pt x="0" y="393240"/>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dirty="0"/>
          </a:p>
        </p:txBody>
      </p:sp>
      <p:sp>
        <p:nvSpPr>
          <p:cNvPr id="23" name="Freeform 23">
            <a:extLst>
              <a:ext uri="{FF2B5EF4-FFF2-40B4-BE49-F238E27FC236}">
                <a16:creationId xmlns:a16="http://schemas.microsoft.com/office/drawing/2014/main" id="{B8907FB9-4925-341C-9761-E9A168EC516F}"/>
              </a:ext>
            </a:extLst>
          </p:cNvPr>
          <p:cNvSpPr/>
          <p:nvPr/>
        </p:nvSpPr>
        <p:spPr>
          <a:xfrm>
            <a:off x="23365" y="5070263"/>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24" name="Freeform 24">
            <a:extLst>
              <a:ext uri="{FF2B5EF4-FFF2-40B4-BE49-F238E27FC236}">
                <a16:creationId xmlns:a16="http://schemas.microsoft.com/office/drawing/2014/main" id="{35C39A6C-A769-F27F-C57B-87AA22E8BCD0}"/>
              </a:ext>
            </a:extLst>
          </p:cNvPr>
          <p:cNvSpPr/>
          <p:nvPr/>
        </p:nvSpPr>
        <p:spPr>
          <a:xfrm>
            <a:off x="9178" y="5953122"/>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25" name="Freeform 25">
            <a:extLst>
              <a:ext uri="{FF2B5EF4-FFF2-40B4-BE49-F238E27FC236}">
                <a16:creationId xmlns:a16="http://schemas.microsoft.com/office/drawing/2014/main" id="{AA451C0C-9B01-ADE5-32BE-5E92D2C07330}"/>
              </a:ext>
            </a:extLst>
          </p:cNvPr>
          <p:cNvSpPr/>
          <p:nvPr/>
        </p:nvSpPr>
        <p:spPr>
          <a:xfrm>
            <a:off x="-5123" y="6716050"/>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dirty="0"/>
          </a:p>
        </p:txBody>
      </p:sp>
      <p:sp>
        <p:nvSpPr>
          <p:cNvPr id="26" name="Freeform 26">
            <a:extLst>
              <a:ext uri="{FF2B5EF4-FFF2-40B4-BE49-F238E27FC236}">
                <a16:creationId xmlns:a16="http://schemas.microsoft.com/office/drawing/2014/main" id="{F13D0C12-7493-F410-B9C3-3A6FD736D05A}"/>
              </a:ext>
            </a:extLst>
          </p:cNvPr>
          <p:cNvSpPr/>
          <p:nvPr/>
        </p:nvSpPr>
        <p:spPr>
          <a:xfrm>
            <a:off x="23366" y="2521781"/>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27" name="Freeform 27">
            <a:extLst>
              <a:ext uri="{FF2B5EF4-FFF2-40B4-BE49-F238E27FC236}">
                <a16:creationId xmlns:a16="http://schemas.microsoft.com/office/drawing/2014/main" id="{3FCC14ED-51DD-C37C-DCBC-F28341D23D95}"/>
              </a:ext>
            </a:extLst>
          </p:cNvPr>
          <p:cNvSpPr/>
          <p:nvPr/>
        </p:nvSpPr>
        <p:spPr>
          <a:xfrm>
            <a:off x="22061" y="1747651"/>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dirty="0"/>
          </a:p>
        </p:txBody>
      </p:sp>
      <p:sp>
        <p:nvSpPr>
          <p:cNvPr id="28" name="Freeform 28">
            <a:extLst>
              <a:ext uri="{FF2B5EF4-FFF2-40B4-BE49-F238E27FC236}">
                <a16:creationId xmlns:a16="http://schemas.microsoft.com/office/drawing/2014/main" id="{A2BFED37-E6B9-459C-2DD1-CB70D4600981}"/>
              </a:ext>
            </a:extLst>
          </p:cNvPr>
          <p:cNvSpPr/>
          <p:nvPr/>
        </p:nvSpPr>
        <p:spPr>
          <a:xfrm>
            <a:off x="6117783" y="6800762"/>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29" name="Freeform 29">
            <a:extLst>
              <a:ext uri="{FF2B5EF4-FFF2-40B4-BE49-F238E27FC236}">
                <a16:creationId xmlns:a16="http://schemas.microsoft.com/office/drawing/2014/main" id="{ADA25D70-B357-39C6-79A2-10BB0A3DD493}"/>
              </a:ext>
            </a:extLst>
          </p:cNvPr>
          <p:cNvSpPr/>
          <p:nvPr/>
        </p:nvSpPr>
        <p:spPr>
          <a:xfrm>
            <a:off x="6117783" y="2497084"/>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30" name="Freeform 30">
            <a:extLst>
              <a:ext uri="{FF2B5EF4-FFF2-40B4-BE49-F238E27FC236}">
                <a16:creationId xmlns:a16="http://schemas.microsoft.com/office/drawing/2014/main" id="{BE0F229B-5C2F-974C-166C-81358B745D63}"/>
              </a:ext>
            </a:extLst>
          </p:cNvPr>
          <p:cNvSpPr/>
          <p:nvPr/>
        </p:nvSpPr>
        <p:spPr>
          <a:xfrm>
            <a:off x="6117783" y="1577123"/>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31" name="Freeform 31">
            <a:extLst>
              <a:ext uri="{FF2B5EF4-FFF2-40B4-BE49-F238E27FC236}">
                <a16:creationId xmlns:a16="http://schemas.microsoft.com/office/drawing/2014/main" id="{34727497-1D4B-9598-6F11-0C00BB462506}"/>
              </a:ext>
            </a:extLst>
          </p:cNvPr>
          <p:cNvSpPr/>
          <p:nvPr/>
        </p:nvSpPr>
        <p:spPr>
          <a:xfrm>
            <a:off x="6117783" y="747423"/>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32" name="Freeform 32">
            <a:extLst>
              <a:ext uri="{FF2B5EF4-FFF2-40B4-BE49-F238E27FC236}">
                <a16:creationId xmlns:a16="http://schemas.microsoft.com/office/drawing/2014/main" id="{BC50CA2D-8199-957A-BFFB-7B1FBADB628B}"/>
              </a:ext>
            </a:extLst>
          </p:cNvPr>
          <p:cNvSpPr/>
          <p:nvPr/>
        </p:nvSpPr>
        <p:spPr>
          <a:xfrm>
            <a:off x="6117783" y="5127544"/>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33" name="Freeform 33">
            <a:extLst>
              <a:ext uri="{FF2B5EF4-FFF2-40B4-BE49-F238E27FC236}">
                <a16:creationId xmlns:a16="http://schemas.microsoft.com/office/drawing/2014/main" id="{5F223B34-9A58-E91F-E5E1-CD262D3817E1}"/>
              </a:ext>
            </a:extLst>
          </p:cNvPr>
          <p:cNvSpPr/>
          <p:nvPr/>
        </p:nvSpPr>
        <p:spPr>
          <a:xfrm>
            <a:off x="6085923" y="4173866"/>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34" name="Freeform 34">
            <a:extLst>
              <a:ext uri="{FF2B5EF4-FFF2-40B4-BE49-F238E27FC236}">
                <a16:creationId xmlns:a16="http://schemas.microsoft.com/office/drawing/2014/main" id="{D1BE3155-E3BC-CB86-1AEC-1B4B19478B4D}"/>
              </a:ext>
            </a:extLst>
          </p:cNvPr>
          <p:cNvSpPr/>
          <p:nvPr/>
        </p:nvSpPr>
        <p:spPr>
          <a:xfrm>
            <a:off x="6117783" y="3310972"/>
            <a:ext cx="312305" cy="312305"/>
          </a:xfrm>
          <a:custGeom>
            <a:avLst/>
            <a:gdLst/>
            <a:ahLst/>
            <a:cxnLst/>
            <a:rect l="l" t="t" r="r" b="b"/>
            <a:pathLst>
              <a:path w="390399" h="390399">
                <a:moveTo>
                  <a:pt x="0" y="0"/>
                </a:moveTo>
                <a:lnTo>
                  <a:pt x="390399" y="0"/>
                </a:lnTo>
                <a:lnTo>
                  <a:pt x="390399" y="390398"/>
                </a:lnTo>
                <a:lnTo>
                  <a:pt x="0" y="390398"/>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35" name="Freeform 35">
            <a:extLst>
              <a:ext uri="{FF2B5EF4-FFF2-40B4-BE49-F238E27FC236}">
                <a16:creationId xmlns:a16="http://schemas.microsoft.com/office/drawing/2014/main" id="{A9513447-90EF-D622-EDC7-8DF7314A4DE6}"/>
              </a:ext>
            </a:extLst>
          </p:cNvPr>
          <p:cNvSpPr/>
          <p:nvPr/>
        </p:nvSpPr>
        <p:spPr>
          <a:xfrm>
            <a:off x="6085923" y="5931862"/>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nvGrpSpPr>
          <p:cNvPr id="36" name="Group 36">
            <a:extLst>
              <a:ext uri="{FF2B5EF4-FFF2-40B4-BE49-F238E27FC236}">
                <a16:creationId xmlns:a16="http://schemas.microsoft.com/office/drawing/2014/main" id="{630D8F97-8AFB-B0B8-0D96-A78B21E67CA2}"/>
              </a:ext>
            </a:extLst>
          </p:cNvPr>
          <p:cNvGrpSpPr/>
          <p:nvPr/>
        </p:nvGrpSpPr>
        <p:grpSpPr>
          <a:xfrm>
            <a:off x="6948367" y="1102558"/>
            <a:ext cx="1840568" cy="474845"/>
            <a:chOff x="0" y="0"/>
            <a:chExt cx="654453" cy="168841"/>
          </a:xfrm>
        </p:grpSpPr>
        <p:sp>
          <p:nvSpPr>
            <p:cNvPr id="37" name="Freeform 37">
              <a:extLst>
                <a:ext uri="{FF2B5EF4-FFF2-40B4-BE49-F238E27FC236}">
                  <a16:creationId xmlns:a16="http://schemas.microsoft.com/office/drawing/2014/main" id="{9E715F29-473F-C717-0324-4376472ED0D1}"/>
                </a:ext>
              </a:extLst>
            </p:cNvPr>
            <p:cNvSpPr/>
            <p:nvPr/>
          </p:nvSpPr>
          <p:spPr>
            <a:xfrm>
              <a:off x="0" y="0"/>
              <a:ext cx="654453" cy="168841"/>
            </a:xfrm>
            <a:custGeom>
              <a:avLst/>
              <a:gdLst/>
              <a:ahLst/>
              <a:cxnLst/>
              <a:rect l="l" t="t" r="r" b="b"/>
              <a:pathLst>
                <a:path w="654453" h="168841">
                  <a:moveTo>
                    <a:pt x="0" y="0"/>
                  </a:moveTo>
                  <a:lnTo>
                    <a:pt x="654453" y="0"/>
                  </a:lnTo>
                  <a:lnTo>
                    <a:pt x="654453" y="168841"/>
                  </a:lnTo>
                  <a:lnTo>
                    <a:pt x="0" y="168841"/>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38" name="TextBox 38">
              <a:extLst>
                <a:ext uri="{FF2B5EF4-FFF2-40B4-BE49-F238E27FC236}">
                  <a16:creationId xmlns:a16="http://schemas.microsoft.com/office/drawing/2014/main" id="{A19A7D0E-A4BC-20B5-52DA-84C1735A93D5}"/>
                </a:ext>
              </a:extLst>
            </p:cNvPr>
            <p:cNvSpPr txBox="1"/>
            <p:nvPr/>
          </p:nvSpPr>
          <p:spPr>
            <a:xfrm>
              <a:off x="0" y="-28575"/>
              <a:ext cx="654453" cy="197416"/>
            </a:xfrm>
            <a:prstGeom prst="rect">
              <a:avLst/>
            </a:prstGeom>
          </p:spPr>
          <p:txBody>
            <a:bodyPr lIns="40638" tIns="40638" rIns="40638" bIns="40638" rtlCol="0" anchor="ctr"/>
            <a:lstStyle/>
            <a:p>
              <a:pPr algn="ctr">
                <a:lnSpc>
                  <a:spcPts val="2016"/>
                </a:lnSpc>
              </a:pPr>
              <a:endParaRPr sz="1088"/>
            </a:p>
          </p:txBody>
        </p:sp>
      </p:grpSp>
      <p:grpSp>
        <p:nvGrpSpPr>
          <p:cNvPr id="39" name="Group 39">
            <a:extLst>
              <a:ext uri="{FF2B5EF4-FFF2-40B4-BE49-F238E27FC236}">
                <a16:creationId xmlns:a16="http://schemas.microsoft.com/office/drawing/2014/main" id="{D666DFB0-B3B4-80B2-2ECB-D39874671D1D}"/>
              </a:ext>
            </a:extLst>
          </p:cNvPr>
          <p:cNvGrpSpPr/>
          <p:nvPr/>
        </p:nvGrpSpPr>
        <p:grpSpPr>
          <a:xfrm>
            <a:off x="8785225" y="1102558"/>
            <a:ext cx="403148" cy="474845"/>
            <a:chOff x="0" y="0"/>
            <a:chExt cx="143348" cy="168841"/>
          </a:xfrm>
        </p:grpSpPr>
        <p:sp>
          <p:nvSpPr>
            <p:cNvPr id="40" name="Freeform 40">
              <a:extLst>
                <a:ext uri="{FF2B5EF4-FFF2-40B4-BE49-F238E27FC236}">
                  <a16:creationId xmlns:a16="http://schemas.microsoft.com/office/drawing/2014/main" id="{E3F81235-9E57-D55B-B9D8-626008FDAB80}"/>
                </a:ext>
              </a:extLst>
            </p:cNvPr>
            <p:cNvSpPr/>
            <p:nvPr/>
          </p:nvSpPr>
          <p:spPr>
            <a:xfrm>
              <a:off x="0" y="0"/>
              <a:ext cx="143348" cy="168841"/>
            </a:xfrm>
            <a:custGeom>
              <a:avLst/>
              <a:gdLst/>
              <a:ahLst/>
              <a:cxnLst/>
              <a:rect l="l" t="t" r="r" b="b"/>
              <a:pathLst>
                <a:path w="143348" h="168841">
                  <a:moveTo>
                    <a:pt x="0" y="0"/>
                  </a:moveTo>
                  <a:lnTo>
                    <a:pt x="143348" y="0"/>
                  </a:lnTo>
                  <a:lnTo>
                    <a:pt x="143348" y="168841"/>
                  </a:lnTo>
                  <a:lnTo>
                    <a:pt x="0" y="168841"/>
                  </a:lnTo>
                  <a:close/>
                </a:path>
              </a:pathLst>
            </a:custGeom>
            <a:solidFill>
              <a:srgbClr val="FDFDFD">
                <a:alpha val="38824"/>
              </a:srgbClr>
            </a:solidFill>
            <a:ln w="9525" cap="sq">
              <a:solidFill>
                <a:srgbClr val="000000">
                  <a:alpha val="38824"/>
                </a:srgbClr>
              </a:solidFill>
              <a:prstDash val="solid"/>
              <a:miter/>
            </a:ln>
          </p:spPr>
          <p:txBody>
            <a:bodyPr/>
            <a:lstStyle/>
            <a:p>
              <a:endParaRPr lang="en-SG" sz="1088"/>
            </a:p>
          </p:txBody>
        </p:sp>
        <p:sp>
          <p:nvSpPr>
            <p:cNvPr id="41" name="TextBox 41">
              <a:extLst>
                <a:ext uri="{FF2B5EF4-FFF2-40B4-BE49-F238E27FC236}">
                  <a16:creationId xmlns:a16="http://schemas.microsoft.com/office/drawing/2014/main" id="{A1C8F178-42A0-B938-C4C9-97424902D310}"/>
                </a:ext>
              </a:extLst>
            </p:cNvPr>
            <p:cNvSpPr txBox="1"/>
            <p:nvPr/>
          </p:nvSpPr>
          <p:spPr>
            <a:xfrm>
              <a:off x="0" y="-28575"/>
              <a:ext cx="143348" cy="197416"/>
            </a:xfrm>
            <a:prstGeom prst="rect">
              <a:avLst/>
            </a:prstGeom>
          </p:spPr>
          <p:txBody>
            <a:bodyPr lIns="40638" tIns="40638" rIns="40638" bIns="40638" rtlCol="0" anchor="ctr"/>
            <a:lstStyle/>
            <a:p>
              <a:pPr algn="ctr">
                <a:lnSpc>
                  <a:spcPts val="2016"/>
                </a:lnSpc>
              </a:pPr>
              <a:endParaRPr sz="1088"/>
            </a:p>
          </p:txBody>
        </p:sp>
      </p:grpSp>
      <p:grpSp>
        <p:nvGrpSpPr>
          <p:cNvPr id="42" name="Group 42">
            <a:extLst>
              <a:ext uri="{FF2B5EF4-FFF2-40B4-BE49-F238E27FC236}">
                <a16:creationId xmlns:a16="http://schemas.microsoft.com/office/drawing/2014/main" id="{6A2B933F-233B-26B4-3FE5-08398CF34013}"/>
              </a:ext>
            </a:extLst>
          </p:cNvPr>
          <p:cNvGrpSpPr/>
          <p:nvPr/>
        </p:nvGrpSpPr>
        <p:grpSpPr>
          <a:xfrm>
            <a:off x="7210917" y="2101115"/>
            <a:ext cx="685837" cy="469257"/>
            <a:chOff x="0" y="0"/>
            <a:chExt cx="243864" cy="166854"/>
          </a:xfrm>
        </p:grpSpPr>
        <p:sp>
          <p:nvSpPr>
            <p:cNvPr id="43" name="Freeform 43">
              <a:extLst>
                <a:ext uri="{FF2B5EF4-FFF2-40B4-BE49-F238E27FC236}">
                  <a16:creationId xmlns:a16="http://schemas.microsoft.com/office/drawing/2014/main" id="{1CC80AC0-5660-84E1-A887-4F945098FB91}"/>
                </a:ext>
              </a:extLst>
            </p:cNvPr>
            <p:cNvSpPr/>
            <p:nvPr/>
          </p:nvSpPr>
          <p:spPr>
            <a:xfrm>
              <a:off x="0" y="0"/>
              <a:ext cx="243864" cy="166854"/>
            </a:xfrm>
            <a:custGeom>
              <a:avLst/>
              <a:gdLst/>
              <a:ahLst/>
              <a:cxnLst/>
              <a:rect l="l" t="t" r="r" b="b"/>
              <a:pathLst>
                <a:path w="243864" h="166854">
                  <a:moveTo>
                    <a:pt x="0" y="0"/>
                  </a:moveTo>
                  <a:lnTo>
                    <a:pt x="243864" y="0"/>
                  </a:lnTo>
                  <a:lnTo>
                    <a:pt x="243864" y="166854"/>
                  </a:lnTo>
                  <a:lnTo>
                    <a:pt x="0" y="166854"/>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44" name="TextBox 44">
              <a:extLst>
                <a:ext uri="{FF2B5EF4-FFF2-40B4-BE49-F238E27FC236}">
                  <a16:creationId xmlns:a16="http://schemas.microsoft.com/office/drawing/2014/main" id="{56726C19-696C-E191-0204-50EEB7F0A87D}"/>
                </a:ext>
              </a:extLst>
            </p:cNvPr>
            <p:cNvSpPr txBox="1"/>
            <p:nvPr/>
          </p:nvSpPr>
          <p:spPr>
            <a:xfrm>
              <a:off x="0" y="-28575"/>
              <a:ext cx="243864" cy="195429"/>
            </a:xfrm>
            <a:prstGeom prst="rect">
              <a:avLst/>
            </a:prstGeom>
          </p:spPr>
          <p:txBody>
            <a:bodyPr lIns="40638" tIns="40638" rIns="40638" bIns="40638" rtlCol="0" anchor="ctr"/>
            <a:lstStyle/>
            <a:p>
              <a:pPr algn="ctr">
                <a:lnSpc>
                  <a:spcPts val="2016"/>
                </a:lnSpc>
              </a:pPr>
              <a:endParaRPr sz="1088"/>
            </a:p>
          </p:txBody>
        </p:sp>
      </p:grpSp>
      <p:grpSp>
        <p:nvGrpSpPr>
          <p:cNvPr id="45" name="Group 45">
            <a:extLst>
              <a:ext uri="{FF2B5EF4-FFF2-40B4-BE49-F238E27FC236}">
                <a16:creationId xmlns:a16="http://schemas.microsoft.com/office/drawing/2014/main" id="{0ECAC8FC-6A36-52BE-B517-EB53C178C4AB}"/>
              </a:ext>
            </a:extLst>
          </p:cNvPr>
          <p:cNvGrpSpPr/>
          <p:nvPr/>
        </p:nvGrpSpPr>
        <p:grpSpPr>
          <a:xfrm>
            <a:off x="6506698" y="551792"/>
            <a:ext cx="110934" cy="7887829"/>
            <a:chOff x="0" y="0"/>
            <a:chExt cx="184898" cy="13146961"/>
          </a:xfrm>
        </p:grpSpPr>
        <p:grpSp>
          <p:nvGrpSpPr>
            <p:cNvPr id="46" name="Group 46">
              <a:extLst>
                <a:ext uri="{FF2B5EF4-FFF2-40B4-BE49-F238E27FC236}">
                  <a16:creationId xmlns:a16="http://schemas.microsoft.com/office/drawing/2014/main" id="{9F869775-44BA-580D-303A-BEB1FC007610}"/>
                </a:ext>
              </a:extLst>
            </p:cNvPr>
            <p:cNvGrpSpPr/>
            <p:nvPr/>
          </p:nvGrpSpPr>
          <p:grpSpPr>
            <a:xfrm>
              <a:off x="9132" y="3875"/>
              <a:ext cx="175766" cy="507612"/>
              <a:chOff x="0" y="0"/>
              <a:chExt cx="37497" cy="108291"/>
            </a:xfrm>
          </p:grpSpPr>
          <p:sp>
            <p:nvSpPr>
              <p:cNvPr id="47" name="Freeform 47">
                <a:extLst>
                  <a:ext uri="{FF2B5EF4-FFF2-40B4-BE49-F238E27FC236}">
                    <a16:creationId xmlns:a16="http://schemas.microsoft.com/office/drawing/2014/main" id="{F790D52B-EE02-51E3-AE14-FAD748730215}"/>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48" name="TextBox 48">
                <a:extLst>
                  <a:ext uri="{FF2B5EF4-FFF2-40B4-BE49-F238E27FC236}">
                    <a16:creationId xmlns:a16="http://schemas.microsoft.com/office/drawing/2014/main" id="{7FA1DC62-C88F-C076-7D48-471507EECC93}"/>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49" name="Group 49">
              <a:extLst>
                <a:ext uri="{FF2B5EF4-FFF2-40B4-BE49-F238E27FC236}">
                  <a16:creationId xmlns:a16="http://schemas.microsoft.com/office/drawing/2014/main" id="{1843BF6F-3DBA-B62A-65A1-1CC0CE2F4F7B}"/>
                </a:ext>
              </a:extLst>
            </p:cNvPr>
            <p:cNvGrpSpPr/>
            <p:nvPr/>
          </p:nvGrpSpPr>
          <p:grpSpPr>
            <a:xfrm>
              <a:off x="9132" y="0"/>
              <a:ext cx="175766" cy="13146961"/>
              <a:chOff x="0" y="0"/>
              <a:chExt cx="37497" cy="2804685"/>
            </a:xfrm>
          </p:grpSpPr>
          <p:sp>
            <p:nvSpPr>
              <p:cNvPr id="50" name="Freeform 50">
                <a:extLst>
                  <a:ext uri="{FF2B5EF4-FFF2-40B4-BE49-F238E27FC236}">
                    <a16:creationId xmlns:a16="http://schemas.microsoft.com/office/drawing/2014/main" id="{B4688555-9211-9BCA-BFC8-8157F730D636}"/>
                  </a:ext>
                </a:extLst>
              </p:cNvPr>
              <p:cNvSpPr/>
              <p:nvPr/>
            </p:nvSpPr>
            <p:spPr>
              <a:xfrm>
                <a:off x="0" y="0"/>
                <a:ext cx="37497" cy="2804685"/>
              </a:xfrm>
              <a:custGeom>
                <a:avLst/>
                <a:gdLst/>
                <a:ahLst/>
                <a:cxnLst/>
                <a:rect l="l" t="t" r="r" b="b"/>
                <a:pathLst>
                  <a:path w="37497" h="2804685">
                    <a:moveTo>
                      <a:pt x="0" y="0"/>
                    </a:moveTo>
                    <a:lnTo>
                      <a:pt x="37497" y="0"/>
                    </a:lnTo>
                    <a:lnTo>
                      <a:pt x="37497" y="2804685"/>
                    </a:lnTo>
                    <a:lnTo>
                      <a:pt x="0" y="2804685"/>
                    </a:lnTo>
                    <a:close/>
                  </a:path>
                </a:pathLst>
              </a:custGeom>
              <a:solidFill>
                <a:srgbClr val="FDFDFD"/>
              </a:solidFill>
              <a:ln w="9525" cap="sq">
                <a:solidFill>
                  <a:srgbClr val="000000"/>
                </a:solidFill>
                <a:prstDash val="solid"/>
                <a:miter/>
              </a:ln>
            </p:spPr>
            <p:txBody>
              <a:bodyPr/>
              <a:lstStyle/>
              <a:p>
                <a:endParaRPr lang="en-SG" sz="1088"/>
              </a:p>
            </p:txBody>
          </p:sp>
          <p:sp>
            <p:nvSpPr>
              <p:cNvPr id="51" name="TextBox 51">
                <a:extLst>
                  <a:ext uri="{FF2B5EF4-FFF2-40B4-BE49-F238E27FC236}">
                    <a16:creationId xmlns:a16="http://schemas.microsoft.com/office/drawing/2014/main" id="{8D130A35-811C-8ECF-0A84-182ECD500023}"/>
                  </a:ext>
                </a:extLst>
              </p:cNvPr>
              <p:cNvSpPr txBox="1"/>
              <p:nvPr/>
            </p:nvSpPr>
            <p:spPr>
              <a:xfrm>
                <a:off x="0" y="-28575"/>
                <a:ext cx="37497" cy="2833260"/>
              </a:xfrm>
              <a:prstGeom prst="rect">
                <a:avLst/>
              </a:prstGeom>
            </p:spPr>
            <p:txBody>
              <a:bodyPr lIns="40638" tIns="40638" rIns="40638" bIns="40638" rtlCol="0" anchor="ctr"/>
              <a:lstStyle/>
              <a:p>
                <a:pPr algn="ctr">
                  <a:lnSpc>
                    <a:spcPts val="2016"/>
                  </a:lnSpc>
                </a:pPr>
                <a:endParaRPr sz="1088"/>
              </a:p>
            </p:txBody>
          </p:sp>
        </p:grpSp>
        <p:grpSp>
          <p:nvGrpSpPr>
            <p:cNvPr id="52" name="Group 52">
              <a:extLst>
                <a:ext uri="{FF2B5EF4-FFF2-40B4-BE49-F238E27FC236}">
                  <a16:creationId xmlns:a16="http://schemas.microsoft.com/office/drawing/2014/main" id="{7E231C7E-8364-9ADC-BBAD-37B4370125C5}"/>
                </a:ext>
              </a:extLst>
            </p:cNvPr>
            <p:cNvGrpSpPr/>
            <p:nvPr/>
          </p:nvGrpSpPr>
          <p:grpSpPr>
            <a:xfrm>
              <a:off x="9132" y="2726176"/>
              <a:ext cx="165100" cy="2140734"/>
              <a:chOff x="0" y="0"/>
              <a:chExt cx="35221" cy="456690"/>
            </a:xfrm>
          </p:grpSpPr>
          <p:sp>
            <p:nvSpPr>
              <p:cNvPr id="53" name="Freeform 53">
                <a:extLst>
                  <a:ext uri="{FF2B5EF4-FFF2-40B4-BE49-F238E27FC236}">
                    <a16:creationId xmlns:a16="http://schemas.microsoft.com/office/drawing/2014/main" id="{7DD827BA-5709-0940-9259-651934256C5D}"/>
                  </a:ext>
                </a:extLst>
              </p:cNvPr>
              <p:cNvSpPr/>
              <p:nvPr/>
            </p:nvSpPr>
            <p:spPr>
              <a:xfrm>
                <a:off x="0" y="0"/>
                <a:ext cx="35221" cy="456690"/>
              </a:xfrm>
              <a:custGeom>
                <a:avLst/>
                <a:gdLst/>
                <a:ahLst/>
                <a:cxnLst/>
                <a:rect l="l" t="t" r="r" b="b"/>
                <a:pathLst>
                  <a:path w="35221" h="456690">
                    <a:moveTo>
                      <a:pt x="0" y="0"/>
                    </a:moveTo>
                    <a:lnTo>
                      <a:pt x="35221" y="0"/>
                    </a:lnTo>
                    <a:lnTo>
                      <a:pt x="35221" y="456690"/>
                    </a:lnTo>
                    <a:lnTo>
                      <a:pt x="0" y="456690"/>
                    </a:lnTo>
                    <a:close/>
                  </a:path>
                </a:pathLst>
              </a:custGeom>
              <a:solidFill>
                <a:srgbClr val="F34336"/>
              </a:solidFill>
              <a:ln cap="sq">
                <a:noFill/>
                <a:prstDash val="solid"/>
                <a:miter/>
              </a:ln>
            </p:spPr>
            <p:txBody>
              <a:bodyPr/>
              <a:lstStyle/>
              <a:p>
                <a:endParaRPr lang="en-SG" sz="1088"/>
              </a:p>
            </p:txBody>
          </p:sp>
          <p:sp>
            <p:nvSpPr>
              <p:cNvPr id="54" name="TextBox 54">
                <a:extLst>
                  <a:ext uri="{FF2B5EF4-FFF2-40B4-BE49-F238E27FC236}">
                    <a16:creationId xmlns:a16="http://schemas.microsoft.com/office/drawing/2014/main" id="{6F9846CB-0301-C376-77D5-52A12A3B52B5}"/>
                  </a:ext>
                </a:extLst>
              </p:cNvPr>
              <p:cNvSpPr txBox="1"/>
              <p:nvPr/>
            </p:nvSpPr>
            <p:spPr>
              <a:xfrm>
                <a:off x="0" y="-28575"/>
                <a:ext cx="35221" cy="485265"/>
              </a:xfrm>
              <a:prstGeom prst="rect">
                <a:avLst/>
              </a:prstGeom>
            </p:spPr>
            <p:txBody>
              <a:bodyPr lIns="40638" tIns="40638" rIns="40638" bIns="40638" rtlCol="0" anchor="ctr"/>
              <a:lstStyle/>
              <a:p>
                <a:pPr algn="ctr">
                  <a:lnSpc>
                    <a:spcPts val="2016"/>
                  </a:lnSpc>
                </a:pPr>
                <a:endParaRPr sz="1088"/>
              </a:p>
            </p:txBody>
          </p:sp>
        </p:grpSp>
        <p:grpSp>
          <p:nvGrpSpPr>
            <p:cNvPr id="55" name="Group 55">
              <a:extLst>
                <a:ext uri="{FF2B5EF4-FFF2-40B4-BE49-F238E27FC236}">
                  <a16:creationId xmlns:a16="http://schemas.microsoft.com/office/drawing/2014/main" id="{9470FF05-CAE8-88E5-8C2F-E6969333DC48}"/>
                </a:ext>
              </a:extLst>
            </p:cNvPr>
            <p:cNvGrpSpPr/>
            <p:nvPr/>
          </p:nvGrpSpPr>
          <p:grpSpPr>
            <a:xfrm>
              <a:off x="9132" y="10883818"/>
              <a:ext cx="175766" cy="507612"/>
              <a:chOff x="0" y="0"/>
              <a:chExt cx="37497" cy="108291"/>
            </a:xfrm>
          </p:grpSpPr>
          <p:sp>
            <p:nvSpPr>
              <p:cNvPr id="56" name="Freeform 56">
                <a:extLst>
                  <a:ext uri="{FF2B5EF4-FFF2-40B4-BE49-F238E27FC236}">
                    <a16:creationId xmlns:a16="http://schemas.microsoft.com/office/drawing/2014/main" id="{D84C954E-623C-969B-13B1-9BDF05B35C14}"/>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57" name="TextBox 57">
                <a:extLst>
                  <a:ext uri="{FF2B5EF4-FFF2-40B4-BE49-F238E27FC236}">
                    <a16:creationId xmlns:a16="http://schemas.microsoft.com/office/drawing/2014/main" id="{2277B4F9-5735-977F-1E4E-7940E5EB4750}"/>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58" name="Group 58">
              <a:extLst>
                <a:ext uri="{FF2B5EF4-FFF2-40B4-BE49-F238E27FC236}">
                  <a16:creationId xmlns:a16="http://schemas.microsoft.com/office/drawing/2014/main" id="{22F89475-55BE-5493-4BCF-0CCBB302BF05}"/>
                </a:ext>
              </a:extLst>
            </p:cNvPr>
            <p:cNvGrpSpPr/>
            <p:nvPr/>
          </p:nvGrpSpPr>
          <p:grpSpPr>
            <a:xfrm>
              <a:off x="45096" y="175561"/>
              <a:ext cx="139802" cy="122326"/>
              <a:chOff x="0" y="0"/>
              <a:chExt cx="812800" cy="711200"/>
            </a:xfrm>
          </p:grpSpPr>
          <p:sp>
            <p:nvSpPr>
              <p:cNvPr id="59" name="Freeform 59">
                <a:extLst>
                  <a:ext uri="{FF2B5EF4-FFF2-40B4-BE49-F238E27FC236}">
                    <a16:creationId xmlns:a16="http://schemas.microsoft.com/office/drawing/2014/main" id="{19A12037-7A0D-EBC8-1DF4-7C7EBA1C00C9}"/>
                  </a:ext>
                </a:extLst>
              </p:cNvPr>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34336"/>
              </a:solidFill>
            </p:spPr>
            <p:txBody>
              <a:bodyPr/>
              <a:lstStyle/>
              <a:p>
                <a:endParaRPr lang="en-SG" sz="1088"/>
              </a:p>
            </p:txBody>
          </p:sp>
          <p:sp>
            <p:nvSpPr>
              <p:cNvPr id="60" name="TextBox 60">
                <a:extLst>
                  <a:ext uri="{FF2B5EF4-FFF2-40B4-BE49-F238E27FC236}">
                    <a16:creationId xmlns:a16="http://schemas.microsoft.com/office/drawing/2014/main" id="{9670B80E-DD96-1574-E12A-05147E505B96}"/>
                  </a:ext>
                </a:extLst>
              </p:cNvPr>
              <p:cNvSpPr txBox="1"/>
              <p:nvPr/>
            </p:nvSpPr>
            <p:spPr>
              <a:xfrm>
                <a:off x="127000" y="301625"/>
                <a:ext cx="558800" cy="358775"/>
              </a:xfrm>
              <a:prstGeom prst="rect">
                <a:avLst/>
              </a:prstGeom>
            </p:spPr>
            <p:txBody>
              <a:bodyPr lIns="40638" tIns="40638" rIns="40638" bIns="40638" rtlCol="0" anchor="ctr"/>
              <a:lstStyle/>
              <a:p>
                <a:pPr algn="ctr">
                  <a:lnSpc>
                    <a:spcPts val="2016"/>
                  </a:lnSpc>
                </a:pPr>
                <a:endParaRPr sz="1088"/>
              </a:p>
            </p:txBody>
          </p:sp>
        </p:grpSp>
        <p:grpSp>
          <p:nvGrpSpPr>
            <p:cNvPr id="61" name="Group 61">
              <a:extLst>
                <a:ext uri="{FF2B5EF4-FFF2-40B4-BE49-F238E27FC236}">
                  <a16:creationId xmlns:a16="http://schemas.microsoft.com/office/drawing/2014/main" id="{7A6DE0CD-A317-C8D7-6D4E-8CE0152BE581}"/>
                </a:ext>
              </a:extLst>
            </p:cNvPr>
            <p:cNvGrpSpPr/>
            <p:nvPr/>
          </p:nvGrpSpPr>
          <p:grpSpPr>
            <a:xfrm>
              <a:off x="0" y="11085671"/>
              <a:ext cx="174232" cy="152453"/>
              <a:chOff x="0" y="0"/>
              <a:chExt cx="812800" cy="711200"/>
            </a:xfrm>
          </p:grpSpPr>
          <p:sp>
            <p:nvSpPr>
              <p:cNvPr id="62" name="Freeform 62">
                <a:extLst>
                  <a:ext uri="{FF2B5EF4-FFF2-40B4-BE49-F238E27FC236}">
                    <a16:creationId xmlns:a16="http://schemas.microsoft.com/office/drawing/2014/main" id="{394C2096-1222-716C-547F-8A6AAC31FF34}"/>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63" name="TextBox 63">
                <a:extLst>
                  <a:ext uri="{FF2B5EF4-FFF2-40B4-BE49-F238E27FC236}">
                    <a16:creationId xmlns:a16="http://schemas.microsoft.com/office/drawing/2014/main" id="{B6C3DE00-EFC5-19A2-E44A-578BAC5A03FA}"/>
                  </a:ext>
                </a:extLst>
              </p:cNvPr>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a:p>
            </p:txBody>
          </p:sp>
        </p:grpSp>
      </p:grpSp>
      <p:grpSp>
        <p:nvGrpSpPr>
          <p:cNvPr id="64" name="Group 64">
            <a:extLst>
              <a:ext uri="{FF2B5EF4-FFF2-40B4-BE49-F238E27FC236}">
                <a16:creationId xmlns:a16="http://schemas.microsoft.com/office/drawing/2014/main" id="{072B51FB-93AC-2099-C827-ABF003674501}"/>
              </a:ext>
            </a:extLst>
          </p:cNvPr>
          <p:cNvGrpSpPr/>
          <p:nvPr/>
        </p:nvGrpSpPr>
        <p:grpSpPr>
          <a:xfrm>
            <a:off x="8849712" y="1218644"/>
            <a:ext cx="201735" cy="176518"/>
            <a:chOff x="0" y="0"/>
            <a:chExt cx="812800" cy="711200"/>
          </a:xfrm>
        </p:grpSpPr>
        <p:sp>
          <p:nvSpPr>
            <p:cNvPr id="65" name="Freeform 65">
              <a:extLst>
                <a:ext uri="{FF2B5EF4-FFF2-40B4-BE49-F238E27FC236}">
                  <a16:creationId xmlns:a16="http://schemas.microsoft.com/office/drawing/2014/main" id="{BFC701AE-A0DB-B928-95FC-1383C15DA4ED}"/>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66" name="TextBox 66">
              <a:extLst>
                <a:ext uri="{FF2B5EF4-FFF2-40B4-BE49-F238E27FC236}">
                  <a16:creationId xmlns:a16="http://schemas.microsoft.com/office/drawing/2014/main" id="{5D6A9DB1-ECAE-8802-8FF6-B796996BE2E3}"/>
                </a:ext>
              </a:extLst>
            </p:cNvPr>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a:p>
          </p:txBody>
        </p:sp>
      </p:grpSp>
      <p:sp>
        <p:nvSpPr>
          <p:cNvPr id="67" name="TextBox 67">
            <a:extLst>
              <a:ext uri="{FF2B5EF4-FFF2-40B4-BE49-F238E27FC236}">
                <a16:creationId xmlns:a16="http://schemas.microsoft.com/office/drawing/2014/main" id="{1387E453-C790-5589-474B-0E50844E0788}"/>
              </a:ext>
            </a:extLst>
          </p:cNvPr>
          <p:cNvSpPr txBox="1"/>
          <p:nvPr/>
        </p:nvSpPr>
        <p:spPr>
          <a:xfrm>
            <a:off x="2031721" y="-8620"/>
            <a:ext cx="1798472" cy="420884"/>
          </a:xfrm>
          <a:prstGeom prst="rect">
            <a:avLst/>
          </a:prstGeom>
        </p:spPr>
        <p:txBody>
          <a:bodyPr lIns="0" tIns="0" rIns="0" bIns="0" rtlCol="0" anchor="t">
            <a:spAutoFit/>
          </a:bodyPr>
          <a:lstStyle/>
          <a:p>
            <a:pPr>
              <a:lnSpc>
                <a:spcPts val="3414"/>
              </a:lnSpc>
              <a:spcBef>
                <a:spcPct val="0"/>
              </a:spcBef>
            </a:pPr>
            <a:r>
              <a:rPr lang="en-US" sz="2439" dirty="0">
                <a:solidFill>
                  <a:srgbClr val="FFFFFF"/>
                </a:solidFill>
                <a:latin typeface="League Spartan"/>
                <a:ea typeface="League Spartan"/>
                <a:cs typeface="League Spartan"/>
                <a:sym typeface="League Spartan"/>
              </a:rPr>
              <a:t>Plan Trip</a:t>
            </a:r>
          </a:p>
        </p:txBody>
      </p:sp>
      <p:sp>
        <p:nvSpPr>
          <p:cNvPr id="68" name="TextBox 68">
            <a:extLst>
              <a:ext uri="{FF2B5EF4-FFF2-40B4-BE49-F238E27FC236}">
                <a16:creationId xmlns:a16="http://schemas.microsoft.com/office/drawing/2014/main" id="{D12EDA1A-FC38-DC21-1AC9-96B1E1F4F0A9}"/>
              </a:ext>
            </a:extLst>
          </p:cNvPr>
          <p:cNvSpPr txBox="1"/>
          <p:nvPr/>
        </p:nvSpPr>
        <p:spPr>
          <a:xfrm>
            <a:off x="7280124" y="3223639"/>
            <a:ext cx="680217" cy="248594"/>
          </a:xfrm>
          <a:prstGeom prst="rect">
            <a:avLst/>
          </a:prstGeom>
        </p:spPr>
        <p:txBody>
          <a:bodyPr wrap="square" lIns="0" tIns="0" rIns="0" bIns="0" rtlCol="0" anchor="t">
            <a:spAutoFit/>
          </a:bodyPr>
          <a:lstStyle/>
          <a:p>
            <a:pPr algn="ctr">
              <a:lnSpc>
                <a:spcPts val="2046"/>
              </a:lnSpc>
              <a:spcBef>
                <a:spcPct val="0"/>
              </a:spcBef>
            </a:pPr>
            <a:r>
              <a:rPr lang="en-US" sz="1461" dirty="0">
                <a:solidFill>
                  <a:srgbClr val="FFFFFF"/>
                </a:solidFill>
                <a:latin typeface="League Spartan"/>
                <a:ea typeface="League Spartan"/>
                <a:cs typeface="League Spartan"/>
                <a:sym typeface="League Spartan"/>
              </a:rPr>
              <a:t>Reset</a:t>
            </a:r>
          </a:p>
        </p:txBody>
      </p:sp>
      <p:sp>
        <p:nvSpPr>
          <p:cNvPr id="69" name="TextBox 69">
            <a:hlinkClick r:id="rId22" action="ppaction://hlinksldjump"/>
            <a:extLst>
              <a:ext uri="{FF2B5EF4-FFF2-40B4-BE49-F238E27FC236}">
                <a16:creationId xmlns:a16="http://schemas.microsoft.com/office/drawing/2014/main" id="{89C4ED24-B24E-783E-75A2-F8E43480918A}"/>
              </a:ext>
            </a:extLst>
          </p:cNvPr>
          <p:cNvSpPr txBox="1"/>
          <p:nvPr/>
        </p:nvSpPr>
        <p:spPr>
          <a:xfrm>
            <a:off x="9024846" y="3224558"/>
            <a:ext cx="587466" cy="248466"/>
          </a:xfrm>
          <a:prstGeom prst="rect">
            <a:avLst/>
          </a:prstGeom>
        </p:spPr>
        <p:txBody>
          <a:bodyPr wrap="square" lIns="0" tIns="0" rIns="0" bIns="0" rtlCol="0" anchor="t">
            <a:spAutoFit/>
          </a:bodyPr>
          <a:lstStyle/>
          <a:p>
            <a:pPr algn="ctr">
              <a:lnSpc>
                <a:spcPts val="2040"/>
              </a:lnSpc>
              <a:spcBef>
                <a:spcPct val="0"/>
              </a:spcBef>
            </a:pPr>
            <a:r>
              <a:rPr lang="en-US" sz="1457" dirty="0">
                <a:solidFill>
                  <a:srgbClr val="FFFFFF"/>
                </a:solidFill>
                <a:latin typeface="League Spartan"/>
                <a:ea typeface="League Spartan"/>
                <a:cs typeface="League Spartan"/>
                <a:sym typeface="League Spartan"/>
              </a:rPr>
              <a:t>Save</a:t>
            </a:r>
          </a:p>
        </p:txBody>
      </p:sp>
      <p:sp>
        <p:nvSpPr>
          <p:cNvPr id="70" name="TextBox 70">
            <a:extLst>
              <a:ext uri="{FF2B5EF4-FFF2-40B4-BE49-F238E27FC236}">
                <a16:creationId xmlns:a16="http://schemas.microsoft.com/office/drawing/2014/main" id="{2F71E37B-2FAC-3081-DA08-0F0A6FD31B71}"/>
              </a:ext>
            </a:extLst>
          </p:cNvPr>
          <p:cNvSpPr txBox="1"/>
          <p:nvPr/>
        </p:nvSpPr>
        <p:spPr>
          <a:xfrm>
            <a:off x="6948366" y="746560"/>
            <a:ext cx="731939" cy="240066"/>
          </a:xfrm>
          <a:prstGeom prst="rect">
            <a:avLst/>
          </a:prstGeom>
        </p:spPr>
        <p:txBody>
          <a:bodyPr wrap="square"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Type</a:t>
            </a:r>
          </a:p>
        </p:txBody>
      </p:sp>
      <p:sp>
        <p:nvSpPr>
          <p:cNvPr id="71" name="TextBox 71">
            <a:extLst>
              <a:ext uri="{FF2B5EF4-FFF2-40B4-BE49-F238E27FC236}">
                <a16:creationId xmlns:a16="http://schemas.microsoft.com/office/drawing/2014/main" id="{2EBAC4E7-1EB1-6D5F-6310-27BBC3A840CB}"/>
              </a:ext>
            </a:extLst>
          </p:cNvPr>
          <p:cNvSpPr txBox="1"/>
          <p:nvPr/>
        </p:nvSpPr>
        <p:spPr>
          <a:xfrm>
            <a:off x="1075681" y="913288"/>
            <a:ext cx="1855276"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Burger Queen</a:t>
            </a:r>
          </a:p>
        </p:txBody>
      </p:sp>
      <p:sp>
        <p:nvSpPr>
          <p:cNvPr id="72" name="TextBox 72">
            <a:extLst>
              <a:ext uri="{FF2B5EF4-FFF2-40B4-BE49-F238E27FC236}">
                <a16:creationId xmlns:a16="http://schemas.microsoft.com/office/drawing/2014/main" id="{728387CF-4077-3CE8-8F24-B495A9FA1B6B}"/>
              </a:ext>
            </a:extLst>
          </p:cNvPr>
          <p:cNvSpPr txBox="1"/>
          <p:nvPr/>
        </p:nvSpPr>
        <p:spPr>
          <a:xfrm>
            <a:off x="1075681" y="4262895"/>
            <a:ext cx="1508265"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Music Show</a:t>
            </a:r>
          </a:p>
        </p:txBody>
      </p:sp>
      <p:sp>
        <p:nvSpPr>
          <p:cNvPr id="73" name="TextBox 73">
            <a:extLst>
              <a:ext uri="{FF2B5EF4-FFF2-40B4-BE49-F238E27FC236}">
                <a16:creationId xmlns:a16="http://schemas.microsoft.com/office/drawing/2014/main" id="{C7EC10E7-BC10-2E1E-A086-E08A218818A0}"/>
              </a:ext>
            </a:extLst>
          </p:cNvPr>
          <p:cNvSpPr txBox="1"/>
          <p:nvPr/>
        </p:nvSpPr>
        <p:spPr>
          <a:xfrm>
            <a:off x="1078431" y="2688680"/>
            <a:ext cx="1558581"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Bumper cars</a:t>
            </a:r>
          </a:p>
        </p:txBody>
      </p:sp>
      <p:sp>
        <p:nvSpPr>
          <p:cNvPr id="74" name="TextBox 74">
            <a:extLst>
              <a:ext uri="{FF2B5EF4-FFF2-40B4-BE49-F238E27FC236}">
                <a16:creationId xmlns:a16="http://schemas.microsoft.com/office/drawing/2014/main" id="{DEA68371-383A-2C3C-D401-AAC95093708E}"/>
              </a:ext>
            </a:extLst>
          </p:cNvPr>
          <p:cNvSpPr txBox="1"/>
          <p:nvPr/>
        </p:nvSpPr>
        <p:spPr>
          <a:xfrm>
            <a:off x="1111633" y="5183403"/>
            <a:ext cx="1783371"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Ferris wheels</a:t>
            </a:r>
          </a:p>
        </p:txBody>
      </p:sp>
      <p:sp>
        <p:nvSpPr>
          <p:cNvPr id="75" name="TextBox 75">
            <a:extLst>
              <a:ext uri="{FF2B5EF4-FFF2-40B4-BE49-F238E27FC236}">
                <a16:creationId xmlns:a16="http://schemas.microsoft.com/office/drawing/2014/main" id="{07E8F0E3-ADEB-06A3-F4A1-B074C0317771}"/>
              </a:ext>
            </a:extLst>
          </p:cNvPr>
          <p:cNvSpPr txBox="1"/>
          <p:nvPr/>
        </p:nvSpPr>
        <p:spPr>
          <a:xfrm>
            <a:off x="1075681" y="6716050"/>
            <a:ext cx="1332514"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Fireworks</a:t>
            </a:r>
          </a:p>
        </p:txBody>
      </p:sp>
      <p:sp>
        <p:nvSpPr>
          <p:cNvPr id="76" name="TextBox 76">
            <a:extLst>
              <a:ext uri="{FF2B5EF4-FFF2-40B4-BE49-F238E27FC236}">
                <a16:creationId xmlns:a16="http://schemas.microsoft.com/office/drawing/2014/main" id="{F4D4AB9F-7C06-3218-9E62-F84FD3ACBAE0}"/>
              </a:ext>
            </a:extLst>
          </p:cNvPr>
          <p:cNvSpPr txBox="1"/>
          <p:nvPr/>
        </p:nvSpPr>
        <p:spPr>
          <a:xfrm>
            <a:off x="1040338" y="5970511"/>
            <a:ext cx="1810425"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Ice Cream Corner</a:t>
            </a:r>
          </a:p>
        </p:txBody>
      </p:sp>
      <p:sp>
        <p:nvSpPr>
          <p:cNvPr id="77" name="TextBox 77">
            <a:extLst>
              <a:ext uri="{FF2B5EF4-FFF2-40B4-BE49-F238E27FC236}">
                <a16:creationId xmlns:a16="http://schemas.microsoft.com/office/drawing/2014/main" id="{BB61C559-39F2-61B5-4E45-FA9FA059B750}"/>
              </a:ext>
            </a:extLst>
          </p:cNvPr>
          <p:cNvSpPr txBox="1"/>
          <p:nvPr/>
        </p:nvSpPr>
        <p:spPr>
          <a:xfrm>
            <a:off x="1160710" y="3475787"/>
            <a:ext cx="1183620"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Pizza House</a:t>
            </a:r>
          </a:p>
        </p:txBody>
      </p:sp>
      <p:sp>
        <p:nvSpPr>
          <p:cNvPr id="78" name="TextBox 78">
            <a:extLst>
              <a:ext uri="{FF2B5EF4-FFF2-40B4-BE49-F238E27FC236}">
                <a16:creationId xmlns:a16="http://schemas.microsoft.com/office/drawing/2014/main" id="{7282C7AF-0EB6-3362-6A87-B4F1F730473C}"/>
              </a:ext>
            </a:extLst>
          </p:cNvPr>
          <p:cNvSpPr txBox="1"/>
          <p:nvPr/>
        </p:nvSpPr>
        <p:spPr>
          <a:xfrm>
            <a:off x="1137773" y="1818906"/>
            <a:ext cx="1871248"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Castle Playtime</a:t>
            </a:r>
          </a:p>
        </p:txBody>
      </p:sp>
      <p:sp>
        <p:nvSpPr>
          <p:cNvPr id="79" name="TextBox 79">
            <a:extLst>
              <a:ext uri="{FF2B5EF4-FFF2-40B4-BE49-F238E27FC236}">
                <a16:creationId xmlns:a16="http://schemas.microsoft.com/office/drawing/2014/main" id="{96B47C12-14D0-2B43-5DBE-FCBC279E61A2}"/>
              </a:ext>
            </a:extLst>
          </p:cNvPr>
          <p:cNvSpPr txBox="1"/>
          <p:nvPr/>
        </p:nvSpPr>
        <p:spPr>
          <a:xfrm>
            <a:off x="737481" y="934550"/>
            <a:ext cx="167347"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1.</a:t>
            </a:r>
          </a:p>
        </p:txBody>
      </p:sp>
      <p:sp>
        <p:nvSpPr>
          <p:cNvPr id="80" name="TextBox 80">
            <a:extLst>
              <a:ext uri="{FF2B5EF4-FFF2-40B4-BE49-F238E27FC236}">
                <a16:creationId xmlns:a16="http://schemas.microsoft.com/office/drawing/2014/main" id="{DE4C05D0-3B53-CB70-34AD-370110E0E5A7}"/>
              </a:ext>
            </a:extLst>
          </p:cNvPr>
          <p:cNvSpPr txBox="1"/>
          <p:nvPr/>
        </p:nvSpPr>
        <p:spPr>
          <a:xfrm>
            <a:off x="739574" y="1797669"/>
            <a:ext cx="169252"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2.</a:t>
            </a:r>
          </a:p>
        </p:txBody>
      </p:sp>
      <p:sp>
        <p:nvSpPr>
          <p:cNvPr id="81" name="TextBox 81">
            <a:extLst>
              <a:ext uri="{FF2B5EF4-FFF2-40B4-BE49-F238E27FC236}">
                <a16:creationId xmlns:a16="http://schemas.microsoft.com/office/drawing/2014/main" id="{4D456B8E-C850-A5DA-63CC-05ABA98FD9F1}"/>
              </a:ext>
            </a:extLst>
          </p:cNvPr>
          <p:cNvSpPr txBox="1"/>
          <p:nvPr/>
        </p:nvSpPr>
        <p:spPr>
          <a:xfrm>
            <a:off x="667840" y="2626429"/>
            <a:ext cx="236987"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3.</a:t>
            </a:r>
          </a:p>
        </p:txBody>
      </p:sp>
      <p:sp>
        <p:nvSpPr>
          <p:cNvPr id="82" name="TextBox 82">
            <a:extLst>
              <a:ext uri="{FF2B5EF4-FFF2-40B4-BE49-F238E27FC236}">
                <a16:creationId xmlns:a16="http://schemas.microsoft.com/office/drawing/2014/main" id="{8EC75504-5AEB-B4AA-BDBF-677CE9E72AC6}"/>
              </a:ext>
            </a:extLst>
          </p:cNvPr>
          <p:cNvSpPr txBox="1"/>
          <p:nvPr/>
        </p:nvSpPr>
        <p:spPr>
          <a:xfrm>
            <a:off x="667853" y="6842483"/>
            <a:ext cx="226131" cy="264624"/>
          </a:xfrm>
          <a:prstGeom prst="rect">
            <a:avLst/>
          </a:prstGeom>
        </p:spPr>
        <p:txBody>
          <a:bodyPr wrap="square" lIns="0" tIns="0" rIns="0" bIns="0" rtlCol="0" anchor="t">
            <a:spAutoFit/>
          </a:bodyPr>
          <a:lstStyle/>
          <a:p>
            <a:pPr>
              <a:lnSpc>
                <a:spcPts val="2240"/>
              </a:lnSpc>
              <a:spcBef>
                <a:spcPct val="0"/>
              </a:spcBef>
            </a:pPr>
            <a:r>
              <a:rPr lang="en-US" sz="1600" b="1" dirty="0">
                <a:solidFill>
                  <a:srgbClr val="000000"/>
                </a:solidFill>
                <a:latin typeface="Canva Sans Bold"/>
                <a:ea typeface="Canva Sans Bold"/>
                <a:cs typeface="Canva Sans Bold"/>
                <a:sym typeface="Canva Sans Bold"/>
              </a:rPr>
              <a:t>8.</a:t>
            </a:r>
          </a:p>
        </p:txBody>
      </p:sp>
      <p:sp>
        <p:nvSpPr>
          <p:cNvPr id="83" name="TextBox 83">
            <a:extLst>
              <a:ext uri="{FF2B5EF4-FFF2-40B4-BE49-F238E27FC236}">
                <a16:creationId xmlns:a16="http://schemas.microsoft.com/office/drawing/2014/main" id="{A6B625E3-FA1D-7EA8-44E0-DD9E090DE2FA}"/>
              </a:ext>
            </a:extLst>
          </p:cNvPr>
          <p:cNvSpPr txBox="1"/>
          <p:nvPr/>
        </p:nvSpPr>
        <p:spPr>
          <a:xfrm>
            <a:off x="678422" y="5994356"/>
            <a:ext cx="167446"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7.</a:t>
            </a:r>
          </a:p>
        </p:txBody>
      </p:sp>
      <p:sp>
        <p:nvSpPr>
          <p:cNvPr id="84" name="TextBox 84">
            <a:extLst>
              <a:ext uri="{FF2B5EF4-FFF2-40B4-BE49-F238E27FC236}">
                <a16:creationId xmlns:a16="http://schemas.microsoft.com/office/drawing/2014/main" id="{6CB7C793-AEC9-3082-5FE0-0D48FE206E42}"/>
              </a:ext>
            </a:extLst>
          </p:cNvPr>
          <p:cNvSpPr txBox="1"/>
          <p:nvPr/>
        </p:nvSpPr>
        <p:spPr>
          <a:xfrm>
            <a:off x="711874" y="5148677"/>
            <a:ext cx="288403"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6.</a:t>
            </a:r>
          </a:p>
        </p:txBody>
      </p:sp>
      <p:sp>
        <p:nvSpPr>
          <p:cNvPr id="85" name="TextBox 85">
            <a:extLst>
              <a:ext uri="{FF2B5EF4-FFF2-40B4-BE49-F238E27FC236}">
                <a16:creationId xmlns:a16="http://schemas.microsoft.com/office/drawing/2014/main" id="{C97FA9FB-51D3-71F0-8E5B-A2006A2544A6}"/>
              </a:ext>
            </a:extLst>
          </p:cNvPr>
          <p:cNvSpPr txBox="1"/>
          <p:nvPr/>
        </p:nvSpPr>
        <p:spPr>
          <a:xfrm>
            <a:off x="702545" y="4311654"/>
            <a:ext cx="191439"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5.</a:t>
            </a:r>
          </a:p>
        </p:txBody>
      </p:sp>
      <p:sp>
        <p:nvSpPr>
          <p:cNvPr id="86" name="TextBox 86">
            <a:extLst>
              <a:ext uri="{FF2B5EF4-FFF2-40B4-BE49-F238E27FC236}">
                <a16:creationId xmlns:a16="http://schemas.microsoft.com/office/drawing/2014/main" id="{B32999A4-5306-DF29-121F-54821A928ECE}"/>
              </a:ext>
            </a:extLst>
          </p:cNvPr>
          <p:cNvSpPr txBox="1"/>
          <p:nvPr/>
        </p:nvSpPr>
        <p:spPr>
          <a:xfrm>
            <a:off x="681858" y="3432202"/>
            <a:ext cx="288404"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4.</a:t>
            </a:r>
          </a:p>
        </p:txBody>
      </p:sp>
      <p:sp>
        <p:nvSpPr>
          <p:cNvPr id="87" name="TextBox 87">
            <a:extLst>
              <a:ext uri="{FF2B5EF4-FFF2-40B4-BE49-F238E27FC236}">
                <a16:creationId xmlns:a16="http://schemas.microsoft.com/office/drawing/2014/main" id="{3E8749DF-3856-F25D-59F4-036F6553D6B1}"/>
              </a:ext>
            </a:extLst>
          </p:cNvPr>
          <p:cNvSpPr txBox="1"/>
          <p:nvPr/>
        </p:nvSpPr>
        <p:spPr>
          <a:xfrm>
            <a:off x="4988361" y="5298968"/>
            <a:ext cx="553188"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500 m </a:t>
            </a:r>
          </a:p>
        </p:txBody>
      </p:sp>
      <p:sp>
        <p:nvSpPr>
          <p:cNvPr id="88" name="TextBox 88">
            <a:extLst>
              <a:ext uri="{FF2B5EF4-FFF2-40B4-BE49-F238E27FC236}">
                <a16:creationId xmlns:a16="http://schemas.microsoft.com/office/drawing/2014/main" id="{F7E3CABE-4DD6-26D8-B53B-643136080D78}"/>
              </a:ext>
            </a:extLst>
          </p:cNvPr>
          <p:cNvSpPr txBox="1"/>
          <p:nvPr/>
        </p:nvSpPr>
        <p:spPr>
          <a:xfrm>
            <a:off x="4960702" y="2728637"/>
            <a:ext cx="414224" cy="215444"/>
          </a:xfrm>
          <a:prstGeom prst="rect">
            <a:avLst/>
          </a:prstGeom>
        </p:spPr>
        <p:txBody>
          <a:bodyPr lIns="0" tIns="0" rIns="0" bIns="0" rtlCol="0" anchor="t">
            <a:spAutoFit/>
          </a:bodyPr>
          <a:lstStyle/>
          <a:p>
            <a:pPr>
              <a:lnSpc>
                <a:spcPts val="1791"/>
              </a:lnSpc>
              <a:spcBef>
                <a:spcPct val="0"/>
              </a:spcBef>
            </a:pPr>
            <a:r>
              <a:rPr lang="en-US" sz="1279" dirty="0">
                <a:solidFill>
                  <a:srgbClr val="000000"/>
                </a:solidFill>
                <a:latin typeface="Canva Sans"/>
                <a:ea typeface="Canva Sans"/>
                <a:cs typeface="Canva Sans"/>
                <a:sym typeface="Canva Sans"/>
              </a:rPr>
              <a:t>25 m </a:t>
            </a:r>
          </a:p>
        </p:txBody>
      </p:sp>
      <p:sp>
        <p:nvSpPr>
          <p:cNvPr id="89" name="TextBox 89">
            <a:extLst>
              <a:ext uri="{FF2B5EF4-FFF2-40B4-BE49-F238E27FC236}">
                <a16:creationId xmlns:a16="http://schemas.microsoft.com/office/drawing/2014/main" id="{0943231F-976F-9B8F-0A26-4381A32B37A1}"/>
              </a:ext>
            </a:extLst>
          </p:cNvPr>
          <p:cNvSpPr txBox="1"/>
          <p:nvPr/>
        </p:nvSpPr>
        <p:spPr>
          <a:xfrm>
            <a:off x="4950065" y="4451811"/>
            <a:ext cx="528329"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250 m </a:t>
            </a:r>
          </a:p>
        </p:txBody>
      </p:sp>
      <p:sp>
        <p:nvSpPr>
          <p:cNvPr id="90" name="TextBox 90">
            <a:extLst>
              <a:ext uri="{FF2B5EF4-FFF2-40B4-BE49-F238E27FC236}">
                <a16:creationId xmlns:a16="http://schemas.microsoft.com/office/drawing/2014/main" id="{D57728ED-39B6-4108-A60D-D6C3160EE194}"/>
              </a:ext>
            </a:extLst>
          </p:cNvPr>
          <p:cNvSpPr txBox="1"/>
          <p:nvPr/>
        </p:nvSpPr>
        <p:spPr>
          <a:xfrm>
            <a:off x="4943875" y="3597805"/>
            <a:ext cx="540711"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100 m </a:t>
            </a:r>
          </a:p>
        </p:txBody>
      </p:sp>
      <p:sp>
        <p:nvSpPr>
          <p:cNvPr id="91" name="TextBox 91">
            <a:extLst>
              <a:ext uri="{FF2B5EF4-FFF2-40B4-BE49-F238E27FC236}">
                <a16:creationId xmlns:a16="http://schemas.microsoft.com/office/drawing/2014/main" id="{DC8C7F8B-F4DC-0D97-3611-08F149DDD296}"/>
              </a:ext>
            </a:extLst>
          </p:cNvPr>
          <p:cNvSpPr txBox="1"/>
          <p:nvPr/>
        </p:nvSpPr>
        <p:spPr>
          <a:xfrm>
            <a:off x="4928207" y="1919522"/>
            <a:ext cx="423177"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70 m </a:t>
            </a:r>
          </a:p>
        </p:txBody>
      </p:sp>
      <p:sp>
        <p:nvSpPr>
          <p:cNvPr id="92" name="TextBox 92">
            <a:extLst>
              <a:ext uri="{FF2B5EF4-FFF2-40B4-BE49-F238E27FC236}">
                <a16:creationId xmlns:a16="http://schemas.microsoft.com/office/drawing/2014/main" id="{64D49F1E-E18E-A87B-C48E-40809E56BFE0}"/>
              </a:ext>
            </a:extLst>
          </p:cNvPr>
          <p:cNvSpPr txBox="1"/>
          <p:nvPr/>
        </p:nvSpPr>
        <p:spPr>
          <a:xfrm>
            <a:off x="4988361" y="1048873"/>
            <a:ext cx="411462"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15 m </a:t>
            </a:r>
          </a:p>
        </p:txBody>
      </p:sp>
      <p:sp>
        <p:nvSpPr>
          <p:cNvPr id="93" name="TextBox 93">
            <a:extLst>
              <a:ext uri="{FF2B5EF4-FFF2-40B4-BE49-F238E27FC236}">
                <a16:creationId xmlns:a16="http://schemas.microsoft.com/office/drawing/2014/main" id="{F1310B5B-5978-7A7E-F91D-692B5CC5D927}"/>
              </a:ext>
            </a:extLst>
          </p:cNvPr>
          <p:cNvSpPr txBox="1"/>
          <p:nvPr/>
        </p:nvSpPr>
        <p:spPr>
          <a:xfrm>
            <a:off x="5042971" y="6859328"/>
            <a:ext cx="518804"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120 m </a:t>
            </a:r>
          </a:p>
        </p:txBody>
      </p:sp>
      <p:sp>
        <p:nvSpPr>
          <p:cNvPr id="94" name="TextBox 94">
            <a:extLst>
              <a:ext uri="{FF2B5EF4-FFF2-40B4-BE49-F238E27FC236}">
                <a16:creationId xmlns:a16="http://schemas.microsoft.com/office/drawing/2014/main" id="{73B8CBC1-F816-915B-F347-C6A29BC2E0BE}"/>
              </a:ext>
            </a:extLst>
          </p:cNvPr>
          <p:cNvSpPr txBox="1"/>
          <p:nvPr/>
        </p:nvSpPr>
        <p:spPr>
          <a:xfrm>
            <a:off x="5017063" y="6180525"/>
            <a:ext cx="642433"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2500 m </a:t>
            </a:r>
          </a:p>
        </p:txBody>
      </p:sp>
      <p:sp>
        <p:nvSpPr>
          <p:cNvPr id="95" name="TextBox 95">
            <a:extLst>
              <a:ext uri="{FF2B5EF4-FFF2-40B4-BE49-F238E27FC236}">
                <a16:creationId xmlns:a16="http://schemas.microsoft.com/office/drawing/2014/main" id="{69A41987-7969-9FB9-B96C-9C48B0FA065D}"/>
              </a:ext>
            </a:extLst>
          </p:cNvPr>
          <p:cNvSpPr txBox="1"/>
          <p:nvPr/>
        </p:nvSpPr>
        <p:spPr>
          <a:xfrm>
            <a:off x="3111507" y="1059728"/>
            <a:ext cx="1168667"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10:00 - 10:30</a:t>
            </a:r>
          </a:p>
        </p:txBody>
      </p:sp>
      <p:sp>
        <p:nvSpPr>
          <p:cNvPr id="96" name="TextBox 96">
            <a:extLst>
              <a:ext uri="{FF2B5EF4-FFF2-40B4-BE49-F238E27FC236}">
                <a16:creationId xmlns:a16="http://schemas.microsoft.com/office/drawing/2014/main" id="{C43E531F-7619-094C-6C0A-E53A9066D3B1}"/>
              </a:ext>
            </a:extLst>
          </p:cNvPr>
          <p:cNvSpPr txBox="1"/>
          <p:nvPr/>
        </p:nvSpPr>
        <p:spPr>
          <a:xfrm>
            <a:off x="3112728" y="1932199"/>
            <a:ext cx="1228589"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10:35 - 11:30</a:t>
            </a:r>
          </a:p>
        </p:txBody>
      </p:sp>
      <p:sp>
        <p:nvSpPr>
          <p:cNvPr id="97" name="TextBox 97">
            <a:extLst>
              <a:ext uri="{FF2B5EF4-FFF2-40B4-BE49-F238E27FC236}">
                <a16:creationId xmlns:a16="http://schemas.microsoft.com/office/drawing/2014/main" id="{5DECC233-C271-7D02-D011-DA016E950E7D}"/>
              </a:ext>
            </a:extLst>
          </p:cNvPr>
          <p:cNvSpPr txBox="1"/>
          <p:nvPr/>
        </p:nvSpPr>
        <p:spPr>
          <a:xfrm>
            <a:off x="3049178" y="2804670"/>
            <a:ext cx="1168667"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11:35 - 12:05</a:t>
            </a:r>
          </a:p>
        </p:txBody>
      </p:sp>
      <p:sp>
        <p:nvSpPr>
          <p:cNvPr id="98" name="TextBox 98">
            <a:extLst>
              <a:ext uri="{FF2B5EF4-FFF2-40B4-BE49-F238E27FC236}">
                <a16:creationId xmlns:a16="http://schemas.microsoft.com/office/drawing/2014/main" id="{A4059461-EDD0-2A1A-1258-ADDEE87E7FF5}"/>
              </a:ext>
            </a:extLst>
          </p:cNvPr>
          <p:cNvSpPr txBox="1"/>
          <p:nvPr/>
        </p:nvSpPr>
        <p:spPr>
          <a:xfrm>
            <a:off x="3121069" y="3658237"/>
            <a:ext cx="1271153"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12:10 - 12:50</a:t>
            </a:r>
          </a:p>
        </p:txBody>
      </p:sp>
      <p:sp>
        <p:nvSpPr>
          <p:cNvPr id="99" name="TextBox 99">
            <a:extLst>
              <a:ext uri="{FF2B5EF4-FFF2-40B4-BE49-F238E27FC236}">
                <a16:creationId xmlns:a16="http://schemas.microsoft.com/office/drawing/2014/main" id="{113CD0BB-3B6A-2FE8-F507-B76568B11319}"/>
              </a:ext>
            </a:extLst>
          </p:cNvPr>
          <p:cNvSpPr txBox="1"/>
          <p:nvPr/>
        </p:nvSpPr>
        <p:spPr>
          <a:xfrm>
            <a:off x="3049781" y="4511804"/>
            <a:ext cx="1363638"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12:55 - 13.30</a:t>
            </a:r>
          </a:p>
        </p:txBody>
      </p:sp>
      <p:sp>
        <p:nvSpPr>
          <p:cNvPr id="100" name="TextBox 100">
            <a:extLst>
              <a:ext uri="{FF2B5EF4-FFF2-40B4-BE49-F238E27FC236}">
                <a16:creationId xmlns:a16="http://schemas.microsoft.com/office/drawing/2014/main" id="{0F31531A-88D9-6D40-BB57-07753EE8B794}"/>
              </a:ext>
            </a:extLst>
          </p:cNvPr>
          <p:cNvSpPr txBox="1"/>
          <p:nvPr/>
        </p:nvSpPr>
        <p:spPr>
          <a:xfrm>
            <a:off x="3102299" y="5315683"/>
            <a:ext cx="1264864"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13:40 - 14.30</a:t>
            </a:r>
          </a:p>
        </p:txBody>
      </p:sp>
      <p:sp>
        <p:nvSpPr>
          <p:cNvPr id="101" name="TextBox 101">
            <a:extLst>
              <a:ext uri="{FF2B5EF4-FFF2-40B4-BE49-F238E27FC236}">
                <a16:creationId xmlns:a16="http://schemas.microsoft.com/office/drawing/2014/main" id="{F977277D-A910-99A9-AF3F-A492A6FED0D3}"/>
              </a:ext>
            </a:extLst>
          </p:cNvPr>
          <p:cNvSpPr txBox="1"/>
          <p:nvPr/>
        </p:nvSpPr>
        <p:spPr>
          <a:xfrm>
            <a:off x="3121808" y="6140691"/>
            <a:ext cx="1264864"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14:35 - 14.55</a:t>
            </a:r>
          </a:p>
        </p:txBody>
      </p:sp>
      <p:sp>
        <p:nvSpPr>
          <p:cNvPr id="102" name="TextBox 102">
            <a:extLst>
              <a:ext uri="{FF2B5EF4-FFF2-40B4-BE49-F238E27FC236}">
                <a16:creationId xmlns:a16="http://schemas.microsoft.com/office/drawing/2014/main" id="{3367FEA2-3A03-69F5-E411-773F0BE9C79F}"/>
              </a:ext>
            </a:extLst>
          </p:cNvPr>
          <p:cNvSpPr txBox="1"/>
          <p:nvPr/>
        </p:nvSpPr>
        <p:spPr>
          <a:xfrm>
            <a:off x="3124507" y="6780346"/>
            <a:ext cx="126216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18:00 - 19:00</a:t>
            </a:r>
          </a:p>
        </p:txBody>
      </p:sp>
      <p:sp>
        <p:nvSpPr>
          <p:cNvPr id="103" name="TextBox 103">
            <a:extLst>
              <a:ext uri="{FF2B5EF4-FFF2-40B4-BE49-F238E27FC236}">
                <a16:creationId xmlns:a16="http://schemas.microsoft.com/office/drawing/2014/main" id="{3C6590BC-7EF2-BDF3-A4A5-0F4DED4EED9C}"/>
              </a:ext>
            </a:extLst>
          </p:cNvPr>
          <p:cNvSpPr txBox="1"/>
          <p:nvPr/>
        </p:nvSpPr>
        <p:spPr>
          <a:xfrm>
            <a:off x="6930004" y="1772339"/>
            <a:ext cx="2216159" cy="240066"/>
          </a:xfrm>
          <a:prstGeom prst="rect">
            <a:avLst/>
          </a:prstGeom>
        </p:spPr>
        <p:txBody>
          <a:bodyPr wrap="square"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Average Waiting Time</a:t>
            </a:r>
          </a:p>
        </p:txBody>
      </p:sp>
      <p:sp>
        <p:nvSpPr>
          <p:cNvPr id="104" name="TextBox 104">
            <a:extLst>
              <a:ext uri="{FF2B5EF4-FFF2-40B4-BE49-F238E27FC236}">
                <a16:creationId xmlns:a16="http://schemas.microsoft.com/office/drawing/2014/main" id="{0CF455F3-8853-D4F5-F5B2-D75DD21B3513}"/>
              </a:ext>
            </a:extLst>
          </p:cNvPr>
          <p:cNvSpPr txBox="1"/>
          <p:nvPr/>
        </p:nvSpPr>
        <p:spPr>
          <a:xfrm>
            <a:off x="7960342" y="2194969"/>
            <a:ext cx="212685" cy="274100"/>
          </a:xfrm>
          <a:prstGeom prst="rect">
            <a:avLst/>
          </a:prstGeom>
        </p:spPr>
        <p:txBody>
          <a:bodyPr wrap="square" lIns="0" tIns="0" rIns="0" bIns="0" rtlCol="0" anchor="t">
            <a:spAutoFit/>
          </a:bodyPr>
          <a:lstStyle/>
          <a:p>
            <a:pPr algn="ctr">
              <a:lnSpc>
                <a:spcPts val="2239"/>
              </a:lnSpc>
              <a:spcBef>
                <a:spcPct val="0"/>
              </a:spcBef>
            </a:pPr>
            <a:r>
              <a:rPr lang="en-US" sz="1599" dirty="0">
                <a:solidFill>
                  <a:srgbClr val="000000"/>
                </a:solidFill>
                <a:latin typeface="Canva Sans"/>
                <a:ea typeface="Canva Sans"/>
                <a:cs typeface="Canva Sans"/>
                <a:sym typeface="Canva Sans"/>
              </a:rPr>
              <a:t>+</a:t>
            </a:r>
          </a:p>
        </p:txBody>
      </p:sp>
      <p:sp>
        <p:nvSpPr>
          <p:cNvPr id="105" name="TextBox 105">
            <a:extLst>
              <a:ext uri="{FF2B5EF4-FFF2-40B4-BE49-F238E27FC236}">
                <a16:creationId xmlns:a16="http://schemas.microsoft.com/office/drawing/2014/main" id="{27B8B0F0-8AE6-131C-E90D-9E03914832DB}"/>
              </a:ext>
            </a:extLst>
          </p:cNvPr>
          <p:cNvSpPr txBox="1"/>
          <p:nvPr/>
        </p:nvSpPr>
        <p:spPr>
          <a:xfrm>
            <a:off x="6884831" y="1981751"/>
            <a:ext cx="162712" cy="563872"/>
          </a:xfrm>
          <a:prstGeom prst="rect">
            <a:avLst/>
          </a:prstGeom>
        </p:spPr>
        <p:txBody>
          <a:bodyPr lIns="0" tIns="0" rIns="0" bIns="0" rtlCol="0" anchor="t">
            <a:spAutoFit/>
          </a:bodyPr>
          <a:lstStyle/>
          <a:p>
            <a:pPr algn="ctr">
              <a:lnSpc>
                <a:spcPts val="4730"/>
              </a:lnSpc>
              <a:spcBef>
                <a:spcPct val="0"/>
              </a:spcBef>
            </a:pPr>
            <a:r>
              <a:rPr lang="en-US" sz="3378" dirty="0">
                <a:solidFill>
                  <a:srgbClr val="000000"/>
                </a:solidFill>
                <a:latin typeface="Canva Sans"/>
                <a:ea typeface="Canva Sans"/>
                <a:cs typeface="Canva Sans"/>
                <a:sym typeface="Canva Sans"/>
              </a:rPr>
              <a:t>-</a:t>
            </a:r>
          </a:p>
        </p:txBody>
      </p:sp>
      <p:sp>
        <p:nvSpPr>
          <p:cNvPr id="106" name="TextBox 106">
            <a:extLst>
              <a:ext uri="{FF2B5EF4-FFF2-40B4-BE49-F238E27FC236}">
                <a16:creationId xmlns:a16="http://schemas.microsoft.com/office/drawing/2014/main" id="{7C1A9D26-F94F-ACF2-2AA7-5025B9A67A75}"/>
              </a:ext>
            </a:extLst>
          </p:cNvPr>
          <p:cNvSpPr txBox="1"/>
          <p:nvPr/>
        </p:nvSpPr>
        <p:spPr>
          <a:xfrm>
            <a:off x="8264838" y="2210767"/>
            <a:ext cx="421272" cy="240066"/>
          </a:xfrm>
          <a:prstGeom prst="rect">
            <a:avLst/>
          </a:prstGeom>
        </p:spPr>
        <p:txBody>
          <a:bodyPr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mins</a:t>
            </a:r>
          </a:p>
        </p:txBody>
      </p:sp>
      <p:sp>
        <p:nvSpPr>
          <p:cNvPr id="114" name="TextBox 114">
            <a:extLst>
              <a:ext uri="{FF2B5EF4-FFF2-40B4-BE49-F238E27FC236}">
                <a16:creationId xmlns:a16="http://schemas.microsoft.com/office/drawing/2014/main" id="{EB860A40-D49C-DBBD-CF06-ABBCB6A273FC}"/>
              </a:ext>
            </a:extLst>
          </p:cNvPr>
          <p:cNvSpPr txBox="1"/>
          <p:nvPr/>
        </p:nvSpPr>
        <p:spPr>
          <a:xfrm>
            <a:off x="7195361" y="1188165"/>
            <a:ext cx="969888" cy="264560"/>
          </a:xfrm>
          <a:prstGeom prst="rect">
            <a:avLst/>
          </a:prstGeom>
        </p:spPr>
        <p:txBody>
          <a:bodyPr lIns="0" tIns="0" rIns="0" bIns="0" rtlCol="0" anchor="t">
            <a:spAutoFit/>
          </a:bodyPr>
          <a:lstStyle/>
          <a:p>
            <a:pPr algn="ctr">
              <a:lnSpc>
                <a:spcPts val="2239"/>
              </a:lnSpc>
              <a:spcBef>
                <a:spcPct val="0"/>
              </a:spcBef>
            </a:pPr>
            <a:r>
              <a:rPr lang="en-US" sz="1599">
                <a:solidFill>
                  <a:srgbClr val="000000"/>
                </a:solidFill>
                <a:latin typeface="Canva Sans"/>
                <a:ea typeface="Canva Sans"/>
                <a:cs typeface="Canva Sans"/>
                <a:sym typeface="Canva Sans"/>
              </a:rPr>
              <a:t>Individual</a:t>
            </a:r>
          </a:p>
        </p:txBody>
      </p:sp>
      <p:sp>
        <p:nvSpPr>
          <p:cNvPr id="115" name="TextBox 115">
            <a:extLst>
              <a:ext uri="{FF2B5EF4-FFF2-40B4-BE49-F238E27FC236}">
                <a16:creationId xmlns:a16="http://schemas.microsoft.com/office/drawing/2014/main" id="{6F331C97-CE4F-170F-A407-5C862CCE1850}"/>
              </a:ext>
            </a:extLst>
          </p:cNvPr>
          <p:cNvSpPr txBox="1"/>
          <p:nvPr/>
        </p:nvSpPr>
        <p:spPr>
          <a:xfrm>
            <a:off x="7370211" y="2215803"/>
            <a:ext cx="310094" cy="264560"/>
          </a:xfrm>
          <a:prstGeom prst="rect">
            <a:avLst/>
          </a:prstGeom>
        </p:spPr>
        <p:txBody>
          <a:bodyPr wrap="square" lIns="0" tIns="0" rIns="0" bIns="0" rtlCol="0" anchor="t">
            <a:spAutoFit/>
          </a:bodyPr>
          <a:lstStyle/>
          <a:p>
            <a:pPr algn="ctr">
              <a:lnSpc>
                <a:spcPts val="2239"/>
              </a:lnSpc>
              <a:spcBef>
                <a:spcPct val="0"/>
              </a:spcBef>
            </a:pPr>
            <a:r>
              <a:rPr lang="en-US" sz="1599">
                <a:solidFill>
                  <a:srgbClr val="000000"/>
                </a:solidFill>
                <a:latin typeface="Canva Sans"/>
                <a:ea typeface="Canva Sans"/>
                <a:cs typeface="Canva Sans"/>
                <a:sym typeface="Canva Sans"/>
              </a:rPr>
              <a:t>25</a:t>
            </a:r>
          </a:p>
        </p:txBody>
      </p:sp>
    </p:spTree>
    <p:extLst>
      <p:ext uri="{BB962C8B-B14F-4D97-AF65-F5344CB8AC3E}">
        <p14:creationId xmlns:p14="http://schemas.microsoft.com/office/powerpoint/2010/main" val="22004215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C0251-8C41-E228-B211-D009B363F233}"/>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2F770A99-E19F-F38D-C63F-F19EFA6A0A38}"/>
              </a:ext>
            </a:extLst>
          </p:cNvPr>
          <p:cNvGraphicFramePr>
            <a:graphicFrameLocks noGrp="1"/>
          </p:cNvGraphicFramePr>
          <p:nvPr>
            <p:extLst>
              <p:ext uri="{D42A27DB-BD31-4B8C-83A1-F6EECF244321}">
                <p14:modId xmlns:p14="http://schemas.microsoft.com/office/powerpoint/2010/main" val="2127616908"/>
              </p:ext>
            </p:extLst>
          </p:nvPr>
        </p:nvGraphicFramePr>
        <p:xfrm>
          <a:off x="0" y="551790"/>
          <a:ext cx="6562164" cy="7543665"/>
        </p:xfrm>
        <a:graphic>
          <a:graphicData uri="http://schemas.openxmlformats.org/drawingml/2006/table">
            <a:tbl>
              <a:tblPr/>
              <a:tblGrid>
                <a:gridCol w="6562164">
                  <a:extLst>
                    <a:ext uri="{9D8B030D-6E8A-4147-A177-3AD203B41FA5}">
                      <a16:colId xmlns:a16="http://schemas.microsoft.com/office/drawing/2014/main" val="20000"/>
                    </a:ext>
                  </a:extLst>
                </a:gridCol>
              </a:tblGrid>
              <a:tr h="913139">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940212">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81035">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93747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942952">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942952">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942952">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942952">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3" name="Group 3">
            <a:extLst>
              <a:ext uri="{FF2B5EF4-FFF2-40B4-BE49-F238E27FC236}">
                <a16:creationId xmlns:a16="http://schemas.microsoft.com/office/drawing/2014/main" id="{218AA402-1ED1-7D54-7C8B-AC41B490575C}"/>
              </a:ext>
            </a:extLst>
          </p:cNvPr>
          <p:cNvGrpSpPr/>
          <p:nvPr/>
        </p:nvGrpSpPr>
        <p:grpSpPr>
          <a:xfrm>
            <a:off x="0" y="-32399"/>
            <a:ext cx="6658053" cy="584369"/>
            <a:chOff x="0" y="0"/>
            <a:chExt cx="2594982" cy="812800"/>
          </a:xfrm>
        </p:grpSpPr>
        <p:sp>
          <p:nvSpPr>
            <p:cNvPr id="4" name="Freeform 4">
              <a:extLst>
                <a:ext uri="{FF2B5EF4-FFF2-40B4-BE49-F238E27FC236}">
                  <a16:creationId xmlns:a16="http://schemas.microsoft.com/office/drawing/2014/main" id="{71A808AA-4D45-7562-615A-EE26EABEBA49}"/>
                </a:ext>
              </a:extLst>
            </p:cNvPr>
            <p:cNvSpPr/>
            <p:nvPr/>
          </p:nvSpPr>
          <p:spPr>
            <a:xfrm>
              <a:off x="0" y="0"/>
              <a:ext cx="2594982" cy="812800"/>
            </a:xfrm>
            <a:custGeom>
              <a:avLst/>
              <a:gdLst/>
              <a:ahLst/>
              <a:cxnLst/>
              <a:rect l="l" t="t" r="r" b="b"/>
              <a:pathLst>
                <a:path w="2594982" h="812800">
                  <a:moveTo>
                    <a:pt x="0" y="0"/>
                  </a:moveTo>
                  <a:lnTo>
                    <a:pt x="2594982" y="0"/>
                  </a:lnTo>
                  <a:lnTo>
                    <a:pt x="2594982" y="812800"/>
                  </a:lnTo>
                  <a:lnTo>
                    <a:pt x="0" y="812800"/>
                  </a:lnTo>
                  <a:close/>
                </a:path>
              </a:pathLst>
            </a:custGeom>
            <a:solidFill>
              <a:srgbClr val="F34336"/>
            </a:solidFill>
          </p:spPr>
          <p:txBody>
            <a:bodyPr/>
            <a:lstStyle/>
            <a:p>
              <a:endParaRPr lang="en-SG" sz="1088"/>
            </a:p>
          </p:txBody>
        </p:sp>
        <p:sp>
          <p:nvSpPr>
            <p:cNvPr id="5" name="TextBox 5">
              <a:extLst>
                <a:ext uri="{FF2B5EF4-FFF2-40B4-BE49-F238E27FC236}">
                  <a16:creationId xmlns:a16="http://schemas.microsoft.com/office/drawing/2014/main" id="{D7604A2A-0594-F6CB-FE73-8588DC008D99}"/>
                </a:ext>
              </a:extLst>
            </p:cNvPr>
            <p:cNvSpPr txBox="1"/>
            <p:nvPr/>
          </p:nvSpPr>
          <p:spPr>
            <a:xfrm>
              <a:off x="0" y="-28575"/>
              <a:ext cx="2594982" cy="841375"/>
            </a:xfrm>
            <a:prstGeom prst="rect">
              <a:avLst/>
            </a:prstGeom>
          </p:spPr>
          <p:txBody>
            <a:bodyPr lIns="40638" tIns="40638" rIns="40638" bIns="40638" rtlCol="0" anchor="ctr"/>
            <a:lstStyle/>
            <a:p>
              <a:pPr algn="ctr">
                <a:lnSpc>
                  <a:spcPts val="2016"/>
                </a:lnSpc>
              </a:pPr>
              <a:endParaRPr sz="1088"/>
            </a:p>
          </p:txBody>
        </p:sp>
      </p:grpSp>
      <p:sp>
        <p:nvSpPr>
          <p:cNvPr id="6" name="Freeform 6">
            <a:extLst>
              <a:ext uri="{FF2B5EF4-FFF2-40B4-BE49-F238E27FC236}">
                <a16:creationId xmlns:a16="http://schemas.microsoft.com/office/drawing/2014/main" id="{F138AA5E-E148-A70B-3AEF-5FC45E5FF87F}"/>
              </a:ext>
            </a:extLst>
          </p:cNvPr>
          <p:cNvSpPr/>
          <p:nvPr/>
        </p:nvSpPr>
        <p:spPr>
          <a:xfrm>
            <a:off x="5176804" y="88494"/>
            <a:ext cx="332501" cy="269253"/>
          </a:xfrm>
          <a:custGeom>
            <a:avLst/>
            <a:gdLst/>
            <a:ahLst/>
            <a:cxnLst/>
            <a:rect l="l" t="t" r="r" b="b"/>
            <a:pathLst>
              <a:path w="472691" h="394697">
                <a:moveTo>
                  <a:pt x="0" y="0"/>
                </a:moveTo>
                <a:lnTo>
                  <a:pt x="472691" y="0"/>
                </a:lnTo>
                <a:lnTo>
                  <a:pt x="472691" y="394697"/>
                </a:lnTo>
                <a:lnTo>
                  <a:pt x="0" y="3946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SG" sz="1088"/>
          </a:p>
        </p:txBody>
      </p:sp>
      <p:sp>
        <p:nvSpPr>
          <p:cNvPr id="7" name="Freeform 7">
            <a:extLst>
              <a:ext uri="{FF2B5EF4-FFF2-40B4-BE49-F238E27FC236}">
                <a16:creationId xmlns:a16="http://schemas.microsoft.com/office/drawing/2014/main" id="{EEE65043-6F51-935E-AD9F-3F806545E31F}"/>
              </a:ext>
            </a:extLst>
          </p:cNvPr>
          <p:cNvSpPr/>
          <p:nvPr/>
        </p:nvSpPr>
        <p:spPr>
          <a:xfrm>
            <a:off x="187237" y="125054"/>
            <a:ext cx="370152" cy="183592"/>
          </a:xfrm>
          <a:custGeom>
            <a:avLst/>
            <a:gdLst/>
            <a:ahLst/>
            <a:cxnLst/>
            <a:rect l="l" t="t" r="r" b="b"/>
            <a:pathLst>
              <a:path w="583453" h="390383">
                <a:moveTo>
                  <a:pt x="0" y="0"/>
                </a:moveTo>
                <a:lnTo>
                  <a:pt x="583453" y="0"/>
                </a:lnTo>
                <a:lnTo>
                  <a:pt x="583453" y="390383"/>
                </a:lnTo>
                <a:lnTo>
                  <a:pt x="0" y="39038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8" name="Freeform 8">
            <a:extLst>
              <a:ext uri="{FF2B5EF4-FFF2-40B4-BE49-F238E27FC236}">
                <a16:creationId xmlns:a16="http://schemas.microsoft.com/office/drawing/2014/main" id="{92957FFD-7B97-4FF1-91C7-9B311E0BE58A}"/>
              </a:ext>
            </a:extLst>
          </p:cNvPr>
          <p:cNvSpPr/>
          <p:nvPr/>
        </p:nvSpPr>
        <p:spPr>
          <a:xfrm>
            <a:off x="601805" y="120167"/>
            <a:ext cx="368457" cy="177419"/>
          </a:xfrm>
          <a:custGeom>
            <a:avLst/>
            <a:gdLst/>
            <a:ahLst/>
            <a:cxnLst/>
            <a:rect l="l" t="t" r="r" b="b"/>
            <a:pathLst>
              <a:path w="585247" h="392648">
                <a:moveTo>
                  <a:pt x="0" y="0"/>
                </a:moveTo>
                <a:lnTo>
                  <a:pt x="585247" y="0"/>
                </a:lnTo>
                <a:lnTo>
                  <a:pt x="585247" y="392647"/>
                </a:lnTo>
                <a:lnTo>
                  <a:pt x="0" y="39264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SG" sz="1088"/>
          </a:p>
        </p:txBody>
      </p:sp>
      <p:sp>
        <p:nvSpPr>
          <p:cNvPr id="9" name="Freeform 9">
            <a:extLst>
              <a:ext uri="{FF2B5EF4-FFF2-40B4-BE49-F238E27FC236}">
                <a16:creationId xmlns:a16="http://schemas.microsoft.com/office/drawing/2014/main" id="{03CF8B42-0F96-33AC-6A95-C836844050CF}"/>
              </a:ext>
            </a:extLst>
          </p:cNvPr>
          <p:cNvSpPr/>
          <p:nvPr/>
        </p:nvSpPr>
        <p:spPr>
          <a:xfrm>
            <a:off x="6031025" y="86246"/>
            <a:ext cx="242908" cy="271500"/>
          </a:xfrm>
          <a:custGeom>
            <a:avLst/>
            <a:gdLst/>
            <a:ahLst/>
            <a:cxnLst/>
            <a:rect l="l" t="t" r="r" b="b"/>
            <a:pathLst>
              <a:path w="365278" h="392772">
                <a:moveTo>
                  <a:pt x="0" y="0"/>
                </a:moveTo>
                <a:lnTo>
                  <a:pt x="365278" y="0"/>
                </a:lnTo>
                <a:lnTo>
                  <a:pt x="365278" y="392772"/>
                </a:lnTo>
                <a:lnTo>
                  <a:pt x="0" y="39277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SG" sz="1088"/>
          </a:p>
        </p:txBody>
      </p:sp>
      <p:sp>
        <p:nvSpPr>
          <p:cNvPr id="10" name="Freeform 10">
            <a:extLst>
              <a:ext uri="{FF2B5EF4-FFF2-40B4-BE49-F238E27FC236}">
                <a16:creationId xmlns:a16="http://schemas.microsoft.com/office/drawing/2014/main" id="{D7A5720A-B21B-C406-F1FA-931DE68F59BE}"/>
              </a:ext>
            </a:extLst>
          </p:cNvPr>
          <p:cNvSpPr/>
          <p:nvPr/>
        </p:nvSpPr>
        <p:spPr>
          <a:xfrm>
            <a:off x="4386672" y="100843"/>
            <a:ext cx="268412" cy="274566"/>
          </a:xfrm>
          <a:custGeom>
            <a:avLst/>
            <a:gdLst/>
            <a:ahLst/>
            <a:cxnLst/>
            <a:rect l="l" t="t" r="r" b="b"/>
            <a:pathLst>
              <a:path w="399295" h="414852">
                <a:moveTo>
                  <a:pt x="0" y="0"/>
                </a:moveTo>
                <a:lnTo>
                  <a:pt x="399295" y="0"/>
                </a:lnTo>
                <a:lnTo>
                  <a:pt x="399295" y="414852"/>
                </a:lnTo>
                <a:lnTo>
                  <a:pt x="0" y="41485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SG" sz="1088"/>
          </a:p>
        </p:txBody>
      </p:sp>
      <p:sp>
        <p:nvSpPr>
          <p:cNvPr id="11" name="Freeform 11">
            <a:hlinkClick r:id="rId12" action="ppaction://hlinksldjump"/>
            <a:extLst>
              <a:ext uri="{FF2B5EF4-FFF2-40B4-BE49-F238E27FC236}">
                <a16:creationId xmlns:a16="http://schemas.microsoft.com/office/drawing/2014/main" id="{6A427BB0-DCA3-AE6C-572E-10019ADE1CFE}"/>
              </a:ext>
            </a:extLst>
          </p:cNvPr>
          <p:cNvSpPr/>
          <p:nvPr/>
        </p:nvSpPr>
        <p:spPr>
          <a:xfrm>
            <a:off x="9024846" y="79763"/>
            <a:ext cx="332501" cy="332501"/>
          </a:xfrm>
          <a:custGeom>
            <a:avLst/>
            <a:gdLst/>
            <a:ahLst/>
            <a:cxnLst/>
            <a:rect l="l" t="t" r="r" b="b"/>
            <a:pathLst>
              <a:path w="415644" h="415644">
                <a:moveTo>
                  <a:pt x="0" y="0"/>
                </a:moveTo>
                <a:lnTo>
                  <a:pt x="415645" y="0"/>
                </a:lnTo>
                <a:lnTo>
                  <a:pt x="415645" y="415644"/>
                </a:lnTo>
                <a:lnTo>
                  <a:pt x="0" y="415644"/>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SG" sz="1088"/>
          </a:p>
        </p:txBody>
      </p:sp>
      <p:sp>
        <p:nvSpPr>
          <p:cNvPr id="12" name="Freeform 12">
            <a:hlinkClick r:id="rId15" action="ppaction://hlinksldjump"/>
            <a:extLst>
              <a:ext uri="{FF2B5EF4-FFF2-40B4-BE49-F238E27FC236}">
                <a16:creationId xmlns:a16="http://schemas.microsoft.com/office/drawing/2014/main" id="{B916B630-7F4B-F482-41DB-D4A717ADA9B8}"/>
              </a:ext>
            </a:extLst>
          </p:cNvPr>
          <p:cNvSpPr/>
          <p:nvPr/>
        </p:nvSpPr>
        <p:spPr>
          <a:xfrm>
            <a:off x="9612312" y="79763"/>
            <a:ext cx="394835" cy="394835"/>
          </a:xfrm>
          <a:custGeom>
            <a:avLst/>
            <a:gdLst/>
            <a:ahLst/>
            <a:cxnLst/>
            <a:rect l="l" t="t" r="r" b="b"/>
            <a:pathLst>
              <a:path w="493565" h="493565">
                <a:moveTo>
                  <a:pt x="0" y="0"/>
                </a:moveTo>
                <a:lnTo>
                  <a:pt x="493565" y="0"/>
                </a:lnTo>
                <a:lnTo>
                  <a:pt x="493565" y="493565"/>
                </a:lnTo>
                <a:lnTo>
                  <a:pt x="0" y="493565"/>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grpSp>
        <p:nvGrpSpPr>
          <p:cNvPr id="13" name="Group 13">
            <a:extLst>
              <a:ext uri="{FF2B5EF4-FFF2-40B4-BE49-F238E27FC236}">
                <a16:creationId xmlns:a16="http://schemas.microsoft.com/office/drawing/2014/main" id="{C905FDE1-F2BE-592B-8D6F-2C5A1ED8EC72}"/>
              </a:ext>
            </a:extLst>
          </p:cNvPr>
          <p:cNvGrpSpPr/>
          <p:nvPr/>
        </p:nvGrpSpPr>
        <p:grpSpPr>
          <a:xfrm>
            <a:off x="6787113" y="3133272"/>
            <a:ext cx="1546440" cy="447075"/>
            <a:chOff x="0" y="0"/>
            <a:chExt cx="812800" cy="234980"/>
          </a:xfrm>
        </p:grpSpPr>
        <p:sp>
          <p:nvSpPr>
            <p:cNvPr id="14" name="Freeform 14">
              <a:extLst>
                <a:ext uri="{FF2B5EF4-FFF2-40B4-BE49-F238E27FC236}">
                  <a16:creationId xmlns:a16="http://schemas.microsoft.com/office/drawing/2014/main" id="{51F7F8A2-90D0-2557-5FCD-EDE642E55F75}"/>
                </a:ext>
              </a:extLst>
            </p:cNvPr>
            <p:cNvSpPr/>
            <p:nvPr/>
          </p:nvSpPr>
          <p:spPr>
            <a:xfrm>
              <a:off x="0" y="0"/>
              <a:ext cx="812800" cy="234980"/>
            </a:xfrm>
            <a:custGeom>
              <a:avLst/>
              <a:gdLst/>
              <a:ahLst/>
              <a:cxnLst/>
              <a:rect l="l" t="t" r="r" b="b"/>
              <a:pathLst>
                <a:path w="812800" h="234980">
                  <a:moveTo>
                    <a:pt x="117490" y="0"/>
                  </a:moveTo>
                  <a:lnTo>
                    <a:pt x="695310" y="0"/>
                  </a:lnTo>
                  <a:cubicBezTo>
                    <a:pt x="726470" y="0"/>
                    <a:pt x="756354" y="12378"/>
                    <a:pt x="778388" y="34412"/>
                  </a:cubicBezTo>
                  <a:cubicBezTo>
                    <a:pt x="800422" y="56446"/>
                    <a:pt x="812800" y="86330"/>
                    <a:pt x="812800" y="117490"/>
                  </a:cubicBezTo>
                  <a:lnTo>
                    <a:pt x="812800" y="117490"/>
                  </a:lnTo>
                  <a:cubicBezTo>
                    <a:pt x="812800" y="148650"/>
                    <a:pt x="800422" y="178534"/>
                    <a:pt x="778388" y="200568"/>
                  </a:cubicBezTo>
                  <a:cubicBezTo>
                    <a:pt x="756354" y="222602"/>
                    <a:pt x="726470" y="234980"/>
                    <a:pt x="695310" y="234980"/>
                  </a:cubicBezTo>
                  <a:lnTo>
                    <a:pt x="117490" y="234980"/>
                  </a:lnTo>
                  <a:cubicBezTo>
                    <a:pt x="86330" y="234980"/>
                    <a:pt x="56446" y="222602"/>
                    <a:pt x="34412" y="200568"/>
                  </a:cubicBezTo>
                  <a:cubicBezTo>
                    <a:pt x="12378" y="178534"/>
                    <a:pt x="0" y="148650"/>
                    <a:pt x="0" y="117490"/>
                  </a:cubicBezTo>
                  <a:lnTo>
                    <a:pt x="0" y="117490"/>
                  </a:lnTo>
                  <a:cubicBezTo>
                    <a:pt x="0" y="86330"/>
                    <a:pt x="12378" y="56446"/>
                    <a:pt x="34412" y="34412"/>
                  </a:cubicBezTo>
                  <a:cubicBezTo>
                    <a:pt x="56446" y="12378"/>
                    <a:pt x="86330" y="0"/>
                    <a:pt x="117490" y="0"/>
                  </a:cubicBezTo>
                  <a:close/>
                </a:path>
              </a:pathLst>
            </a:custGeom>
            <a:solidFill>
              <a:srgbClr val="F34336"/>
            </a:solidFill>
          </p:spPr>
          <p:txBody>
            <a:bodyPr/>
            <a:lstStyle/>
            <a:p>
              <a:endParaRPr lang="en-SG" sz="1088"/>
            </a:p>
          </p:txBody>
        </p:sp>
        <p:sp>
          <p:nvSpPr>
            <p:cNvPr id="15" name="TextBox 15">
              <a:extLst>
                <a:ext uri="{FF2B5EF4-FFF2-40B4-BE49-F238E27FC236}">
                  <a16:creationId xmlns:a16="http://schemas.microsoft.com/office/drawing/2014/main" id="{4845F160-A44E-F66F-9BD5-4E32F9B81CC1}"/>
                </a:ext>
              </a:extLst>
            </p:cNvPr>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grpSp>
        <p:nvGrpSpPr>
          <p:cNvPr id="16" name="Group 16">
            <a:extLst>
              <a:ext uri="{FF2B5EF4-FFF2-40B4-BE49-F238E27FC236}">
                <a16:creationId xmlns:a16="http://schemas.microsoft.com/office/drawing/2014/main" id="{16CFC4A8-EA73-2697-F9C7-81CBBB85731C}"/>
              </a:ext>
            </a:extLst>
          </p:cNvPr>
          <p:cNvGrpSpPr/>
          <p:nvPr/>
        </p:nvGrpSpPr>
        <p:grpSpPr>
          <a:xfrm>
            <a:off x="8515090" y="3134505"/>
            <a:ext cx="1542181" cy="445844"/>
            <a:chOff x="0" y="0"/>
            <a:chExt cx="812800" cy="234980"/>
          </a:xfrm>
        </p:grpSpPr>
        <p:sp>
          <p:nvSpPr>
            <p:cNvPr id="17" name="Freeform 17">
              <a:extLst>
                <a:ext uri="{FF2B5EF4-FFF2-40B4-BE49-F238E27FC236}">
                  <a16:creationId xmlns:a16="http://schemas.microsoft.com/office/drawing/2014/main" id="{05C98454-9D06-0E09-44E2-9A65B9EE71B7}"/>
                </a:ext>
              </a:extLst>
            </p:cNvPr>
            <p:cNvSpPr/>
            <p:nvPr/>
          </p:nvSpPr>
          <p:spPr>
            <a:xfrm>
              <a:off x="0" y="0"/>
              <a:ext cx="812800" cy="234980"/>
            </a:xfrm>
            <a:custGeom>
              <a:avLst/>
              <a:gdLst/>
              <a:ahLst/>
              <a:cxnLst/>
              <a:rect l="l" t="t" r="r" b="b"/>
              <a:pathLst>
                <a:path w="812800" h="234980">
                  <a:moveTo>
                    <a:pt x="117490" y="0"/>
                  </a:moveTo>
                  <a:lnTo>
                    <a:pt x="695310" y="0"/>
                  </a:lnTo>
                  <a:cubicBezTo>
                    <a:pt x="726470" y="0"/>
                    <a:pt x="756354" y="12378"/>
                    <a:pt x="778388" y="34412"/>
                  </a:cubicBezTo>
                  <a:cubicBezTo>
                    <a:pt x="800422" y="56446"/>
                    <a:pt x="812800" y="86330"/>
                    <a:pt x="812800" y="117490"/>
                  </a:cubicBezTo>
                  <a:lnTo>
                    <a:pt x="812800" y="117490"/>
                  </a:lnTo>
                  <a:cubicBezTo>
                    <a:pt x="812800" y="148650"/>
                    <a:pt x="800422" y="178534"/>
                    <a:pt x="778388" y="200568"/>
                  </a:cubicBezTo>
                  <a:cubicBezTo>
                    <a:pt x="756354" y="222602"/>
                    <a:pt x="726470" y="234980"/>
                    <a:pt x="695310" y="234980"/>
                  </a:cubicBezTo>
                  <a:lnTo>
                    <a:pt x="117490" y="234980"/>
                  </a:lnTo>
                  <a:cubicBezTo>
                    <a:pt x="86330" y="234980"/>
                    <a:pt x="56446" y="222602"/>
                    <a:pt x="34412" y="200568"/>
                  </a:cubicBezTo>
                  <a:cubicBezTo>
                    <a:pt x="12378" y="178534"/>
                    <a:pt x="0" y="148650"/>
                    <a:pt x="0" y="117490"/>
                  </a:cubicBezTo>
                  <a:lnTo>
                    <a:pt x="0" y="117490"/>
                  </a:lnTo>
                  <a:cubicBezTo>
                    <a:pt x="0" y="86330"/>
                    <a:pt x="12378" y="56446"/>
                    <a:pt x="34412" y="34412"/>
                  </a:cubicBezTo>
                  <a:cubicBezTo>
                    <a:pt x="56446" y="12378"/>
                    <a:pt x="86330" y="0"/>
                    <a:pt x="117490" y="0"/>
                  </a:cubicBezTo>
                  <a:close/>
                </a:path>
              </a:pathLst>
            </a:custGeom>
            <a:solidFill>
              <a:srgbClr val="F34336"/>
            </a:solidFill>
          </p:spPr>
          <p:txBody>
            <a:bodyPr/>
            <a:lstStyle/>
            <a:p>
              <a:endParaRPr lang="en-SG" sz="1088"/>
            </a:p>
          </p:txBody>
        </p:sp>
        <p:sp>
          <p:nvSpPr>
            <p:cNvPr id="18" name="TextBox 18">
              <a:extLst>
                <a:ext uri="{FF2B5EF4-FFF2-40B4-BE49-F238E27FC236}">
                  <a16:creationId xmlns:a16="http://schemas.microsoft.com/office/drawing/2014/main" id="{C80DB801-0457-628D-5294-013DAA99E40F}"/>
                </a:ext>
              </a:extLst>
            </p:cNvPr>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sp>
        <p:nvSpPr>
          <p:cNvPr id="20" name="Freeform 20">
            <a:extLst>
              <a:ext uri="{FF2B5EF4-FFF2-40B4-BE49-F238E27FC236}">
                <a16:creationId xmlns:a16="http://schemas.microsoft.com/office/drawing/2014/main" id="{18B19095-0038-3A56-0A56-3B4D6EDEB8DC}"/>
              </a:ext>
            </a:extLst>
          </p:cNvPr>
          <p:cNvSpPr/>
          <p:nvPr/>
        </p:nvSpPr>
        <p:spPr>
          <a:xfrm>
            <a:off x="-5932" y="3553206"/>
            <a:ext cx="629155" cy="314578"/>
          </a:xfrm>
          <a:custGeom>
            <a:avLst/>
            <a:gdLst/>
            <a:ahLst/>
            <a:cxnLst/>
            <a:rect l="l" t="t" r="r" b="b"/>
            <a:pathLst>
              <a:path w="786479" h="393240">
                <a:moveTo>
                  <a:pt x="0" y="0"/>
                </a:moveTo>
                <a:lnTo>
                  <a:pt x="786480" y="0"/>
                </a:lnTo>
                <a:lnTo>
                  <a:pt x="786480" y="393239"/>
                </a:lnTo>
                <a:lnTo>
                  <a:pt x="0" y="39323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21" name="Freeform 21">
            <a:extLst>
              <a:ext uri="{FF2B5EF4-FFF2-40B4-BE49-F238E27FC236}">
                <a16:creationId xmlns:a16="http://schemas.microsoft.com/office/drawing/2014/main" id="{CE378E36-1540-940B-BB6A-FD8442189DB2}"/>
              </a:ext>
            </a:extLst>
          </p:cNvPr>
          <p:cNvSpPr/>
          <p:nvPr/>
        </p:nvSpPr>
        <p:spPr>
          <a:xfrm>
            <a:off x="12730" y="876927"/>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22" name="Freeform 22">
            <a:extLst>
              <a:ext uri="{FF2B5EF4-FFF2-40B4-BE49-F238E27FC236}">
                <a16:creationId xmlns:a16="http://schemas.microsoft.com/office/drawing/2014/main" id="{024987AA-9FCE-FE0D-A19D-A1CF747915EB}"/>
              </a:ext>
            </a:extLst>
          </p:cNvPr>
          <p:cNvSpPr/>
          <p:nvPr/>
        </p:nvSpPr>
        <p:spPr>
          <a:xfrm>
            <a:off x="34279" y="4707246"/>
            <a:ext cx="629155" cy="314578"/>
          </a:xfrm>
          <a:custGeom>
            <a:avLst/>
            <a:gdLst/>
            <a:ahLst/>
            <a:cxnLst/>
            <a:rect l="l" t="t" r="r" b="b"/>
            <a:pathLst>
              <a:path w="786479" h="393240">
                <a:moveTo>
                  <a:pt x="0" y="0"/>
                </a:moveTo>
                <a:lnTo>
                  <a:pt x="786480" y="0"/>
                </a:lnTo>
                <a:lnTo>
                  <a:pt x="786480" y="393240"/>
                </a:lnTo>
                <a:lnTo>
                  <a:pt x="0" y="393240"/>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dirty="0"/>
          </a:p>
        </p:txBody>
      </p:sp>
      <p:sp>
        <p:nvSpPr>
          <p:cNvPr id="23" name="Freeform 23">
            <a:extLst>
              <a:ext uri="{FF2B5EF4-FFF2-40B4-BE49-F238E27FC236}">
                <a16:creationId xmlns:a16="http://schemas.microsoft.com/office/drawing/2014/main" id="{0ED7D299-CCDE-D146-24E9-871FFB2C04A8}"/>
              </a:ext>
            </a:extLst>
          </p:cNvPr>
          <p:cNvSpPr/>
          <p:nvPr/>
        </p:nvSpPr>
        <p:spPr>
          <a:xfrm>
            <a:off x="22061" y="5621367"/>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24" name="Freeform 24">
            <a:extLst>
              <a:ext uri="{FF2B5EF4-FFF2-40B4-BE49-F238E27FC236}">
                <a16:creationId xmlns:a16="http://schemas.microsoft.com/office/drawing/2014/main" id="{F490E13C-60BD-705D-EE0C-280AD4C47E09}"/>
              </a:ext>
            </a:extLst>
          </p:cNvPr>
          <p:cNvSpPr/>
          <p:nvPr/>
        </p:nvSpPr>
        <p:spPr>
          <a:xfrm>
            <a:off x="-4888" y="6490234"/>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26" name="Freeform 26">
            <a:extLst>
              <a:ext uri="{FF2B5EF4-FFF2-40B4-BE49-F238E27FC236}">
                <a16:creationId xmlns:a16="http://schemas.microsoft.com/office/drawing/2014/main" id="{E5599F7B-E5CA-0DA4-D2C6-8FE7D307C7F5}"/>
              </a:ext>
            </a:extLst>
          </p:cNvPr>
          <p:cNvSpPr/>
          <p:nvPr/>
        </p:nvSpPr>
        <p:spPr>
          <a:xfrm>
            <a:off x="-5933" y="2749221"/>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27" name="Freeform 27">
            <a:extLst>
              <a:ext uri="{FF2B5EF4-FFF2-40B4-BE49-F238E27FC236}">
                <a16:creationId xmlns:a16="http://schemas.microsoft.com/office/drawing/2014/main" id="{C996FE64-4C80-560D-FD09-2A1F869D1A61}"/>
              </a:ext>
            </a:extLst>
          </p:cNvPr>
          <p:cNvSpPr/>
          <p:nvPr/>
        </p:nvSpPr>
        <p:spPr>
          <a:xfrm>
            <a:off x="22061" y="1747651"/>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dirty="0"/>
          </a:p>
        </p:txBody>
      </p:sp>
      <p:sp>
        <p:nvSpPr>
          <p:cNvPr id="29" name="Freeform 29">
            <a:extLst>
              <a:ext uri="{FF2B5EF4-FFF2-40B4-BE49-F238E27FC236}">
                <a16:creationId xmlns:a16="http://schemas.microsoft.com/office/drawing/2014/main" id="{A464F3E9-DA3C-C04F-885D-7EBA4DA438D8}"/>
              </a:ext>
            </a:extLst>
          </p:cNvPr>
          <p:cNvSpPr/>
          <p:nvPr/>
        </p:nvSpPr>
        <p:spPr>
          <a:xfrm>
            <a:off x="6117783" y="2497084"/>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30" name="Freeform 30">
            <a:extLst>
              <a:ext uri="{FF2B5EF4-FFF2-40B4-BE49-F238E27FC236}">
                <a16:creationId xmlns:a16="http://schemas.microsoft.com/office/drawing/2014/main" id="{E397CB1E-FDD1-4FDE-1D97-B5AA58A438C2}"/>
              </a:ext>
            </a:extLst>
          </p:cNvPr>
          <p:cNvSpPr/>
          <p:nvPr/>
        </p:nvSpPr>
        <p:spPr>
          <a:xfrm>
            <a:off x="6117783" y="1577123"/>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31" name="Freeform 31">
            <a:extLst>
              <a:ext uri="{FF2B5EF4-FFF2-40B4-BE49-F238E27FC236}">
                <a16:creationId xmlns:a16="http://schemas.microsoft.com/office/drawing/2014/main" id="{FB609858-FE3A-C37D-B1E0-53B3EC23C4F4}"/>
              </a:ext>
            </a:extLst>
          </p:cNvPr>
          <p:cNvSpPr/>
          <p:nvPr/>
        </p:nvSpPr>
        <p:spPr>
          <a:xfrm>
            <a:off x="6117783" y="747423"/>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32" name="Freeform 32">
            <a:extLst>
              <a:ext uri="{FF2B5EF4-FFF2-40B4-BE49-F238E27FC236}">
                <a16:creationId xmlns:a16="http://schemas.microsoft.com/office/drawing/2014/main" id="{54CDA20E-9978-0E7B-1981-CC0FF7255A44}"/>
              </a:ext>
            </a:extLst>
          </p:cNvPr>
          <p:cNvSpPr/>
          <p:nvPr/>
        </p:nvSpPr>
        <p:spPr>
          <a:xfrm>
            <a:off x="6062346" y="5555933"/>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33" name="Freeform 33">
            <a:extLst>
              <a:ext uri="{FF2B5EF4-FFF2-40B4-BE49-F238E27FC236}">
                <a16:creationId xmlns:a16="http://schemas.microsoft.com/office/drawing/2014/main" id="{8E002E42-9F4F-4947-B76B-4EF7378C2748}"/>
              </a:ext>
            </a:extLst>
          </p:cNvPr>
          <p:cNvSpPr/>
          <p:nvPr/>
        </p:nvSpPr>
        <p:spPr>
          <a:xfrm>
            <a:off x="6072639" y="4537754"/>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34" name="Freeform 34">
            <a:extLst>
              <a:ext uri="{FF2B5EF4-FFF2-40B4-BE49-F238E27FC236}">
                <a16:creationId xmlns:a16="http://schemas.microsoft.com/office/drawing/2014/main" id="{397E6E36-679B-00E0-A412-B0248E7AC53B}"/>
              </a:ext>
            </a:extLst>
          </p:cNvPr>
          <p:cNvSpPr/>
          <p:nvPr/>
        </p:nvSpPr>
        <p:spPr>
          <a:xfrm>
            <a:off x="6117783" y="3555479"/>
            <a:ext cx="312305" cy="312305"/>
          </a:xfrm>
          <a:custGeom>
            <a:avLst/>
            <a:gdLst/>
            <a:ahLst/>
            <a:cxnLst/>
            <a:rect l="l" t="t" r="r" b="b"/>
            <a:pathLst>
              <a:path w="390399" h="390399">
                <a:moveTo>
                  <a:pt x="0" y="0"/>
                </a:moveTo>
                <a:lnTo>
                  <a:pt x="390399" y="0"/>
                </a:lnTo>
                <a:lnTo>
                  <a:pt x="390399" y="390398"/>
                </a:lnTo>
                <a:lnTo>
                  <a:pt x="0" y="390398"/>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35" name="Freeform 35">
            <a:extLst>
              <a:ext uri="{FF2B5EF4-FFF2-40B4-BE49-F238E27FC236}">
                <a16:creationId xmlns:a16="http://schemas.microsoft.com/office/drawing/2014/main" id="{4F5DBF9A-DB4B-10B3-7C3C-432B1ED284CA}"/>
              </a:ext>
            </a:extLst>
          </p:cNvPr>
          <p:cNvSpPr/>
          <p:nvPr/>
        </p:nvSpPr>
        <p:spPr>
          <a:xfrm>
            <a:off x="6085923" y="6418827"/>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nvGrpSpPr>
          <p:cNvPr id="36" name="Group 36">
            <a:extLst>
              <a:ext uri="{FF2B5EF4-FFF2-40B4-BE49-F238E27FC236}">
                <a16:creationId xmlns:a16="http://schemas.microsoft.com/office/drawing/2014/main" id="{55C25711-111E-4406-2AE4-5FFAB5CEAB4A}"/>
              </a:ext>
            </a:extLst>
          </p:cNvPr>
          <p:cNvGrpSpPr/>
          <p:nvPr/>
        </p:nvGrpSpPr>
        <p:grpSpPr>
          <a:xfrm>
            <a:off x="6948367" y="1102558"/>
            <a:ext cx="1840568" cy="474845"/>
            <a:chOff x="0" y="0"/>
            <a:chExt cx="654453" cy="168841"/>
          </a:xfrm>
        </p:grpSpPr>
        <p:sp>
          <p:nvSpPr>
            <p:cNvPr id="37" name="Freeform 37">
              <a:extLst>
                <a:ext uri="{FF2B5EF4-FFF2-40B4-BE49-F238E27FC236}">
                  <a16:creationId xmlns:a16="http://schemas.microsoft.com/office/drawing/2014/main" id="{B6DB5FEE-6727-6820-A744-529AAE6FF4CA}"/>
                </a:ext>
              </a:extLst>
            </p:cNvPr>
            <p:cNvSpPr/>
            <p:nvPr/>
          </p:nvSpPr>
          <p:spPr>
            <a:xfrm>
              <a:off x="0" y="0"/>
              <a:ext cx="654453" cy="168841"/>
            </a:xfrm>
            <a:custGeom>
              <a:avLst/>
              <a:gdLst/>
              <a:ahLst/>
              <a:cxnLst/>
              <a:rect l="l" t="t" r="r" b="b"/>
              <a:pathLst>
                <a:path w="654453" h="168841">
                  <a:moveTo>
                    <a:pt x="0" y="0"/>
                  </a:moveTo>
                  <a:lnTo>
                    <a:pt x="654453" y="0"/>
                  </a:lnTo>
                  <a:lnTo>
                    <a:pt x="654453" y="168841"/>
                  </a:lnTo>
                  <a:lnTo>
                    <a:pt x="0" y="168841"/>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38" name="TextBox 38">
              <a:extLst>
                <a:ext uri="{FF2B5EF4-FFF2-40B4-BE49-F238E27FC236}">
                  <a16:creationId xmlns:a16="http://schemas.microsoft.com/office/drawing/2014/main" id="{289881D3-EF98-39EE-FDDA-7745FE5BA55B}"/>
                </a:ext>
              </a:extLst>
            </p:cNvPr>
            <p:cNvSpPr txBox="1"/>
            <p:nvPr/>
          </p:nvSpPr>
          <p:spPr>
            <a:xfrm>
              <a:off x="0" y="-28575"/>
              <a:ext cx="654453" cy="197416"/>
            </a:xfrm>
            <a:prstGeom prst="rect">
              <a:avLst/>
            </a:prstGeom>
          </p:spPr>
          <p:txBody>
            <a:bodyPr lIns="40638" tIns="40638" rIns="40638" bIns="40638" rtlCol="0" anchor="ctr"/>
            <a:lstStyle/>
            <a:p>
              <a:pPr algn="ctr">
                <a:lnSpc>
                  <a:spcPts val="2016"/>
                </a:lnSpc>
              </a:pPr>
              <a:endParaRPr sz="1088"/>
            </a:p>
          </p:txBody>
        </p:sp>
      </p:grpSp>
      <p:grpSp>
        <p:nvGrpSpPr>
          <p:cNvPr id="39" name="Group 39">
            <a:extLst>
              <a:ext uri="{FF2B5EF4-FFF2-40B4-BE49-F238E27FC236}">
                <a16:creationId xmlns:a16="http://schemas.microsoft.com/office/drawing/2014/main" id="{38885858-3830-26EC-94E4-1BD4D77D25AF}"/>
              </a:ext>
            </a:extLst>
          </p:cNvPr>
          <p:cNvGrpSpPr/>
          <p:nvPr/>
        </p:nvGrpSpPr>
        <p:grpSpPr>
          <a:xfrm>
            <a:off x="8785225" y="1102558"/>
            <a:ext cx="403148" cy="474845"/>
            <a:chOff x="0" y="0"/>
            <a:chExt cx="143348" cy="168841"/>
          </a:xfrm>
        </p:grpSpPr>
        <p:sp>
          <p:nvSpPr>
            <p:cNvPr id="40" name="Freeform 40">
              <a:extLst>
                <a:ext uri="{FF2B5EF4-FFF2-40B4-BE49-F238E27FC236}">
                  <a16:creationId xmlns:a16="http://schemas.microsoft.com/office/drawing/2014/main" id="{5E64512A-B3AC-5762-0CB9-892A0269FDA9}"/>
                </a:ext>
              </a:extLst>
            </p:cNvPr>
            <p:cNvSpPr/>
            <p:nvPr/>
          </p:nvSpPr>
          <p:spPr>
            <a:xfrm>
              <a:off x="0" y="0"/>
              <a:ext cx="143348" cy="168841"/>
            </a:xfrm>
            <a:custGeom>
              <a:avLst/>
              <a:gdLst/>
              <a:ahLst/>
              <a:cxnLst/>
              <a:rect l="l" t="t" r="r" b="b"/>
              <a:pathLst>
                <a:path w="143348" h="168841">
                  <a:moveTo>
                    <a:pt x="0" y="0"/>
                  </a:moveTo>
                  <a:lnTo>
                    <a:pt x="143348" y="0"/>
                  </a:lnTo>
                  <a:lnTo>
                    <a:pt x="143348" y="168841"/>
                  </a:lnTo>
                  <a:lnTo>
                    <a:pt x="0" y="168841"/>
                  </a:lnTo>
                  <a:close/>
                </a:path>
              </a:pathLst>
            </a:custGeom>
            <a:solidFill>
              <a:srgbClr val="FDFDFD">
                <a:alpha val="38824"/>
              </a:srgbClr>
            </a:solidFill>
            <a:ln w="9525" cap="sq">
              <a:solidFill>
                <a:srgbClr val="000000">
                  <a:alpha val="38824"/>
                </a:srgbClr>
              </a:solidFill>
              <a:prstDash val="solid"/>
              <a:miter/>
            </a:ln>
          </p:spPr>
          <p:txBody>
            <a:bodyPr/>
            <a:lstStyle/>
            <a:p>
              <a:endParaRPr lang="en-SG" sz="1088"/>
            </a:p>
          </p:txBody>
        </p:sp>
        <p:sp>
          <p:nvSpPr>
            <p:cNvPr id="41" name="TextBox 41">
              <a:extLst>
                <a:ext uri="{FF2B5EF4-FFF2-40B4-BE49-F238E27FC236}">
                  <a16:creationId xmlns:a16="http://schemas.microsoft.com/office/drawing/2014/main" id="{EEC2AF03-496B-3369-C214-60CDDBBCB95A}"/>
                </a:ext>
              </a:extLst>
            </p:cNvPr>
            <p:cNvSpPr txBox="1"/>
            <p:nvPr/>
          </p:nvSpPr>
          <p:spPr>
            <a:xfrm>
              <a:off x="0" y="-28575"/>
              <a:ext cx="143348" cy="197416"/>
            </a:xfrm>
            <a:prstGeom prst="rect">
              <a:avLst/>
            </a:prstGeom>
          </p:spPr>
          <p:txBody>
            <a:bodyPr lIns="40638" tIns="40638" rIns="40638" bIns="40638" rtlCol="0" anchor="ctr"/>
            <a:lstStyle/>
            <a:p>
              <a:pPr algn="ctr">
                <a:lnSpc>
                  <a:spcPts val="2016"/>
                </a:lnSpc>
              </a:pPr>
              <a:endParaRPr sz="1088"/>
            </a:p>
          </p:txBody>
        </p:sp>
      </p:grpSp>
      <p:grpSp>
        <p:nvGrpSpPr>
          <p:cNvPr id="42" name="Group 42">
            <a:extLst>
              <a:ext uri="{FF2B5EF4-FFF2-40B4-BE49-F238E27FC236}">
                <a16:creationId xmlns:a16="http://schemas.microsoft.com/office/drawing/2014/main" id="{DB0DB4EF-983E-7203-F1C9-FA784DA00E08}"/>
              </a:ext>
            </a:extLst>
          </p:cNvPr>
          <p:cNvGrpSpPr/>
          <p:nvPr/>
        </p:nvGrpSpPr>
        <p:grpSpPr>
          <a:xfrm>
            <a:off x="7210917" y="2101115"/>
            <a:ext cx="685837" cy="469257"/>
            <a:chOff x="0" y="0"/>
            <a:chExt cx="243864" cy="166854"/>
          </a:xfrm>
        </p:grpSpPr>
        <p:sp>
          <p:nvSpPr>
            <p:cNvPr id="43" name="Freeform 43">
              <a:extLst>
                <a:ext uri="{FF2B5EF4-FFF2-40B4-BE49-F238E27FC236}">
                  <a16:creationId xmlns:a16="http://schemas.microsoft.com/office/drawing/2014/main" id="{563C03B4-2CE3-3FB4-73FA-1C0A10CEF451}"/>
                </a:ext>
              </a:extLst>
            </p:cNvPr>
            <p:cNvSpPr/>
            <p:nvPr/>
          </p:nvSpPr>
          <p:spPr>
            <a:xfrm>
              <a:off x="0" y="0"/>
              <a:ext cx="243864" cy="166854"/>
            </a:xfrm>
            <a:custGeom>
              <a:avLst/>
              <a:gdLst/>
              <a:ahLst/>
              <a:cxnLst/>
              <a:rect l="l" t="t" r="r" b="b"/>
              <a:pathLst>
                <a:path w="243864" h="166854">
                  <a:moveTo>
                    <a:pt x="0" y="0"/>
                  </a:moveTo>
                  <a:lnTo>
                    <a:pt x="243864" y="0"/>
                  </a:lnTo>
                  <a:lnTo>
                    <a:pt x="243864" y="166854"/>
                  </a:lnTo>
                  <a:lnTo>
                    <a:pt x="0" y="166854"/>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44" name="TextBox 44">
              <a:extLst>
                <a:ext uri="{FF2B5EF4-FFF2-40B4-BE49-F238E27FC236}">
                  <a16:creationId xmlns:a16="http://schemas.microsoft.com/office/drawing/2014/main" id="{2EAD49A8-6BB6-620F-E914-2B35346197D9}"/>
                </a:ext>
              </a:extLst>
            </p:cNvPr>
            <p:cNvSpPr txBox="1"/>
            <p:nvPr/>
          </p:nvSpPr>
          <p:spPr>
            <a:xfrm>
              <a:off x="0" y="-28575"/>
              <a:ext cx="243864" cy="195429"/>
            </a:xfrm>
            <a:prstGeom prst="rect">
              <a:avLst/>
            </a:prstGeom>
          </p:spPr>
          <p:txBody>
            <a:bodyPr lIns="40638" tIns="40638" rIns="40638" bIns="40638" rtlCol="0" anchor="ctr"/>
            <a:lstStyle/>
            <a:p>
              <a:pPr algn="ctr">
                <a:lnSpc>
                  <a:spcPts val="2016"/>
                </a:lnSpc>
              </a:pPr>
              <a:endParaRPr sz="1088"/>
            </a:p>
          </p:txBody>
        </p:sp>
      </p:grpSp>
      <p:grpSp>
        <p:nvGrpSpPr>
          <p:cNvPr id="45" name="Group 45">
            <a:extLst>
              <a:ext uri="{FF2B5EF4-FFF2-40B4-BE49-F238E27FC236}">
                <a16:creationId xmlns:a16="http://schemas.microsoft.com/office/drawing/2014/main" id="{FB58C74F-753F-0A91-8FCA-FC88AA9F069C}"/>
              </a:ext>
            </a:extLst>
          </p:cNvPr>
          <p:cNvGrpSpPr/>
          <p:nvPr/>
        </p:nvGrpSpPr>
        <p:grpSpPr>
          <a:xfrm>
            <a:off x="6506698" y="551792"/>
            <a:ext cx="110934" cy="7887829"/>
            <a:chOff x="0" y="0"/>
            <a:chExt cx="184898" cy="13146961"/>
          </a:xfrm>
        </p:grpSpPr>
        <p:grpSp>
          <p:nvGrpSpPr>
            <p:cNvPr id="46" name="Group 46">
              <a:extLst>
                <a:ext uri="{FF2B5EF4-FFF2-40B4-BE49-F238E27FC236}">
                  <a16:creationId xmlns:a16="http://schemas.microsoft.com/office/drawing/2014/main" id="{87FC97F3-0231-9292-8DC6-889ADD0255C7}"/>
                </a:ext>
              </a:extLst>
            </p:cNvPr>
            <p:cNvGrpSpPr/>
            <p:nvPr/>
          </p:nvGrpSpPr>
          <p:grpSpPr>
            <a:xfrm>
              <a:off x="9132" y="3875"/>
              <a:ext cx="175766" cy="507612"/>
              <a:chOff x="0" y="0"/>
              <a:chExt cx="37497" cy="108291"/>
            </a:xfrm>
          </p:grpSpPr>
          <p:sp>
            <p:nvSpPr>
              <p:cNvPr id="47" name="Freeform 47">
                <a:extLst>
                  <a:ext uri="{FF2B5EF4-FFF2-40B4-BE49-F238E27FC236}">
                    <a16:creationId xmlns:a16="http://schemas.microsoft.com/office/drawing/2014/main" id="{6EF93EFF-6F2E-6134-3EED-8783892CBBF1}"/>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48" name="TextBox 48">
                <a:extLst>
                  <a:ext uri="{FF2B5EF4-FFF2-40B4-BE49-F238E27FC236}">
                    <a16:creationId xmlns:a16="http://schemas.microsoft.com/office/drawing/2014/main" id="{C41FBD75-6779-237B-B006-FCFC3E0EA7B0}"/>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49" name="Group 49">
              <a:extLst>
                <a:ext uri="{FF2B5EF4-FFF2-40B4-BE49-F238E27FC236}">
                  <a16:creationId xmlns:a16="http://schemas.microsoft.com/office/drawing/2014/main" id="{8384AFE9-BFFB-2982-2CD1-29601E57E97A}"/>
                </a:ext>
              </a:extLst>
            </p:cNvPr>
            <p:cNvGrpSpPr/>
            <p:nvPr/>
          </p:nvGrpSpPr>
          <p:grpSpPr>
            <a:xfrm>
              <a:off x="9132" y="0"/>
              <a:ext cx="175766" cy="13146961"/>
              <a:chOff x="0" y="0"/>
              <a:chExt cx="37497" cy="2804685"/>
            </a:xfrm>
          </p:grpSpPr>
          <p:sp>
            <p:nvSpPr>
              <p:cNvPr id="50" name="Freeform 50">
                <a:extLst>
                  <a:ext uri="{FF2B5EF4-FFF2-40B4-BE49-F238E27FC236}">
                    <a16:creationId xmlns:a16="http://schemas.microsoft.com/office/drawing/2014/main" id="{67C8103A-B019-9451-23D6-53E307A4C6D5}"/>
                  </a:ext>
                </a:extLst>
              </p:cNvPr>
              <p:cNvSpPr/>
              <p:nvPr/>
            </p:nvSpPr>
            <p:spPr>
              <a:xfrm>
                <a:off x="0" y="0"/>
                <a:ext cx="37497" cy="2804685"/>
              </a:xfrm>
              <a:custGeom>
                <a:avLst/>
                <a:gdLst/>
                <a:ahLst/>
                <a:cxnLst/>
                <a:rect l="l" t="t" r="r" b="b"/>
                <a:pathLst>
                  <a:path w="37497" h="2804685">
                    <a:moveTo>
                      <a:pt x="0" y="0"/>
                    </a:moveTo>
                    <a:lnTo>
                      <a:pt x="37497" y="0"/>
                    </a:lnTo>
                    <a:lnTo>
                      <a:pt x="37497" y="2804685"/>
                    </a:lnTo>
                    <a:lnTo>
                      <a:pt x="0" y="2804685"/>
                    </a:lnTo>
                    <a:close/>
                  </a:path>
                </a:pathLst>
              </a:custGeom>
              <a:solidFill>
                <a:srgbClr val="FDFDFD"/>
              </a:solidFill>
              <a:ln w="9525" cap="sq">
                <a:solidFill>
                  <a:srgbClr val="000000"/>
                </a:solidFill>
                <a:prstDash val="solid"/>
                <a:miter/>
              </a:ln>
            </p:spPr>
            <p:txBody>
              <a:bodyPr/>
              <a:lstStyle/>
              <a:p>
                <a:endParaRPr lang="en-SG" sz="1088"/>
              </a:p>
            </p:txBody>
          </p:sp>
          <p:sp>
            <p:nvSpPr>
              <p:cNvPr id="51" name="TextBox 51">
                <a:extLst>
                  <a:ext uri="{FF2B5EF4-FFF2-40B4-BE49-F238E27FC236}">
                    <a16:creationId xmlns:a16="http://schemas.microsoft.com/office/drawing/2014/main" id="{2B824366-127D-9F75-CAE0-544F4C2DA773}"/>
                  </a:ext>
                </a:extLst>
              </p:cNvPr>
              <p:cNvSpPr txBox="1"/>
              <p:nvPr/>
            </p:nvSpPr>
            <p:spPr>
              <a:xfrm>
                <a:off x="0" y="-28575"/>
                <a:ext cx="37497" cy="2833260"/>
              </a:xfrm>
              <a:prstGeom prst="rect">
                <a:avLst/>
              </a:prstGeom>
            </p:spPr>
            <p:txBody>
              <a:bodyPr lIns="40638" tIns="40638" rIns="40638" bIns="40638" rtlCol="0" anchor="ctr"/>
              <a:lstStyle/>
              <a:p>
                <a:pPr algn="ctr">
                  <a:lnSpc>
                    <a:spcPts val="2016"/>
                  </a:lnSpc>
                </a:pPr>
                <a:endParaRPr sz="1088"/>
              </a:p>
            </p:txBody>
          </p:sp>
        </p:grpSp>
        <p:grpSp>
          <p:nvGrpSpPr>
            <p:cNvPr id="52" name="Group 52">
              <a:extLst>
                <a:ext uri="{FF2B5EF4-FFF2-40B4-BE49-F238E27FC236}">
                  <a16:creationId xmlns:a16="http://schemas.microsoft.com/office/drawing/2014/main" id="{69204263-3AB6-9375-D950-F99CD23ABFB7}"/>
                </a:ext>
              </a:extLst>
            </p:cNvPr>
            <p:cNvGrpSpPr/>
            <p:nvPr/>
          </p:nvGrpSpPr>
          <p:grpSpPr>
            <a:xfrm>
              <a:off x="9132" y="2726176"/>
              <a:ext cx="165100" cy="2140734"/>
              <a:chOff x="0" y="0"/>
              <a:chExt cx="35221" cy="456690"/>
            </a:xfrm>
          </p:grpSpPr>
          <p:sp>
            <p:nvSpPr>
              <p:cNvPr id="53" name="Freeform 53">
                <a:extLst>
                  <a:ext uri="{FF2B5EF4-FFF2-40B4-BE49-F238E27FC236}">
                    <a16:creationId xmlns:a16="http://schemas.microsoft.com/office/drawing/2014/main" id="{8AE9A89C-DA3F-9C96-73D6-CAECF3003A95}"/>
                  </a:ext>
                </a:extLst>
              </p:cNvPr>
              <p:cNvSpPr/>
              <p:nvPr/>
            </p:nvSpPr>
            <p:spPr>
              <a:xfrm>
                <a:off x="0" y="0"/>
                <a:ext cx="35221" cy="456690"/>
              </a:xfrm>
              <a:custGeom>
                <a:avLst/>
                <a:gdLst/>
                <a:ahLst/>
                <a:cxnLst/>
                <a:rect l="l" t="t" r="r" b="b"/>
                <a:pathLst>
                  <a:path w="35221" h="456690">
                    <a:moveTo>
                      <a:pt x="0" y="0"/>
                    </a:moveTo>
                    <a:lnTo>
                      <a:pt x="35221" y="0"/>
                    </a:lnTo>
                    <a:lnTo>
                      <a:pt x="35221" y="456690"/>
                    </a:lnTo>
                    <a:lnTo>
                      <a:pt x="0" y="456690"/>
                    </a:lnTo>
                    <a:close/>
                  </a:path>
                </a:pathLst>
              </a:custGeom>
              <a:solidFill>
                <a:srgbClr val="F34336"/>
              </a:solidFill>
              <a:ln cap="sq">
                <a:noFill/>
                <a:prstDash val="solid"/>
                <a:miter/>
              </a:ln>
            </p:spPr>
            <p:txBody>
              <a:bodyPr/>
              <a:lstStyle/>
              <a:p>
                <a:endParaRPr lang="en-SG" sz="1088"/>
              </a:p>
            </p:txBody>
          </p:sp>
          <p:sp>
            <p:nvSpPr>
              <p:cNvPr id="54" name="TextBox 54">
                <a:extLst>
                  <a:ext uri="{FF2B5EF4-FFF2-40B4-BE49-F238E27FC236}">
                    <a16:creationId xmlns:a16="http://schemas.microsoft.com/office/drawing/2014/main" id="{D9774B5A-AC6D-34E6-BD87-BFC2D9810EB1}"/>
                  </a:ext>
                </a:extLst>
              </p:cNvPr>
              <p:cNvSpPr txBox="1"/>
              <p:nvPr/>
            </p:nvSpPr>
            <p:spPr>
              <a:xfrm>
                <a:off x="0" y="-28575"/>
                <a:ext cx="35221" cy="485265"/>
              </a:xfrm>
              <a:prstGeom prst="rect">
                <a:avLst/>
              </a:prstGeom>
            </p:spPr>
            <p:txBody>
              <a:bodyPr lIns="40638" tIns="40638" rIns="40638" bIns="40638" rtlCol="0" anchor="ctr"/>
              <a:lstStyle/>
              <a:p>
                <a:pPr algn="ctr">
                  <a:lnSpc>
                    <a:spcPts val="2016"/>
                  </a:lnSpc>
                </a:pPr>
                <a:endParaRPr sz="1088"/>
              </a:p>
            </p:txBody>
          </p:sp>
        </p:grpSp>
        <p:grpSp>
          <p:nvGrpSpPr>
            <p:cNvPr id="55" name="Group 55">
              <a:extLst>
                <a:ext uri="{FF2B5EF4-FFF2-40B4-BE49-F238E27FC236}">
                  <a16:creationId xmlns:a16="http://schemas.microsoft.com/office/drawing/2014/main" id="{2605D040-FF4F-E647-3223-73C6780E8C12}"/>
                </a:ext>
              </a:extLst>
            </p:cNvPr>
            <p:cNvGrpSpPr/>
            <p:nvPr/>
          </p:nvGrpSpPr>
          <p:grpSpPr>
            <a:xfrm>
              <a:off x="9132" y="10883818"/>
              <a:ext cx="175766" cy="507612"/>
              <a:chOff x="0" y="0"/>
              <a:chExt cx="37497" cy="108291"/>
            </a:xfrm>
          </p:grpSpPr>
          <p:sp>
            <p:nvSpPr>
              <p:cNvPr id="56" name="Freeform 56">
                <a:extLst>
                  <a:ext uri="{FF2B5EF4-FFF2-40B4-BE49-F238E27FC236}">
                    <a16:creationId xmlns:a16="http://schemas.microsoft.com/office/drawing/2014/main" id="{3063B982-6E36-995B-2CF3-4E8DCA93969D}"/>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57" name="TextBox 57">
                <a:extLst>
                  <a:ext uri="{FF2B5EF4-FFF2-40B4-BE49-F238E27FC236}">
                    <a16:creationId xmlns:a16="http://schemas.microsoft.com/office/drawing/2014/main" id="{9D9F8473-36E9-A73C-789D-678F231B4695}"/>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58" name="Group 58">
              <a:extLst>
                <a:ext uri="{FF2B5EF4-FFF2-40B4-BE49-F238E27FC236}">
                  <a16:creationId xmlns:a16="http://schemas.microsoft.com/office/drawing/2014/main" id="{AA36037B-6F4C-BD8A-5AE2-8751AF1AAB46}"/>
                </a:ext>
              </a:extLst>
            </p:cNvPr>
            <p:cNvGrpSpPr/>
            <p:nvPr/>
          </p:nvGrpSpPr>
          <p:grpSpPr>
            <a:xfrm>
              <a:off x="45096" y="175561"/>
              <a:ext cx="139802" cy="122326"/>
              <a:chOff x="0" y="0"/>
              <a:chExt cx="812800" cy="711200"/>
            </a:xfrm>
          </p:grpSpPr>
          <p:sp>
            <p:nvSpPr>
              <p:cNvPr id="59" name="Freeform 59">
                <a:extLst>
                  <a:ext uri="{FF2B5EF4-FFF2-40B4-BE49-F238E27FC236}">
                    <a16:creationId xmlns:a16="http://schemas.microsoft.com/office/drawing/2014/main" id="{4E1AA25F-DBA2-59A8-E20F-BBD5017EEE64}"/>
                  </a:ext>
                </a:extLst>
              </p:cNvPr>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34336"/>
              </a:solidFill>
            </p:spPr>
            <p:txBody>
              <a:bodyPr/>
              <a:lstStyle/>
              <a:p>
                <a:endParaRPr lang="en-SG" sz="1088"/>
              </a:p>
            </p:txBody>
          </p:sp>
          <p:sp>
            <p:nvSpPr>
              <p:cNvPr id="60" name="TextBox 60">
                <a:extLst>
                  <a:ext uri="{FF2B5EF4-FFF2-40B4-BE49-F238E27FC236}">
                    <a16:creationId xmlns:a16="http://schemas.microsoft.com/office/drawing/2014/main" id="{40FCFAEA-F81F-9BF7-A8D1-8B3C84602F0F}"/>
                  </a:ext>
                </a:extLst>
              </p:cNvPr>
              <p:cNvSpPr txBox="1"/>
              <p:nvPr/>
            </p:nvSpPr>
            <p:spPr>
              <a:xfrm>
                <a:off x="127000" y="301625"/>
                <a:ext cx="558800" cy="358775"/>
              </a:xfrm>
              <a:prstGeom prst="rect">
                <a:avLst/>
              </a:prstGeom>
            </p:spPr>
            <p:txBody>
              <a:bodyPr lIns="40638" tIns="40638" rIns="40638" bIns="40638" rtlCol="0" anchor="ctr"/>
              <a:lstStyle/>
              <a:p>
                <a:pPr algn="ctr">
                  <a:lnSpc>
                    <a:spcPts val="2016"/>
                  </a:lnSpc>
                </a:pPr>
                <a:endParaRPr sz="1088"/>
              </a:p>
            </p:txBody>
          </p:sp>
        </p:grpSp>
        <p:grpSp>
          <p:nvGrpSpPr>
            <p:cNvPr id="61" name="Group 61">
              <a:extLst>
                <a:ext uri="{FF2B5EF4-FFF2-40B4-BE49-F238E27FC236}">
                  <a16:creationId xmlns:a16="http://schemas.microsoft.com/office/drawing/2014/main" id="{43782FD0-705E-9948-6B3B-4C122D46463B}"/>
                </a:ext>
              </a:extLst>
            </p:cNvPr>
            <p:cNvGrpSpPr/>
            <p:nvPr/>
          </p:nvGrpSpPr>
          <p:grpSpPr>
            <a:xfrm>
              <a:off x="0" y="11085671"/>
              <a:ext cx="174232" cy="152453"/>
              <a:chOff x="0" y="0"/>
              <a:chExt cx="812800" cy="711200"/>
            </a:xfrm>
          </p:grpSpPr>
          <p:sp>
            <p:nvSpPr>
              <p:cNvPr id="62" name="Freeform 62">
                <a:extLst>
                  <a:ext uri="{FF2B5EF4-FFF2-40B4-BE49-F238E27FC236}">
                    <a16:creationId xmlns:a16="http://schemas.microsoft.com/office/drawing/2014/main" id="{7D1EB4C7-84E3-08D5-E312-9A1D69945A35}"/>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63" name="TextBox 63">
                <a:extLst>
                  <a:ext uri="{FF2B5EF4-FFF2-40B4-BE49-F238E27FC236}">
                    <a16:creationId xmlns:a16="http://schemas.microsoft.com/office/drawing/2014/main" id="{5C9F2D99-68F2-F682-8D84-43E66DD841AF}"/>
                  </a:ext>
                </a:extLst>
              </p:cNvPr>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a:p>
            </p:txBody>
          </p:sp>
        </p:grpSp>
      </p:grpSp>
      <p:grpSp>
        <p:nvGrpSpPr>
          <p:cNvPr id="64" name="Group 64">
            <a:extLst>
              <a:ext uri="{FF2B5EF4-FFF2-40B4-BE49-F238E27FC236}">
                <a16:creationId xmlns:a16="http://schemas.microsoft.com/office/drawing/2014/main" id="{0E13D630-3C61-8A80-2336-65CAAB0E1C21}"/>
              </a:ext>
            </a:extLst>
          </p:cNvPr>
          <p:cNvGrpSpPr/>
          <p:nvPr/>
        </p:nvGrpSpPr>
        <p:grpSpPr>
          <a:xfrm>
            <a:off x="8849712" y="1218644"/>
            <a:ext cx="201735" cy="176518"/>
            <a:chOff x="0" y="0"/>
            <a:chExt cx="812800" cy="711200"/>
          </a:xfrm>
        </p:grpSpPr>
        <p:sp>
          <p:nvSpPr>
            <p:cNvPr id="65" name="Freeform 65">
              <a:extLst>
                <a:ext uri="{FF2B5EF4-FFF2-40B4-BE49-F238E27FC236}">
                  <a16:creationId xmlns:a16="http://schemas.microsoft.com/office/drawing/2014/main" id="{6D501153-F808-79EE-319F-4316460AAD1B}"/>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66" name="TextBox 66">
              <a:extLst>
                <a:ext uri="{FF2B5EF4-FFF2-40B4-BE49-F238E27FC236}">
                  <a16:creationId xmlns:a16="http://schemas.microsoft.com/office/drawing/2014/main" id="{E0CE7708-C01D-492A-739B-1B8C7C75E0AA}"/>
                </a:ext>
              </a:extLst>
            </p:cNvPr>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a:p>
          </p:txBody>
        </p:sp>
      </p:grpSp>
      <p:sp>
        <p:nvSpPr>
          <p:cNvPr id="67" name="TextBox 67">
            <a:extLst>
              <a:ext uri="{FF2B5EF4-FFF2-40B4-BE49-F238E27FC236}">
                <a16:creationId xmlns:a16="http://schemas.microsoft.com/office/drawing/2014/main" id="{253DFA9F-D7F7-94BC-CA4C-786FB5265535}"/>
              </a:ext>
            </a:extLst>
          </p:cNvPr>
          <p:cNvSpPr txBox="1"/>
          <p:nvPr/>
        </p:nvSpPr>
        <p:spPr>
          <a:xfrm>
            <a:off x="2175327" y="20819"/>
            <a:ext cx="1798472" cy="420884"/>
          </a:xfrm>
          <a:prstGeom prst="rect">
            <a:avLst/>
          </a:prstGeom>
        </p:spPr>
        <p:txBody>
          <a:bodyPr lIns="0" tIns="0" rIns="0" bIns="0" rtlCol="0" anchor="t">
            <a:spAutoFit/>
          </a:bodyPr>
          <a:lstStyle/>
          <a:p>
            <a:pPr>
              <a:lnSpc>
                <a:spcPts val="3414"/>
              </a:lnSpc>
              <a:spcBef>
                <a:spcPct val="0"/>
              </a:spcBef>
            </a:pPr>
            <a:r>
              <a:rPr lang="en-US" sz="2439" dirty="0">
                <a:solidFill>
                  <a:srgbClr val="FFFFFF"/>
                </a:solidFill>
                <a:latin typeface="League Spartan"/>
                <a:ea typeface="League Spartan"/>
                <a:cs typeface="League Spartan"/>
                <a:sym typeface="League Spartan"/>
              </a:rPr>
              <a:t>Plan Trip</a:t>
            </a:r>
          </a:p>
        </p:txBody>
      </p:sp>
      <p:sp>
        <p:nvSpPr>
          <p:cNvPr id="68" name="TextBox 68">
            <a:extLst>
              <a:ext uri="{FF2B5EF4-FFF2-40B4-BE49-F238E27FC236}">
                <a16:creationId xmlns:a16="http://schemas.microsoft.com/office/drawing/2014/main" id="{0C5CBCF9-7104-48D7-072C-62A308C82231}"/>
              </a:ext>
            </a:extLst>
          </p:cNvPr>
          <p:cNvSpPr txBox="1"/>
          <p:nvPr/>
        </p:nvSpPr>
        <p:spPr>
          <a:xfrm>
            <a:off x="7280124" y="3223639"/>
            <a:ext cx="680217" cy="248594"/>
          </a:xfrm>
          <a:prstGeom prst="rect">
            <a:avLst/>
          </a:prstGeom>
        </p:spPr>
        <p:txBody>
          <a:bodyPr wrap="square" lIns="0" tIns="0" rIns="0" bIns="0" rtlCol="0" anchor="t">
            <a:spAutoFit/>
          </a:bodyPr>
          <a:lstStyle/>
          <a:p>
            <a:pPr algn="ctr">
              <a:lnSpc>
                <a:spcPts val="2046"/>
              </a:lnSpc>
              <a:spcBef>
                <a:spcPct val="0"/>
              </a:spcBef>
            </a:pPr>
            <a:r>
              <a:rPr lang="en-US" sz="1461" dirty="0">
                <a:solidFill>
                  <a:srgbClr val="FFFFFF"/>
                </a:solidFill>
                <a:latin typeface="League Spartan"/>
                <a:ea typeface="League Spartan"/>
                <a:cs typeface="League Spartan"/>
                <a:sym typeface="League Spartan"/>
              </a:rPr>
              <a:t>Reset</a:t>
            </a:r>
          </a:p>
        </p:txBody>
      </p:sp>
      <p:sp>
        <p:nvSpPr>
          <p:cNvPr id="69" name="TextBox 69">
            <a:hlinkClick r:id="rId22" action="ppaction://hlinksldjump"/>
            <a:extLst>
              <a:ext uri="{FF2B5EF4-FFF2-40B4-BE49-F238E27FC236}">
                <a16:creationId xmlns:a16="http://schemas.microsoft.com/office/drawing/2014/main" id="{317D2D7F-A292-5AE9-03A1-72E34CEE6094}"/>
              </a:ext>
            </a:extLst>
          </p:cNvPr>
          <p:cNvSpPr txBox="1"/>
          <p:nvPr/>
        </p:nvSpPr>
        <p:spPr>
          <a:xfrm>
            <a:off x="9024846" y="3224558"/>
            <a:ext cx="587466" cy="248466"/>
          </a:xfrm>
          <a:prstGeom prst="rect">
            <a:avLst/>
          </a:prstGeom>
        </p:spPr>
        <p:txBody>
          <a:bodyPr wrap="square" lIns="0" tIns="0" rIns="0" bIns="0" rtlCol="0" anchor="t">
            <a:spAutoFit/>
          </a:bodyPr>
          <a:lstStyle/>
          <a:p>
            <a:pPr algn="ctr">
              <a:lnSpc>
                <a:spcPts val="2040"/>
              </a:lnSpc>
              <a:spcBef>
                <a:spcPct val="0"/>
              </a:spcBef>
            </a:pPr>
            <a:r>
              <a:rPr lang="en-US" sz="1457" dirty="0">
                <a:solidFill>
                  <a:srgbClr val="FFFFFF"/>
                </a:solidFill>
                <a:latin typeface="League Spartan"/>
                <a:ea typeface="League Spartan"/>
                <a:cs typeface="League Spartan"/>
                <a:sym typeface="League Spartan"/>
              </a:rPr>
              <a:t>Save</a:t>
            </a:r>
          </a:p>
        </p:txBody>
      </p:sp>
      <p:sp>
        <p:nvSpPr>
          <p:cNvPr id="70" name="TextBox 70">
            <a:extLst>
              <a:ext uri="{FF2B5EF4-FFF2-40B4-BE49-F238E27FC236}">
                <a16:creationId xmlns:a16="http://schemas.microsoft.com/office/drawing/2014/main" id="{F85E6DE9-846C-44E7-D277-91AFCEAD0AE6}"/>
              </a:ext>
            </a:extLst>
          </p:cNvPr>
          <p:cNvSpPr txBox="1"/>
          <p:nvPr/>
        </p:nvSpPr>
        <p:spPr>
          <a:xfrm>
            <a:off x="6948366" y="746560"/>
            <a:ext cx="731939" cy="240066"/>
          </a:xfrm>
          <a:prstGeom prst="rect">
            <a:avLst/>
          </a:prstGeom>
        </p:spPr>
        <p:txBody>
          <a:bodyPr wrap="square"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Type</a:t>
            </a:r>
          </a:p>
        </p:txBody>
      </p:sp>
      <p:sp>
        <p:nvSpPr>
          <p:cNvPr id="71" name="TextBox 71">
            <a:extLst>
              <a:ext uri="{FF2B5EF4-FFF2-40B4-BE49-F238E27FC236}">
                <a16:creationId xmlns:a16="http://schemas.microsoft.com/office/drawing/2014/main" id="{E45EAA60-9CD2-05CB-A4DC-9F38B5865297}"/>
              </a:ext>
            </a:extLst>
          </p:cNvPr>
          <p:cNvSpPr txBox="1"/>
          <p:nvPr/>
        </p:nvSpPr>
        <p:spPr>
          <a:xfrm>
            <a:off x="1075681" y="913288"/>
            <a:ext cx="1855276"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Burger Queen</a:t>
            </a:r>
          </a:p>
        </p:txBody>
      </p:sp>
      <p:sp>
        <p:nvSpPr>
          <p:cNvPr id="72" name="TextBox 72">
            <a:extLst>
              <a:ext uri="{FF2B5EF4-FFF2-40B4-BE49-F238E27FC236}">
                <a16:creationId xmlns:a16="http://schemas.microsoft.com/office/drawing/2014/main" id="{9A05F66D-FA71-FAE2-F471-C9D5A35F598A}"/>
              </a:ext>
            </a:extLst>
          </p:cNvPr>
          <p:cNvSpPr txBox="1"/>
          <p:nvPr/>
        </p:nvSpPr>
        <p:spPr>
          <a:xfrm>
            <a:off x="1125590" y="4649342"/>
            <a:ext cx="1508265"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Music Show</a:t>
            </a:r>
          </a:p>
        </p:txBody>
      </p:sp>
      <p:sp>
        <p:nvSpPr>
          <p:cNvPr id="73" name="TextBox 73">
            <a:extLst>
              <a:ext uri="{FF2B5EF4-FFF2-40B4-BE49-F238E27FC236}">
                <a16:creationId xmlns:a16="http://schemas.microsoft.com/office/drawing/2014/main" id="{D8A43ABD-2452-D89B-34A2-9BAFD5458FA8}"/>
              </a:ext>
            </a:extLst>
          </p:cNvPr>
          <p:cNvSpPr txBox="1"/>
          <p:nvPr/>
        </p:nvSpPr>
        <p:spPr>
          <a:xfrm>
            <a:off x="1064111" y="2809434"/>
            <a:ext cx="1558581"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Bumper cars</a:t>
            </a:r>
          </a:p>
        </p:txBody>
      </p:sp>
      <p:sp>
        <p:nvSpPr>
          <p:cNvPr id="74" name="TextBox 74">
            <a:extLst>
              <a:ext uri="{FF2B5EF4-FFF2-40B4-BE49-F238E27FC236}">
                <a16:creationId xmlns:a16="http://schemas.microsoft.com/office/drawing/2014/main" id="{09D33AC1-0675-8DE0-2C71-4411D04AF696}"/>
              </a:ext>
            </a:extLst>
          </p:cNvPr>
          <p:cNvSpPr txBox="1"/>
          <p:nvPr/>
        </p:nvSpPr>
        <p:spPr>
          <a:xfrm>
            <a:off x="1005765" y="5621367"/>
            <a:ext cx="1783371"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Ferris wheels</a:t>
            </a:r>
          </a:p>
        </p:txBody>
      </p:sp>
      <p:sp>
        <p:nvSpPr>
          <p:cNvPr id="76" name="TextBox 76">
            <a:extLst>
              <a:ext uri="{FF2B5EF4-FFF2-40B4-BE49-F238E27FC236}">
                <a16:creationId xmlns:a16="http://schemas.microsoft.com/office/drawing/2014/main" id="{C41C8C76-54CE-6B69-9AB6-D7C412CBECEB}"/>
              </a:ext>
            </a:extLst>
          </p:cNvPr>
          <p:cNvSpPr txBox="1"/>
          <p:nvPr/>
        </p:nvSpPr>
        <p:spPr>
          <a:xfrm>
            <a:off x="992239" y="6507149"/>
            <a:ext cx="1810425"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Ice Cream Corner</a:t>
            </a:r>
          </a:p>
        </p:txBody>
      </p:sp>
      <p:sp>
        <p:nvSpPr>
          <p:cNvPr id="77" name="TextBox 77">
            <a:extLst>
              <a:ext uri="{FF2B5EF4-FFF2-40B4-BE49-F238E27FC236}">
                <a16:creationId xmlns:a16="http://schemas.microsoft.com/office/drawing/2014/main" id="{BC2909FC-E328-BFE3-B9A5-094CCA29E6FB}"/>
              </a:ext>
            </a:extLst>
          </p:cNvPr>
          <p:cNvSpPr txBox="1"/>
          <p:nvPr/>
        </p:nvSpPr>
        <p:spPr>
          <a:xfrm>
            <a:off x="1159782" y="3677318"/>
            <a:ext cx="1183620"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Pizza House</a:t>
            </a:r>
          </a:p>
        </p:txBody>
      </p:sp>
      <p:sp>
        <p:nvSpPr>
          <p:cNvPr id="78" name="TextBox 78">
            <a:extLst>
              <a:ext uri="{FF2B5EF4-FFF2-40B4-BE49-F238E27FC236}">
                <a16:creationId xmlns:a16="http://schemas.microsoft.com/office/drawing/2014/main" id="{3FB77F37-AF9D-140F-3A85-AF7D79A8420D}"/>
              </a:ext>
            </a:extLst>
          </p:cNvPr>
          <p:cNvSpPr txBox="1"/>
          <p:nvPr/>
        </p:nvSpPr>
        <p:spPr>
          <a:xfrm>
            <a:off x="1137773" y="1818906"/>
            <a:ext cx="1871248"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Castle Playtime</a:t>
            </a:r>
          </a:p>
        </p:txBody>
      </p:sp>
      <p:sp>
        <p:nvSpPr>
          <p:cNvPr id="79" name="TextBox 79">
            <a:extLst>
              <a:ext uri="{FF2B5EF4-FFF2-40B4-BE49-F238E27FC236}">
                <a16:creationId xmlns:a16="http://schemas.microsoft.com/office/drawing/2014/main" id="{4A3F5BBF-4846-88DA-7101-9F9DC994B7F4}"/>
              </a:ext>
            </a:extLst>
          </p:cNvPr>
          <p:cNvSpPr txBox="1"/>
          <p:nvPr/>
        </p:nvSpPr>
        <p:spPr>
          <a:xfrm>
            <a:off x="737481" y="934550"/>
            <a:ext cx="167347"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1.</a:t>
            </a:r>
          </a:p>
        </p:txBody>
      </p:sp>
      <p:sp>
        <p:nvSpPr>
          <p:cNvPr id="80" name="TextBox 80">
            <a:extLst>
              <a:ext uri="{FF2B5EF4-FFF2-40B4-BE49-F238E27FC236}">
                <a16:creationId xmlns:a16="http://schemas.microsoft.com/office/drawing/2014/main" id="{44018E50-D11D-AC78-3A1A-B5BC7EF791E5}"/>
              </a:ext>
            </a:extLst>
          </p:cNvPr>
          <p:cNvSpPr txBox="1"/>
          <p:nvPr/>
        </p:nvSpPr>
        <p:spPr>
          <a:xfrm>
            <a:off x="739574" y="1797669"/>
            <a:ext cx="169252"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2.</a:t>
            </a:r>
          </a:p>
        </p:txBody>
      </p:sp>
      <p:sp>
        <p:nvSpPr>
          <p:cNvPr id="81" name="TextBox 81">
            <a:extLst>
              <a:ext uri="{FF2B5EF4-FFF2-40B4-BE49-F238E27FC236}">
                <a16:creationId xmlns:a16="http://schemas.microsoft.com/office/drawing/2014/main" id="{647E632C-8D68-FD5B-D679-71FCD643EFE5}"/>
              </a:ext>
            </a:extLst>
          </p:cNvPr>
          <p:cNvSpPr txBox="1"/>
          <p:nvPr/>
        </p:nvSpPr>
        <p:spPr>
          <a:xfrm>
            <a:off x="667841" y="2809389"/>
            <a:ext cx="236987"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3.</a:t>
            </a:r>
          </a:p>
        </p:txBody>
      </p:sp>
      <p:sp>
        <p:nvSpPr>
          <p:cNvPr id="83" name="TextBox 83">
            <a:extLst>
              <a:ext uri="{FF2B5EF4-FFF2-40B4-BE49-F238E27FC236}">
                <a16:creationId xmlns:a16="http://schemas.microsoft.com/office/drawing/2014/main" id="{CF741DDD-E156-F68F-A81C-7A3BCFF99801}"/>
              </a:ext>
            </a:extLst>
          </p:cNvPr>
          <p:cNvSpPr txBox="1"/>
          <p:nvPr/>
        </p:nvSpPr>
        <p:spPr>
          <a:xfrm>
            <a:off x="663434" y="6526656"/>
            <a:ext cx="167446"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7.</a:t>
            </a:r>
          </a:p>
        </p:txBody>
      </p:sp>
      <p:sp>
        <p:nvSpPr>
          <p:cNvPr id="84" name="TextBox 84">
            <a:extLst>
              <a:ext uri="{FF2B5EF4-FFF2-40B4-BE49-F238E27FC236}">
                <a16:creationId xmlns:a16="http://schemas.microsoft.com/office/drawing/2014/main" id="{DF15E0B7-226C-4E81-8456-EB95AED52403}"/>
              </a:ext>
            </a:extLst>
          </p:cNvPr>
          <p:cNvSpPr txBox="1"/>
          <p:nvPr/>
        </p:nvSpPr>
        <p:spPr>
          <a:xfrm>
            <a:off x="709620" y="5642629"/>
            <a:ext cx="288403"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6.</a:t>
            </a:r>
          </a:p>
        </p:txBody>
      </p:sp>
      <p:sp>
        <p:nvSpPr>
          <p:cNvPr id="85" name="TextBox 85">
            <a:extLst>
              <a:ext uri="{FF2B5EF4-FFF2-40B4-BE49-F238E27FC236}">
                <a16:creationId xmlns:a16="http://schemas.microsoft.com/office/drawing/2014/main" id="{10753A0D-5713-4D25-4FBA-EF196831F677}"/>
              </a:ext>
            </a:extLst>
          </p:cNvPr>
          <p:cNvSpPr txBox="1"/>
          <p:nvPr/>
        </p:nvSpPr>
        <p:spPr>
          <a:xfrm>
            <a:off x="702528" y="4662735"/>
            <a:ext cx="191439"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5.</a:t>
            </a:r>
          </a:p>
        </p:txBody>
      </p:sp>
      <p:sp>
        <p:nvSpPr>
          <p:cNvPr id="86" name="TextBox 86">
            <a:extLst>
              <a:ext uri="{FF2B5EF4-FFF2-40B4-BE49-F238E27FC236}">
                <a16:creationId xmlns:a16="http://schemas.microsoft.com/office/drawing/2014/main" id="{3F0BE568-73AF-F7DA-186A-8BA269972358}"/>
              </a:ext>
            </a:extLst>
          </p:cNvPr>
          <p:cNvSpPr txBox="1"/>
          <p:nvPr/>
        </p:nvSpPr>
        <p:spPr>
          <a:xfrm>
            <a:off x="651417" y="3735504"/>
            <a:ext cx="288404"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4.</a:t>
            </a:r>
          </a:p>
        </p:txBody>
      </p:sp>
      <p:sp>
        <p:nvSpPr>
          <p:cNvPr id="87" name="TextBox 87">
            <a:extLst>
              <a:ext uri="{FF2B5EF4-FFF2-40B4-BE49-F238E27FC236}">
                <a16:creationId xmlns:a16="http://schemas.microsoft.com/office/drawing/2014/main" id="{297F0458-403F-990C-4779-F3A8B0733AA1}"/>
              </a:ext>
            </a:extLst>
          </p:cNvPr>
          <p:cNvSpPr txBox="1"/>
          <p:nvPr/>
        </p:nvSpPr>
        <p:spPr>
          <a:xfrm>
            <a:off x="4988361" y="5664618"/>
            <a:ext cx="553188"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500 m </a:t>
            </a:r>
          </a:p>
        </p:txBody>
      </p:sp>
      <p:sp>
        <p:nvSpPr>
          <p:cNvPr id="88" name="TextBox 88">
            <a:extLst>
              <a:ext uri="{FF2B5EF4-FFF2-40B4-BE49-F238E27FC236}">
                <a16:creationId xmlns:a16="http://schemas.microsoft.com/office/drawing/2014/main" id="{EBB81CF4-562B-6682-EB38-40404491B932}"/>
              </a:ext>
            </a:extLst>
          </p:cNvPr>
          <p:cNvSpPr txBox="1"/>
          <p:nvPr/>
        </p:nvSpPr>
        <p:spPr>
          <a:xfrm>
            <a:off x="4960702" y="2728637"/>
            <a:ext cx="414224" cy="215444"/>
          </a:xfrm>
          <a:prstGeom prst="rect">
            <a:avLst/>
          </a:prstGeom>
        </p:spPr>
        <p:txBody>
          <a:bodyPr lIns="0" tIns="0" rIns="0" bIns="0" rtlCol="0" anchor="t">
            <a:spAutoFit/>
          </a:bodyPr>
          <a:lstStyle/>
          <a:p>
            <a:pPr>
              <a:lnSpc>
                <a:spcPts val="1791"/>
              </a:lnSpc>
              <a:spcBef>
                <a:spcPct val="0"/>
              </a:spcBef>
            </a:pPr>
            <a:r>
              <a:rPr lang="en-US" sz="1279" dirty="0">
                <a:solidFill>
                  <a:srgbClr val="000000"/>
                </a:solidFill>
                <a:latin typeface="Canva Sans"/>
                <a:ea typeface="Canva Sans"/>
                <a:cs typeface="Canva Sans"/>
                <a:sym typeface="Canva Sans"/>
              </a:rPr>
              <a:t>25 m </a:t>
            </a:r>
          </a:p>
        </p:txBody>
      </p:sp>
      <p:sp>
        <p:nvSpPr>
          <p:cNvPr id="89" name="TextBox 89">
            <a:extLst>
              <a:ext uri="{FF2B5EF4-FFF2-40B4-BE49-F238E27FC236}">
                <a16:creationId xmlns:a16="http://schemas.microsoft.com/office/drawing/2014/main" id="{6A2647E2-F60F-2D36-0B8F-FEC96CC2AE2B}"/>
              </a:ext>
            </a:extLst>
          </p:cNvPr>
          <p:cNvSpPr txBox="1"/>
          <p:nvPr/>
        </p:nvSpPr>
        <p:spPr>
          <a:xfrm>
            <a:off x="4950065" y="4725398"/>
            <a:ext cx="528329"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250 m </a:t>
            </a:r>
          </a:p>
        </p:txBody>
      </p:sp>
      <p:sp>
        <p:nvSpPr>
          <p:cNvPr id="90" name="TextBox 90">
            <a:extLst>
              <a:ext uri="{FF2B5EF4-FFF2-40B4-BE49-F238E27FC236}">
                <a16:creationId xmlns:a16="http://schemas.microsoft.com/office/drawing/2014/main" id="{AA1212AC-7761-B169-94B2-8870C31E7DD9}"/>
              </a:ext>
            </a:extLst>
          </p:cNvPr>
          <p:cNvSpPr txBox="1"/>
          <p:nvPr/>
        </p:nvSpPr>
        <p:spPr>
          <a:xfrm>
            <a:off x="4943875" y="3597805"/>
            <a:ext cx="540711"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100 m </a:t>
            </a:r>
          </a:p>
        </p:txBody>
      </p:sp>
      <p:sp>
        <p:nvSpPr>
          <p:cNvPr id="91" name="TextBox 91">
            <a:extLst>
              <a:ext uri="{FF2B5EF4-FFF2-40B4-BE49-F238E27FC236}">
                <a16:creationId xmlns:a16="http://schemas.microsoft.com/office/drawing/2014/main" id="{83D48542-6FFA-B07D-6B68-0BBC8BE3D2BE}"/>
              </a:ext>
            </a:extLst>
          </p:cNvPr>
          <p:cNvSpPr txBox="1"/>
          <p:nvPr/>
        </p:nvSpPr>
        <p:spPr>
          <a:xfrm>
            <a:off x="4928207" y="1919522"/>
            <a:ext cx="423177"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70 m </a:t>
            </a:r>
          </a:p>
        </p:txBody>
      </p:sp>
      <p:sp>
        <p:nvSpPr>
          <p:cNvPr id="92" name="TextBox 92">
            <a:extLst>
              <a:ext uri="{FF2B5EF4-FFF2-40B4-BE49-F238E27FC236}">
                <a16:creationId xmlns:a16="http://schemas.microsoft.com/office/drawing/2014/main" id="{5E4F1D84-87E9-FFFC-933F-37F4A8310C10}"/>
              </a:ext>
            </a:extLst>
          </p:cNvPr>
          <p:cNvSpPr txBox="1"/>
          <p:nvPr/>
        </p:nvSpPr>
        <p:spPr>
          <a:xfrm>
            <a:off x="4988361" y="1048873"/>
            <a:ext cx="411462"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15 m </a:t>
            </a:r>
          </a:p>
        </p:txBody>
      </p:sp>
      <p:sp>
        <p:nvSpPr>
          <p:cNvPr id="94" name="TextBox 94">
            <a:extLst>
              <a:ext uri="{FF2B5EF4-FFF2-40B4-BE49-F238E27FC236}">
                <a16:creationId xmlns:a16="http://schemas.microsoft.com/office/drawing/2014/main" id="{E6B3E160-BBAE-30CF-3A61-BAE385F53F3F}"/>
              </a:ext>
            </a:extLst>
          </p:cNvPr>
          <p:cNvSpPr txBox="1"/>
          <p:nvPr/>
        </p:nvSpPr>
        <p:spPr>
          <a:xfrm>
            <a:off x="5021837" y="6481703"/>
            <a:ext cx="642433"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2500 m </a:t>
            </a:r>
          </a:p>
        </p:txBody>
      </p:sp>
      <p:sp>
        <p:nvSpPr>
          <p:cNvPr id="95" name="TextBox 95">
            <a:extLst>
              <a:ext uri="{FF2B5EF4-FFF2-40B4-BE49-F238E27FC236}">
                <a16:creationId xmlns:a16="http://schemas.microsoft.com/office/drawing/2014/main" id="{890F64E1-4FEB-1750-EE2B-78F818F003E6}"/>
              </a:ext>
            </a:extLst>
          </p:cNvPr>
          <p:cNvSpPr txBox="1"/>
          <p:nvPr/>
        </p:nvSpPr>
        <p:spPr>
          <a:xfrm>
            <a:off x="3111507" y="1059728"/>
            <a:ext cx="1168667"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10:00 - 10:30</a:t>
            </a:r>
          </a:p>
        </p:txBody>
      </p:sp>
      <p:sp>
        <p:nvSpPr>
          <p:cNvPr id="96" name="TextBox 96">
            <a:extLst>
              <a:ext uri="{FF2B5EF4-FFF2-40B4-BE49-F238E27FC236}">
                <a16:creationId xmlns:a16="http://schemas.microsoft.com/office/drawing/2014/main" id="{C984C540-15C8-8CE5-2501-6B08A7FED6DD}"/>
              </a:ext>
            </a:extLst>
          </p:cNvPr>
          <p:cNvSpPr txBox="1"/>
          <p:nvPr/>
        </p:nvSpPr>
        <p:spPr>
          <a:xfrm>
            <a:off x="3112728" y="1932199"/>
            <a:ext cx="1228589"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10:35 - 11:30</a:t>
            </a:r>
          </a:p>
        </p:txBody>
      </p:sp>
      <p:sp>
        <p:nvSpPr>
          <p:cNvPr id="97" name="TextBox 97">
            <a:extLst>
              <a:ext uri="{FF2B5EF4-FFF2-40B4-BE49-F238E27FC236}">
                <a16:creationId xmlns:a16="http://schemas.microsoft.com/office/drawing/2014/main" id="{539205C9-F849-0BE0-911E-CE070BC1A96D}"/>
              </a:ext>
            </a:extLst>
          </p:cNvPr>
          <p:cNvSpPr txBox="1"/>
          <p:nvPr/>
        </p:nvSpPr>
        <p:spPr>
          <a:xfrm>
            <a:off x="3111506" y="2804670"/>
            <a:ext cx="1168667"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11:35 - 12:05</a:t>
            </a:r>
          </a:p>
        </p:txBody>
      </p:sp>
      <p:sp>
        <p:nvSpPr>
          <p:cNvPr id="98" name="TextBox 98">
            <a:extLst>
              <a:ext uri="{FF2B5EF4-FFF2-40B4-BE49-F238E27FC236}">
                <a16:creationId xmlns:a16="http://schemas.microsoft.com/office/drawing/2014/main" id="{CA27E168-1122-D1A6-3E9A-DD4E8A0AD9F2}"/>
              </a:ext>
            </a:extLst>
          </p:cNvPr>
          <p:cNvSpPr txBox="1"/>
          <p:nvPr/>
        </p:nvSpPr>
        <p:spPr>
          <a:xfrm>
            <a:off x="3121069" y="3658237"/>
            <a:ext cx="1271153"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12:10 - 12:50</a:t>
            </a:r>
          </a:p>
        </p:txBody>
      </p:sp>
      <p:sp>
        <p:nvSpPr>
          <p:cNvPr id="99" name="TextBox 99">
            <a:extLst>
              <a:ext uri="{FF2B5EF4-FFF2-40B4-BE49-F238E27FC236}">
                <a16:creationId xmlns:a16="http://schemas.microsoft.com/office/drawing/2014/main" id="{3E5BB6D0-394D-5FFC-75D8-93535D193DFB}"/>
              </a:ext>
            </a:extLst>
          </p:cNvPr>
          <p:cNvSpPr txBox="1"/>
          <p:nvPr/>
        </p:nvSpPr>
        <p:spPr>
          <a:xfrm>
            <a:off x="3019542" y="4634551"/>
            <a:ext cx="1363638"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12:55 - 13.30</a:t>
            </a:r>
          </a:p>
        </p:txBody>
      </p:sp>
      <p:sp>
        <p:nvSpPr>
          <p:cNvPr id="100" name="TextBox 100">
            <a:extLst>
              <a:ext uri="{FF2B5EF4-FFF2-40B4-BE49-F238E27FC236}">
                <a16:creationId xmlns:a16="http://schemas.microsoft.com/office/drawing/2014/main" id="{8381425C-273D-7B09-65C3-085CEAFDBEDF}"/>
              </a:ext>
            </a:extLst>
          </p:cNvPr>
          <p:cNvSpPr txBox="1"/>
          <p:nvPr/>
        </p:nvSpPr>
        <p:spPr>
          <a:xfrm>
            <a:off x="3046547" y="5664168"/>
            <a:ext cx="1264864"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13:40 - 14.30</a:t>
            </a:r>
          </a:p>
        </p:txBody>
      </p:sp>
      <p:sp>
        <p:nvSpPr>
          <p:cNvPr id="101" name="TextBox 101">
            <a:extLst>
              <a:ext uri="{FF2B5EF4-FFF2-40B4-BE49-F238E27FC236}">
                <a16:creationId xmlns:a16="http://schemas.microsoft.com/office/drawing/2014/main" id="{6B1004E8-ED02-4381-9010-55D876CB1E8C}"/>
              </a:ext>
            </a:extLst>
          </p:cNvPr>
          <p:cNvSpPr txBox="1"/>
          <p:nvPr/>
        </p:nvSpPr>
        <p:spPr>
          <a:xfrm>
            <a:off x="3121808" y="6517735"/>
            <a:ext cx="1264864"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14:35 - 14.55</a:t>
            </a:r>
          </a:p>
        </p:txBody>
      </p:sp>
      <p:sp>
        <p:nvSpPr>
          <p:cNvPr id="103" name="TextBox 103">
            <a:extLst>
              <a:ext uri="{FF2B5EF4-FFF2-40B4-BE49-F238E27FC236}">
                <a16:creationId xmlns:a16="http://schemas.microsoft.com/office/drawing/2014/main" id="{73D31038-9827-969F-63D7-EABCCA89BC79}"/>
              </a:ext>
            </a:extLst>
          </p:cNvPr>
          <p:cNvSpPr txBox="1"/>
          <p:nvPr/>
        </p:nvSpPr>
        <p:spPr>
          <a:xfrm>
            <a:off x="6930004" y="1772339"/>
            <a:ext cx="2216159" cy="240066"/>
          </a:xfrm>
          <a:prstGeom prst="rect">
            <a:avLst/>
          </a:prstGeom>
        </p:spPr>
        <p:txBody>
          <a:bodyPr wrap="square"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Average Waiting Time</a:t>
            </a:r>
          </a:p>
        </p:txBody>
      </p:sp>
      <p:sp>
        <p:nvSpPr>
          <p:cNvPr id="104" name="TextBox 104">
            <a:extLst>
              <a:ext uri="{FF2B5EF4-FFF2-40B4-BE49-F238E27FC236}">
                <a16:creationId xmlns:a16="http://schemas.microsoft.com/office/drawing/2014/main" id="{8D4DD348-FEE4-CB15-D3EB-4D48C856597D}"/>
              </a:ext>
            </a:extLst>
          </p:cNvPr>
          <p:cNvSpPr txBox="1"/>
          <p:nvPr/>
        </p:nvSpPr>
        <p:spPr>
          <a:xfrm>
            <a:off x="7960342" y="2194969"/>
            <a:ext cx="212685" cy="274100"/>
          </a:xfrm>
          <a:prstGeom prst="rect">
            <a:avLst/>
          </a:prstGeom>
        </p:spPr>
        <p:txBody>
          <a:bodyPr wrap="square" lIns="0" tIns="0" rIns="0" bIns="0" rtlCol="0" anchor="t">
            <a:spAutoFit/>
          </a:bodyPr>
          <a:lstStyle/>
          <a:p>
            <a:pPr algn="ctr">
              <a:lnSpc>
                <a:spcPts val="2239"/>
              </a:lnSpc>
              <a:spcBef>
                <a:spcPct val="0"/>
              </a:spcBef>
            </a:pPr>
            <a:r>
              <a:rPr lang="en-US" sz="1599" dirty="0">
                <a:solidFill>
                  <a:srgbClr val="000000"/>
                </a:solidFill>
                <a:latin typeface="Canva Sans"/>
                <a:ea typeface="Canva Sans"/>
                <a:cs typeface="Canva Sans"/>
                <a:sym typeface="Canva Sans"/>
              </a:rPr>
              <a:t>+</a:t>
            </a:r>
          </a:p>
        </p:txBody>
      </p:sp>
      <p:sp>
        <p:nvSpPr>
          <p:cNvPr id="105" name="TextBox 105">
            <a:extLst>
              <a:ext uri="{FF2B5EF4-FFF2-40B4-BE49-F238E27FC236}">
                <a16:creationId xmlns:a16="http://schemas.microsoft.com/office/drawing/2014/main" id="{F139D685-9848-22FC-6B8A-39ED4E650CFB}"/>
              </a:ext>
            </a:extLst>
          </p:cNvPr>
          <p:cNvSpPr txBox="1"/>
          <p:nvPr/>
        </p:nvSpPr>
        <p:spPr>
          <a:xfrm>
            <a:off x="6884831" y="1981751"/>
            <a:ext cx="162712" cy="563872"/>
          </a:xfrm>
          <a:prstGeom prst="rect">
            <a:avLst/>
          </a:prstGeom>
        </p:spPr>
        <p:txBody>
          <a:bodyPr lIns="0" tIns="0" rIns="0" bIns="0" rtlCol="0" anchor="t">
            <a:spAutoFit/>
          </a:bodyPr>
          <a:lstStyle/>
          <a:p>
            <a:pPr algn="ctr">
              <a:lnSpc>
                <a:spcPts val="4730"/>
              </a:lnSpc>
              <a:spcBef>
                <a:spcPct val="0"/>
              </a:spcBef>
            </a:pPr>
            <a:r>
              <a:rPr lang="en-US" sz="3378" dirty="0">
                <a:solidFill>
                  <a:srgbClr val="000000"/>
                </a:solidFill>
                <a:latin typeface="Canva Sans"/>
                <a:ea typeface="Canva Sans"/>
                <a:cs typeface="Canva Sans"/>
                <a:sym typeface="Canva Sans"/>
              </a:rPr>
              <a:t>-</a:t>
            </a:r>
          </a:p>
        </p:txBody>
      </p:sp>
      <p:sp>
        <p:nvSpPr>
          <p:cNvPr id="106" name="TextBox 106">
            <a:extLst>
              <a:ext uri="{FF2B5EF4-FFF2-40B4-BE49-F238E27FC236}">
                <a16:creationId xmlns:a16="http://schemas.microsoft.com/office/drawing/2014/main" id="{9FB8A8BE-04AD-D640-EDA9-9D59FAD5CADE}"/>
              </a:ext>
            </a:extLst>
          </p:cNvPr>
          <p:cNvSpPr txBox="1"/>
          <p:nvPr/>
        </p:nvSpPr>
        <p:spPr>
          <a:xfrm>
            <a:off x="8264838" y="2210767"/>
            <a:ext cx="421272" cy="240066"/>
          </a:xfrm>
          <a:prstGeom prst="rect">
            <a:avLst/>
          </a:prstGeom>
        </p:spPr>
        <p:txBody>
          <a:bodyPr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mins</a:t>
            </a:r>
          </a:p>
        </p:txBody>
      </p:sp>
      <p:sp>
        <p:nvSpPr>
          <p:cNvPr id="114" name="TextBox 114">
            <a:extLst>
              <a:ext uri="{FF2B5EF4-FFF2-40B4-BE49-F238E27FC236}">
                <a16:creationId xmlns:a16="http://schemas.microsoft.com/office/drawing/2014/main" id="{A6849995-ECC4-1A31-218E-6582F86CB379}"/>
              </a:ext>
            </a:extLst>
          </p:cNvPr>
          <p:cNvSpPr txBox="1"/>
          <p:nvPr/>
        </p:nvSpPr>
        <p:spPr>
          <a:xfrm>
            <a:off x="7195361" y="1188165"/>
            <a:ext cx="969888" cy="264560"/>
          </a:xfrm>
          <a:prstGeom prst="rect">
            <a:avLst/>
          </a:prstGeom>
        </p:spPr>
        <p:txBody>
          <a:bodyPr lIns="0" tIns="0" rIns="0" bIns="0" rtlCol="0" anchor="t">
            <a:spAutoFit/>
          </a:bodyPr>
          <a:lstStyle/>
          <a:p>
            <a:pPr algn="ctr">
              <a:lnSpc>
                <a:spcPts val="2239"/>
              </a:lnSpc>
              <a:spcBef>
                <a:spcPct val="0"/>
              </a:spcBef>
            </a:pPr>
            <a:r>
              <a:rPr lang="en-US" sz="1599">
                <a:solidFill>
                  <a:srgbClr val="000000"/>
                </a:solidFill>
                <a:latin typeface="Canva Sans"/>
                <a:ea typeface="Canva Sans"/>
                <a:cs typeface="Canva Sans"/>
                <a:sym typeface="Canva Sans"/>
              </a:rPr>
              <a:t>Individual</a:t>
            </a:r>
          </a:p>
        </p:txBody>
      </p:sp>
      <p:sp>
        <p:nvSpPr>
          <p:cNvPr id="115" name="TextBox 115">
            <a:extLst>
              <a:ext uri="{FF2B5EF4-FFF2-40B4-BE49-F238E27FC236}">
                <a16:creationId xmlns:a16="http://schemas.microsoft.com/office/drawing/2014/main" id="{0D2E2FA4-5252-C10A-3756-7B75B26155C5}"/>
              </a:ext>
            </a:extLst>
          </p:cNvPr>
          <p:cNvSpPr txBox="1"/>
          <p:nvPr/>
        </p:nvSpPr>
        <p:spPr>
          <a:xfrm>
            <a:off x="7370211" y="2215803"/>
            <a:ext cx="310094" cy="264560"/>
          </a:xfrm>
          <a:prstGeom prst="rect">
            <a:avLst/>
          </a:prstGeom>
        </p:spPr>
        <p:txBody>
          <a:bodyPr wrap="square" lIns="0" tIns="0" rIns="0" bIns="0" rtlCol="0" anchor="t">
            <a:spAutoFit/>
          </a:bodyPr>
          <a:lstStyle/>
          <a:p>
            <a:pPr algn="ctr">
              <a:lnSpc>
                <a:spcPts val="2239"/>
              </a:lnSpc>
              <a:spcBef>
                <a:spcPct val="0"/>
              </a:spcBef>
            </a:pPr>
            <a:r>
              <a:rPr lang="en-US" sz="1599">
                <a:solidFill>
                  <a:srgbClr val="000000"/>
                </a:solidFill>
                <a:latin typeface="Canva Sans"/>
                <a:ea typeface="Canva Sans"/>
                <a:cs typeface="Canva Sans"/>
                <a:sym typeface="Canva Sans"/>
              </a:rPr>
              <a:t>25</a:t>
            </a:r>
          </a:p>
        </p:txBody>
      </p:sp>
    </p:spTree>
    <p:extLst>
      <p:ext uri="{BB962C8B-B14F-4D97-AF65-F5344CB8AC3E}">
        <p14:creationId xmlns:p14="http://schemas.microsoft.com/office/powerpoint/2010/main" val="8613312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97CB6-047B-4343-95E1-420D4BEEF05E}"/>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EDCD7ABD-DB27-A80C-2629-83CCEB1F0E9A}"/>
              </a:ext>
            </a:extLst>
          </p:cNvPr>
          <p:cNvGraphicFramePr>
            <a:graphicFrameLocks noGrp="1"/>
          </p:cNvGraphicFramePr>
          <p:nvPr>
            <p:extLst>
              <p:ext uri="{D42A27DB-BD31-4B8C-83A1-F6EECF244321}">
                <p14:modId xmlns:p14="http://schemas.microsoft.com/office/powerpoint/2010/main" val="2372317450"/>
              </p:ext>
            </p:extLst>
          </p:nvPr>
        </p:nvGraphicFramePr>
        <p:xfrm>
          <a:off x="43953" y="546470"/>
          <a:ext cx="6562164" cy="6895011"/>
        </p:xfrm>
        <a:graphic>
          <a:graphicData uri="http://schemas.openxmlformats.org/drawingml/2006/table">
            <a:tbl>
              <a:tblPr/>
              <a:tblGrid>
                <a:gridCol w="6562164">
                  <a:extLst>
                    <a:ext uri="{9D8B030D-6E8A-4147-A177-3AD203B41FA5}">
                      <a16:colId xmlns:a16="http://schemas.microsoft.com/office/drawing/2014/main" val="20000"/>
                    </a:ext>
                  </a:extLst>
                </a:gridCol>
              </a:tblGrid>
              <a:tr h="83462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59366">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96679">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5686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6187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6187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86187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861871">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3" name="Group 3">
            <a:extLst>
              <a:ext uri="{FF2B5EF4-FFF2-40B4-BE49-F238E27FC236}">
                <a16:creationId xmlns:a16="http://schemas.microsoft.com/office/drawing/2014/main" id="{6BEF23B5-2580-4DD6-7355-4F1D38AA7897}"/>
              </a:ext>
            </a:extLst>
          </p:cNvPr>
          <p:cNvGrpSpPr/>
          <p:nvPr/>
        </p:nvGrpSpPr>
        <p:grpSpPr>
          <a:xfrm>
            <a:off x="22061" y="-45525"/>
            <a:ext cx="6635992" cy="597495"/>
            <a:chOff x="0" y="0"/>
            <a:chExt cx="2594982" cy="812800"/>
          </a:xfrm>
        </p:grpSpPr>
        <p:sp>
          <p:nvSpPr>
            <p:cNvPr id="4" name="Freeform 4">
              <a:extLst>
                <a:ext uri="{FF2B5EF4-FFF2-40B4-BE49-F238E27FC236}">
                  <a16:creationId xmlns:a16="http://schemas.microsoft.com/office/drawing/2014/main" id="{53CD9C05-CA41-7315-56BB-6B96DD9BF3E1}"/>
                </a:ext>
              </a:extLst>
            </p:cNvPr>
            <p:cNvSpPr/>
            <p:nvPr/>
          </p:nvSpPr>
          <p:spPr>
            <a:xfrm>
              <a:off x="0" y="0"/>
              <a:ext cx="2594982" cy="812800"/>
            </a:xfrm>
            <a:custGeom>
              <a:avLst/>
              <a:gdLst/>
              <a:ahLst/>
              <a:cxnLst/>
              <a:rect l="l" t="t" r="r" b="b"/>
              <a:pathLst>
                <a:path w="2594982" h="812800">
                  <a:moveTo>
                    <a:pt x="0" y="0"/>
                  </a:moveTo>
                  <a:lnTo>
                    <a:pt x="2594982" y="0"/>
                  </a:lnTo>
                  <a:lnTo>
                    <a:pt x="2594982" y="812800"/>
                  </a:lnTo>
                  <a:lnTo>
                    <a:pt x="0" y="812800"/>
                  </a:lnTo>
                  <a:close/>
                </a:path>
              </a:pathLst>
            </a:custGeom>
            <a:solidFill>
              <a:srgbClr val="F34336"/>
            </a:solidFill>
          </p:spPr>
          <p:txBody>
            <a:bodyPr/>
            <a:lstStyle/>
            <a:p>
              <a:endParaRPr lang="en-SG" sz="1088"/>
            </a:p>
          </p:txBody>
        </p:sp>
        <p:sp>
          <p:nvSpPr>
            <p:cNvPr id="5" name="TextBox 5">
              <a:extLst>
                <a:ext uri="{FF2B5EF4-FFF2-40B4-BE49-F238E27FC236}">
                  <a16:creationId xmlns:a16="http://schemas.microsoft.com/office/drawing/2014/main" id="{E4BC4103-0687-5AAB-8F1B-42D3AC9B2EAF}"/>
                </a:ext>
              </a:extLst>
            </p:cNvPr>
            <p:cNvSpPr txBox="1"/>
            <p:nvPr/>
          </p:nvSpPr>
          <p:spPr>
            <a:xfrm>
              <a:off x="0" y="-28575"/>
              <a:ext cx="2594982" cy="841375"/>
            </a:xfrm>
            <a:prstGeom prst="rect">
              <a:avLst/>
            </a:prstGeom>
          </p:spPr>
          <p:txBody>
            <a:bodyPr lIns="40638" tIns="40638" rIns="40638" bIns="40638" rtlCol="0" anchor="ctr"/>
            <a:lstStyle/>
            <a:p>
              <a:pPr algn="ctr">
                <a:lnSpc>
                  <a:spcPts val="2016"/>
                </a:lnSpc>
              </a:pPr>
              <a:endParaRPr sz="1088"/>
            </a:p>
          </p:txBody>
        </p:sp>
      </p:grpSp>
      <p:sp>
        <p:nvSpPr>
          <p:cNvPr id="6" name="Freeform 6">
            <a:extLst>
              <a:ext uri="{FF2B5EF4-FFF2-40B4-BE49-F238E27FC236}">
                <a16:creationId xmlns:a16="http://schemas.microsoft.com/office/drawing/2014/main" id="{79FA1057-43F8-9445-BDF5-D80F9BD95992}"/>
              </a:ext>
            </a:extLst>
          </p:cNvPr>
          <p:cNvSpPr/>
          <p:nvPr/>
        </p:nvSpPr>
        <p:spPr>
          <a:xfrm>
            <a:off x="5176804" y="88494"/>
            <a:ext cx="332501" cy="269253"/>
          </a:xfrm>
          <a:custGeom>
            <a:avLst/>
            <a:gdLst/>
            <a:ahLst/>
            <a:cxnLst/>
            <a:rect l="l" t="t" r="r" b="b"/>
            <a:pathLst>
              <a:path w="472691" h="394697">
                <a:moveTo>
                  <a:pt x="0" y="0"/>
                </a:moveTo>
                <a:lnTo>
                  <a:pt x="472691" y="0"/>
                </a:lnTo>
                <a:lnTo>
                  <a:pt x="472691" y="394697"/>
                </a:lnTo>
                <a:lnTo>
                  <a:pt x="0" y="3946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SG" sz="1088"/>
          </a:p>
        </p:txBody>
      </p:sp>
      <p:sp>
        <p:nvSpPr>
          <p:cNvPr id="7" name="Freeform 7">
            <a:extLst>
              <a:ext uri="{FF2B5EF4-FFF2-40B4-BE49-F238E27FC236}">
                <a16:creationId xmlns:a16="http://schemas.microsoft.com/office/drawing/2014/main" id="{384C7107-AA65-42F2-BD9E-C1FB3D6E66F0}"/>
              </a:ext>
            </a:extLst>
          </p:cNvPr>
          <p:cNvSpPr/>
          <p:nvPr/>
        </p:nvSpPr>
        <p:spPr>
          <a:xfrm>
            <a:off x="187237" y="125054"/>
            <a:ext cx="370152" cy="183592"/>
          </a:xfrm>
          <a:custGeom>
            <a:avLst/>
            <a:gdLst/>
            <a:ahLst/>
            <a:cxnLst/>
            <a:rect l="l" t="t" r="r" b="b"/>
            <a:pathLst>
              <a:path w="583453" h="390383">
                <a:moveTo>
                  <a:pt x="0" y="0"/>
                </a:moveTo>
                <a:lnTo>
                  <a:pt x="583453" y="0"/>
                </a:lnTo>
                <a:lnTo>
                  <a:pt x="583453" y="390383"/>
                </a:lnTo>
                <a:lnTo>
                  <a:pt x="0" y="39038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8" name="Freeform 8">
            <a:extLst>
              <a:ext uri="{FF2B5EF4-FFF2-40B4-BE49-F238E27FC236}">
                <a16:creationId xmlns:a16="http://schemas.microsoft.com/office/drawing/2014/main" id="{BCBF3CA6-53F3-8C0C-67ED-4C49977BABBE}"/>
              </a:ext>
            </a:extLst>
          </p:cNvPr>
          <p:cNvSpPr/>
          <p:nvPr/>
        </p:nvSpPr>
        <p:spPr>
          <a:xfrm>
            <a:off x="601805" y="120167"/>
            <a:ext cx="368457" cy="177419"/>
          </a:xfrm>
          <a:custGeom>
            <a:avLst/>
            <a:gdLst/>
            <a:ahLst/>
            <a:cxnLst/>
            <a:rect l="l" t="t" r="r" b="b"/>
            <a:pathLst>
              <a:path w="585247" h="392648">
                <a:moveTo>
                  <a:pt x="0" y="0"/>
                </a:moveTo>
                <a:lnTo>
                  <a:pt x="585247" y="0"/>
                </a:lnTo>
                <a:lnTo>
                  <a:pt x="585247" y="392647"/>
                </a:lnTo>
                <a:lnTo>
                  <a:pt x="0" y="39264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SG" sz="1088"/>
          </a:p>
        </p:txBody>
      </p:sp>
      <p:sp>
        <p:nvSpPr>
          <p:cNvPr id="9" name="Freeform 9">
            <a:extLst>
              <a:ext uri="{FF2B5EF4-FFF2-40B4-BE49-F238E27FC236}">
                <a16:creationId xmlns:a16="http://schemas.microsoft.com/office/drawing/2014/main" id="{B8EAD6B0-433F-3BC3-DA4F-4376FD8CEBFB}"/>
              </a:ext>
            </a:extLst>
          </p:cNvPr>
          <p:cNvSpPr/>
          <p:nvPr/>
        </p:nvSpPr>
        <p:spPr>
          <a:xfrm>
            <a:off x="6031025" y="86246"/>
            <a:ext cx="242908" cy="271500"/>
          </a:xfrm>
          <a:custGeom>
            <a:avLst/>
            <a:gdLst/>
            <a:ahLst/>
            <a:cxnLst/>
            <a:rect l="l" t="t" r="r" b="b"/>
            <a:pathLst>
              <a:path w="365278" h="392772">
                <a:moveTo>
                  <a:pt x="0" y="0"/>
                </a:moveTo>
                <a:lnTo>
                  <a:pt x="365278" y="0"/>
                </a:lnTo>
                <a:lnTo>
                  <a:pt x="365278" y="392772"/>
                </a:lnTo>
                <a:lnTo>
                  <a:pt x="0" y="39277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SG" sz="1088"/>
          </a:p>
        </p:txBody>
      </p:sp>
      <p:sp>
        <p:nvSpPr>
          <p:cNvPr id="10" name="Freeform 10">
            <a:extLst>
              <a:ext uri="{FF2B5EF4-FFF2-40B4-BE49-F238E27FC236}">
                <a16:creationId xmlns:a16="http://schemas.microsoft.com/office/drawing/2014/main" id="{4B38E643-1405-709D-0703-3DBF95DDA2A9}"/>
              </a:ext>
            </a:extLst>
          </p:cNvPr>
          <p:cNvSpPr/>
          <p:nvPr/>
        </p:nvSpPr>
        <p:spPr>
          <a:xfrm>
            <a:off x="4386672" y="100843"/>
            <a:ext cx="268412" cy="274566"/>
          </a:xfrm>
          <a:custGeom>
            <a:avLst/>
            <a:gdLst/>
            <a:ahLst/>
            <a:cxnLst/>
            <a:rect l="l" t="t" r="r" b="b"/>
            <a:pathLst>
              <a:path w="399295" h="414852">
                <a:moveTo>
                  <a:pt x="0" y="0"/>
                </a:moveTo>
                <a:lnTo>
                  <a:pt x="399295" y="0"/>
                </a:lnTo>
                <a:lnTo>
                  <a:pt x="399295" y="414852"/>
                </a:lnTo>
                <a:lnTo>
                  <a:pt x="0" y="41485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SG" sz="1088"/>
          </a:p>
        </p:txBody>
      </p:sp>
      <p:sp>
        <p:nvSpPr>
          <p:cNvPr id="11" name="Freeform 11">
            <a:hlinkClick r:id="rId12" action="ppaction://hlinksldjump"/>
            <a:extLst>
              <a:ext uri="{FF2B5EF4-FFF2-40B4-BE49-F238E27FC236}">
                <a16:creationId xmlns:a16="http://schemas.microsoft.com/office/drawing/2014/main" id="{1F133410-DCFE-22DC-9863-46FC5EC07561}"/>
              </a:ext>
            </a:extLst>
          </p:cNvPr>
          <p:cNvSpPr/>
          <p:nvPr/>
        </p:nvSpPr>
        <p:spPr>
          <a:xfrm>
            <a:off x="9024846" y="79763"/>
            <a:ext cx="332501" cy="332501"/>
          </a:xfrm>
          <a:custGeom>
            <a:avLst/>
            <a:gdLst/>
            <a:ahLst/>
            <a:cxnLst/>
            <a:rect l="l" t="t" r="r" b="b"/>
            <a:pathLst>
              <a:path w="415644" h="415644">
                <a:moveTo>
                  <a:pt x="0" y="0"/>
                </a:moveTo>
                <a:lnTo>
                  <a:pt x="415645" y="0"/>
                </a:lnTo>
                <a:lnTo>
                  <a:pt x="415645" y="415644"/>
                </a:lnTo>
                <a:lnTo>
                  <a:pt x="0" y="415644"/>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SG" sz="1088"/>
          </a:p>
        </p:txBody>
      </p:sp>
      <p:sp>
        <p:nvSpPr>
          <p:cNvPr id="12" name="Freeform 12">
            <a:hlinkClick r:id="rId15" action="ppaction://hlinksldjump"/>
            <a:extLst>
              <a:ext uri="{FF2B5EF4-FFF2-40B4-BE49-F238E27FC236}">
                <a16:creationId xmlns:a16="http://schemas.microsoft.com/office/drawing/2014/main" id="{118BA961-9D07-0C7B-AB2F-7A59660F2F8B}"/>
              </a:ext>
            </a:extLst>
          </p:cNvPr>
          <p:cNvSpPr/>
          <p:nvPr/>
        </p:nvSpPr>
        <p:spPr>
          <a:xfrm>
            <a:off x="9685790" y="17214"/>
            <a:ext cx="394835" cy="394835"/>
          </a:xfrm>
          <a:custGeom>
            <a:avLst/>
            <a:gdLst/>
            <a:ahLst/>
            <a:cxnLst/>
            <a:rect l="l" t="t" r="r" b="b"/>
            <a:pathLst>
              <a:path w="493565" h="493565">
                <a:moveTo>
                  <a:pt x="0" y="0"/>
                </a:moveTo>
                <a:lnTo>
                  <a:pt x="493565" y="0"/>
                </a:lnTo>
                <a:lnTo>
                  <a:pt x="493565" y="493565"/>
                </a:lnTo>
                <a:lnTo>
                  <a:pt x="0" y="493565"/>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grpSp>
        <p:nvGrpSpPr>
          <p:cNvPr id="13" name="Group 13">
            <a:extLst>
              <a:ext uri="{FF2B5EF4-FFF2-40B4-BE49-F238E27FC236}">
                <a16:creationId xmlns:a16="http://schemas.microsoft.com/office/drawing/2014/main" id="{A8552C92-FBFA-5296-3CAC-B590130A7978}"/>
              </a:ext>
            </a:extLst>
          </p:cNvPr>
          <p:cNvGrpSpPr/>
          <p:nvPr/>
        </p:nvGrpSpPr>
        <p:grpSpPr>
          <a:xfrm>
            <a:off x="6787113" y="3133272"/>
            <a:ext cx="1546440" cy="447075"/>
            <a:chOff x="0" y="0"/>
            <a:chExt cx="812800" cy="234980"/>
          </a:xfrm>
        </p:grpSpPr>
        <p:sp>
          <p:nvSpPr>
            <p:cNvPr id="14" name="Freeform 14">
              <a:extLst>
                <a:ext uri="{FF2B5EF4-FFF2-40B4-BE49-F238E27FC236}">
                  <a16:creationId xmlns:a16="http://schemas.microsoft.com/office/drawing/2014/main" id="{041B197C-DA43-C90C-D86E-4E1745949350}"/>
                </a:ext>
              </a:extLst>
            </p:cNvPr>
            <p:cNvSpPr/>
            <p:nvPr/>
          </p:nvSpPr>
          <p:spPr>
            <a:xfrm>
              <a:off x="0" y="0"/>
              <a:ext cx="812800" cy="234980"/>
            </a:xfrm>
            <a:custGeom>
              <a:avLst/>
              <a:gdLst/>
              <a:ahLst/>
              <a:cxnLst/>
              <a:rect l="l" t="t" r="r" b="b"/>
              <a:pathLst>
                <a:path w="812800" h="234980">
                  <a:moveTo>
                    <a:pt x="117490" y="0"/>
                  </a:moveTo>
                  <a:lnTo>
                    <a:pt x="695310" y="0"/>
                  </a:lnTo>
                  <a:cubicBezTo>
                    <a:pt x="726470" y="0"/>
                    <a:pt x="756354" y="12378"/>
                    <a:pt x="778388" y="34412"/>
                  </a:cubicBezTo>
                  <a:cubicBezTo>
                    <a:pt x="800422" y="56446"/>
                    <a:pt x="812800" y="86330"/>
                    <a:pt x="812800" y="117490"/>
                  </a:cubicBezTo>
                  <a:lnTo>
                    <a:pt x="812800" y="117490"/>
                  </a:lnTo>
                  <a:cubicBezTo>
                    <a:pt x="812800" y="148650"/>
                    <a:pt x="800422" y="178534"/>
                    <a:pt x="778388" y="200568"/>
                  </a:cubicBezTo>
                  <a:cubicBezTo>
                    <a:pt x="756354" y="222602"/>
                    <a:pt x="726470" y="234980"/>
                    <a:pt x="695310" y="234980"/>
                  </a:cubicBezTo>
                  <a:lnTo>
                    <a:pt x="117490" y="234980"/>
                  </a:lnTo>
                  <a:cubicBezTo>
                    <a:pt x="86330" y="234980"/>
                    <a:pt x="56446" y="222602"/>
                    <a:pt x="34412" y="200568"/>
                  </a:cubicBezTo>
                  <a:cubicBezTo>
                    <a:pt x="12378" y="178534"/>
                    <a:pt x="0" y="148650"/>
                    <a:pt x="0" y="117490"/>
                  </a:cubicBezTo>
                  <a:lnTo>
                    <a:pt x="0" y="117490"/>
                  </a:lnTo>
                  <a:cubicBezTo>
                    <a:pt x="0" y="86330"/>
                    <a:pt x="12378" y="56446"/>
                    <a:pt x="34412" y="34412"/>
                  </a:cubicBezTo>
                  <a:cubicBezTo>
                    <a:pt x="56446" y="12378"/>
                    <a:pt x="86330" y="0"/>
                    <a:pt x="117490" y="0"/>
                  </a:cubicBezTo>
                  <a:close/>
                </a:path>
              </a:pathLst>
            </a:custGeom>
            <a:solidFill>
              <a:srgbClr val="F34336"/>
            </a:solidFill>
          </p:spPr>
          <p:txBody>
            <a:bodyPr/>
            <a:lstStyle/>
            <a:p>
              <a:endParaRPr lang="en-SG" sz="1088"/>
            </a:p>
          </p:txBody>
        </p:sp>
        <p:sp>
          <p:nvSpPr>
            <p:cNvPr id="15" name="TextBox 15">
              <a:extLst>
                <a:ext uri="{FF2B5EF4-FFF2-40B4-BE49-F238E27FC236}">
                  <a16:creationId xmlns:a16="http://schemas.microsoft.com/office/drawing/2014/main" id="{6971F33C-DF35-271B-0DA8-300DB4298745}"/>
                </a:ext>
              </a:extLst>
            </p:cNvPr>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grpSp>
        <p:nvGrpSpPr>
          <p:cNvPr id="16" name="Group 16">
            <a:extLst>
              <a:ext uri="{FF2B5EF4-FFF2-40B4-BE49-F238E27FC236}">
                <a16:creationId xmlns:a16="http://schemas.microsoft.com/office/drawing/2014/main" id="{0BDA3363-A917-F7E1-9860-79EA7B75B862}"/>
              </a:ext>
            </a:extLst>
          </p:cNvPr>
          <p:cNvGrpSpPr/>
          <p:nvPr/>
        </p:nvGrpSpPr>
        <p:grpSpPr>
          <a:xfrm>
            <a:off x="8515090" y="3134505"/>
            <a:ext cx="1542181" cy="445844"/>
            <a:chOff x="0" y="0"/>
            <a:chExt cx="812800" cy="234980"/>
          </a:xfrm>
        </p:grpSpPr>
        <p:sp>
          <p:nvSpPr>
            <p:cNvPr id="17" name="Freeform 17">
              <a:extLst>
                <a:ext uri="{FF2B5EF4-FFF2-40B4-BE49-F238E27FC236}">
                  <a16:creationId xmlns:a16="http://schemas.microsoft.com/office/drawing/2014/main" id="{0C693A2B-C26D-53EF-D15E-61DBC469EC2F}"/>
                </a:ext>
              </a:extLst>
            </p:cNvPr>
            <p:cNvSpPr/>
            <p:nvPr/>
          </p:nvSpPr>
          <p:spPr>
            <a:xfrm>
              <a:off x="0" y="0"/>
              <a:ext cx="812800" cy="234980"/>
            </a:xfrm>
            <a:custGeom>
              <a:avLst/>
              <a:gdLst/>
              <a:ahLst/>
              <a:cxnLst/>
              <a:rect l="l" t="t" r="r" b="b"/>
              <a:pathLst>
                <a:path w="812800" h="234980">
                  <a:moveTo>
                    <a:pt x="117490" y="0"/>
                  </a:moveTo>
                  <a:lnTo>
                    <a:pt x="695310" y="0"/>
                  </a:lnTo>
                  <a:cubicBezTo>
                    <a:pt x="726470" y="0"/>
                    <a:pt x="756354" y="12378"/>
                    <a:pt x="778388" y="34412"/>
                  </a:cubicBezTo>
                  <a:cubicBezTo>
                    <a:pt x="800422" y="56446"/>
                    <a:pt x="812800" y="86330"/>
                    <a:pt x="812800" y="117490"/>
                  </a:cubicBezTo>
                  <a:lnTo>
                    <a:pt x="812800" y="117490"/>
                  </a:lnTo>
                  <a:cubicBezTo>
                    <a:pt x="812800" y="148650"/>
                    <a:pt x="800422" y="178534"/>
                    <a:pt x="778388" y="200568"/>
                  </a:cubicBezTo>
                  <a:cubicBezTo>
                    <a:pt x="756354" y="222602"/>
                    <a:pt x="726470" y="234980"/>
                    <a:pt x="695310" y="234980"/>
                  </a:cubicBezTo>
                  <a:lnTo>
                    <a:pt x="117490" y="234980"/>
                  </a:lnTo>
                  <a:cubicBezTo>
                    <a:pt x="86330" y="234980"/>
                    <a:pt x="56446" y="222602"/>
                    <a:pt x="34412" y="200568"/>
                  </a:cubicBezTo>
                  <a:cubicBezTo>
                    <a:pt x="12378" y="178534"/>
                    <a:pt x="0" y="148650"/>
                    <a:pt x="0" y="117490"/>
                  </a:cubicBezTo>
                  <a:lnTo>
                    <a:pt x="0" y="117490"/>
                  </a:lnTo>
                  <a:cubicBezTo>
                    <a:pt x="0" y="86330"/>
                    <a:pt x="12378" y="56446"/>
                    <a:pt x="34412" y="34412"/>
                  </a:cubicBezTo>
                  <a:cubicBezTo>
                    <a:pt x="56446" y="12378"/>
                    <a:pt x="86330" y="0"/>
                    <a:pt x="117490" y="0"/>
                  </a:cubicBezTo>
                  <a:close/>
                </a:path>
              </a:pathLst>
            </a:custGeom>
            <a:solidFill>
              <a:srgbClr val="F34336"/>
            </a:solidFill>
          </p:spPr>
          <p:txBody>
            <a:bodyPr/>
            <a:lstStyle/>
            <a:p>
              <a:endParaRPr lang="en-SG" sz="1088"/>
            </a:p>
          </p:txBody>
        </p:sp>
        <p:sp>
          <p:nvSpPr>
            <p:cNvPr id="18" name="TextBox 18">
              <a:extLst>
                <a:ext uri="{FF2B5EF4-FFF2-40B4-BE49-F238E27FC236}">
                  <a16:creationId xmlns:a16="http://schemas.microsoft.com/office/drawing/2014/main" id="{80B81065-41A7-9B7D-E92E-BF1FA7FF871B}"/>
                </a:ext>
              </a:extLst>
            </p:cNvPr>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sp>
        <p:nvSpPr>
          <p:cNvPr id="19" name="Freeform 19">
            <a:extLst>
              <a:ext uri="{FF2B5EF4-FFF2-40B4-BE49-F238E27FC236}">
                <a16:creationId xmlns:a16="http://schemas.microsoft.com/office/drawing/2014/main" id="{E53C060F-AB37-5423-D01D-DF1A60747416}"/>
              </a:ext>
            </a:extLst>
          </p:cNvPr>
          <p:cNvSpPr/>
          <p:nvPr/>
        </p:nvSpPr>
        <p:spPr>
          <a:xfrm>
            <a:off x="7680306" y="5295111"/>
            <a:ext cx="216450" cy="216450"/>
          </a:xfrm>
          <a:custGeom>
            <a:avLst/>
            <a:gdLst/>
            <a:ahLst/>
            <a:cxnLst/>
            <a:rect l="l" t="t" r="r" b="b"/>
            <a:pathLst>
              <a:path w="270575" h="270575">
                <a:moveTo>
                  <a:pt x="0" y="0"/>
                </a:moveTo>
                <a:lnTo>
                  <a:pt x="270574" y="0"/>
                </a:lnTo>
                <a:lnTo>
                  <a:pt x="270574" y="270574"/>
                </a:lnTo>
                <a:lnTo>
                  <a:pt x="0" y="27057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20" name="Freeform 20">
            <a:extLst>
              <a:ext uri="{FF2B5EF4-FFF2-40B4-BE49-F238E27FC236}">
                <a16:creationId xmlns:a16="http://schemas.microsoft.com/office/drawing/2014/main" id="{C7FC8AE4-1C4A-5153-5D0B-F6ACF7DB5395}"/>
              </a:ext>
            </a:extLst>
          </p:cNvPr>
          <p:cNvSpPr/>
          <p:nvPr/>
        </p:nvSpPr>
        <p:spPr>
          <a:xfrm>
            <a:off x="8608" y="3267982"/>
            <a:ext cx="629155" cy="314578"/>
          </a:xfrm>
          <a:custGeom>
            <a:avLst/>
            <a:gdLst/>
            <a:ahLst/>
            <a:cxnLst/>
            <a:rect l="l" t="t" r="r" b="b"/>
            <a:pathLst>
              <a:path w="786479" h="393240">
                <a:moveTo>
                  <a:pt x="0" y="0"/>
                </a:moveTo>
                <a:lnTo>
                  <a:pt x="786480" y="0"/>
                </a:lnTo>
                <a:lnTo>
                  <a:pt x="786480" y="393239"/>
                </a:lnTo>
                <a:lnTo>
                  <a:pt x="0" y="39323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21" name="Freeform 21">
            <a:extLst>
              <a:ext uri="{FF2B5EF4-FFF2-40B4-BE49-F238E27FC236}">
                <a16:creationId xmlns:a16="http://schemas.microsoft.com/office/drawing/2014/main" id="{60FB8450-8873-2EFD-72A4-469BAAC7F12F}"/>
              </a:ext>
            </a:extLst>
          </p:cNvPr>
          <p:cNvSpPr/>
          <p:nvPr/>
        </p:nvSpPr>
        <p:spPr>
          <a:xfrm>
            <a:off x="12730" y="876927"/>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22" name="Freeform 22">
            <a:extLst>
              <a:ext uri="{FF2B5EF4-FFF2-40B4-BE49-F238E27FC236}">
                <a16:creationId xmlns:a16="http://schemas.microsoft.com/office/drawing/2014/main" id="{17DA305F-A576-943F-DD38-BF6A13454100}"/>
              </a:ext>
            </a:extLst>
          </p:cNvPr>
          <p:cNvSpPr/>
          <p:nvPr/>
        </p:nvSpPr>
        <p:spPr>
          <a:xfrm>
            <a:off x="0" y="4285270"/>
            <a:ext cx="629155" cy="314578"/>
          </a:xfrm>
          <a:custGeom>
            <a:avLst/>
            <a:gdLst/>
            <a:ahLst/>
            <a:cxnLst/>
            <a:rect l="l" t="t" r="r" b="b"/>
            <a:pathLst>
              <a:path w="786479" h="393240">
                <a:moveTo>
                  <a:pt x="0" y="0"/>
                </a:moveTo>
                <a:lnTo>
                  <a:pt x="786480" y="0"/>
                </a:lnTo>
                <a:lnTo>
                  <a:pt x="786480" y="393240"/>
                </a:lnTo>
                <a:lnTo>
                  <a:pt x="0" y="39324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dirty="0"/>
          </a:p>
        </p:txBody>
      </p:sp>
      <p:sp>
        <p:nvSpPr>
          <p:cNvPr id="23" name="Freeform 23">
            <a:extLst>
              <a:ext uri="{FF2B5EF4-FFF2-40B4-BE49-F238E27FC236}">
                <a16:creationId xmlns:a16="http://schemas.microsoft.com/office/drawing/2014/main" id="{ACB2F7F5-1851-7194-795A-3AB538B4BCB9}"/>
              </a:ext>
            </a:extLst>
          </p:cNvPr>
          <p:cNvSpPr/>
          <p:nvPr/>
        </p:nvSpPr>
        <p:spPr>
          <a:xfrm>
            <a:off x="23365" y="5070263"/>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24" name="Freeform 24">
            <a:extLst>
              <a:ext uri="{FF2B5EF4-FFF2-40B4-BE49-F238E27FC236}">
                <a16:creationId xmlns:a16="http://schemas.microsoft.com/office/drawing/2014/main" id="{CDC0CF63-9FC2-FE5B-8646-377B632B0C74}"/>
              </a:ext>
            </a:extLst>
          </p:cNvPr>
          <p:cNvSpPr/>
          <p:nvPr/>
        </p:nvSpPr>
        <p:spPr>
          <a:xfrm>
            <a:off x="9178" y="5953122"/>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25" name="Freeform 25">
            <a:extLst>
              <a:ext uri="{FF2B5EF4-FFF2-40B4-BE49-F238E27FC236}">
                <a16:creationId xmlns:a16="http://schemas.microsoft.com/office/drawing/2014/main" id="{B9A2B0E9-84A3-7043-F20D-734D834FEF6A}"/>
              </a:ext>
            </a:extLst>
          </p:cNvPr>
          <p:cNvSpPr/>
          <p:nvPr/>
        </p:nvSpPr>
        <p:spPr>
          <a:xfrm>
            <a:off x="-5123" y="6716050"/>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dirty="0"/>
          </a:p>
        </p:txBody>
      </p:sp>
      <p:sp>
        <p:nvSpPr>
          <p:cNvPr id="26" name="Freeform 26">
            <a:extLst>
              <a:ext uri="{FF2B5EF4-FFF2-40B4-BE49-F238E27FC236}">
                <a16:creationId xmlns:a16="http://schemas.microsoft.com/office/drawing/2014/main" id="{B3091349-1177-95C4-90F6-D312A984FE3B}"/>
              </a:ext>
            </a:extLst>
          </p:cNvPr>
          <p:cNvSpPr/>
          <p:nvPr/>
        </p:nvSpPr>
        <p:spPr>
          <a:xfrm>
            <a:off x="23366" y="2521781"/>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27" name="Freeform 27">
            <a:extLst>
              <a:ext uri="{FF2B5EF4-FFF2-40B4-BE49-F238E27FC236}">
                <a16:creationId xmlns:a16="http://schemas.microsoft.com/office/drawing/2014/main" id="{6A1BC67D-465B-4D58-3D68-3A245970943E}"/>
              </a:ext>
            </a:extLst>
          </p:cNvPr>
          <p:cNvSpPr/>
          <p:nvPr/>
        </p:nvSpPr>
        <p:spPr>
          <a:xfrm>
            <a:off x="22061" y="1747651"/>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dirty="0"/>
          </a:p>
        </p:txBody>
      </p:sp>
      <p:sp>
        <p:nvSpPr>
          <p:cNvPr id="28" name="Freeform 28">
            <a:extLst>
              <a:ext uri="{FF2B5EF4-FFF2-40B4-BE49-F238E27FC236}">
                <a16:creationId xmlns:a16="http://schemas.microsoft.com/office/drawing/2014/main" id="{0458B86A-325E-8B25-451F-74A8462378BB}"/>
              </a:ext>
            </a:extLst>
          </p:cNvPr>
          <p:cNvSpPr/>
          <p:nvPr/>
        </p:nvSpPr>
        <p:spPr>
          <a:xfrm>
            <a:off x="6117783" y="6800762"/>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29" name="Freeform 29">
            <a:extLst>
              <a:ext uri="{FF2B5EF4-FFF2-40B4-BE49-F238E27FC236}">
                <a16:creationId xmlns:a16="http://schemas.microsoft.com/office/drawing/2014/main" id="{C305CCCC-FF09-E34D-E9BE-E6E82CE1953C}"/>
              </a:ext>
            </a:extLst>
          </p:cNvPr>
          <p:cNvSpPr/>
          <p:nvPr/>
        </p:nvSpPr>
        <p:spPr>
          <a:xfrm>
            <a:off x="6117783" y="2497084"/>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0" name="Freeform 30">
            <a:extLst>
              <a:ext uri="{FF2B5EF4-FFF2-40B4-BE49-F238E27FC236}">
                <a16:creationId xmlns:a16="http://schemas.microsoft.com/office/drawing/2014/main" id="{7022BF05-B639-24D8-F780-06D5E219E541}"/>
              </a:ext>
            </a:extLst>
          </p:cNvPr>
          <p:cNvSpPr/>
          <p:nvPr/>
        </p:nvSpPr>
        <p:spPr>
          <a:xfrm>
            <a:off x="6117783" y="1577123"/>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1" name="Freeform 31">
            <a:extLst>
              <a:ext uri="{FF2B5EF4-FFF2-40B4-BE49-F238E27FC236}">
                <a16:creationId xmlns:a16="http://schemas.microsoft.com/office/drawing/2014/main" id="{C3FE9AF2-73EC-5EF7-43DB-8F125CD9C84F}"/>
              </a:ext>
            </a:extLst>
          </p:cNvPr>
          <p:cNvSpPr/>
          <p:nvPr/>
        </p:nvSpPr>
        <p:spPr>
          <a:xfrm>
            <a:off x="6117783" y="747423"/>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2" name="Freeform 32">
            <a:extLst>
              <a:ext uri="{FF2B5EF4-FFF2-40B4-BE49-F238E27FC236}">
                <a16:creationId xmlns:a16="http://schemas.microsoft.com/office/drawing/2014/main" id="{68991B99-8D26-6A3E-5276-AC2FB6C01A41}"/>
              </a:ext>
            </a:extLst>
          </p:cNvPr>
          <p:cNvSpPr/>
          <p:nvPr/>
        </p:nvSpPr>
        <p:spPr>
          <a:xfrm>
            <a:off x="6117783" y="5127544"/>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3" name="Freeform 33">
            <a:extLst>
              <a:ext uri="{FF2B5EF4-FFF2-40B4-BE49-F238E27FC236}">
                <a16:creationId xmlns:a16="http://schemas.microsoft.com/office/drawing/2014/main" id="{E8F1090F-91CC-B67B-E8D6-335B0EB933C5}"/>
              </a:ext>
            </a:extLst>
          </p:cNvPr>
          <p:cNvSpPr/>
          <p:nvPr/>
        </p:nvSpPr>
        <p:spPr>
          <a:xfrm>
            <a:off x="6085923" y="4173866"/>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4" name="Freeform 34">
            <a:extLst>
              <a:ext uri="{FF2B5EF4-FFF2-40B4-BE49-F238E27FC236}">
                <a16:creationId xmlns:a16="http://schemas.microsoft.com/office/drawing/2014/main" id="{331B4A4A-7F86-8CAD-A5A2-CC2A44828829}"/>
              </a:ext>
            </a:extLst>
          </p:cNvPr>
          <p:cNvSpPr/>
          <p:nvPr/>
        </p:nvSpPr>
        <p:spPr>
          <a:xfrm>
            <a:off x="6117783" y="3310972"/>
            <a:ext cx="312305" cy="312305"/>
          </a:xfrm>
          <a:custGeom>
            <a:avLst/>
            <a:gdLst/>
            <a:ahLst/>
            <a:cxnLst/>
            <a:rect l="l" t="t" r="r" b="b"/>
            <a:pathLst>
              <a:path w="390399" h="390399">
                <a:moveTo>
                  <a:pt x="0" y="0"/>
                </a:moveTo>
                <a:lnTo>
                  <a:pt x="390399" y="0"/>
                </a:lnTo>
                <a:lnTo>
                  <a:pt x="390399" y="390398"/>
                </a:lnTo>
                <a:lnTo>
                  <a:pt x="0" y="390398"/>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5" name="Freeform 35">
            <a:extLst>
              <a:ext uri="{FF2B5EF4-FFF2-40B4-BE49-F238E27FC236}">
                <a16:creationId xmlns:a16="http://schemas.microsoft.com/office/drawing/2014/main" id="{22C2E823-67B0-446A-0DF0-6CA925FCFB99}"/>
              </a:ext>
            </a:extLst>
          </p:cNvPr>
          <p:cNvSpPr/>
          <p:nvPr/>
        </p:nvSpPr>
        <p:spPr>
          <a:xfrm>
            <a:off x="6085923" y="5931862"/>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grpSp>
        <p:nvGrpSpPr>
          <p:cNvPr id="36" name="Group 36">
            <a:extLst>
              <a:ext uri="{FF2B5EF4-FFF2-40B4-BE49-F238E27FC236}">
                <a16:creationId xmlns:a16="http://schemas.microsoft.com/office/drawing/2014/main" id="{6A7BF29A-4089-BD52-DFA7-D06B020983A7}"/>
              </a:ext>
            </a:extLst>
          </p:cNvPr>
          <p:cNvGrpSpPr/>
          <p:nvPr/>
        </p:nvGrpSpPr>
        <p:grpSpPr>
          <a:xfrm>
            <a:off x="6995959" y="1102558"/>
            <a:ext cx="1792975" cy="474845"/>
            <a:chOff x="0" y="0"/>
            <a:chExt cx="654453" cy="168841"/>
          </a:xfrm>
        </p:grpSpPr>
        <p:sp>
          <p:nvSpPr>
            <p:cNvPr id="37" name="Freeform 37">
              <a:extLst>
                <a:ext uri="{FF2B5EF4-FFF2-40B4-BE49-F238E27FC236}">
                  <a16:creationId xmlns:a16="http://schemas.microsoft.com/office/drawing/2014/main" id="{A828D980-BA88-245F-9C48-5C8A26779BC6}"/>
                </a:ext>
              </a:extLst>
            </p:cNvPr>
            <p:cNvSpPr/>
            <p:nvPr/>
          </p:nvSpPr>
          <p:spPr>
            <a:xfrm>
              <a:off x="0" y="0"/>
              <a:ext cx="654453" cy="168841"/>
            </a:xfrm>
            <a:custGeom>
              <a:avLst/>
              <a:gdLst/>
              <a:ahLst/>
              <a:cxnLst/>
              <a:rect l="l" t="t" r="r" b="b"/>
              <a:pathLst>
                <a:path w="654453" h="168841">
                  <a:moveTo>
                    <a:pt x="0" y="0"/>
                  </a:moveTo>
                  <a:lnTo>
                    <a:pt x="654453" y="0"/>
                  </a:lnTo>
                  <a:lnTo>
                    <a:pt x="654453" y="168841"/>
                  </a:lnTo>
                  <a:lnTo>
                    <a:pt x="0" y="168841"/>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38" name="TextBox 38">
              <a:extLst>
                <a:ext uri="{FF2B5EF4-FFF2-40B4-BE49-F238E27FC236}">
                  <a16:creationId xmlns:a16="http://schemas.microsoft.com/office/drawing/2014/main" id="{62D7C242-FCC4-4070-39C8-E4E8309FEC13}"/>
                </a:ext>
              </a:extLst>
            </p:cNvPr>
            <p:cNvSpPr txBox="1"/>
            <p:nvPr/>
          </p:nvSpPr>
          <p:spPr>
            <a:xfrm>
              <a:off x="0" y="-28575"/>
              <a:ext cx="654453" cy="197416"/>
            </a:xfrm>
            <a:prstGeom prst="rect">
              <a:avLst/>
            </a:prstGeom>
          </p:spPr>
          <p:txBody>
            <a:bodyPr lIns="40638" tIns="40638" rIns="40638" bIns="40638" rtlCol="0" anchor="ctr"/>
            <a:lstStyle/>
            <a:p>
              <a:pPr algn="ctr">
                <a:lnSpc>
                  <a:spcPts val="2016"/>
                </a:lnSpc>
              </a:pPr>
              <a:endParaRPr sz="1088"/>
            </a:p>
          </p:txBody>
        </p:sp>
      </p:grpSp>
      <p:grpSp>
        <p:nvGrpSpPr>
          <p:cNvPr id="39" name="Group 39">
            <a:extLst>
              <a:ext uri="{FF2B5EF4-FFF2-40B4-BE49-F238E27FC236}">
                <a16:creationId xmlns:a16="http://schemas.microsoft.com/office/drawing/2014/main" id="{011A4A28-C8A7-09CF-2575-4A0A8549A5A2}"/>
              </a:ext>
            </a:extLst>
          </p:cNvPr>
          <p:cNvGrpSpPr/>
          <p:nvPr/>
        </p:nvGrpSpPr>
        <p:grpSpPr>
          <a:xfrm>
            <a:off x="8785225" y="1102558"/>
            <a:ext cx="403148" cy="474845"/>
            <a:chOff x="0" y="0"/>
            <a:chExt cx="143348" cy="168841"/>
          </a:xfrm>
        </p:grpSpPr>
        <p:sp>
          <p:nvSpPr>
            <p:cNvPr id="40" name="Freeform 40">
              <a:extLst>
                <a:ext uri="{FF2B5EF4-FFF2-40B4-BE49-F238E27FC236}">
                  <a16:creationId xmlns:a16="http://schemas.microsoft.com/office/drawing/2014/main" id="{473DE48D-457B-BD3E-D83A-DF5AD71CAAAB}"/>
                </a:ext>
              </a:extLst>
            </p:cNvPr>
            <p:cNvSpPr/>
            <p:nvPr/>
          </p:nvSpPr>
          <p:spPr>
            <a:xfrm>
              <a:off x="0" y="0"/>
              <a:ext cx="143348" cy="168841"/>
            </a:xfrm>
            <a:custGeom>
              <a:avLst/>
              <a:gdLst/>
              <a:ahLst/>
              <a:cxnLst/>
              <a:rect l="l" t="t" r="r" b="b"/>
              <a:pathLst>
                <a:path w="143348" h="168841">
                  <a:moveTo>
                    <a:pt x="0" y="0"/>
                  </a:moveTo>
                  <a:lnTo>
                    <a:pt x="143348" y="0"/>
                  </a:lnTo>
                  <a:lnTo>
                    <a:pt x="143348" y="168841"/>
                  </a:lnTo>
                  <a:lnTo>
                    <a:pt x="0" y="168841"/>
                  </a:lnTo>
                  <a:close/>
                </a:path>
              </a:pathLst>
            </a:custGeom>
            <a:solidFill>
              <a:srgbClr val="FDFDFD">
                <a:alpha val="38824"/>
              </a:srgbClr>
            </a:solidFill>
            <a:ln w="9525" cap="sq">
              <a:solidFill>
                <a:srgbClr val="000000">
                  <a:alpha val="38824"/>
                </a:srgbClr>
              </a:solidFill>
              <a:prstDash val="solid"/>
              <a:miter/>
            </a:ln>
          </p:spPr>
          <p:txBody>
            <a:bodyPr/>
            <a:lstStyle/>
            <a:p>
              <a:endParaRPr lang="en-SG" sz="1088"/>
            </a:p>
          </p:txBody>
        </p:sp>
        <p:sp>
          <p:nvSpPr>
            <p:cNvPr id="41" name="TextBox 41">
              <a:extLst>
                <a:ext uri="{FF2B5EF4-FFF2-40B4-BE49-F238E27FC236}">
                  <a16:creationId xmlns:a16="http://schemas.microsoft.com/office/drawing/2014/main" id="{802EE27C-10D7-3B62-12FD-4052EA26863D}"/>
                </a:ext>
              </a:extLst>
            </p:cNvPr>
            <p:cNvSpPr txBox="1"/>
            <p:nvPr/>
          </p:nvSpPr>
          <p:spPr>
            <a:xfrm>
              <a:off x="0" y="-28575"/>
              <a:ext cx="143348" cy="197416"/>
            </a:xfrm>
            <a:prstGeom prst="rect">
              <a:avLst/>
            </a:prstGeom>
          </p:spPr>
          <p:txBody>
            <a:bodyPr lIns="40638" tIns="40638" rIns="40638" bIns="40638" rtlCol="0" anchor="ctr"/>
            <a:lstStyle/>
            <a:p>
              <a:pPr algn="ctr">
                <a:lnSpc>
                  <a:spcPts val="2016"/>
                </a:lnSpc>
              </a:pPr>
              <a:endParaRPr sz="1088"/>
            </a:p>
          </p:txBody>
        </p:sp>
      </p:grpSp>
      <p:grpSp>
        <p:nvGrpSpPr>
          <p:cNvPr id="45" name="Group 45">
            <a:extLst>
              <a:ext uri="{FF2B5EF4-FFF2-40B4-BE49-F238E27FC236}">
                <a16:creationId xmlns:a16="http://schemas.microsoft.com/office/drawing/2014/main" id="{D0312978-350E-6B45-B9B0-482F136F5D85}"/>
              </a:ext>
            </a:extLst>
          </p:cNvPr>
          <p:cNvGrpSpPr/>
          <p:nvPr/>
        </p:nvGrpSpPr>
        <p:grpSpPr>
          <a:xfrm>
            <a:off x="6506698" y="551792"/>
            <a:ext cx="110934" cy="7887829"/>
            <a:chOff x="0" y="0"/>
            <a:chExt cx="184898" cy="13146961"/>
          </a:xfrm>
        </p:grpSpPr>
        <p:grpSp>
          <p:nvGrpSpPr>
            <p:cNvPr id="46" name="Group 46">
              <a:extLst>
                <a:ext uri="{FF2B5EF4-FFF2-40B4-BE49-F238E27FC236}">
                  <a16:creationId xmlns:a16="http://schemas.microsoft.com/office/drawing/2014/main" id="{93F72589-709B-6852-BA6A-83172B6C0AA3}"/>
                </a:ext>
              </a:extLst>
            </p:cNvPr>
            <p:cNvGrpSpPr/>
            <p:nvPr/>
          </p:nvGrpSpPr>
          <p:grpSpPr>
            <a:xfrm>
              <a:off x="9132" y="3875"/>
              <a:ext cx="175766" cy="507612"/>
              <a:chOff x="0" y="0"/>
              <a:chExt cx="37497" cy="108291"/>
            </a:xfrm>
          </p:grpSpPr>
          <p:sp>
            <p:nvSpPr>
              <p:cNvPr id="47" name="Freeform 47">
                <a:extLst>
                  <a:ext uri="{FF2B5EF4-FFF2-40B4-BE49-F238E27FC236}">
                    <a16:creationId xmlns:a16="http://schemas.microsoft.com/office/drawing/2014/main" id="{8079E420-9C01-A3B9-DA8B-5802B36D7BD0}"/>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48" name="TextBox 48">
                <a:extLst>
                  <a:ext uri="{FF2B5EF4-FFF2-40B4-BE49-F238E27FC236}">
                    <a16:creationId xmlns:a16="http://schemas.microsoft.com/office/drawing/2014/main" id="{81E38466-6892-D95A-EB04-6492C51ADD12}"/>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49" name="Group 49">
              <a:extLst>
                <a:ext uri="{FF2B5EF4-FFF2-40B4-BE49-F238E27FC236}">
                  <a16:creationId xmlns:a16="http://schemas.microsoft.com/office/drawing/2014/main" id="{51590D8D-5EAF-5721-4C35-59752FD2A53A}"/>
                </a:ext>
              </a:extLst>
            </p:cNvPr>
            <p:cNvGrpSpPr/>
            <p:nvPr/>
          </p:nvGrpSpPr>
          <p:grpSpPr>
            <a:xfrm>
              <a:off x="9132" y="0"/>
              <a:ext cx="175766" cy="13146961"/>
              <a:chOff x="0" y="0"/>
              <a:chExt cx="37497" cy="2804685"/>
            </a:xfrm>
          </p:grpSpPr>
          <p:sp>
            <p:nvSpPr>
              <p:cNvPr id="50" name="Freeform 50">
                <a:extLst>
                  <a:ext uri="{FF2B5EF4-FFF2-40B4-BE49-F238E27FC236}">
                    <a16:creationId xmlns:a16="http://schemas.microsoft.com/office/drawing/2014/main" id="{A5C25135-9ED0-DB38-985E-4199FBC166DE}"/>
                  </a:ext>
                </a:extLst>
              </p:cNvPr>
              <p:cNvSpPr/>
              <p:nvPr/>
            </p:nvSpPr>
            <p:spPr>
              <a:xfrm>
                <a:off x="0" y="0"/>
                <a:ext cx="37497" cy="2804685"/>
              </a:xfrm>
              <a:custGeom>
                <a:avLst/>
                <a:gdLst/>
                <a:ahLst/>
                <a:cxnLst/>
                <a:rect l="l" t="t" r="r" b="b"/>
                <a:pathLst>
                  <a:path w="37497" h="2804685">
                    <a:moveTo>
                      <a:pt x="0" y="0"/>
                    </a:moveTo>
                    <a:lnTo>
                      <a:pt x="37497" y="0"/>
                    </a:lnTo>
                    <a:lnTo>
                      <a:pt x="37497" y="2804685"/>
                    </a:lnTo>
                    <a:lnTo>
                      <a:pt x="0" y="2804685"/>
                    </a:lnTo>
                    <a:close/>
                  </a:path>
                </a:pathLst>
              </a:custGeom>
              <a:solidFill>
                <a:srgbClr val="FDFDFD"/>
              </a:solidFill>
              <a:ln w="9525" cap="sq">
                <a:solidFill>
                  <a:srgbClr val="000000"/>
                </a:solidFill>
                <a:prstDash val="solid"/>
                <a:miter/>
              </a:ln>
            </p:spPr>
            <p:txBody>
              <a:bodyPr/>
              <a:lstStyle/>
              <a:p>
                <a:endParaRPr lang="en-SG" sz="1088"/>
              </a:p>
            </p:txBody>
          </p:sp>
          <p:sp>
            <p:nvSpPr>
              <p:cNvPr id="51" name="TextBox 51">
                <a:extLst>
                  <a:ext uri="{FF2B5EF4-FFF2-40B4-BE49-F238E27FC236}">
                    <a16:creationId xmlns:a16="http://schemas.microsoft.com/office/drawing/2014/main" id="{788AE9AE-7D5C-D303-546A-F61BE28F27BC}"/>
                  </a:ext>
                </a:extLst>
              </p:cNvPr>
              <p:cNvSpPr txBox="1"/>
              <p:nvPr/>
            </p:nvSpPr>
            <p:spPr>
              <a:xfrm>
                <a:off x="0" y="-28575"/>
                <a:ext cx="37497" cy="2833260"/>
              </a:xfrm>
              <a:prstGeom prst="rect">
                <a:avLst/>
              </a:prstGeom>
            </p:spPr>
            <p:txBody>
              <a:bodyPr lIns="40638" tIns="40638" rIns="40638" bIns="40638" rtlCol="0" anchor="ctr"/>
              <a:lstStyle/>
              <a:p>
                <a:pPr algn="ctr">
                  <a:lnSpc>
                    <a:spcPts val="2016"/>
                  </a:lnSpc>
                </a:pPr>
                <a:endParaRPr sz="1088"/>
              </a:p>
            </p:txBody>
          </p:sp>
        </p:grpSp>
        <p:grpSp>
          <p:nvGrpSpPr>
            <p:cNvPr id="52" name="Group 52">
              <a:extLst>
                <a:ext uri="{FF2B5EF4-FFF2-40B4-BE49-F238E27FC236}">
                  <a16:creationId xmlns:a16="http://schemas.microsoft.com/office/drawing/2014/main" id="{2038B706-D768-2466-C35D-CC71A873A90F}"/>
                </a:ext>
              </a:extLst>
            </p:cNvPr>
            <p:cNvGrpSpPr/>
            <p:nvPr/>
          </p:nvGrpSpPr>
          <p:grpSpPr>
            <a:xfrm>
              <a:off x="9132" y="2726176"/>
              <a:ext cx="165100" cy="2140734"/>
              <a:chOff x="0" y="0"/>
              <a:chExt cx="35221" cy="456690"/>
            </a:xfrm>
          </p:grpSpPr>
          <p:sp>
            <p:nvSpPr>
              <p:cNvPr id="53" name="Freeform 53">
                <a:extLst>
                  <a:ext uri="{FF2B5EF4-FFF2-40B4-BE49-F238E27FC236}">
                    <a16:creationId xmlns:a16="http://schemas.microsoft.com/office/drawing/2014/main" id="{9911C7A7-4AE0-8F58-CE5E-38615DB8749F}"/>
                  </a:ext>
                </a:extLst>
              </p:cNvPr>
              <p:cNvSpPr/>
              <p:nvPr/>
            </p:nvSpPr>
            <p:spPr>
              <a:xfrm>
                <a:off x="0" y="0"/>
                <a:ext cx="35221" cy="456690"/>
              </a:xfrm>
              <a:custGeom>
                <a:avLst/>
                <a:gdLst/>
                <a:ahLst/>
                <a:cxnLst/>
                <a:rect l="l" t="t" r="r" b="b"/>
                <a:pathLst>
                  <a:path w="35221" h="456690">
                    <a:moveTo>
                      <a:pt x="0" y="0"/>
                    </a:moveTo>
                    <a:lnTo>
                      <a:pt x="35221" y="0"/>
                    </a:lnTo>
                    <a:lnTo>
                      <a:pt x="35221" y="456690"/>
                    </a:lnTo>
                    <a:lnTo>
                      <a:pt x="0" y="456690"/>
                    </a:lnTo>
                    <a:close/>
                  </a:path>
                </a:pathLst>
              </a:custGeom>
              <a:solidFill>
                <a:srgbClr val="F34336"/>
              </a:solidFill>
              <a:ln cap="sq">
                <a:noFill/>
                <a:prstDash val="solid"/>
                <a:miter/>
              </a:ln>
            </p:spPr>
            <p:txBody>
              <a:bodyPr/>
              <a:lstStyle/>
              <a:p>
                <a:endParaRPr lang="en-SG" sz="1088"/>
              </a:p>
            </p:txBody>
          </p:sp>
          <p:sp>
            <p:nvSpPr>
              <p:cNvPr id="54" name="TextBox 54">
                <a:extLst>
                  <a:ext uri="{FF2B5EF4-FFF2-40B4-BE49-F238E27FC236}">
                    <a16:creationId xmlns:a16="http://schemas.microsoft.com/office/drawing/2014/main" id="{B987B9C4-EF42-0543-73B9-98C756BA9AD0}"/>
                  </a:ext>
                </a:extLst>
              </p:cNvPr>
              <p:cNvSpPr txBox="1"/>
              <p:nvPr/>
            </p:nvSpPr>
            <p:spPr>
              <a:xfrm>
                <a:off x="0" y="-28575"/>
                <a:ext cx="35221" cy="485265"/>
              </a:xfrm>
              <a:prstGeom prst="rect">
                <a:avLst/>
              </a:prstGeom>
            </p:spPr>
            <p:txBody>
              <a:bodyPr lIns="40638" tIns="40638" rIns="40638" bIns="40638" rtlCol="0" anchor="ctr"/>
              <a:lstStyle/>
              <a:p>
                <a:pPr algn="ctr">
                  <a:lnSpc>
                    <a:spcPts val="2016"/>
                  </a:lnSpc>
                </a:pPr>
                <a:endParaRPr sz="1088"/>
              </a:p>
            </p:txBody>
          </p:sp>
        </p:grpSp>
        <p:grpSp>
          <p:nvGrpSpPr>
            <p:cNvPr id="55" name="Group 55">
              <a:extLst>
                <a:ext uri="{FF2B5EF4-FFF2-40B4-BE49-F238E27FC236}">
                  <a16:creationId xmlns:a16="http://schemas.microsoft.com/office/drawing/2014/main" id="{0ECF75F2-D9DB-1B36-37CF-4FC3605D682D}"/>
                </a:ext>
              </a:extLst>
            </p:cNvPr>
            <p:cNvGrpSpPr/>
            <p:nvPr/>
          </p:nvGrpSpPr>
          <p:grpSpPr>
            <a:xfrm>
              <a:off x="9132" y="10883818"/>
              <a:ext cx="175766" cy="507612"/>
              <a:chOff x="0" y="0"/>
              <a:chExt cx="37497" cy="108291"/>
            </a:xfrm>
          </p:grpSpPr>
          <p:sp>
            <p:nvSpPr>
              <p:cNvPr id="56" name="Freeform 56">
                <a:extLst>
                  <a:ext uri="{FF2B5EF4-FFF2-40B4-BE49-F238E27FC236}">
                    <a16:creationId xmlns:a16="http://schemas.microsoft.com/office/drawing/2014/main" id="{A5A3FEAE-618D-5567-DB67-65C377A6F377}"/>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57" name="TextBox 57">
                <a:extLst>
                  <a:ext uri="{FF2B5EF4-FFF2-40B4-BE49-F238E27FC236}">
                    <a16:creationId xmlns:a16="http://schemas.microsoft.com/office/drawing/2014/main" id="{8A3CAC2E-466E-693A-66C6-2BE26AE4B206}"/>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58" name="Group 58">
              <a:extLst>
                <a:ext uri="{FF2B5EF4-FFF2-40B4-BE49-F238E27FC236}">
                  <a16:creationId xmlns:a16="http://schemas.microsoft.com/office/drawing/2014/main" id="{1F6552C5-2479-1483-EA2E-8CD24FC16562}"/>
                </a:ext>
              </a:extLst>
            </p:cNvPr>
            <p:cNvGrpSpPr/>
            <p:nvPr/>
          </p:nvGrpSpPr>
          <p:grpSpPr>
            <a:xfrm>
              <a:off x="45096" y="175561"/>
              <a:ext cx="139802" cy="122326"/>
              <a:chOff x="0" y="0"/>
              <a:chExt cx="812800" cy="711200"/>
            </a:xfrm>
          </p:grpSpPr>
          <p:sp>
            <p:nvSpPr>
              <p:cNvPr id="59" name="Freeform 59">
                <a:extLst>
                  <a:ext uri="{FF2B5EF4-FFF2-40B4-BE49-F238E27FC236}">
                    <a16:creationId xmlns:a16="http://schemas.microsoft.com/office/drawing/2014/main" id="{9D26245E-1C59-2CB8-F78C-CBFB160ABDF1}"/>
                  </a:ext>
                </a:extLst>
              </p:cNvPr>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34336"/>
              </a:solidFill>
            </p:spPr>
            <p:txBody>
              <a:bodyPr/>
              <a:lstStyle/>
              <a:p>
                <a:endParaRPr lang="en-SG" sz="1088"/>
              </a:p>
            </p:txBody>
          </p:sp>
          <p:sp>
            <p:nvSpPr>
              <p:cNvPr id="60" name="TextBox 60">
                <a:extLst>
                  <a:ext uri="{FF2B5EF4-FFF2-40B4-BE49-F238E27FC236}">
                    <a16:creationId xmlns:a16="http://schemas.microsoft.com/office/drawing/2014/main" id="{AA4C9932-24D3-13D7-BF35-5E4C0164FA10}"/>
                  </a:ext>
                </a:extLst>
              </p:cNvPr>
              <p:cNvSpPr txBox="1"/>
              <p:nvPr/>
            </p:nvSpPr>
            <p:spPr>
              <a:xfrm>
                <a:off x="127000" y="301625"/>
                <a:ext cx="558800" cy="358775"/>
              </a:xfrm>
              <a:prstGeom prst="rect">
                <a:avLst/>
              </a:prstGeom>
            </p:spPr>
            <p:txBody>
              <a:bodyPr lIns="40638" tIns="40638" rIns="40638" bIns="40638" rtlCol="0" anchor="ctr"/>
              <a:lstStyle/>
              <a:p>
                <a:pPr algn="ctr">
                  <a:lnSpc>
                    <a:spcPts val="2016"/>
                  </a:lnSpc>
                </a:pPr>
                <a:endParaRPr sz="1088"/>
              </a:p>
            </p:txBody>
          </p:sp>
        </p:grpSp>
        <p:grpSp>
          <p:nvGrpSpPr>
            <p:cNvPr id="61" name="Group 61">
              <a:extLst>
                <a:ext uri="{FF2B5EF4-FFF2-40B4-BE49-F238E27FC236}">
                  <a16:creationId xmlns:a16="http://schemas.microsoft.com/office/drawing/2014/main" id="{F4EB4A84-D52B-B026-941A-CFC712DFD81F}"/>
                </a:ext>
              </a:extLst>
            </p:cNvPr>
            <p:cNvGrpSpPr/>
            <p:nvPr/>
          </p:nvGrpSpPr>
          <p:grpSpPr>
            <a:xfrm>
              <a:off x="0" y="11085671"/>
              <a:ext cx="174232" cy="152453"/>
              <a:chOff x="0" y="0"/>
              <a:chExt cx="812800" cy="711200"/>
            </a:xfrm>
          </p:grpSpPr>
          <p:sp>
            <p:nvSpPr>
              <p:cNvPr id="62" name="Freeform 62">
                <a:extLst>
                  <a:ext uri="{FF2B5EF4-FFF2-40B4-BE49-F238E27FC236}">
                    <a16:creationId xmlns:a16="http://schemas.microsoft.com/office/drawing/2014/main" id="{C6BF33C0-2A86-ECF6-0619-5AF8351C9F70}"/>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63" name="TextBox 63">
                <a:extLst>
                  <a:ext uri="{FF2B5EF4-FFF2-40B4-BE49-F238E27FC236}">
                    <a16:creationId xmlns:a16="http://schemas.microsoft.com/office/drawing/2014/main" id="{CFB501A8-C478-DA50-EF25-B9C9B725EDDA}"/>
                  </a:ext>
                </a:extLst>
              </p:cNvPr>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a:p>
            </p:txBody>
          </p:sp>
        </p:grpSp>
      </p:grpSp>
      <p:sp>
        <p:nvSpPr>
          <p:cNvPr id="67" name="TextBox 67">
            <a:extLst>
              <a:ext uri="{FF2B5EF4-FFF2-40B4-BE49-F238E27FC236}">
                <a16:creationId xmlns:a16="http://schemas.microsoft.com/office/drawing/2014/main" id="{A01F4871-376E-85A6-548E-3AA4312499F0}"/>
              </a:ext>
            </a:extLst>
          </p:cNvPr>
          <p:cNvSpPr txBox="1"/>
          <p:nvPr/>
        </p:nvSpPr>
        <p:spPr>
          <a:xfrm>
            <a:off x="2109785" y="22408"/>
            <a:ext cx="1798472" cy="420884"/>
          </a:xfrm>
          <a:prstGeom prst="rect">
            <a:avLst/>
          </a:prstGeom>
        </p:spPr>
        <p:txBody>
          <a:bodyPr lIns="0" tIns="0" rIns="0" bIns="0" rtlCol="0" anchor="t">
            <a:spAutoFit/>
          </a:bodyPr>
          <a:lstStyle/>
          <a:p>
            <a:pPr>
              <a:lnSpc>
                <a:spcPts val="3414"/>
              </a:lnSpc>
              <a:spcBef>
                <a:spcPct val="0"/>
              </a:spcBef>
            </a:pPr>
            <a:r>
              <a:rPr lang="en-US" sz="2439" dirty="0">
                <a:solidFill>
                  <a:srgbClr val="FFFFFF"/>
                </a:solidFill>
                <a:latin typeface="League Spartan"/>
                <a:ea typeface="League Spartan"/>
                <a:cs typeface="League Spartan"/>
                <a:sym typeface="League Spartan"/>
              </a:rPr>
              <a:t>Plan Trip</a:t>
            </a:r>
          </a:p>
        </p:txBody>
      </p:sp>
      <p:sp>
        <p:nvSpPr>
          <p:cNvPr id="68" name="TextBox 68">
            <a:extLst>
              <a:ext uri="{FF2B5EF4-FFF2-40B4-BE49-F238E27FC236}">
                <a16:creationId xmlns:a16="http://schemas.microsoft.com/office/drawing/2014/main" id="{EAA2BF27-EBAB-4E99-5B9D-CC4B542742B5}"/>
              </a:ext>
            </a:extLst>
          </p:cNvPr>
          <p:cNvSpPr txBox="1"/>
          <p:nvPr/>
        </p:nvSpPr>
        <p:spPr>
          <a:xfrm>
            <a:off x="7280124" y="3223639"/>
            <a:ext cx="680217" cy="248594"/>
          </a:xfrm>
          <a:prstGeom prst="rect">
            <a:avLst/>
          </a:prstGeom>
        </p:spPr>
        <p:txBody>
          <a:bodyPr wrap="square" lIns="0" tIns="0" rIns="0" bIns="0" rtlCol="0" anchor="t">
            <a:spAutoFit/>
          </a:bodyPr>
          <a:lstStyle/>
          <a:p>
            <a:pPr algn="ctr">
              <a:lnSpc>
                <a:spcPts val="2046"/>
              </a:lnSpc>
              <a:spcBef>
                <a:spcPct val="0"/>
              </a:spcBef>
            </a:pPr>
            <a:r>
              <a:rPr lang="en-US" sz="1461" dirty="0">
                <a:solidFill>
                  <a:srgbClr val="FFFFFF"/>
                </a:solidFill>
                <a:latin typeface="League Spartan"/>
                <a:ea typeface="League Spartan"/>
                <a:cs typeface="League Spartan"/>
                <a:sym typeface="League Spartan"/>
              </a:rPr>
              <a:t>Reset</a:t>
            </a:r>
          </a:p>
        </p:txBody>
      </p:sp>
      <p:sp>
        <p:nvSpPr>
          <p:cNvPr id="69" name="TextBox 69">
            <a:hlinkClick r:id="rId24" action="ppaction://hlinksldjump"/>
            <a:extLst>
              <a:ext uri="{FF2B5EF4-FFF2-40B4-BE49-F238E27FC236}">
                <a16:creationId xmlns:a16="http://schemas.microsoft.com/office/drawing/2014/main" id="{CBD09F3A-C470-072B-D2A5-8C4335B9A9ED}"/>
              </a:ext>
            </a:extLst>
          </p:cNvPr>
          <p:cNvSpPr txBox="1"/>
          <p:nvPr/>
        </p:nvSpPr>
        <p:spPr>
          <a:xfrm>
            <a:off x="9024846" y="3224558"/>
            <a:ext cx="587466" cy="248466"/>
          </a:xfrm>
          <a:prstGeom prst="rect">
            <a:avLst/>
          </a:prstGeom>
        </p:spPr>
        <p:txBody>
          <a:bodyPr wrap="square" lIns="0" tIns="0" rIns="0" bIns="0" rtlCol="0" anchor="t">
            <a:spAutoFit/>
          </a:bodyPr>
          <a:lstStyle/>
          <a:p>
            <a:pPr algn="ctr">
              <a:lnSpc>
                <a:spcPts val="2040"/>
              </a:lnSpc>
              <a:spcBef>
                <a:spcPct val="0"/>
              </a:spcBef>
            </a:pPr>
            <a:r>
              <a:rPr lang="en-US" sz="1457" dirty="0">
                <a:solidFill>
                  <a:srgbClr val="FFFFFF"/>
                </a:solidFill>
                <a:latin typeface="League Spartan"/>
                <a:ea typeface="League Spartan"/>
                <a:cs typeface="League Spartan"/>
                <a:sym typeface="League Spartan"/>
              </a:rPr>
              <a:t>Save</a:t>
            </a:r>
          </a:p>
        </p:txBody>
      </p:sp>
      <p:sp>
        <p:nvSpPr>
          <p:cNvPr id="70" name="TextBox 70">
            <a:extLst>
              <a:ext uri="{FF2B5EF4-FFF2-40B4-BE49-F238E27FC236}">
                <a16:creationId xmlns:a16="http://schemas.microsoft.com/office/drawing/2014/main" id="{16DC462F-A5CC-3DA9-7B0A-A94FCDF5B8AF}"/>
              </a:ext>
            </a:extLst>
          </p:cNvPr>
          <p:cNvSpPr txBox="1"/>
          <p:nvPr/>
        </p:nvSpPr>
        <p:spPr>
          <a:xfrm>
            <a:off x="6948366" y="746560"/>
            <a:ext cx="731939" cy="240066"/>
          </a:xfrm>
          <a:prstGeom prst="rect">
            <a:avLst/>
          </a:prstGeom>
        </p:spPr>
        <p:txBody>
          <a:bodyPr wrap="square"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Type</a:t>
            </a:r>
          </a:p>
        </p:txBody>
      </p:sp>
      <p:sp>
        <p:nvSpPr>
          <p:cNvPr id="71" name="TextBox 71">
            <a:extLst>
              <a:ext uri="{FF2B5EF4-FFF2-40B4-BE49-F238E27FC236}">
                <a16:creationId xmlns:a16="http://schemas.microsoft.com/office/drawing/2014/main" id="{2926F812-105E-B536-9A04-AE26182B2ACC}"/>
              </a:ext>
            </a:extLst>
          </p:cNvPr>
          <p:cNvSpPr txBox="1"/>
          <p:nvPr/>
        </p:nvSpPr>
        <p:spPr>
          <a:xfrm>
            <a:off x="1075681" y="913288"/>
            <a:ext cx="1855276"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Burger Queen</a:t>
            </a:r>
          </a:p>
        </p:txBody>
      </p:sp>
      <p:sp>
        <p:nvSpPr>
          <p:cNvPr id="72" name="TextBox 72">
            <a:extLst>
              <a:ext uri="{FF2B5EF4-FFF2-40B4-BE49-F238E27FC236}">
                <a16:creationId xmlns:a16="http://schemas.microsoft.com/office/drawing/2014/main" id="{106752B9-2800-BD3F-D642-155A97D434A7}"/>
              </a:ext>
            </a:extLst>
          </p:cNvPr>
          <p:cNvSpPr txBox="1"/>
          <p:nvPr/>
        </p:nvSpPr>
        <p:spPr>
          <a:xfrm>
            <a:off x="1075681" y="4262895"/>
            <a:ext cx="1508265"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Music Show</a:t>
            </a:r>
          </a:p>
        </p:txBody>
      </p:sp>
      <p:sp>
        <p:nvSpPr>
          <p:cNvPr id="73" name="TextBox 73">
            <a:extLst>
              <a:ext uri="{FF2B5EF4-FFF2-40B4-BE49-F238E27FC236}">
                <a16:creationId xmlns:a16="http://schemas.microsoft.com/office/drawing/2014/main" id="{785B6C6C-A2D2-2794-8041-F7B2718DFFDA}"/>
              </a:ext>
            </a:extLst>
          </p:cNvPr>
          <p:cNvSpPr txBox="1"/>
          <p:nvPr/>
        </p:nvSpPr>
        <p:spPr>
          <a:xfrm>
            <a:off x="1078431" y="2688680"/>
            <a:ext cx="1558581"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Bumper cars</a:t>
            </a:r>
          </a:p>
        </p:txBody>
      </p:sp>
      <p:sp>
        <p:nvSpPr>
          <p:cNvPr id="74" name="TextBox 74">
            <a:extLst>
              <a:ext uri="{FF2B5EF4-FFF2-40B4-BE49-F238E27FC236}">
                <a16:creationId xmlns:a16="http://schemas.microsoft.com/office/drawing/2014/main" id="{896CA457-06DE-CA87-BB02-58509F00309D}"/>
              </a:ext>
            </a:extLst>
          </p:cNvPr>
          <p:cNvSpPr txBox="1"/>
          <p:nvPr/>
        </p:nvSpPr>
        <p:spPr>
          <a:xfrm>
            <a:off x="1111633" y="5183403"/>
            <a:ext cx="1783371"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Ferris wheels</a:t>
            </a:r>
          </a:p>
        </p:txBody>
      </p:sp>
      <p:sp>
        <p:nvSpPr>
          <p:cNvPr id="75" name="TextBox 75">
            <a:extLst>
              <a:ext uri="{FF2B5EF4-FFF2-40B4-BE49-F238E27FC236}">
                <a16:creationId xmlns:a16="http://schemas.microsoft.com/office/drawing/2014/main" id="{178B8C8C-EBE4-0425-7274-1803D735736B}"/>
              </a:ext>
            </a:extLst>
          </p:cNvPr>
          <p:cNvSpPr txBox="1"/>
          <p:nvPr/>
        </p:nvSpPr>
        <p:spPr>
          <a:xfrm>
            <a:off x="1075681" y="6716050"/>
            <a:ext cx="1332514"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Fireworks</a:t>
            </a:r>
          </a:p>
        </p:txBody>
      </p:sp>
      <p:sp>
        <p:nvSpPr>
          <p:cNvPr id="76" name="TextBox 76">
            <a:extLst>
              <a:ext uri="{FF2B5EF4-FFF2-40B4-BE49-F238E27FC236}">
                <a16:creationId xmlns:a16="http://schemas.microsoft.com/office/drawing/2014/main" id="{287A5704-38D8-F348-7B6A-3CB01A867ECE}"/>
              </a:ext>
            </a:extLst>
          </p:cNvPr>
          <p:cNvSpPr txBox="1"/>
          <p:nvPr/>
        </p:nvSpPr>
        <p:spPr>
          <a:xfrm>
            <a:off x="1040338" y="5970511"/>
            <a:ext cx="1810425"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Ice Cream Corner</a:t>
            </a:r>
          </a:p>
        </p:txBody>
      </p:sp>
      <p:sp>
        <p:nvSpPr>
          <p:cNvPr id="77" name="TextBox 77">
            <a:extLst>
              <a:ext uri="{FF2B5EF4-FFF2-40B4-BE49-F238E27FC236}">
                <a16:creationId xmlns:a16="http://schemas.microsoft.com/office/drawing/2014/main" id="{845CE8E4-492C-A729-0D8D-363CE6579306}"/>
              </a:ext>
            </a:extLst>
          </p:cNvPr>
          <p:cNvSpPr txBox="1"/>
          <p:nvPr/>
        </p:nvSpPr>
        <p:spPr>
          <a:xfrm>
            <a:off x="1160710" y="3475787"/>
            <a:ext cx="1183620"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Pizza House</a:t>
            </a:r>
          </a:p>
        </p:txBody>
      </p:sp>
      <p:sp>
        <p:nvSpPr>
          <p:cNvPr id="78" name="TextBox 78">
            <a:extLst>
              <a:ext uri="{FF2B5EF4-FFF2-40B4-BE49-F238E27FC236}">
                <a16:creationId xmlns:a16="http://schemas.microsoft.com/office/drawing/2014/main" id="{245D8653-2DD1-160A-5E7B-1A76C998DC03}"/>
              </a:ext>
            </a:extLst>
          </p:cNvPr>
          <p:cNvSpPr txBox="1"/>
          <p:nvPr/>
        </p:nvSpPr>
        <p:spPr>
          <a:xfrm>
            <a:off x="1137773" y="1818906"/>
            <a:ext cx="1871248"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Castle Playtime</a:t>
            </a:r>
          </a:p>
        </p:txBody>
      </p:sp>
      <p:sp>
        <p:nvSpPr>
          <p:cNvPr id="79" name="TextBox 79">
            <a:extLst>
              <a:ext uri="{FF2B5EF4-FFF2-40B4-BE49-F238E27FC236}">
                <a16:creationId xmlns:a16="http://schemas.microsoft.com/office/drawing/2014/main" id="{B3757857-C365-8FE5-EEB2-F7BEA41129D5}"/>
              </a:ext>
            </a:extLst>
          </p:cNvPr>
          <p:cNvSpPr txBox="1"/>
          <p:nvPr/>
        </p:nvSpPr>
        <p:spPr>
          <a:xfrm>
            <a:off x="737481" y="934550"/>
            <a:ext cx="167347"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1.</a:t>
            </a:r>
          </a:p>
        </p:txBody>
      </p:sp>
      <p:sp>
        <p:nvSpPr>
          <p:cNvPr id="80" name="TextBox 80">
            <a:extLst>
              <a:ext uri="{FF2B5EF4-FFF2-40B4-BE49-F238E27FC236}">
                <a16:creationId xmlns:a16="http://schemas.microsoft.com/office/drawing/2014/main" id="{F0B31990-CBF6-62F0-B853-63D52F101F2D}"/>
              </a:ext>
            </a:extLst>
          </p:cNvPr>
          <p:cNvSpPr txBox="1"/>
          <p:nvPr/>
        </p:nvSpPr>
        <p:spPr>
          <a:xfrm>
            <a:off x="739574" y="1797669"/>
            <a:ext cx="169252"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2.</a:t>
            </a:r>
          </a:p>
        </p:txBody>
      </p:sp>
      <p:sp>
        <p:nvSpPr>
          <p:cNvPr id="81" name="TextBox 81">
            <a:extLst>
              <a:ext uri="{FF2B5EF4-FFF2-40B4-BE49-F238E27FC236}">
                <a16:creationId xmlns:a16="http://schemas.microsoft.com/office/drawing/2014/main" id="{F4046FAD-74AD-37A1-8C88-503BED18BC10}"/>
              </a:ext>
            </a:extLst>
          </p:cNvPr>
          <p:cNvSpPr txBox="1"/>
          <p:nvPr/>
        </p:nvSpPr>
        <p:spPr>
          <a:xfrm>
            <a:off x="667841" y="2626429"/>
            <a:ext cx="226144"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3.</a:t>
            </a:r>
          </a:p>
        </p:txBody>
      </p:sp>
      <p:sp>
        <p:nvSpPr>
          <p:cNvPr id="82" name="TextBox 82">
            <a:extLst>
              <a:ext uri="{FF2B5EF4-FFF2-40B4-BE49-F238E27FC236}">
                <a16:creationId xmlns:a16="http://schemas.microsoft.com/office/drawing/2014/main" id="{E4AEB6F0-4D83-AF75-0D5C-395F74599329}"/>
              </a:ext>
            </a:extLst>
          </p:cNvPr>
          <p:cNvSpPr txBox="1"/>
          <p:nvPr/>
        </p:nvSpPr>
        <p:spPr>
          <a:xfrm>
            <a:off x="667853" y="6842483"/>
            <a:ext cx="257663" cy="264624"/>
          </a:xfrm>
          <a:prstGeom prst="rect">
            <a:avLst/>
          </a:prstGeom>
        </p:spPr>
        <p:txBody>
          <a:bodyPr wrap="square" lIns="0" tIns="0" rIns="0" bIns="0" rtlCol="0" anchor="t">
            <a:spAutoFit/>
          </a:bodyPr>
          <a:lstStyle/>
          <a:p>
            <a:pPr>
              <a:lnSpc>
                <a:spcPts val="2240"/>
              </a:lnSpc>
              <a:spcBef>
                <a:spcPct val="0"/>
              </a:spcBef>
            </a:pPr>
            <a:r>
              <a:rPr lang="en-US" sz="1600" b="1" dirty="0">
                <a:solidFill>
                  <a:srgbClr val="000000"/>
                </a:solidFill>
                <a:latin typeface="Canva Sans Bold"/>
                <a:ea typeface="Canva Sans Bold"/>
                <a:cs typeface="Canva Sans Bold"/>
                <a:sym typeface="Canva Sans Bold"/>
              </a:rPr>
              <a:t>8.</a:t>
            </a:r>
          </a:p>
        </p:txBody>
      </p:sp>
      <p:sp>
        <p:nvSpPr>
          <p:cNvPr id="83" name="TextBox 83">
            <a:extLst>
              <a:ext uri="{FF2B5EF4-FFF2-40B4-BE49-F238E27FC236}">
                <a16:creationId xmlns:a16="http://schemas.microsoft.com/office/drawing/2014/main" id="{E2EDB9E5-339D-62E7-8C59-1500F9229DAD}"/>
              </a:ext>
            </a:extLst>
          </p:cNvPr>
          <p:cNvSpPr txBox="1"/>
          <p:nvPr/>
        </p:nvSpPr>
        <p:spPr>
          <a:xfrm>
            <a:off x="678422" y="5994356"/>
            <a:ext cx="247094"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7.</a:t>
            </a:r>
          </a:p>
        </p:txBody>
      </p:sp>
      <p:sp>
        <p:nvSpPr>
          <p:cNvPr id="84" name="TextBox 84">
            <a:extLst>
              <a:ext uri="{FF2B5EF4-FFF2-40B4-BE49-F238E27FC236}">
                <a16:creationId xmlns:a16="http://schemas.microsoft.com/office/drawing/2014/main" id="{6ECCA1DC-4AF4-6B26-BB7A-B767882B0EF5}"/>
              </a:ext>
            </a:extLst>
          </p:cNvPr>
          <p:cNvSpPr txBox="1"/>
          <p:nvPr/>
        </p:nvSpPr>
        <p:spPr>
          <a:xfrm>
            <a:off x="711874" y="5148677"/>
            <a:ext cx="223729"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6.</a:t>
            </a:r>
          </a:p>
        </p:txBody>
      </p:sp>
      <p:sp>
        <p:nvSpPr>
          <p:cNvPr id="85" name="TextBox 85">
            <a:extLst>
              <a:ext uri="{FF2B5EF4-FFF2-40B4-BE49-F238E27FC236}">
                <a16:creationId xmlns:a16="http://schemas.microsoft.com/office/drawing/2014/main" id="{5E1AE348-7728-75BF-2825-7EA1988CB56C}"/>
              </a:ext>
            </a:extLst>
          </p:cNvPr>
          <p:cNvSpPr txBox="1"/>
          <p:nvPr/>
        </p:nvSpPr>
        <p:spPr>
          <a:xfrm>
            <a:off x="702546" y="4311654"/>
            <a:ext cx="222970"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5.</a:t>
            </a:r>
          </a:p>
        </p:txBody>
      </p:sp>
      <p:sp>
        <p:nvSpPr>
          <p:cNvPr id="86" name="TextBox 86">
            <a:extLst>
              <a:ext uri="{FF2B5EF4-FFF2-40B4-BE49-F238E27FC236}">
                <a16:creationId xmlns:a16="http://schemas.microsoft.com/office/drawing/2014/main" id="{6B520EE7-C058-CE4F-9594-4E2ED0E47841}"/>
              </a:ext>
            </a:extLst>
          </p:cNvPr>
          <p:cNvSpPr txBox="1"/>
          <p:nvPr/>
        </p:nvSpPr>
        <p:spPr>
          <a:xfrm>
            <a:off x="681858" y="3432202"/>
            <a:ext cx="222970"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4.</a:t>
            </a:r>
          </a:p>
        </p:txBody>
      </p:sp>
      <p:sp>
        <p:nvSpPr>
          <p:cNvPr id="87" name="TextBox 87">
            <a:extLst>
              <a:ext uri="{FF2B5EF4-FFF2-40B4-BE49-F238E27FC236}">
                <a16:creationId xmlns:a16="http://schemas.microsoft.com/office/drawing/2014/main" id="{2FF43D0D-4BA5-1ECE-3ED5-72F22EE677D9}"/>
              </a:ext>
            </a:extLst>
          </p:cNvPr>
          <p:cNvSpPr txBox="1"/>
          <p:nvPr/>
        </p:nvSpPr>
        <p:spPr>
          <a:xfrm>
            <a:off x="4988361" y="5298968"/>
            <a:ext cx="553188"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500 m </a:t>
            </a:r>
          </a:p>
        </p:txBody>
      </p:sp>
      <p:sp>
        <p:nvSpPr>
          <p:cNvPr id="88" name="TextBox 88">
            <a:extLst>
              <a:ext uri="{FF2B5EF4-FFF2-40B4-BE49-F238E27FC236}">
                <a16:creationId xmlns:a16="http://schemas.microsoft.com/office/drawing/2014/main" id="{F8B7F3C3-92AD-B091-239C-5441C467811F}"/>
              </a:ext>
            </a:extLst>
          </p:cNvPr>
          <p:cNvSpPr txBox="1"/>
          <p:nvPr/>
        </p:nvSpPr>
        <p:spPr>
          <a:xfrm>
            <a:off x="4960702" y="2728637"/>
            <a:ext cx="414224" cy="215444"/>
          </a:xfrm>
          <a:prstGeom prst="rect">
            <a:avLst/>
          </a:prstGeom>
        </p:spPr>
        <p:txBody>
          <a:bodyPr lIns="0" tIns="0" rIns="0" bIns="0" rtlCol="0" anchor="t">
            <a:spAutoFit/>
          </a:bodyPr>
          <a:lstStyle/>
          <a:p>
            <a:pPr>
              <a:lnSpc>
                <a:spcPts val="1791"/>
              </a:lnSpc>
              <a:spcBef>
                <a:spcPct val="0"/>
              </a:spcBef>
            </a:pPr>
            <a:r>
              <a:rPr lang="en-US" sz="1279" dirty="0">
                <a:solidFill>
                  <a:srgbClr val="000000"/>
                </a:solidFill>
                <a:latin typeface="Canva Sans"/>
                <a:ea typeface="Canva Sans"/>
                <a:cs typeface="Canva Sans"/>
                <a:sym typeface="Canva Sans"/>
              </a:rPr>
              <a:t>25 m </a:t>
            </a:r>
          </a:p>
        </p:txBody>
      </p:sp>
      <p:sp>
        <p:nvSpPr>
          <p:cNvPr id="89" name="TextBox 89">
            <a:extLst>
              <a:ext uri="{FF2B5EF4-FFF2-40B4-BE49-F238E27FC236}">
                <a16:creationId xmlns:a16="http://schemas.microsoft.com/office/drawing/2014/main" id="{361D017F-75D3-6512-9E3A-C0CB6BBF5D47}"/>
              </a:ext>
            </a:extLst>
          </p:cNvPr>
          <p:cNvSpPr txBox="1"/>
          <p:nvPr/>
        </p:nvSpPr>
        <p:spPr>
          <a:xfrm>
            <a:off x="4950065" y="4451811"/>
            <a:ext cx="528329"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250 m </a:t>
            </a:r>
          </a:p>
        </p:txBody>
      </p:sp>
      <p:sp>
        <p:nvSpPr>
          <p:cNvPr id="90" name="TextBox 90">
            <a:extLst>
              <a:ext uri="{FF2B5EF4-FFF2-40B4-BE49-F238E27FC236}">
                <a16:creationId xmlns:a16="http://schemas.microsoft.com/office/drawing/2014/main" id="{D688D60D-A61E-4101-6E31-0289C1B48800}"/>
              </a:ext>
            </a:extLst>
          </p:cNvPr>
          <p:cNvSpPr txBox="1"/>
          <p:nvPr/>
        </p:nvSpPr>
        <p:spPr>
          <a:xfrm>
            <a:off x="4943875" y="3597805"/>
            <a:ext cx="540711"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100 m </a:t>
            </a:r>
          </a:p>
        </p:txBody>
      </p:sp>
      <p:sp>
        <p:nvSpPr>
          <p:cNvPr id="91" name="TextBox 91">
            <a:extLst>
              <a:ext uri="{FF2B5EF4-FFF2-40B4-BE49-F238E27FC236}">
                <a16:creationId xmlns:a16="http://schemas.microsoft.com/office/drawing/2014/main" id="{8574E76C-EA8C-4E94-7ED9-7420EA59F717}"/>
              </a:ext>
            </a:extLst>
          </p:cNvPr>
          <p:cNvSpPr txBox="1"/>
          <p:nvPr/>
        </p:nvSpPr>
        <p:spPr>
          <a:xfrm>
            <a:off x="4928207" y="1919522"/>
            <a:ext cx="423177"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70 m </a:t>
            </a:r>
          </a:p>
        </p:txBody>
      </p:sp>
      <p:sp>
        <p:nvSpPr>
          <p:cNvPr id="92" name="TextBox 92">
            <a:extLst>
              <a:ext uri="{FF2B5EF4-FFF2-40B4-BE49-F238E27FC236}">
                <a16:creationId xmlns:a16="http://schemas.microsoft.com/office/drawing/2014/main" id="{1F6B41F3-690F-5946-6C25-8139125B614B}"/>
              </a:ext>
            </a:extLst>
          </p:cNvPr>
          <p:cNvSpPr txBox="1"/>
          <p:nvPr/>
        </p:nvSpPr>
        <p:spPr>
          <a:xfrm>
            <a:off x="4988361" y="1048873"/>
            <a:ext cx="411462"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15 m </a:t>
            </a:r>
          </a:p>
        </p:txBody>
      </p:sp>
      <p:sp>
        <p:nvSpPr>
          <p:cNvPr id="93" name="TextBox 93">
            <a:extLst>
              <a:ext uri="{FF2B5EF4-FFF2-40B4-BE49-F238E27FC236}">
                <a16:creationId xmlns:a16="http://schemas.microsoft.com/office/drawing/2014/main" id="{9E2481B7-8315-DA03-4BFF-18C5ED6EBED2}"/>
              </a:ext>
            </a:extLst>
          </p:cNvPr>
          <p:cNvSpPr txBox="1"/>
          <p:nvPr/>
        </p:nvSpPr>
        <p:spPr>
          <a:xfrm>
            <a:off x="5042971" y="6859328"/>
            <a:ext cx="518804"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120 m </a:t>
            </a:r>
          </a:p>
        </p:txBody>
      </p:sp>
      <p:sp>
        <p:nvSpPr>
          <p:cNvPr id="94" name="TextBox 94">
            <a:extLst>
              <a:ext uri="{FF2B5EF4-FFF2-40B4-BE49-F238E27FC236}">
                <a16:creationId xmlns:a16="http://schemas.microsoft.com/office/drawing/2014/main" id="{E4BF0047-7B29-679D-22BE-D8FE505479BA}"/>
              </a:ext>
            </a:extLst>
          </p:cNvPr>
          <p:cNvSpPr txBox="1"/>
          <p:nvPr/>
        </p:nvSpPr>
        <p:spPr>
          <a:xfrm>
            <a:off x="5017063" y="6180525"/>
            <a:ext cx="642433"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2500 m </a:t>
            </a:r>
          </a:p>
        </p:txBody>
      </p:sp>
      <p:sp>
        <p:nvSpPr>
          <p:cNvPr id="95" name="TextBox 95">
            <a:extLst>
              <a:ext uri="{FF2B5EF4-FFF2-40B4-BE49-F238E27FC236}">
                <a16:creationId xmlns:a16="http://schemas.microsoft.com/office/drawing/2014/main" id="{BBEBDE01-EF7E-A236-C3BD-67B7738F2EBD}"/>
              </a:ext>
            </a:extLst>
          </p:cNvPr>
          <p:cNvSpPr txBox="1"/>
          <p:nvPr/>
        </p:nvSpPr>
        <p:spPr>
          <a:xfrm>
            <a:off x="3111507" y="1059728"/>
            <a:ext cx="1168667"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10:00 - 10:30</a:t>
            </a:r>
          </a:p>
        </p:txBody>
      </p:sp>
      <p:sp>
        <p:nvSpPr>
          <p:cNvPr id="96" name="TextBox 96">
            <a:extLst>
              <a:ext uri="{FF2B5EF4-FFF2-40B4-BE49-F238E27FC236}">
                <a16:creationId xmlns:a16="http://schemas.microsoft.com/office/drawing/2014/main" id="{AC8AD7FE-012C-7F94-926D-F9E94E1C166D}"/>
              </a:ext>
            </a:extLst>
          </p:cNvPr>
          <p:cNvSpPr txBox="1"/>
          <p:nvPr/>
        </p:nvSpPr>
        <p:spPr>
          <a:xfrm>
            <a:off x="3112728" y="1932199"/>
            <a:ext cx="1228589"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10:35 - 11:30</a:t>
            </a:r>
          </a:p>
        </p:txBody>
      </p:sp>
      <p:sp>
        <p:nvSpPr>
          <p:cNvPr id="97" name="TextBox 97">
            <a:extLst>
              <a:ext uri="{FF2B5EF4-FFF2-40B4-BE49-F238E27FC236}">
                <a16:creationId xmlns:a16="http://schemas.microsoft.com/office/drawing/2014/main" id="{3DE352E8-C5D0-0524-9B97-39F61722D00B}"/>
              </a:ext>
            </a:extLst>
          </p:cNvPr>
          <p:cNvSpPr txBox="1"/>
          <p:nvPr/>
        </p:nvSpPr>
        <p:spPr>
          <a:xfrm>
            <a:off x="3019021" y="2753693"/>
            <a:ext cx="1168667"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11:35 - 12:05</a:t>
            </a:r>
          </a:p>
        </p:txBody>
      </p:sp>
      <p:sp>
        <p:nvSpPr>
          <p:cNvPr id="98" name="TextBox 98">
            <a:extLst>
              <a:ext uri="{FF2B5EF4-FFF2-40B4-BE49-F238E27FC236}">
                <a16:creationId xmlns:a16="http://schemas.microsoft.com/office/drawing/2014/main" id="{FCB5CA32-4C2D-0EE4-085D-21A697C84820}"/>
              </a:ext>
            </a:extLst>
          </p:cNvPr>
          <p:cNvSpPr txBox="1"/>
          <p:nvPr/>
        </p:nvSpPr>
        <p:spPr>
          <a:xfrm>
            <a:off x="3009021" y="3658401"/>
            <a:ext cx="1271153"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12:10 - 12:50</a:t>
            </a:r>
          </a:p>
        </p:txBody>
      </p:sp>
      <p:sp>
        <p:nvSpPr>
          <p:cNvPr id="99" name="TextBox 99">
            <a:extLst>
              <a:ext uri="{FF2B5EF4-FFF2-40B4-BE49-F238E27FC236}">
                <a16:creationId xmlns:a16="http://schemas.microsoft.com/office/drawing/2014/main" id="{A1846EE6-445C-AA28-81A9-406D7230E876}"/>
              </a:ext>
            </a:extLst>
          </p:cNvPr>
          <p:cNvSpPr txBox="1"/>
          <p:nvPr/>
        </p:nvSpPr>
        <p:spPr>
          <a:xfrm>
            <a:off x="3013878" y="4511804"/>
            <a:ext cx="1363638"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12:55 - 13.30</a:t>
            </a:r>
          </a:p>
        </p:txBody>
      </p:sp>
      <p:sp>
        <p:nvSpPr>
          <p:cNvPr id="100" name="TextBox 100">
            <a:extLst>
              <a:ext uri="{FF2B5EF4-FFF2-40B4-BE49-F238E27FC236}">
                <a16:creationId xmlns:a16="http://schemas.microsoft.com/office/drawing/2014/main" id="{CF825C2F-4543-7E90-B0FD-84065BDE7778}"/>
              </a:ext>
            </a:extLst>
          </p:cNvPr>
          <p:cNvSpPr txBox="1"/>
          <p:nvPr/>
        </p:nvSpPr>
        <p:spPr>
          <a:xfrm>
            <a:off x="3112652" y="5300239"/>
            <a:ext cx="1264864"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13:40 - 14.30</a:t>
            </a:r>
          </a:p>
        </p:txBody>
      </p:sp>
      <p:sp>
        <p:nvSpPr>
          <p:cNvPr id="101" name="TextBox 101">
            <a:extLst>
              <a:ext uri="{FF2B5EF4-FFF2-40B4-BE49-F238E27FC236}">
                <a16:creationId xmlns:a16="http://schemas.microsoft.com/office/drawing/2014/main" id="{8DBAE24A-722F-ABEC-68D4-5B9AACAC015D}"/>
              </a:ext>
            </a:extLst>
          </p:cNvPr>
          <p:cNvSpPr txBox="1"/>
          <p:nvPr/>
        </p:nvSpPr>
        <p:spPr>
          <a:xfrm>
            <a:off x="3121808" y="6140691"/>
            <a:ext cx="1264864"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14:35 - 14.55</a:t>
            </a:r>
          </a:p>
        </p:txBody>
      </p:sp>
      <p:sp>
        <p:nvSpPr>
          <p:cNvPr id="102" name="TextBox 102">
            <a:extLst>
              <a:ext uri="{FF2B5EF4-FFF2-40B4-BE49-F238E27FC236}">
                <a16:creationId xmlns:a16="http://schemas.microsoft.com/office/drawing/2014/main" id="{5B7EAFD6-4B46-1760-B3BF-C334DD7E35BC}"/>
              </a:ext>
            </a:extLst>
          </p:cNvPr>
          <p:cNvSpPr txBox="1"/>
          <p:nvPr/>
        </p:nvSpPr>
        <p:spPr>
          <a:xfrm>
            <a:off x="3124507" y="6780346"/>
            <a:ext cx="126216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18:00 - 19:00</a:t>
            </a:r>
          </a:p>
        </p:txBody>
      </p:sp>
      <p:grpSp>
        <p:nvGrpSpPr>
          <p:cNvPr id="107" name="Group 107">
            <a:extLst>
              <a:ext uri="{FF2B5EF4-FFF2-40B4-BE49-F238E27FC236}">
                <a16:creationId xmlns:a16="http://schemas.microsoft.com/office/drawing/2014/main" id="{B51499AA-CF10-B06B-3119-95D535056E53}"/>
              </a:ext>
            </a:extLst>
          </p:cNvPr>
          <p:cNvGrpSpPr/>
          <p:nvPr/>
        </p:nvGrpSpPr>
        <p:grpSpPr>
          <a:xfrm>
            <a:off x="6932608" y="5921383"/>
            <a:ext cx="3124661" cy="1285914"/>
            <a:chOff x="0" y="0"/>
            <a:chExt cx="1111039" cy="457234"/>
          </a:xfrm>
        </p:grpSpPr>
        <p:sp>
          <p:nvSpPr>
            <p:cNvPr id="108" name="Freeform 108">
              <a:extLst>
                <a:ext uri="{FF2B5EF4-FFF2-40B4-BE49-F238E27FC236}">
                  <a16:creationId xmlns:a16="http://schemas.microsoft.com/office/drawing/2014/main" id="{CDE71A13-9B09-0BD7-5725-7E3499610601}"/>
                </a:ext>
              </a:extLst>
            </p:cNvPr>
            <p:cNvSpPr/>
            <p:nvPr/>
          </p:nvSpPr>
          <p:spPr>
            <a:xfrm>
              <a:off x="0" y="0"/>
              <a:ext cx="1111039" cy="457234"/>
            </a:xfrm>
            <a:custGeom>
              <a:avLst/>
              <a:gdLst/>
              <a:ahLst/>
              <a:cxnLst/>
              <a:rect l="l" t="t" r="r" b="b"/>
              <a:pathLst>
                <a:path w="1111039" h="457234">
                  <a:moveTo>
                    <a:pt x="67390" y="0"/>
                  </a:moveTo>
                  <a:lnTo>
                    <a:pt x="1043649" y="0"/>
                  </a:lnTo>
                  <a:cubicBezTo>
                    <a:pt x="1061522" y="0"/>
                    <a:pt x="1078663" y="7100"/>
                    <a:pt x="1091301" y="19738"/>
                  </a:cubicBezTo>
                  <a:cubicBezTo>
                    <a:pt x="1103939" y="32376"/>
                    <a:pt x="1111039" y="49517"/>
                    <a:pt x="1111039" y="67390"/>
                  </a:cubicBezTo>
                  <a:lnTo>
                    <a:pt x="1111039" y="389844"/>
                  </a:lnTo>
                  <a:cubicBezTo>
                    <a:pt x="1111039" y="427062"/>
                    <a:pt x="1080868" y="457234"/>
                    <a:pt x="1043649" y="457234"/>
                  </a:cubicBezTo>
                  <a:lnTo>
                    <a:pt x="67390" y="457234"/>
                  </a:lnTo>
                  <a:cubicBezTo>
                    <a:pt x="49517" y="457234"/>
                    <a:pt x="32376" y="450134"/>
                    <a:pt x="19738" y="437496"/>
                  </a:cubicBezTo>
                  <a:cubicBezTo>
                    <a:pt x="7100" y="424858"/>
                    <a:pt x="0" y="407717"/>
                    <a:pt x="0" y="389844"/>
                  </a:cubicBezTo>
                  <a:lnTo>
                    <a:pt x="0" y="67390"/>
                  </a:lnTo>
                  <a:cubicBezTo>
                    <a:pt x="0" y="49517"/>
                    <a:pt x="7100" y="32376"/>
                    <a:pt x="19738" y="19738"/>
                  </a:cubicBezTo>
                  <a:cubicBezTo>
                    <a:pt x="32376" y="7100"/>
                    <a:pt x="49517" y="0"/>
                    <a:pt x="67390" y="0"/>
                  </a:cubicBezTo>
                  <a:close/>
                </a:path>
              </a:pathLst>
            </a:custGeom>
            <a:solidFill>
              <a:srgbClr val="FFD775"/>
            </a:solidFill>
          </p:spPr>
          <p:txBody>
            <a:bodyPr/>
            <a:lstStyle/>
            <a:p>
              <a:endParaRPr lang="en-SG" sz="1088"/>
            </a:p>
          </p:txBody>
        </p:sp>
        <p:sp>
          <p:nvSpPr>
            <p:cNvPr id="109" name="TextBox 109">
              <a:extLst>
                <a:ext uri="{FF2B5EF4-FFF2-40B4-BE49-F238E27FC236}">
                  <a16:creationId xmlns:a16="http://schemas.microsoft.com/office/drawing/2014/main" id="{DB93E822-02D1-893D-C373-EA43E79BD769}"/>
                </a:ext>
              </a:extLst>
            </p:cNvPr>
            <p:cNvSpPr txBox="1"/>
            <p:nvPr/>
          </p:nvSpPr>
          <p:spPr>
            <a:xfrm>
              <a:off x="0" y="-28575"/>
              <a:ext cx="1111039" cy="485809"/>
            </a:xfrm>
            <a:prstGeom prst="rect">
              <a:avLst/>
            </a:prstGeom>
          </p:spPr>
          <p:txBody>
            <a:bodyPr lIns="40638" tIns="40638" rIns="40638" bIns="40638" rtlCol="0" anchor="ctr"/>
            <a:lstStyle/>
            <a:p>
              <a:pPr algn="ctr">
                <a:lnSpc>
                  <a:spcPts val="2016"/>
                </a:lnSpc>
              </a:pPr>
              <a:endParaRPr sz="1088"/>
            </a:p>
          </p:txBody>
        </p:sp>
      </p:grpSp>
      <p:sp>
        <p:nvSpPr>
          <p:cNvPr id="110" name="Freeform 110">
            <a:extLst>
              <a:ext uri="{FF2B5EF4-FFF2-40B4-BE49-F238E27FC236}">
                <a16:creationId xmlns:a16="http://schemas.microsoft.com/office/drawing/2014/main" id="{33B5EDEE-AAFF-F5C5-A439-378E5344F5A7}"/>
              </a:ext>
            </a:extLst>
          </p:cNvPr>
          <p:cNvSpPr/>
          <p:nvPr/>
        </p:nvSpPr>
        <p:spPr>
          <a:xfrm>
            <a:off x="6584191" y="5159675"/>
            <a:ext cx="1422164" cy="1108025"/>
          </a:xfrm>
          <a:custGeom>
            <a:avLst/>
            <a:gdLst/>
            <a:ahLst/>
            <a:cxnLst/>
            <a:rect l="l" t="t" r="r" b="b"/>
            <a:pathLst>
              <a:path w="1777784" h="1385092">
                <a:moveTo>
                  <a:pt x="0" y="0"/>
                </a:moveTo>
                <a:lnTo>
                  <a:pt x="1777784" y="0"/>
                </a:lnTo>
                <a:lnTo>
                  <a:pt x="1777784" y="1385092"/>
                </a:lnTo>
                <a:lnTo>
                  <a:pt x="0" y="1385092"/>
                </a:lnTo>
                <a:lnTo>
                  <a:pt x="0" y="0"/>
                </a:lnTo>
                <a:close/>
              </a:path>
            </a:pathLst>
          </a:custGeom>
          <a:blipFill>
            <a:blip r:embed="rId25"/>
            <a:stretch>
              <a:fillRect t="-6394" b="-6394"/>
            </a:stretch>
          </a:blipFill>
          <a:ln cap="sq">
            <a:noFill/>
            <a:prstDash val="solid"/>
            <a:miter/>
          </a:ln>
        </p:spPr>
        <p:txBody>
          <a:bodyPr/>
          <a:lstStyle/>
          <a:p>
            <a:endParaRPr lang="en-SG" sz="1088"/>
          </a:p>
        </p:txBody>
      </p:sp>
      <p:sp>
        <p:nvSpPr>
          <p:cNvPr id="111" name="TextBox 111">
            <a:extLst>
              <a:ext uri="{FF2B5EF4-FFF2-40B4-BE49-F238E27FC236}">
                <a16:creationId xmlns:a16="http://schemas.microsoft.com/office/drawing/2014/main" id="{22A8271E-3050-2E86-A2F7-166BE969413B}"/>
              </a:ext>
            </a:extLst>
          </p:cNvPr>
          <p:cNvSpPr txBox="1"/>
          <p:nvPr/>
        </p:nvSpPr>
        <p:spPr>
          <a:xfrm>
            <a:off x="7088052" y="6149333"/>
            <a:ext cx="2907820" cy="494366"/>
          </a:xfrm>
          <a:prstGeom prst="rect">
            <a:avLst/>
          </a:prstGeom>
        </p:spPr>
        <p:txBody>
          <a:bodyPr lIns="0" tIns="0" rIns="0" bIns="0" rtlCol="0" anchor="t">
            <a:spAutoFit/>
          </a:bodyPr>
          <a:lstStyle/>
          <a:p>
            <a:pPr algn="ctr">
              <a:lnSpc>
                <a:spcPts val="2016"/>
              </a:lnSpc>
              <a:spcBef>
                <a:spcPct val="0"/>
              </a:spcBef>
            </a:pPr>
            <a:r>
              <a:rPr lang="en-US" sz="1440">
                <a:solidFill>
                  <a:srgbClr val="000000"/>
                </a:solidFill>
                <a:latin typeface="Roboto Mono"/>
                <a:ea typeface="Roboto Mono"/>
                <a:cs typeface="Roboto Mono"/>
                <a:sym typeface="Roboto Mono"/>
              </a:rPr>
              <a:t>Let Kiki help you plan quickly.</a:t>
            </a:r>
          </a:p>
        </p:txBody>
      </p:sp>
      <p:sp>
        <p:nvSpPr>
          <p:cNvPr id="112" name="TextBox 112">
            <a:extLst>
              <a:ext uri="{FF2B5EF4-FFF2-40B4-BE49-F238E27FC236}">
                <a16:creationId xmlns:a16="http://schemas.microsoft.com/office/drawing/2014/main" id="{5E552CEF-5A25-9C77-B72C-3677D9BF8AA1}"/>
              </a:ext>
            </a:extLst>
          </p:cNvPr>
          <p:cNvSpPr txBox="1"/>
          <p:nvPr/>
        </p:nvSpPr>
        <p:spPr>
          <a:xfrm>
            <a:off x="8820763" y="6791778"/>
            <a:ext cx="347793" cy="163122"/>
          </a:xfrm>
          <a:prstGeom prst="rect">
            <a:avLst/>
          </a:prstGeom>
        </p:spPr>
        <p:txBody>
          <a:bodyPr lIns="0" tIns="0" rIns="0" bIns="0" rtlCol="0" anchor="t">
            <a:spAutoFit/>
          </a:bodyPr>
          <a:lstStyle/>
          <a:p>
            <a:pPr algn="ctr">
              <a:lnSpc>
                <a:spcPts val="1224"/>
              </a:lnSpc>
            </a:pPr>
            <a:r>
              <a:rPr lang="en-US" sz="1440">
                <a:solidFill>
                  <a:srgbClr val="000000"/>
                </a:solidFill>
                <a:latin typeface="Canva Sans"/>
                <a:ea typeface="Canva Sans"/>
                <a:cs typeface="Canva Sans"/>
                <a:sym typeface="Canva Sans"/>
              </a:rPr>
              <a:t>Yes</a:t>
            </a:r>
          </a:p>
        </p:txBody>
      </p:sp>
      <p:sp>
        <p:nvSpPr>
          <p:cNvPr id="113" name="TextBox 113">
            <a:extLst>
              <a:ext uri="{FF2B5EF4-FFF2-40B4-BE49-F238E27FC236}">
                <a16:creationId xmlns:a16="http://schemas.microsoft.com/office/drawing/2014/main" id="{8196B2A4-ABC8-F3CB-A50F-D3BF1A5236A4}"/>
              </a:ext>
            </a:extLst>
          </p:cNvPr>
          <p:cNvSpPr txBox="1"/>
          <p:nvPr/>
        </p:nvSpPr>
        <p:spPr>
          <a:xfrm>
            <a:off x="7456590" y="6791778"/>
            <a:ext cx="284546" cy="163122"/>
          </a:xfrm>
          <a:prstGeom prst="rect">
            <a:avLst/>
          </a:prstGeom>
        </p:spPr>
        <p:txBody>
          <a:bodyPr lIns="0" tIns="0" rIns="0" bIns="0" rtlCol="0" anchor="t">
            <a:spAutoFit/>
          </a:bodyPr>
          <a:lstStyle/>
          <a:p>
            <a:pPr algn="ctr">
              <a:lnSpc>
                <a:spcPts val="1224"/>
              </a:lnSpc>
            </a:pPr>
            <a:r>
              <a:rPr lang="en-US" sz="1440">
                <a:solidFill>
                  <a:srgbClr val="000000"/>
                </a:solidFill>
                <a:latin typeface="Canva Sans"/>
                <a:ea typeface="Canva Sans"/>
                <a:cs typeface="Canva Sans"/>
                <a:sym typeface="Canva Sans"/>
              </a:rPr>
              <a:t>No</a:t>
            </a:r>
          </a:p>
        </p:txBody>
      </p:sp>
      <p:sp>
        <p:nvSpPr>
          <p:cNvPr id="114" name="TextBox 114">
            <a:extLst>
              <a:ext uri="{FF2B5EF4-FFF2-40B4-BE49-F238E27FC236}">
                <a16:creationId xmlns:a16="http://schemas.microsoft.com/office/drawing/2014/main" id="{3046D352-8CC7-F5FB-7DF7-633CEE1F98BF}"/>
              </a:ext>
            </a:extLst>
          </p:cNvPr>
          <p:cNvSpPr txBox="1"/>
          <p:nvPr/>
        </p:nvSpPr>
        <p:spPr>
          <a:xfrm>
            <a:off x="7195361" y="1188165"/>
            <a:ext cx="969888" cy="264560"/>
          </a:xfrm>
          <a:prstGeom prst="rect">
            <a:avLst/>
          </a:prstGeom>
        </p:spPr>
        <p:txBody>
          <a:bodyPr lIns="0" tIns="0" rIns="0" bIns="0" rtlCol="0" anchor="t">
            <a:spAutoFit/>
          </a:bodyPr>
          <a:lstStyle/>
          <a:p>
            <a:pPr algn="ctr">
              <a:lnSpc>
                <a:spcPts val="2239"/>
              </a:lnSpc>
              <a:spcBef>
                <a:spcPct val="0"/>
              </a:spcBef>
            </a:pPr>
            <a:r>
              <a:rPr lang="en-US" sz="1599">
                <a:solidFill>
                  <a:srgbClr val="000000"/>
                </a:solidFill>
                <a:latin typeface="Canva Sans"/>
                <a:ea typeface="Canva Sans"/>
                <a:cs typeface="Canva Sans"/>
                <a:sym typeface="Canva Sans"/>
              </a:rPr>
              <a:t>Individual</a:t>
            </a:r>
          </a:p>
        </p:txBody>
      </p:sp>
      <p:grpSp>
        <p:nvGrpSpPr>
          <p:cNvPr id="116" name="Group 116">
            <a:extLst>
              <a:ext uri="{FF2B5EF4-FFF2-40B4-BE49-F238E27FC236}">
                <a16:creationId xmlns:a16="http://schemas.microsoft.com/office/drawing/2014/main" id="{4F24590D-5B16-ADE9-BDED-BE87BA576F84}"/>
              </a:ext>
            </a:extLst>
          </p:cNvPr>
          <p:cNvGrpSpPr/>
          <p:nvPr/>
        </p:nvGrpSpPr>
        <p:grpSpPr>
          <a:xfrm>
            <a:off x="7088052" y="6678277"/>
            <a:ext cx="969888" cy="336728"/>
            <a:chOff x="0" y="0"/>
            <a:chExt cx="344864" cy="119731"/>
          </a:xfrm>
        </p:grpSpPr>
        <p:sp>
          <p:nvSpPr>
            <p:cNvPr id="117" name="Freeform 117">
              <a:hlinkClick r:id="rId26" action="ppaction://hlinksldjump"/>
              <a:extLst>
                <a:ext uri="{FF2B5EF4-FFF2-40B4-BE49-F238E27FC236}">
                  <a16:creationId xmlns:a16="http://schemas.microsoft.com/office/drawing/2014/main" id="{558A2FDD-B0BC-3E97-7BFB-786CA16A7C81}"/>
                </a:ext>
              </a:extLst>
            </p:cNvPr>
            <p:cNvSpPr/>
            <p:nvPr/>
          </p:nvSpPr>
          <p:spPr>
            <a:xfrm>
              <a:off x="0" y="0"/>
              <a:ext cx="344864" cy="119731"/>
            </a:xfrm>
            <a:custGeom>
              <a:avLst/>
              <a:gdLst/>
              <a:ahLst/>
              <a:cxnLst/>
              <a:rect l="l" t="t" r="r" b="b"/>
              <a:pathLst>
                <a:path w="344864" h="119731">
                  <a:moveTo>
                    <a:pt x="59866" y="0"/>
                  </a:moveTo>
                  <a:lnTo>
                    <a:pt x="284999" y="0"/>
                  </a:lnTo>
                  <a:cubicBezTo>
                    <a:pt x="318062" y="0"/>
                    <a:pt x="344864" y="26803"/>
                    <a:pt x="344864" y="59866"/>
                  </a:cubicBezTo>
                  <a:lnTo>
                    <a:pt x="344864" y="59866"/>
                  </a:lnTo>
                  <a:cubicBezTo>
                    <a:pt x="344864" y="75743"/>
                    <a:pt x="338557" y="90970"/>
                    <a:pt x="327330" y="102197"/>
                  </a:cubicBezTo>
                  <a:cubicBezTo>
                    <a:pt x="316103" y="113424"/>
                    <a:pt x="300876" y="119731"/>
                    <a:pt x="284999" y="119731"/>
                  </a:cubicBezTo>
                  <a:lnTo>
                    <a:pt x="59866" y="119731"/>
                  </a:lnTo>
                  <a:cubicBezTo>
                    <a:pt x="43988" y="119731"/>
                    <a:pt x="28761" y="113424"/>
                    <a:pt x="17534" y="102197"/>
                  </a:cubicBezTo>
                  <a:cubicBezTo>
                    <a:pt x="6307" y="90970"/>
                    <a:pt x="0" y="75743"/>
                    <a:pt x="0" y="59866"/>
                  </a:cubicBezTo>
                  <a:lnTo>
                    <a:pt x="0" y="59866"/>
                  </a:lnTo>
                  <a:cubicBezTo>
                    <a:pt x="0" y="43988"/>
                    <a:pt x="6307" y="28761"/>
                    <a:pt x="17534" y="17534"/>
                  </a:cubicBezTo>
                  <a:cubicBezTo>
                    <a:pt x="28761" y="6307"/>
                    <a:pt x="43988" y="0"/>
                    <a:pt x="59866" y="0"/>
                  </a:cubicBezTo>
                  <a:close/>
                </a:path>
              </a:pathLst>
            </a:custGeom>
            <a:solidFill>
              <a:srgbClr val="000000">
                <a:alpha val="0"/>
              </a:srgbClr>
            </a:solidFill>
            <a:ln w="9525" cap="rnd">
              <a:solidFill>
                <a:srgbClr val="F34336"/>
              </a:solidFill>
              <a:prstDash val="solid"/>
              <a:round/>
            </a:ln>
          </p:spPr>
          <p:txBody>
            <a:bodyPr/>
            <a:lstStyle/>
            <a:p>
              <a:endParaRPr lang="en-SG" sz="1088"/>
            </a:p>
          </p:txBody>
        </p:sp>
        <p:sp>
          <p:nvSpPr>
            <p:cNvPr id="118" name="TextBox 118">
              <a:extLst>
                <a:ext uri="{FF2B5EF4-FFF2-40B4-BE49-F238E27FC236}">
                  <a16:creationId xmlns:a16="http://schemas.microsoft.com/office/drawing/2014/main" id="{DB2E8E01-BCBD-9A02-0CC6-BEE0EE8164D9}"/>
                </a:ext>
              </a:extLst>
            </p:cNvPr>
            <p:cNvSpPr txBox="1"/>
            <p:nvPr/>
          </p:nvSpPr>
          <p:spPr>
            <a:xfrm>
              <a:off x="0" y="-28575"/>
              <a:ext cx="344864" cy="148306"/>
            </a:xfrm>
            <a:prstGeom prst="rect">
              <a:avLst/>
            </a:prstGeom>
          </p:spPr>
          <p:txBody>
            <a:bodyPr lIns="40638" tIns="40638" rIns="40638" bIns="40638" rtlCol="0" anchor="ctr"/>
            <a:lstStyle/>
            <a:p>
              <a:pPr algn="ctr">
                <a:lnSpc>
                  <a:spcPts val="2016"/>
                </a:lnSpc>
              </a:pPr>
              <a:endParaRPr sz="1088"/>
            </a:p>
          </p:txBody>
        </p:sp>
      </p:grpSp>
      <p:grpSp>
        <p:nvGrpSpPr>
          <p:cNvPr id="119" name="Group 119">
            <a:extLst>
              <a:ext uri="{FF2B5EF4-FFF2-40B4-BE49-F238E27FC236}">
                <a16:creationId xmlns:a16="http://schemas.microsoft.com/office/drawing/2014/main" id="{6B71E62A-C55B-7485-F72B-EF446CCBC696}"/>
              </a:ext>
            </a:extLst>
          </p:cNvPr>
          <p:cNvGrpSpPr/>
          <p:nvPr/>
        </p:nvGrpSpPr>
        <p:grpSpPr>
          <a:xfrm>
            <a:off x="8539903" y="6691650"/>
            <a:ext cx="969888" cy="323355"/>
            <a:chOff x="0" y="0"/>
            <a:chExt cx="344864" cy="114975"/>
          </a:xfrm>
        </p:grpSpPr>
        <p:sp>
          <p:nvSpPr>
            <p:cNvPr id="120" name="Freeform 120">
              <a:hlinkClick r:id="rId24" action="ppaction://hlinksldjump"/>
              <a:extLst>
                <a:ext uri="{FF2B5EF4-FFF2-40B4-BE49-F238E27FC236}">
                  <a16:creationId xmlns:a16="http://schemas.microsoft.com/office/drawing/2014/main" id="{C79B9956-52CD-E0A3-F8A3-5D2011292BF8}"/>
                </a:ext>
              </a:extLst>
            </p:cNvPr>
            <p:cNvSpPr/>
            <p:nvPr/>
          </p:nvSpPr>
          <p:spPr>
            <a:xfrm>
              <a:off x="0" y="0"/>
              <a:ext cx="344864" cy="114975"/>
            </a:xfrm>
            <a:custGeom>
              <a:avLst/>
              <a:gdLst/>
              <a:ahLst/>
              <a:cxnLst/>
              <a:rect l="l" t="t" r="r" b="b"/>
              <a:pathLst>
                <a:path w="344864" h="114975">
                  <a:moveTo>
                    <a:pt x="57488" y="0"/>
                  </a:moveTo>
                  <a:lnTo>
                    <a:pt x="287377" y="0"/>
                  </a:lnTo>
                  <a:cubicBezTo>
                    <a:pt x="319126" y="0"/>
                    <a:pt x="344864" y="25738"/>
                    <a:pt x="344864" y="57488"/>
                  </a:cubicBezTo>
                  <a:lnTo>
                    <a:pt x="344864" y="57488"/>
                  </a:lnTo>
                  <a:cubicBezTo>
                    <a:pt x="344864" y="89237"/>
                    <a:pt x="319126" y="114975"/>
                    <a:pt x="287377" y="114975"/>
                  </a:cubicBezTo>
                  <a:lnTo>
                    <a:pt x="57488" y="114975"/>
                  </a:lnTo>
                  <a:cubicBezTo>
                    <a:pt x="25738" y="114975"/>
                    <a:pt x="0" y="89237"/>
                    <a:pt x="0" y="57488"/>
                  </a:cubicBezTo>
                  <a:lnTo>
                    <a:pt x="0" y="57488"/>
                  </a:lnTo>
                  <a:cubicBezTo>
                    <a:pt x="0" y="25738"/>
                    <a:pt x="25738" y="0"/>
                    <a:pt x="57488" y="0"/>
                  </a:cubicBezTo>
                  <a:close/>
                </a:path>
              </a:pathLst>
            </a:custGeom>
            <a:solidFill>
              <a:srgbClr val="000000">
                <a:alpha val="0"/>
              </a:srgbClr>
            </a:solidFill>
            <a:ln w="9525" cap="rnd">
              <a:solidFill>
                <a:srgbClr val="F34336"/>
              </a:solidFill>
              <a:prstDash val="solid"/>
              <a:round/>
            </a:ln>
          </p:spPr>
          <p:txBody>
            <a:bodyPr/>
            <a:lstStyle/>
            <a:p>
              <a:endParaRPr lang="en-SG" sz="1088"/>
            </a:p>
          </p:txBody>
        </p:sp>
        <p:sp>
          <p:nvSpPr>
            <p:cNvPr id="121" name="TextBox 121">
              <a:extLst>
                <a:ext uri="{FF2B5EF4-FFF2-40B4-BE49-F238E27FC236}">
                  <a16:creationId xmlns:a16="http://schemas.microsoft.com/office/drawing/2014/main" id="{48C65947-D79C-841B-3C93-57184C0EC0B1}"/>
                </a:ext>
              </a:extLst>
            </p:cNvPr>
            <p:cNvSpPr txBox="1"/>
            <p:nvPr/>
          </p:nvSpPr>
          <p:spPr>
            <a:xfrm>
              <a:off x="0" y="-28575"/>
              <a:ext cx="344864" cy="143550"/>
            </a:xfrm>
            <a:prstGeom prst="rect">
              <a:avLst/>
            </a:prstGeom>
          </p:spPr>
          <p:txBody>
            <a:bodyPr lIns="40638" tIns="40638" rIns="40638" bIns="40638" rtlCol="0" anchor="ctr"/>
            <a:lstStyle/>
            <a:p>
              <a:pPr algn="ctr">
                <a:lnSpc>
                  <a:spcPts val="2016"/>
                </a:lnSpc>
              </a:pPr>
              <a:endParaRPr sz="1088"/>
            </a:p>
          </p:txBody>
        </p:sp>
      </p:grpSp>
      <p:grpSp>
        <p:nvGrpSpPr>
          <p:cNvPr id="122" name="Group 108">
            <a:extLst>
              <a:ext uri="{FF2B5EF4-FFF2-40B4-BE49-F238E27FC236}">
                <a16:creationId xmlns:a16="http://schemas.microsoft.com/office/drawing/2014/main" id="{EA9C725B-428B-2E3F-1D0E-4239337B3AA0}"/>
              </a:ext>
            </a:extLst>
          </p:cNvPr>
          <p:cNvGrpSpPr/>
          <p:nvPr/>
        </p:nvGrpSpPr>
        <p:grpSpPr>
          <a:xfrm>
            <a:off x="7000680" y="1578600"/>
            <a:ext cx="1784544" cy="1292182"/>
            <a:chOff x="0" y="0"/>
            <a:chExt cx="643751" cy="466139"/>
          </a:xfrm>
        </p:grpSpPr>
        <p:sp>
          <p:nvSpPr>
            <p:cNvPr id="123" name="Freeform 109">
              <a:extLst>
                <a:ext uri="{FF2B5EF4-FFF2-40B4-BE49-F238E27FC236}">
                  <a16:creationId xmlns:a16="http://schemas.microsoft.com/office/drawing/2014/main" id="{12709864-D7B6-0390-9EE5-404ACCE16C82}"/>
                </a:ext>
              </a:extLst>
            </p:cNvPr>
            <p:cNvSpPr/>
            <p:nvPr/>
          </p:nvSpPr>
          <p:spPr>
            <a:xfrm>
              <a:off x="0" y="0"/>
              <a:ext cx="643751" cy="466139"/>
            </a:xfrm>
            <a:custGeom>
              <a:avLst/>
              <a:gdLst/>
              <a:ahLst/>
              <a:cxnLst/>
              <a:rect l="l" t="t" r="r" b="b"/>
              <a:pathLst>
                <a:path w="643751" h="466139">
                  <a:moveTo>
                    <a:pt x="0" y="0"/>
                  </a:moveTo>
                  <a:lnTo>
                    <a:pt x="643751" y="0"/>
                  </a:lnTo>
                  <a:lnTo>
                    <a:pt x="643751" y="466139"/>
                  </a:lnTo>
                  <a:lnTo>
                    <a:pt x="0" y="466139"/>
                  </a:lnTo>
                  <a:close/>
                </a:path>
              </a:pathLst>
            </a:custGeom>
            <a:solidFill>
              <a:srgbClr val="FDFDFD"/>
            </a:solidFill>
            <a:ln w="9525" cap="sq">
              <a:solidFill>
                <a:srgbClr val="A6A6A6"/>
              </a:solidFill>
              <a:prstDash val="solid"/>
              <a:miter/>
            </a:ln>
          </p:spPr>
          <p:txBody>
            <a:bodyPr/>
            <a:lstStyle/>
            <a:p>
              <a:endParaRPr lang="en-SG" sz="1088"/>
            </a:p>
          </p:txBody>
        </p:sp>
        <p:sp>
          <p:nvSpPr>
            <p:cNvPr id="124" name="TextBox 110">
              <a:extLst>
                <a:ext uri="{FF2B5EF4-FFF2-40B4-BE49-F238E27FC236}">
                  <a16:creationId xmlns:a16="http://schemas.microsoft.com/office/drawing/2014/main" id="{57B1B590-F081-1F8E-F121-8D3A9ED13733}"/>
                </a:ext>
              </a:extLst>
            </p:cNvPr>
            <p:cNvSpPr txBox="1"/>
            <p:nvPr/>
          </p:nvSpPr>
          <p:spPr>
            <a:xfrm>
              <a:off x="0" y="-28575"/>
              <a:ext cx="643751" cy="494714"/>
            </a:xfrm>
            <a:prstGeom prst="rect">
              <a:avLst/>
            </a:prstGeom>
          </p:spPr>
          <p:txBody>
            <a:bodyPr lIns="40638" tIns="40638" rIns="40638" bIns="40638" rtlCol="0" anchor="ctr"/>
            <a:lstStyle/>
            <a:p>
              <a:pPr algn="ctr">
                <a:lnSpc>
                  <a:spcPts val="2016"/>
                </a:lnSpc>
              </a:pPr>
              <a:endParaRPr sz="1088"/>
            </a:p>
          </p:txBody>
        </p:sp>
      </p:grpSp>
      <p:grpSp>
        <p:nvGrpSpPr>
          <p:cNvPr id="143" name="Group 41">
            <a:extLst>
              <a:ext uri="{FF2B5EF4-FFF2-40B4-BE49-F238E27FC236}">
                <a16:creationId xmlns:a16="http://schemas.microsoft.com/office/drawing/2014/main" id="{F2C26FF8-ED72-F1DB-8AA1-ECB94243277F}"/>
              </a:ext>
            </a:extLst>
          </p:cNvPr>
          <p:cNvGrpSpPr/>
          <p:nvPr/>
        </p:nvGrpSpPr>
        <p:grpSpPr>
          <a:xfrm>
            <a:off x="7210917" y="2101115"/>
            <a:ext cx="685837" cy="469257"/>
            <a:chOff x="0" y="0"/>
            <a:chExt cx="243864" cy="166854"/>
          </a:xfrm>
        </p:grpSpPr>
        <p:sp>
          <p:nvSpPr>
            <p:cNvPr id="144" name="Freeform 42">
              <a:extLst>
                <a:ext uri="{FF2B5EF4-FFF2-40B4-BE49-F238E27FC236}">
                  <a16:creationId xmlns:a16="http://schemas.microsoft.com/office/drawing/2014/main" id="{A5B01534-57EF-7B21-D70A-1555814BEC4C}"/>
                </a:ext>
              </a:extLst>
            </p:cNvPr>
            <p:cNvSpPr/>
            <p:nvPr/>
          </p:nvSpPr>
          <p:spPr>
            <a:xfrm>
              <a:off x="0" y="0"/>
              <a:ext cx="243864" cy="166854"/>
            </a:xfrm>
            <a:custGeom>
              <a:avLst/>
              <a:gdLst/>
              <a:ahLst/>
              <a:cxnLst/>
              <a:rect l="l" t="t" r="r" b="b"/>
              <a:pathLst>
                <a:path w="243864" h="166854">
                  <a:moveTo>
                    <a:pt x="0" y="0"/>
                  </a:moveTo>
                  <a:lnTo>
                    <a:pt x="243864" y="0"/>
                  </a:lnTo>
                  <a:lnTo>
                    <a:pt x="243864" y="166854"/>
                  </a:lnTo>
                  <a:lnTo>
                    <a:pt x="0" y="166854"/>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145" name="TextBox 43">
              <a:extLst>
                <a:ext uri="{FF2B5EF4-FFF2-40B4-BE49-F238E27FC236}">
                  <a16:creationId xmlns:a16="http://schemas.microsoft.com/office/drawing/2014/main" id="{EABEEDBE-14D3-A1EB-F872-620475FEAE1D}"/>
                </a:ext>
              </a:extLst>
            </p:cNvPr>
            <p:cNvSpPr txBox="1"/>
            <p:nvPr/>
          </p:nvSpPr>
          <p:spPr>
            <a:xfrm>
              <a:off x="0" y="-28575"/>
              <a:ext cx="243864" cy="195429"/>
            </a:xfrm>
            <a:prstGeom prst="rect">
              <a:avLst/>
            </a:prstGeom>
          </p:spPr>
          <p:txBody>
            <a:bodyPr lIns="40638" tIns="40638" rIns="40638" bIns="40638" rtlCol="0" anchor="ctr"/>
            <a:lstStyle/>
            <a:p>
              <a:pPr algn="ctr">
                <a:lnSpc>
                  <a:spcPts val="2016"/>
                </a:lnSpc>
              </a:pPr>
              <a:endParaRPr sz="1088"/>
            </a:p>
          </p:txBody>
        </p:sp>
      </p:grpSp>
      <p:sp>
        <p:nvSpPr>
          <p:cNvPr id="146" name="TextBox 66">
            <a:extLst>
              <a:ext uri="{FF2B5EF4-FFF2-40B4-BE49-F238E27FC236}">
                <a16:creationId xmlns:a16="http://schemas.microsoft.com/office/drawing/2014/main" id="{329C1749-083A-6BD9-D186-A8485702BCF9}"/>
              </a:ext>
            </a:extLst>
          </p:cNvPr>
          <p:cNvSpPr txBox="1"/>
          <p:nvPr/>
        </p:nvSpPr>
        <p:spPr>
          <a:xfrm>
            <a:off x="6930004" y="1772339"/>
            <a:ext cx="1877295" cy="496546"/>
          </a:xfrm>
          <a:prstGeom prst="rect">
            <a:avLst/>
          </a:prstGeom>
        </p:spPr>
        <p:txBody>
          <a:bodyPr lIns="0" tIns="0" rIns="0" bIns="0" rtlCol="0" anchor="t">
            <a:spAutoFit/>
          </a:bodyPr>
          <a:lstStyle/>
          <a:p>
            <a:pPr algn="ctr">
              <a:lnSpc>
                <a:spcPts val="2016"/>
              </a:lnSpc>
              <a:spcBef>
                <a:spcPct val="0"/>
              </a:spcBef>
            </a:pPr>
            <a:r>
              <a:rPr lang="en-US" sz="1440">
                <a:solidFill>
                  <a:srgbClr val="000000"/>
                </a:solidFill>
                <a:latin typeface="Canva Sans"/>
                <a:ea typeface="Canva Sans"/>
                <a:cs typeface="Canva Sans"/>
                <a:sym typeface="Canva Sans"/>
              </a:rPr>
              <a:t>Average Waiting Time</a:t>
            </a:r>
          </a:p>
        </p:txBody>
      </p:sp>
      <p:sp>
        <p:nvSpPr>
          <p:cNvPr id="147" name="TextBox 103">
            <a:extLst>
              <a:ext uri="{FF2B5EF4-FFF2-40B4-BE49-F238E27FC236}">
                <a16:creationId xmlns:a16="http://schemas.microsoft.com/office/drawing/2014/main" id="{CC7AE952-32FF-EC55-9332-E2F76BAC6583}"/>
              </a:ext>
            </a:extLst>
          </p:cNvPr>
          <p:cNvSpPr txBox="1"/>
          <p:nvPr/>
        </p:nvSpPr>
        <p:spPr>
          <a:xfrm>
            <a:off x="8006358" y="2251730"/>
            <a:ext cx="106009" cy="264560"/>
          </a:xfrm>
          <a:prstGeom prst="rect">
            <a:avLst/>
          </a:prstGeom>
        </p:spPr>
        <p:txBody>
          <a:bodyPr lIns="0" tIns="0" rIns="0" bIns="0" rtlCol="0" anchor="t">
            <a:spAutoFit/>
          </a:bodyPr>
          <a:lstStyle/>
          <a:p>
            <a:pPr algn="ctr">
              <a:lnSpc>
                <a:spcPts val="2239"/>
              </a:lnSpc>
              <a:spcBef>
                <a:spcPct val="0"/>
              </a:spcBef>
            </a:pPr>
            <a:r>
              <a:rPr lang="en-US" sz="1599">
                <a:solidFill>
                  <a:srgbClr val="000000"/>
                </a:solidFill>
                <a:latin typeface="Canva Sans"/>
                <a:ea typeface="Canva Sans"/>
                <a:cs typeface="Canva Sans"/>
                <a:sym typeface="Canva Sans"/>
              </a:rPr>
              <a:t>+</a:t>
            </a:r>
          </a:p>
        </p:txBody>
      </p:sp>
      <p:sp>
        <p:nvSpPr>
          <p:cNvPr id="148" name="TextBox 105">
            <a:extLst>
              <a:ext uri="{FF2B5EF4-FFF2-40B4-BE49-F238E27FC236}">
                <a16:creationId xmlns:a16="http://schemas.microsoft.com/office/drawing/2014/main" id="{3FBE44DB-627B-8D95-D109-2E99BF3FF443}"/>
              </a:ext>
            </a:extLst>
          </p:cNvPr>
          <p:cNvSpPr txBox="1"/>
          <p:nvPr/>
        </p:nvSpPr>
        <p:spPr>
          <a:xfrm>
            <a:off x="8219041" y="2285764"/>
            <a:ext cx="421272" cy="240066"/>
          </a:xfrm>
          <a:prstGeom prst="rect">
            <a:avLst/>
          </a:prstGeom>
        </p:spPr>
        <p:txBody>
          <a:bodyPr lIns="0" tIns="0" rIns="0" bIns="0" rtlCol="0" anchor="t">
            <a:spAutoFit/>
          </a:bodyPr>
          <a:lstStyle/>
          <a:p>
            <a:pPr algn="ctr">
              <a:lnSpc>
                <a:spcPts val="2016"/>
              </a:lnSpc>
              <a:spcBef>
                <a:spcPct val="0"/>
              </a:spcBef>
            </a:pPr>
            <a:r>
              <a:rPr lang="en-US" sz="1440">
                <a:solidFill>
                  <a:srgbClr val="000000"/>
                </a:solidFill>
                <a:latin typeface="Canva Sans"/>
                <a:ea typeface="Canva Sans"/>
                <a:cs typeface="Canva Sans"/>
                <a:sym typeface="Canva Sans"/>
              </a:rPr>
              <a:t>mins</a:t>
            </a:r>
          </a:p>
        </p:txBody>
      </p:sp>
      <p:sp>
        <p:nvSpPr>
          <p:cNvPr id="149" name="TextBox 107">
            <a:extLst>
              <a:ext uri="{FF2B5EF4-FFF2-40B4-BE49-F238E27FC236}">
                <a16:creationId xmlns:a16="http://schemas.microsoft.com/office/drawing/2014/main" id="{C31EE9F9-7D79-561B-033A-5064F22F0A68}"/>
              </a:ext>
            </a:extLst>
          </p:cNvPr>
          <p:cNvSpPr txBox="1"/>
          <p:nvPr/>
        </p:nvSpPr>
        <p:spPr>
          <a:xfrm>
            <a:off x="7370211" y="2215803"/>
            <a:ext cx="231638" cy="546688"/>
          </a:xfrm>
          <a:prstGeom prst="rect">
            <a:avLst/>
          </a:prstGeom>
        </p:spPr>
        <p:txBody>
          <a:bodyPr lIns="0" tIns="0" rIns="0" bIns="0" rtlCol="0" anchor="t">
            <a:spAutoFit/>
          </a:bodyPr>
          <a:lstStyle/>
          <a:p>
            <a:pPr algn="ctr">
              <a:lnSpc>
                <a:spcPts val="2239"/>
              </a:lnSpc>
              <a:spcBef>
                <a:spcPct val="0"/>
              </a:spcBef>
            </a:pPr>
            <a:r>
              <a:rPr lang="en-US" sz="1599">
                <a:solidFill>
                  <a:srgbClr val="000000"/>
                </a:solidFill>
                <a:latin typeface="Canva Sans"/>
                <a:ea typeface="Canva Sans"/>
                <a:cs typeface="Canva Sans"/>
                <a:sym typeface="Canva Sans"/>
              </a:rPr>
              <a:t>25</a:t>
            </a:r>
          </a:p>
        </p:txBody>
      </p:sp>
      <p:grpSp>
        <p:nvGrpSpPr>
          <p:cNvPr id="150" name="Group 108">
            <a:extLst>
              <a:ext uri="{FF2B5EF4-FFF2-40B4-BE49-F238E27FC236}">
                <a16:creationId xmlns:a16="http://schemas.microsoft.com/office/drawing/2014/main" id="{825E5F48-4B9C-1B26-829E-D72C3B9ECCC2}"/>
              </a:ext>
            </a:extLst>
          </p:cNvPr>
          <p:cNvGrpSpPr/>
          <p:nvPr/>
        </p:nvGrpSpPr>
        <p:grpSpPr>
          <a:xfrm>
            <a:off x="7000680" y="1578600"/>
            <a:ext cx="1784544" cy="1292182"/>
            <a:chOff x="0" y="0"/>
            <a:chExt cx="643751" cy="466139"/>
          </a:xfrm>
        </p:grpSpPr>
        <p:sp>
          <p:nvSpPr>
            <p:cNvPr id="151" name="Freeform 109">
              <a:extLst>
                <a:ext uri="{FF2B5EF4-FFF2-40B4-BE49-F238E27FC236}">
                  <a16:creationId xmlns:a16="http://schemas.microsoft.com/office/drawing/2014/main" id="{A1108230-AF40-652D-BAF4-20AD358B7047}"/>
                </a:ext>
              </a:extLst>
            </p:cNvPr>
            <p:cNvSpPr/>
            <p:nvPr/>
          </p:nvSpPr>
          <p:spPr>
            <a:xfrm>
              <a:off x="0" y="0"/>
              <a:ext cx="643751" cy="466139"/>
            </a:xfrm>
            <a:custGeom>
              <a:avLst/>
              <a:gdLst/>
              <a:ahLst/>
              <a:cxnLst/>
              <a:rect l="l" t="t" r="r" b="b"/>
              <a:pathLst>
                <a:path w="643751" h="466139">
                  <a:moveTo>
                    <a:pt x="0" y="0"/>
                  </a:moveTo>
                  <a:lnTo>
                    <a:pt x="643751" y="0"/>
                  </a:lnTo>
                  <a:lnTo>
                    <a:pt x="643751" y="466139"/>
                  </a:lnTo>
                  <a:lnTo>
                    <a:pt x="0" y="466139"/>
                  </a:lnTo>
                  <a:close/>
                </a:path>
              </a:pathLst>
            </a:custGeom>
            <a:solidFill>
              <a:srgbClr val="FDFDFD"/>
            </a:solidFill>
            <a:ln w="9525" cap="sq">
              <a:solidFill>
                <a:srgbClr val="A6A6A6"/>
              </a:solidFill>
              <a:prstDash val="solid"/>
              <a:miter/>
            </a:ln>
          </p:spPr>
          <p:txBody>
            <a:bodyPr/>
            <a:lstStyle/>
            <a:p>
              <a:endParaRPr lang="en-SG" sz="1088"/>
            </a:p>
          </p:txBody>
        </p:sp>
        <p:sp>
          <p:nvSpPr>
            <p:cNvPr id="152" name="TextBox 110">
              <a:extLst>
                <a:ext uri="{FF2B5EF4-FFF2-40B4-BE49-F238E27FC236}">
                  <a16:creationId xmlns:a16="http://schemas.microsoft.com/office/drawing/2014/main" id="{9F39B19D-DD62-741B-372E-52C925622A82}"/>
                </a:ext>
              </a:extLst>
            </p:cNvPr>
            <p:cNvSpPr txBox="1"/>
            <p:nvPr/>
          </p:nvSpPr>
          <p:spPr>
            <a:xfrm>
              <a:off x="0" y="-28575"/>
              <a:ext cx="643751" cy="494714"/>
            </a:xfrm>
            <a:prstGeom prst="rect">
              <a:avLst/>
            </a:prstGeom>
          </p:spPr>
          <p:txBody>
            <a:bodyPr lIns="40638" tIns="40638" rIns="40638" bIns="40638" rtlCol="0" anchor="ctr"/>
            <a:lstStyle/>
            <a:p>
              <a:pPr algn="ctr">
                <a:lnSpc>
                  <a:spcPts val="2016"/>
                </a:lnSpc>
              </a:pPr>
              <a:endParaRPr sz="1088"/>
            </a:p>
          </p:txBody>
        </p:sp>
      </p:grpSp>
      <p:sp>
        <p:nvSpPr>
          <p:cNvPr id="153" name="AutoShape 111">
            <a:extLst>
              <a:ext uri="{FF2B5EF4-FFF2-40B4-BE49-F238E27FC236}">
                <a16:creationId xmlns:a16="http://schemas.microsoft.com/office/drawing/2014/main" id="{0E01830C-AA29-0E47-F21D-E9F8469107F0}"/>
              </a:ext>
            </a:extLst>
          </p:cNvPr>
          <p:cNvSpPr/>
          <p:nvPr/>
        </p:nvSpPr>
        <p:spPr>
          <a:xfrm flipV="1">
            <a:off x="7000680" y="2022398"/>
            <a:ext cx="1784544" cy="0"/>
          </a:xfrm>
          <a:prstGeom prst="line">
            <a:avLst/>
          </a:prstGeom>
          <a:ln w="9525" cap="flat">
            <a:solidFill>
              <a:srgbClr val="B4B4B4"/>
            </a:solidFill>
            <a:prstDash val="solid"/>
            <a:headEnd type="none" w="sm" len="sm"/>
            <a:tailEnd type="none" w="sm" len="sm"/>
          </a:ln>
        </p:spPr>
        <p:txBody>
          <a:bodyPr/>
          <a:lstStyle/>
          <a:p>
            <a:endParaRPr lang="en-SG" sz="1088"/>
          </a:p>
        </p:txBody>
      </p:sp>
      <p:sp>
        <p:nvSpPr>
          <p:cNvPr id="154" name="AutoShape 112">
            <a:extLst>
              <a:ext uri="{FF2B5EF4-FFF2-40B4-BE49-F238E27FC236}">
                <a16:creationId xmlns:a16="http://schemas.microsoft.com/office/drawing/2014/main" id="{8C111395-4793-E393-27B0-66C7048E3EE7}"/>
              </a:ext>
            </a:extLst>
          </p:cNvPr>
          <p:cNvSpPr/>
          <p:nvPr/>
        </p:nvSpPr>
        <p:spPr>
          <a:xfrm>
            <a:off x="7000680" y="2442985"/>
            <a:ext cx="1784544" cy="0"/>
          </a:xfrm>
          <a:prstGeom prst="line">
            <a:avLst/>
          </a:prstGeom>
          <a:ln w="9525" cap="flat">
            <a:solidFill>
              <a:srgbClr val="B4B4B4"/>
            </a:solidFill>
            <a:prstDash val="solid"/>
            <a:headEnd type="none" w="sm" len="sm"/>
            <a:tailEnd type="none" w="sm" len="sm"/>
          </a:ln>
        </p:spPr>
        <p:txBody>
          <a:bodyPr/>
          <a:lstStyle/>
          <a:p>
            <a:endParaRPr lang="en-SG" sz="1088"/>
          </a:p>
        </p:txBody>
      </p:sp>
      <p:grpSp>
        <p:nvGrpSpPr>
          <p:cNvPr id="155" name="Group 113">
            <a:extLst>
              <a:ext uri="{FF2B5EF4-FFF2-40B4-BE49-F238E27FC236}">
                <a16:creationId xmlns:a16="http://schemas.microsoft.com/office/drawing/2014/main" id="{77774109-C89E-F893-0BFC-CC9BFBCE43A8}"/>
              </a:ext>
            </a:extLst>
          </p:cNvPr>
          <p:cNvGrpSpPr/>
          <p:nvPr/>
        </p:nvGrpSpPr>
        <p:grpSpPr>
          <a:xfrm>
            <a:off x="7000680" y="2022399"/>
            <a:ext cx="1784544" cy="433697"/>
            <a:chOff x="0" y="0"/>
            <a:chExt cx="643751" cy="156451"/>
          </a:xfrm>
        </p:grpSpPr>
        <p:sp>
          <p:nvSpPr>
            <p:cNvPr id="156" name="Freeform 114">
              <a:extLst>
                <a:ext uri="{FF2B5EF4-FFF2-40B4-BE49-F238E27FC236}">
                  <a16:creationId xmlns:a16="http://schemas.microsoft.com/office/drawing/2014/main" id="{8E6801EC-AA54-25A3-7694-F582862E242B}"/>
                </a:ext>
              </a:extLst>
            </p:cNvPr>
            <p:cNvSpPr/>
            <p:nvPr/>
          </p:nvSpPr>
          <p:spPr>
            <a:xfrm>
              <a:off x="0" y="0"/>
              <a:ext cx="643751" cy="156451"/>
            </a:xfrm>
            <a:custGeom>
              <a:avLst/>
              <a:gdLst/>
              <a:ahLst/>
              <a:cxnLst/>
              <a:rect l="l" t="t" r="r" b="b"/>
              <a:pathLst>
                <a:path w="643751" h="156451">
                  <a:moveTo>
                    <a:pt x="0" y="0"/>
                  </a:moveTo>
                  <a:lnTo>
                    <a:pt x="643751" y="0"/>
                  </a:lnTo>
                  <a:lnTo>
                    <a:pt x="643751" y="156451"/>
                  </a:lnTo>
                  <a:lnTo>
                    <a:pt x="0" y="156451"/>
                  </a:lnTo>
                  <a:close/>
                </a:path>
              </a:pathLst>
            </a:custGeom>
            <a:solidFill>
              <a:srgbClr val="FFF1EF"/>
            </a:solidFill>
            <a:ln w="9525" cap="sq">
              <a:solidFill>
                <a:srgbClr val="A6A6A6"/>
              </a:solidFill>
              <a:prstDash val="solid"/>
              <a:miter/>
            </a:ln>
          </p:spPr>
          <p:txBody>
            <a:bodyPr/>
            <a:lstStyle/>
            <a:p>
              <a:endParaRPr lang="en-SG" sz="1088"/>
            </a:p>
          </p:txBody>
        </p:sp>
        <p:sp>
          <p:nvSpPr>
            <p:cNvPr id="157" name="TextBox 115">
              <a:extLst>
                <a:ext uri="{FF2B5EF4-FFF2-40B4-BE49-F238E27FC236}">
                  <a16:creationId xmlns:a16="http://schemas.microsoft.com/office/drawing/2014/main" id="{3E6BCA58-4E4D-4B38-6AC5-F5D669D56FA5}"/>
                </a:ext>
              </a:extLst>
            </p:cNvPr>
            <p:cNvSpPr txBox="1"/>
            <p:nvPr/>
          </p:nvSpPr>
          <p:spPr>
            <a:xfrm>
              <a:off x="0" y="-28575"/>
              <a:ext cx="643751" cy="185026"/>
            </a:xfrm>
            <a:prstGeom prst="rect">
              <a:avLst/>
            </a:prstGeom>
          </p:spPr>
          <p:txBody>
            <a:bodyPr lIns="40638" tIns="40638" rIns="40638" bIns="40638" rtlCol="0" anchor="ctr"/>
            <a:lstStyle/>
            <a:p>
              <a:pPr algn="ctr">
                <a:lnSpc>
                  <a:spcPts val="2016"/>
                </a:lnSpc>
              </a:pPr>
              <a:endParaRPr sz="1088"/>
            </a:p>
          </p:txBody>
        </p:sp>
      </p:grpSp>
      <p:sp>
        <p:nvSpPr>
          <p:cNvPr id="158" name="TextBox 116">
            <a:extLst>
              <a:ext uri="{FF2B5EF4-FFF2-40B4-BE49-F238E27FC236}">
                <a16:creationId xmlns:a16="http://schemas.microsoft.com/office/drawing/2014/main" id="{89DDB0EF-13F8-5D55-FE83-BBE85221B749}"/>
              </a:ext>
            </a:extLst>
          </p:cNvPr>
          <p:cNvSpPr txBox="1"/>
          <p:nvPr/>
        </p:nvSpPr>
        <p:spPr>
          <a:xfrm>
            <a:off x="7178125" y="2107676"/>
            <a:ext cx="955998" cy="263790"/>
          </a:xfrm>
          <a:prstGeom prst="rect">
            <a:avLst/>
          </a:prstGeom>
        </p:spPr>
        <p:txBody>
          <a:bodyPr lIns="0" tIns="0" rIns="0" bIns="0" rtlCol="0" anchor="t">
            <a:spAutoFit/>
          </a:bodyPr>
          <a:lstStyle/>
          <a:p>
            <a:pPr algn="ctr">
              <a:lnSpc>
                <a:spcPts val="2207"/>
              </a:lnSpc>
              <a:spcBef>
                <a:spcPct val="0"/>
              </a:spcBef>
            </a:pPr>
            <a:r>
              <a:rPr lang="en-US" sz="1577" dirty="0">
                <a:solidFill>
                  <a:srgbClr val="000000"/>
                </a:solidFill>
                <a:latin typeface="Canva Sans"/>
                <a:ea typeface="Canva Sans"/>
                <a:cs typeface="Canva Sans"/>
                <a:sym typeface="Canva Sans"/>
              </a:rPr>
              <a:t>Individual</a:t>
            </a:r>
          </a:p>
        </p:txBody>
      </p:sp>
      <p:sp>
        <p:nvSpPr>
          <p:cNvPr id="159" name="TextBox 117">
            <a:extLst>
              <a:ext uri="{FF2B5EF4-FFF2-40B4-BE49-F238E27FC236}">
                <a16:creationId xmlns:a16="http://schemas.microsoft.com/office/drawing/2014/main" id="{FDCB0925-3F56-CCC7-89B4-C962B8DB1DFB}"/>
              </a:ext>
            </a:extLst>
          </p:cNvPr>
          <p:cNvSpPr txBox="1"/>
          <p:nvPr/>
        </p:nvSpPr>
        <p:spPr>
          <a:xfrm>
            <a:off x="7010626" y="1717191"/>
            <a:ext cx="882326" cy="263790"/>
          </a:xfrm>
          <a:prstGeom prst="rect">
            <a:avLst/>
          </a:prstGeom>
        </p:spPr>
        <p:txBody>
          <a:bodyPr wrap="square" lIns="0" tIns="0" rIns="0" bIns="0" rtlCol="0" anchor="t">
            <a:spAutoFit/>
          </a:bodyPr>
          <a:lstStyle/>
          <a:p>
            <a:pPr algn="ctr">
              <a:lnSpc>
                <a:spcPts val="2207"/>
              </a:lnSpc>
              <a:spcBef>
                <a:spcPct val="0"/>
              </a:spcBef>
            </a:pPr>
            <a:r>
              <a:rPr lang="en-US" sz="1577" dirty="0">
                <a:solidFill>
                  <a:srgbClr val="000000"/>
                </a:solidFill>
                <a:latin typeface="Canva Sans"/>
                <a:ea typeface="Canva Sans"/>
                <a:cs typeface="Canva Sans"/>
                <a:sym typeface="Canva Sans"/>
              </a:rPr>
              <a:t>Group</a:t>
            </a:r>
          </a:p>
        </p:txBody>
      </p:sp>
      <p:sp>
        <p:nvSpPr>
          <p:cNvPr id="160" name="TextBox 118">
            <a:extLst>
              <a:ext uri="{FF2B5EF4-FFF2-40B4-BE49-F238E27FC236}">
                <a16:creationId xmlns:a16="http://schemas.microsoft.com/office/drawing/2014/main" id="{A0F750C9-8489-B33B-7414-506A95A827C6}"/>
              </a:ext>
            </a:extLst>
          </p:cNvPr>
          <p:cNvSpPr txBox="1"/>
          <p:nvPr/>
        </p:nvSpPr>
        <p:spPr>
          <a:xfrm>
            <a:off x="7124027" y="2509590"/>
            <a:ext cx="1269085" cy="263790"/>
          </a:xfrm>
          <a:prstGeom prst="rect">
            <a:avLst/>
          </a:prstGeom>
        </p:spPr>
        <p:txBody>
          <a:bodyPr wrap="square" lIns="0" tIns="0" rIns="0" bIns="0" rtlCol="0" anchor="t">
            <a:spAutoFit/>
          </a:bodyPr>
          <a:lstStyle/>
          <a:p>
            <a:pPr algn="ctr">
              <a:lnSpc>
                <a:spcPts val="2207"/>
              </a:lnSpc>
              <a:spcBef>
                <a:spcPct val="0"/>
              </a:spcBef>
            </a:pPr>
            <a:r>
              <a:rPr lang="en-US" sz="1577" dirty="0">
                <a:solidFill>
                  <a:srgbClr val="000000"/>
                </a:solidFill>
                <a:latin typeface="Canva Sans"/>
                <a:ea typeface="Canva Sans"/>
                <a:cs typeface="Canva Sans"/>
                <a:sym typeface="Canva Sans"/>
              </a:rPr>
              <a:t>Split Group</a:t>
            </a:r>
          </a:p>
        </p:txBody>
      </p:sp>
      <p:grpSp>
        <p:nvGrpSpPr>
          <p:cNvPr id="197" name="Group 63"/>
          <p:cNvGrpSpPr/>
          <p:nvPr/>
        </p:nvGrpSpPr>
        <p:grpSpPr>
          <a:xfrm rot="-10653150">
            <a:off x="8892505" y="1274230"/>
            <a:ext cx="204308" cy="178770"/>
            <a:chOff x="0" y="0"/>
            <a:chExt cx="812800" cy="711200"/>
          </a:xfrm>
        </p:grpSpPr>
        <p:sp>
          <p:nvSpPr>
            <p:cNvPr id="198" name="Freeform 64"/>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dirty="0"/>
            </a:p>
          </p:txBody>
        </p:sp>
        <p:sp>
          <p:nvSpPr>
            <p:cNvPr id="199" name="TextBox 65"/>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dirty="0"/>
            </a:p>
          </p:txBody>
        </p:sp>
      </p:grpSp>
    </p:spTree>
    <p:extLst>
      <p:ext uri="{BB962C8B-B14F-4D97-AF65-F5344CB8AC3E}">
        <p14:creationId xmlns:p14="http://schemas.microsoft.com/office/powerpoint/2010/main" val="39151185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55A42-A702-A1D8-FEB1-908A3557A75D}"/>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A24F4659-4E88-268D-B4F2-52A06E1A86C2}"/>
              </a:ext>
            </a:extLst>
          </p:cNvPr>
          <p:cNvGraphicFramePr>
            <a:graphicFrameLocks noGrp="1"/>
          </p:cNvGraphicFramePr>
          <p:nvPr/>
        </p:nvGraphicFramePr>
        <p:xfrm>
          <a:off x="43953" y="546470"/>
          <a:ext cx="6562164" cy="6895011"/>
        </p:xfrm>
        <a:graphic>
          <a:graphicData uri="http://schemas.openxmlformats.org/drawingml/2006/table">
            <a:tbl>
              <a:tblPr/>
              <a:tblGrid>
                <a:gridCol w="6562164">
                  <a:extLst>
                    <a:ext uri="{9D8B030D-6E8A-4147-A177-3AD203B41FA5}">
                      <a16:colId xmlns:a16="http://schemas.microsoft.com/office/drawing/2014/main" val="20000"/>
                    </a:ext>
                  </a:extLst>
                </a:gridCol>
              </a:tblGrid>
              <a:tr h="83462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59366">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96679">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5686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6187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6187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86187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861871">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3" name="Group 3">
            <a:extLst>
              <a:ext uri="{FF2B5EF4-FFF2-40B4-BE49-F238E27FC236}">
                <a16:creationId xmlns:a16="http://schemas.microsoft.com/office/drawing/2014/main" id="{B71F2003-D2E7-7072-4F04-13248D1D65D6}"/>
              </a:ext>
            </a:extLst>
          </p:cNvPr>
          <p:cNvGrpSpPr/>
          <p:nvPr/>
        </p:nvGrpSpPr>
        <p:grpSpPr>
          <a:xfrm>
            <a:off x="0" y="-20469"/>
            <a:ext cx="6658053" cy="572439"/>
            <a:chOff x="0" y="0"/>
            <a:chExt cx="2594982" cy="812800"/>
          </a:xfrm>
        </p:grpSpPr>
        <p:sp>
          <p:nvSpPr>
            <p:cNvPr id="4" name="Freeform 4">
              <a:extLst>
                <a:ext uri="{FF2B5EF4-FFF2-40B4-BE49-F238E27FC236}">
                  <a16:creationId xmlns:a16="http://schemas.microsoft.com/office/drawing/2014/main" id="{F263689E-0C83-581A-B5A2-CB4345615AF8}"/>
                </a:ext>
              </a:extLst>
            </p:cNvPr>
            <p:cNvSpPr/>
            <p:nvPr/>
          </p:nvSpPr>
          <p:spPr>
            <a:xfrm>
              <a:off x="0" y="0"/>
              <a:ext cx="2594982" cy="812800"/>
            </a:xfrm>
            <a:custGeom>
              <a:avLst/>
              <a:gdLst/>
              <a:ahLst/>
              <a:cxnLst/>
              <a:rect l="l" t="t" r="r" b="b"/>
              <a:pathLst>
                <a:path w="2594982" h="812800">
                  <a:moveTo>
                    <a:pt x="0" y="0"/>
                  </a:moveTo>
                  <a:lnTo>
                    <a:pt x="2594982" y="0"/>
                  </a:lnTo>
                  <a:lnTo>
                    <a:pt x="2594982" y="812800"/>
                  </a:lnTo>
                  <a:lnTo>
                    <a:pt x="0" y="812800"/>
                  </a:lnTo>
                  <a:close/>
                </a:path>
              </a:pathLst>
            </a:custGeom>
            <a:solidFill>
              <a:srgbClr val="F34336"/>
            </a:solidFill>
          </p:spPr>
          <p:txBody>
            <a:bodyPr/>
            <a:lstStyle/>
            <a:p>
              <a:endParaRPr lang="en-SG" sz="1088"/>
            </a:p>
          </p:txBody>
        </p:sp>
        <p:sp>
          <p:nvSpPr>
            <p:cNvPr id="5" name="TextBox 5">
              <a:extLst>
                <a:ext uri="{FF2B5EF4-FFF2-40B4-BE49-F238E27FC236}">
                  <a16:creationId xmlns:a16="http://schemas.microsoft.com/office/drawing/2014/main" id="{8EB70616-CFD1-1ECA-6874-5BB4AC9EEB99}"/>
                </a:ext>
              </a:extLst>
            </p:cNvPr>
            <p:cNvSpPr txBox="1"/>
            <p:nvPr/>
          </p:nvSpPr>
          <p:spPr>
            <a:xfrm>
              <a:off x="0" y="-28575"/>
              <a:ext cx="2594982" cy="841375"/>
            </a:xfrm>
            <a:prstGeom prst="rect">
              <a:avLst/>
            </a:prstGeom>
          </p:spPr>
          <p:txBody>
            <a:bodyPr lIns="40638" tIns="40638" rIns="40638" bIns="40638" rtlCol="0" anchor="ctr"/>
            <a:lstStyle/>
            <a:p>
              <a:pPr algn="ctr">
                <a:lnSpc>
                  <a:spcPts val="2016"/>
                </a:lnSpc>
              </a:pPr>
              <a:endParaRPr sz="1088"/>
            </a:p>
          </p:txBody>
        </p:sp>
      </p:grpSp>
      <p:sp>
        <p:nvSpPr>
          <p:cNvPr id="6" name="Freeform 6">
            <a:extLst>
              <a:ext uri="{FF2B5EF4-FFF2-40B4-BE49-F238E27FC236}">
                <a16:creationId xmlns:a16="http://schemas.microsoft.com/office/drawing/2014/main" id="{CB8FF2E6-2C34-64C9-BF05-E24B4E69EE95}"/>
              </a:ext>
            </a:extLst>
          </p:cNvPr>
          <p:cNvSpPr/>
          <p:nvPr/>
        </p:nvSpPr>
        <p:spPr>
          <a:xfrm>
            <a:off x="5176804" y="88494"/>
            <a:ext cx="332501" cy="269253"/>
          </a:xfrm>
          <a:custGeom>
            <a:avLst/>
            <a:gdLst/>
            <a:ahLst/>
            <a:cxnLst/>
            <a:rect l="l" t="t" r="r" b="b"/>
            <a:pathLst>
              <a:path w="472691" h="394697">
                <a:moveTo>
                  <a:pt x="0" y="0"/>
                </a:moveTo>
                <a:lnTo>
                  <a:pt x="472691" y="0"/>
                </a:lnTo>
                <a:lnTo>
                  <a:pt x="472691" y="394697"/>
                </a:lnTo>
                <a:lnTo>
                  <a:pt x="0" y="3946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SG" sz="1088"/>
          </a:p>
        </p:txBody>
      </p:sp>
      <p:sp>
        <p:nvSpPr>
          <p:cNvPr id="7" name="Freeform 7">
            <a:extLst>
              <a:ext uri="{FF2B5EF4-FFF2-40B4-BE49-F238E27FC236}">
                <a16:creationId xmlns:a16="http://schemas.microsoft.com/office/drawing/2014/main" id="{4DFA6FAC-67F1-49F8-234E-AFF0A6F88012}"/>
              </a:ext>
            </a:extLst>
          </p:cNvPr>
          <p:cNvSpPr/>
          <p:nvPr/>
        </p:nvSpPr>
        <p:spPr>
          <a:xfrm>
            <a:off x="187237" y="125054"/>
            <a:ext cx="370152" cy="183592"/>
          </a:xfrm>
          <a:custGeom>
            <a:avLst/>
            <a:gdLst/>
            <a:ahLst/>
            <a:cxnLst/>
            <a:rect l="l" t="t" r="r" b="b"/>
            <a:pathLst>
              <a:path w="583453" h="390383">
                <a:moveTo>
                  <a:pt x="0" y="0"/>
                </a:moveTo>
                <a:lnTo>
                  <a:pt x="583453" y="0"/>
                </a:lnTo>
                <a:lnTo>
                  <a:pt x="583453" y="390383"/>
                </a:lnTo>
                <a:lnTo>
                  <a:pt x="0" y="39038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8" name="Freeform 8">
            <a:extLst>
              <a:ext uri="{FF2B5EF4-FFF2-40B4-BE49-F238E27FC236}">
                <a16:creationId xmlns:a16="http://schemas.microsoft.com/office/drawing/2014/main" id="{3BF64869-AE00-244F-744D-4DE7C73BD107}"/>
              </a:ext>
            </a:extLst>
          </p:cNvPr>
          <p:cNvSpPr/>
          <p:nvPr/>
        </p:nvSpPr>
        <p:spPr>
          <a:xfrm>
            <a:off x="601805" y="120167"/>
            <a:ext cx="368457" cy="177419"/>
          </a:xfrm>
          <a:custGeom>
            <a:avLst/>
            <a:gdLst/>
            <a:ahLst/>
            <a:cxnLst/>
            <a:rect l="l" t="t" r="r" b="b"/>
            <a:pathLst>
              <a:path w="585247" h="392648">
                <a:moveTo>
                  <a:pt x="0" y="0"/>
                </a:moveTo>
                <a:lnTo>
                  <a:pt x="585247" y="0"/>
                </a:lnTo>
                <a:lnTo>
                  <a:pt x="585247" y="392647"/>
                </a:lnTo>
                <a:lnTo>
                  <a:pt x="0" y="39264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SG" sz="1088"/>
          </a:p>
        </p:txBody>
      </p:sp>
      <p:sp>
        <p:nvSpPr>
          <p:cNvPr id="9" name="Freeform 9">
            <a:extLst>
              <a:ext uri="{FF2B5EF4-FFF2-40B4-BE49-F238E27FC236}">
                <a16:creationId xmlns:a16="http://schemas.microsoft.com/office/drawing/2014/main" id="{3A449CFD-F762-D03D-4180-5237061E62AF}"/>
              </a:ext>
            </a:extLst>
          </p:cNvPr>
          <p:cNvSpPr/>
          <p:nvPr/>
        </p:nvSpPr>
        <p:spPr>
          <a:xfrm>
            <a:off x="6031025" y="86246"/>
            <a:ext cx="242908" cy="271500"/>
          </a:xfrm>
          <a:custGeom>
            <a:avLst/>
            <a:gdLst/>
            <a:ahLst/>
            <a:cxnLst/>
            <a:rect l="l" t="t" r="r" b="b"/>
            <a:pathLst>
              <a:path w="365278" h="392772">
                <a:moveTo>
                  <a:pt x="0" y="0"/>
                </a:moveTo>
                <a:lnTo>
                  <a:pt x="365278" y="0"/>
                </a:lnTo>
                <a:lnTo>
                  <a:pt x="365278" y="392772"/>
                </a:lnTo>
                <a:lnTo>
                  <a:pt x="0" y="39277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SG" sz="1088"/>
          </a:p>
        </p:txBody>
      </p:sp>
      <p:sp>
        <p:nvSpPr>
          <p:cNvPr id="10" name="Freeform 10">
            <a:extLst>
              <a:ext uri="{FF2B5EF4-FFF2-40B4-BE49-F238E27FC236}">
                <a16:creationId xmlns:a16="http://schemas.microsoft.com/office/drawing/2014/main" id="{7B28D540-720C-BD89-9EA8-AC9EA93F2A05}"/>
              </a:ext>
            </a:extLst>
          </p:cNvPr>
          <p:cNvSpPr/>
          <p:nvPr/>
        </p:nvSpPr>
        <p:spPr>
          <a:xfrm>
            <a:off x="4386672" y="100843"/>
            <a:ext cx="268412" cy="274566"/>
          </a:xfrm>
          <a:custGeom>
            <a:avLst/>
            <a:gdLst/>
            <a:ahLst/>
            <a:cxnLst/>
            <a:rect l="l" t="t" r="r" b="b"/>
            <a:pathLst>
              <a:path w="399295" h="414852">
                <a:moveTo>
                  <a:pt x="0" y="0"/>
                </a:moveTo>
                <a:lnTo>
                  <a:pt x="399295" y="0"/>
                </a:lnTo>
                <a:lnTo>
                  <a:pt x="399295" y="414852"/>
                </a:lnTo>
                <a:lnTo>
                  <a:pt x="0" y="41485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SG" sz="1088"/>
          </a:p>
        </p:txBody>
      </p:sp>
      <p:sp>
        <p:nvSpPr>
          <p:cNvPr id="11" name="Freeform 11">
            <a:hlinkClick r:id="rId12" action="ppaction://hlinksldjump"/>
            <a:extLst>
              <a:ext uri="{FF2B5EF4-FFF2-40B4-BE49-F238E27FC236}">
                <a16:creationId xmlns:a16="http://schemas.microsoft.com/office/drawing/2014/main" id="{49A60345-4088-B007-E2B4-F67F236F52F9}"/>
              </a:ext>
            </a:extLst>
          </p:cNvPr>
          <p:cNvSpPr/>
          <p:nvPr/>
        </p:nvSpPr>
        <p:spPr>
          <a:xfrm>
            <a:off x="9024846" y="79763"/>
            <a:ext cx="332501" cy="332501"/>
          </a:xfrm>
          <a:custGeom>
            <a:avLst/>
            <a:gdLst/>
            <a:ahLst/>
            <a:cxnLst/>
            <a:rect l="l" t="t" r="r" b="b"/>
            <a:pathLst>
              <a:path w="415644" h="415644">
                <a:moveTo>
                  <a:pt x="0" y="0"/>
                </a:moveTo>
                <a:lnTo>
                  <a:pt x="415645" y="0"/>
                </a:lnTo>
                <a:lnTo>
                  <a:pt x="415645" y="415644"/>
                </a:lnTo>
                <a:lnTo>
                  <a:pt x="0" y="415644"/>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SG" sz="1088"/>
          </a:p>
        </p:txBody>
      </p:sp>
      <p:sp>
        <p:nvSpPr>
          <p:cNvPr id="12" name="Freeform 12">
            <a:hlinkClick r:id="rId15" action="ppaction://hlinksldjump"/>
            <a:extLst>
              <a:ext uri="{FF2B5EF4-FFF2-40B4-BE49-F238E27FC236}">
                <a16:creationId xmlns:a16="http://schemas.microsoft.com/office/drawing/2014/main" id="{8646529B-07C8-A620-2A1B-36C5B8655697}"/>
              </a:ext>
            </a:extLst>
          </p:cNvPr>
          <p:cNvSpPr/>
          <p:nvPr/>
        </p:nvSpPr>
        <p:spPr>
          <a:xfrm>
            <a:off x="9592056" y="35088"/>
            <a:ext cx="394835" cy="394835"/>
          </a:xfrm>
          <a:custGeom>
            <a:avLst/>
            <a:gdLst/>
            <a:ahLst/>
            <a:cxnLst/>
            <a:rect l="l" t="t" r="r" b="b"/>
            <a:pathLst>
              <a:path w="493565" h="493565">
                <a:moveTo>
                  <a:pt x="0" y="0"/>
                </a:moveTo>
                <a:lnTo>
                  <a:pt x="493565" y="0"/>
                </a:lnTo>
                <a:lnTo>
                  <a:pt x="493565" y="493565"/>
                </a:lnTo>
                <a:lnTo>
                  <a:pt x="0" y="493565"/>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grpSp>
        <p:nvGrpSpPr>
          <p:cNvPr id="13" name="Group 13">
            <a:extLst>
              <a:ext uri="{FF2B5EF4-FFF2-40B4-BE49-F238E27FC236}">
                <a16:creationId xmlns:a16="http://schemas.microsoft.com/office/drawing/2014/main" id="{7BD94FB5-F216-2CA9-E6C9-96D1795F875A}"/>
              </a:ext>
            </a:extLst>
          </p:cNvPr>
          <p:cNvGrpSpPr/>
          <p:nvPr/>
        </p:nvGrpSpPr>
        <p:grpSpPr>
          <a:xfrm>
            <a:off x="6787113" y="3133272"/>
            <a:ext cx="1546440" cy="447075"/>
            <a:chOff x="0" y="0"/>
            <a:chExt cx="812800" cy="234980"/>
          </a:xfrm>
        </p:grpSpPr>
        <p:sp>
          <p:nvSpPr>
            <p:cNvPr id="14" name="Freeform 14">
              <a:extLst>
                <a:ext uri="{FF2B5EF4-FFF2-40B4-BE49-F238E27FC236}">
                  <a16:creationId xmlns:a16="http://schemas.microsoft.com/office/drawing/2014/main" id="{500C5739-070E-7856-61A5-210390ACFA3F}"/>
                </a:ext>
              </a:extLst>
            </p:cNvPr>
            <p:cNvSpPr/>
            <p:nvPr/>
          </p:nvSpPr>
          <p:spPr>
            <a:xfrm>
              <a:off x="0" y="0"/>
              <a:ext cx="812800" cy="234980"/>
            </a:xfrm>
            <a:custGeom>
              <a:avLst/>
              <a:gdLst/>
              <a:ahLst/>
              <a:cxnLst/>
              <a:rect l="l" t="t" r="r" b="b"/>
              <a:pathLst>
                <a:path w="812800" h="234980">
                  <a:moveTo>
                    <a:pt x="117490" y="0"/>
                  </a:moveTo>
                  <a:lnTo>
                    <a:pt x="695310" y="0"/>
                  </a:lnTo>
                  <a:cubicBezTo>
                    <a:pt x="726470" y="0"/>
                    <a:pt x="756354" y="12378"/>
                    <a:pt x="778388" y="34412"/>
                  </a:cubicBezTo>
                  <a:cubicBezTo>
                    <a:pt x="800422" y="56446"/>
                    <a:pt x="812800" y="86330"/>
                    <a:pt x="812800" y="117490"/>
                  </a:cubicBezTo>
                  <a:lnTo>
                    <a:pt x="812800" y="117490"/>
                  </a:lnTo>
                  <a:cubicBezTo>
                    <a:pt x="812800" y="148650"/>
                    <a:pt x="800422" y="178534"/>
                    <a:pt x="778388" y="200568"/>
                  </a:cubicBezTo>
                  <a:cubicBezTo>
                    <a:pt x="756354" y="222602"/>
                    <a:pt x="726470" y="234980"/>
                    <a:pt x="695310" y="234980"/>
                  </a:cubicBezTo>
                  <a:lnTo>
                    <a:pt x="117490" y="234980"/>
                  </a:lnTo>
                  <a:cubicBezTo>
                    <a:pt x="86330" y="234980"/>
                    <a:pt x="56446" y="222602"/>
                    <a:pt x="34412" y="200568"/>
                  </a:cubicBezTo>
                  <a:cubicBezTo>
                    <a:pt x="12378" y="178534"/>
                    <a:pt x="0" y="148650"/>
                    <a:pt x="0" y="117490"/>
                  </a:cubicBezTo>
                  <a:lnTo>
                    <a:pt x="0" y="117490"/>
                  </a:lnTo>
                  <a:cubicBezTo>
                    <a:pt x="0" y="86330"/>
                    <a:pt x="12378" y="56446"/>
                    <a:pt x="34412" y="34412"/>
                  </a:cubicBezTo>
                  <a:cubicBezTo>
                    <a:pt x="56446" y="12378"/>
                    <a:pt x="86330" y="0"/>
                    <a:pt x="117490" y="0"/>
                  </a:cubicBezTo>
                  <a:close/>
                </a:path>
              </a:pathLst>
            </a:custGeom>
            <a:solidFill>
              <a:srgbClr val="F34336"/>
            </a:solidFill>
          </p:spPr>
          <p:txBody>
            <a:bodyPr/>
            <a:lstStyle/>
            <a:p>
              <a:endParaRPr lang="en-SG" sz="1088"/>
            </a:p>
          </p:txBody>
        </p:sp>
        <p:sp>
          <p:nvSpPr>
            <p:cNvPr id="15" name="TextBox 15">
              <a:extLst>
                <a:ext uri="{FF2B5EF4-FFF2-40B4-BE49-F238E27FC236}">
                  <a16:creationId xmlns:a16="http://schemas.microsoft.com/office/drawing/2014/main" id="{8377052C-622F-32B6-F568-979AD7AF4522}"/>
                </a:ext>
              </a:extLst>
            </p:cNvPr>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grpSp>
        <p:nvGrpSpPr>
          <p:cNvPr id="16" name="Group 16">
            <a:extLst>
              <a:ext uri="{FF2B5EF4-FFF2-40B4-BE49-F238E27FC236}">
                <a16:creationId xmlns:a16="http://schemas.microsoft.com/office/drawing/2014/main" id="{8D77BE9C-BF28-C9ED-A205-AD346E56512C}"/>
              </a:ext>
            </a:extLst>
          </p:cNvPr>
          <p:cNvGrpSpPr/>
          <p:nvPr/>
        </p:nvGrpSpPr>
        <p:grpSpPr>
          <a:xfrm>
            <a:off x="8515090" y="3134505"/>
            <a:ext cx="1542181" cy="445844"/>
            <a:chOff x="0" y="0"/>
            <a:chExt cx="812800" cy="234980"/>
          </a:xfrm>
        </p:grpSpPr>
        <p:sp>
          <p:nvSpPr>
            <p:cNvPr id="17" name="Freeform 17">
              <a:hlinkClick r:id="rId18" action="ppaction://hlinksldjump"/>
              <a:extLst>
                <a:ext uri="{FF2B5EF4-FFF2-40B4-BE49-F238E27FC236}">
                  <a16:creationId xmlns:a16="http://schemas.microsoft.com/office/drawing/2014/main" id="{4675C755-3793-5D64-C8EA-C660BEBAE01C}"/>
                </a:ext>
              </a:extLst>
            </p:cNvPr>
            <p:cNvSpPr/>
            <p:nvPr/>
          </p:nvSpPr>
          <p:spPr>
            <a:xfrm>
              <a:off x="0" y="0"/>
              <a:ext cx="812800" cy="234980"/>
            </a:xfrm>
            <a:custGeom>
              <a:avLst/>
              <a:gdLst/>
              <a:ahLst/>
              <a:cxnLst/>
              <a:rect l="l" t="t" r="r" b="b"/>
              <a:pathLst>
                <a:path w="812800" h="234980">
                  <a:moveTo>
                    <a:pt x="117490" y="0"/>
                  </a:moveTo>
                  <a:lnTo>
                    <a:pt x="695310" y="0"/>
                  </a:lnTo>
                  <a:cubicBezTo>
                    <a:pt x="726470" y="0"/>
                    <a:pt x="756354" y="12378"/>
                    <a:pt x="778388" y="34412"/>
                  </a:cubicBezTo>
                  <a:cubicBezTo>
                    <a:pt x="800422" y="56446"/>
                    <a:pt x="812800" y="86330"/>
                    <a:pt x="812800" y="117490"/>
                  </a:cubicBezTo>
                  <a:lnTo>
                    <a:pt x="812800" y="117490"/>
                  </a:lnTo>
                  <a:cubicBezTo>
                    <a:pt x="812800" y="148650"/>
                    <a:pt x="800422" y="178534"/>
                    <a:pt x="778388" y="200568"/>
                  </a:cubicBezTo>
                  <a:cubicBezTo>
                    <a:pt x="756354" y="222602"/>
                    <a:pt x="726470" y="234980"/>
                    <a:pt x="695310" y="234980"/>
                  </a:cubicBezTo>
                  <a:lnTo>
                    <a:pt x="117490" y="234980"/>
                  </a:lnTo>
                  <a:cubicBezTo>
                    <a:pt x="86330" y="234980"/>
                    <a:pt x="56446" y="222602"/>
                    <a:pt x="34412" y="200568"/>
                  </a:cubicBezTo>
                  <a:cubicBezTo>
                    <a:pt x="12378" y="178534"/>
                    <a:pt x="0" y="148650"/>
                    <a:pt x="0" y="117490"/>
                  </a:cubicBezTo>
                  <a:lnTo>
                    <a:pt x="0" y="117490"/>
                  </a:lnTo>
                  <a:cubicBezTo>
                    <a:pt x="0" y="86330"/>
                    <a:pt x="12378" y="56446"/>
                    <a:pt x="34412" y="34412"/>
                  </a:cubicBezTo>
                  <a:cubicBezTo>
                    <a:pt x="56446" y="12378"/>
                    <a:pt x="86330" y="0"/>
                    <a:pt x="117490" y="0"/>
                  </a:cubicBezTo>
                  <a:close/>
                </a:path>
              </a:pathLst>
            </a:custGeom>
            <a:solidFill>
              <a:srgbClr val="F34336"/>
            </a:solidFill>
          </p:spPr>
          <p:txBody>
            <a:bodyPr/>
            <a:lstStyle/>
            <a:p>
              <a:endParaRPr lang="en-SG" sz="1088"/>
            </a:p>
          </p:txBody>
        </p:sp>
        <p:sp>
          <p:nvSpPr>
            <p:cNvPr id="18" name="TextBox 18">
              <a:extLst>
                <a:ext uri="{FF2B5EF4-FFF2-40B4-BE49-F238E27FC236}">
                  <a16:creationId xmlns:a16="http://schemas.microsoft.com/office/drawing/2014/main" id="{C07EB11F-7C49-D260-F78E-816FA7BEC10A}"/>
                </a:ext>
              </a:extLst>
            </p:cNvPr>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sp>
        <p:nvSpPr>
          <p:cNvPr id="19" name="Freeform 19">
            <a:extLst>
              <a:ext uri="{FF2B5EF4-FFF2-40B4-BE49-F238E27FC236}">
                <a16:creationId xmlns:a16="http://schemas.microsoft.com/office/drawing/2014/main" id="{935AD010-0D19-2AE6-EB24-407EC7615B5B}"/>
              </a:ext>
            </a:extLst>
          </p:cNvPr>
          <p:cNvSpPr/>
          <p:nvPr/>
        </p:nvSpPr>
        <p:spPr>
          <a:xfrm>
            <a:off x="7680306" y="5295111"/>
            <a:ext cx="216450" cy="216450"/>
          </a:xfrm>
          <a:custGeom>
            <a:avLst/>
            <a:gdLst/>
            <a:ahLst/>
            <a:cxnLst/>
            <a:rect l="l" t="t" r="r" b="b"/>
            <a:pathLst>
              <a:path w="270575" h="270575">
                <a:moveTo>
                  <a:pt x="0" y="0"/>
                </a:moveTo>
                <a:lnTo>
                  <a:pt x="270574" y="0"/>
                </a:lnTo>
                <a:lnTo>
                  <a:pt x="270574" y="270574"/>
                </a:lnTo>
                <a:lnTo>
                  <a:pt x="0" y="270574"/>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en-SG" sz="1088"/>
          </a:p>
        </p:txBody>
      </p:sp>
      <p:sp>
        <p:nvSpPr>
          <p:cNvPr id="20" name="Freeform 20">
            <a:extLst>
              <a:ext uri="{FF2B5EF4-FFF2-40B4-BE49-F238E27FC236}">
                <a16:creationId xmlns:a16="http://schemas.microsoft.com/office/drawing/2014/main" id="{8B256A37-69AD-48E2-EBE1-7001FD1800ED}"/>
              </a:ext>
            </a:extLst>
          </p:cNvPr>
          <p:cNvSpPr/>
          <p:nvPr/>
        </p:nvSpPr>
        <p:spPr>
          <a:xfrm>
            <a:off x="8608" y="3267982"/>
            <a:ext cx="629155" cy="314578"/>
          </a:xfrm>
          <a:custGeom>
            <a:avLst/>
            <a:gdLst/>
            <a:ahLst/>
            <a:cxnLst/>
            <a:rect l="l" t="t" r="r" b="b"/>
            <a:pathLst>
              <a:path w="786479" h="393240">
                <a:moveTo>
                  <a:pt x="0" y="0"/>
                </a:moveTo>
                <a:lnTo>
                  <a:pt x="786480" y="0"/>
                </a:lnTo>
                <a:lnTo>
                  <a:pt x="786480" y="393239"/>
                </a:lnTo>
                <a:lnTo>
                  <a:pt x="0" y="393239"/>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SG" sz="1088"/>
          </a:p>
        </p:txBody>
      </p:sp>
      <p:sp>
        <p:nvSpPr>
          <p:cNvPr id="21" name="Freeform 21">
            <a:extLst>
              <a:ext uri="{FF2B5EF4-FFF2-40B4-BE49-F238E27FC236}">
                <a16:creationId xmlns:a16="http://schemas.microsoft.com/office/drawing/2014/main" id="{BF9E3E45-3946-42AC-122E-18EE29A4F99C}"/>
              </a:ext>
            </a:extLst>
          </p:cNvPr>
          <p:cNvSpPr/>
          <p:nvPr/>
        </p:nvSpPr>
        <p:spPr>
          <a:xfrm>
            <a:off x="12730" y="876927"/>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SG" sz="1088"/>
          </a:p>
        </p:txBody>
      </p:sp>
      <p:sp>
        <p:nvSpPr>
          <p:cNvPr id="22" name="Freeform 22">
            <a:extLst>
              <a:ext uri="{FF2B5EF4-FFF2-40B4-BE49-F238E27FC236}">
                <a16:creationId xmlns:a16="http://schemas.microsoft.com/office/drawing/2014/main" id="{DA187D4D-B978-2307-18C3-05134429E8AF}"/>
              </a:ext>
            </a:extLst>
          </p:cNvPr>
          <p:cNvSpPr/>
          <p:nvPr/>
        </p:nvSpPr>
        <p:spPr>
          <a:xfrm>
            <a:off x="0" y="4285270"/>
            <a:ext cx="629155" cy="314578"/>
          </a:xfrm>
          <a:custGeom>
            <a:avLst/>
            <a:gdLst/>
            <a:ahLst/>
            <a:cxnLst/>
            <a:rect l="l" t="t" r="r" b="b"/>
            <a:pathLst>
              <a:path w="786479" h="393240">
                <a:moveTo>
                  <a:pt x="0" y="0"/>
                </a:moveTo>
                <a:lnTo>
                  <a:pt x="786480" y="0"/>
                </a:lnTo>
                <a:lnTo>
                  <a:pt x="786480" y="393240"/>
                </a:lnTo>
                <a:lnTo>
                  <a:pt x="0" y="393240"/>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SG" sz="1088" dirty="0"/>
          </a:p>
        </p:txBody>
      </p:sp>
      <p:sp>
        <p:nvSpPr>
          <p:cNvPr id="23" name="Freeform 23">
            <a:extLst>
              <a:ext uri="{FF2B5EF4-FFF2-40B4-BE49-F238E27FC236}">
                <a16:creationId xmlns:a16="http://schemas.microsoft.com/office/drawing/2014/main" id="{17B82207-412E-B4A5-57B7-113EDD1F2E23}"/>
              </a:ext>
            </a:extLst>
          </p:cNvPr>
          <p:cNvSpPr/>
          <p:nvPr/>
        </p:nvSpPr>
        <p:spPr>
          <a:xfrm>
            <a:off x="23365" y="5070263"/>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SG" sz="1088"/>
          </a:p>
        </p:txBody>
      </p:sp>
      <p:sp>
        <p:nvSpPr>
          <p:cNvPr id="24" name="Freeform 24">
            <a:extLst>
              <a:ext uri="{FF2B5EF4-FFF2-40B4-BE49-F238E27FC236}">
                <a16:creationId xmlns:a16="http://schemas.microsoft.com/office/drawing/2014/main" id="{78EC20CA-4D8A-FD90-3637-ACFBB7344D55}"/>
              </a:ext>
            </a:extLst>
          </p:cNvPr>
          <p:cNvSpPr/>
          <p:nvPr/>
        </p:nvSpPr>
        <p:spPr>
          <a:xfrm>
            <a:off x="9178" y="5953122"/>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SG" sz="1088"/>
          </a:p>
        </p:txBody>
      </p:sp>
      <p:sp>
        <p:nvSpPr>
          <p:cNvPr id="25" name="Freeform 25">
            <a:extLst>
              <a:ext uri="{FF2B5EF4-FFF2-40B4-BE49-F238E27FC236}">
                <a16:creationId xmlns:a16="http://schemas.microsoft.com/office/drawing/2014/main" id="{5A8245E1-531E-D3DF-248B-8BDE66BC45C2}"/>
              </a:ext>
            </a:extLst>
          </p:cNvPr>
          <p:cNvSpPr/>
          <p:nvPr/>
        </p:nvSpPr>
        <p:spPr>
          <a:xfrm>
            <a:off x="-5123" y="6716050"/>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SG" sz="1088" dirty="0"/>
          </a:p>
        </p:txBody>
      </p:sp>
      <p:sp>
        <p:nvSpPr>
          <p:cNvPr id="26" name="Freeform 26">
            <a:extLst>
              <a:ext uri="{FF2B5EF4-FFF2-40B4-BE49-F238E27FC236}">
                <a16:creationId xmlns:a16="http://schemas.microsoft.com/office/drawing/2014/main" id="{A066F9A7-2B3C-423F-2979-DF6B84089C2E}"/>
              </a:ext>
            </a:extLst>
          </p:cNvPr>
          <p:cNvSpPr/>
          <p:nvPr/>
        </p:nvSpPr>
        <p:spPr>
          <a:xfrm>
            <a:off x="23366" y="2521781"/>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SG" sz="1088"/>
          </a:p>
        </p:txBody>
      </p:sp>
      <p:sp>
        <p:nvSpPr>
          <p:cNvPr id="27" name="Freeform 27">
            <a:extLst>
              <a:ext uri="{FF2B5EF4-FFF2-40B4-BE49-F238E27FC236}">
                <a16:creationId xmlns:a16="http://schemas.microsoft.com/office/drawing/2014/main" id="{9D37B1FF-F010-A250-16D4-BA24736ED9CB}"/>
              </a:ext>
            </a:extLst>
          </p:cNvPr>
          <p:cNvSpPr/>
          <p:nvPr/>
        </p:nvSpPr>
        <p:spPr>
          <a:xfrm>
            <a:off x="22061" y="1747651"/>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SG" sz="1088" dirty="0"/>
          </a:p>
        </p:txBody>
      </p:sp>
      <p:sp>
        <p:nvSpPr>
          <p:cNvPr id="28" name="Freeform 28">
            <a:extLst>
              <a:ext uri="{FF2B5EF4-FFF2-40B4-BE49-F238E27FC236}">
                <a16:creationId xmlns:a16="http://schemas.microsoft.com/office/drawing/2014/main" id="{3B3E4F1E-A20F-B7A7-D318-1AED40199E17}"/>
              </a:ext>
            </a:extLst>
          </p:cNvPr>
          <p:cNvSpPr/>
          <p:nvPr/>
        </p:nvSpPr>
        <p:spPr>
          <a:xfrm>
            <a:off x="6117783" y="6800762"/>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SG" sz="1088"/>
          </a:p>
        </p:txBody>
      </p:sp>
      <p:sp>
        <p:nvSpPr>
          <p:cNvPr id="29" name="Freeform 29">
            <a:extLst>
              <a:ext uri="{FF2B5EF4-FFF2-40B4-BE49-F238E27FC236}">
                <a16:creationId xmlns:a16="http://schemas.microsoft.com/office/drawing/2014/main" id="{9A2E7425-8070-866F-91E0-5FDF14ECEF67}"/>
              </a:ext>
            </a:extLst>
          </p:cNvPr>
          <p:cNvSpPr/>
          <p:nvPr/>
        </p:nvSpPr>
        <p:spPr>
          <a:xfrm>
            <a:off x="6117783" y="2497084"/>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SG" sz="1088"/>
          </a:p>
        </p:txBody>
      </p:sp>
      <p:sp>
        <p:nvSpPr>
          <p:cNvPr id="30" name="Freeform 30">
            <a:extLst>
              <a:ext uri="{FF2B5EF4-FFF2-40B4-BE49-F238E27FC236}">
                <a16:creationId xmlns:a16="http://schemas.microsoft.com/office/drawing/2014/main" id="{AF3D1BA6-275D-6994-B772-B0463340F3C3}"/>
              </a:ext>
            </a:extLst>
          </p:cNvPr>
          <p:cNvSpPr/>
          <p:nvPr/>
        </p:nvSpPr>
        <p:spPr>
          <a:xfrm>
            <a:off x="6117783" y="1577123"/>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SG" sz="1088"/>
          </a:p>
        </p:txBody>
      </p:sp>
      <p:sp>
        <p:nvSpPr>
          <p:cNvPr id="31" name="Freeform 31">
            <a:extLst>
              <a:ext uri="{FF2B5EF4-FFF2-40B4-BE49-F238E27FC236}">
                <a16:creationId xmlns:a16="http://schemas.microsoft.com/office/drawing/2014/main" id="{05305DE4-74B5-843E-03D4-728907D1F9E1}"/>
              </a:ext>
            </a:extLst>
          </p:cNvPr>
          <p:cNvSpPr/>
          <p:nvPr/>
        </p:nvSpPr>
        <p:spPr>
          <a:xfrm>
            <a:off x="6117783" y="747423"/>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SG" sz="1088"/>
          </a:p>
        </p:txBody>
      </p:sp>
      <p:sp>
        <p:nvSpPr>
          <p:cNvPr id="32" name="Freeform 32">
            <a:extLst>
              <a:ext uri="{FF2B5EF4-FFF2-40B4-BE49-F238E27FC236}">
                <a16:creationId xmlns:a16="http://schemas.microsoft.com/office/drawing/2014/main" id="{638EF2BC-C40E-6853-0605-9F279FCAE70E}"/>
              </a:ext>
            </a:extLst>
          </p:cNvPr>
          <p:cNvSpPr/>
          <p:nvPr/>
        </p:nvSpPr>
        <p:spPr>
          <a:xfrm>
            <a:off x="6117783" y="5127544"/>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SG" sz="1088"/>
          </a:p>
        </p:txBody>
      </p:sp>
      <p:sp>
        <p:nvSpPr>
          <p:cNvPr id="33" name="Freeform 33">
            <a:extLst>
              <a:ext uri="{FF2B5EF4-FFF2-40B4-BE49-F238E27FC236}">
                <a16:creationId xmlns:a16="http://schemas.microsoft.com/office/drawing/2014/main" id="{7FCBD8D0-E326-6994-CE29-B7BD5577F3BC}"/>
              </a:ext>
            </a:extLst>
          </p:cNvPr>
          <p:cNvSpPr/>
          <p:nvPr/>
        </p:nvSpPr>
        <p:spPr>
          <a:xfrm>
            <a:off x="6085923" y="4173866"/>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SG" sz="1088"/>
          </a:p>
        </p:txBody>
      </p:sp>
      <p:sp>
        <p:nvSpPr>
          <p:cNvPr id="34" name="Freeform 34">
            <a:extLst>
              <a:ext uri="{FF2B5EF4-FFF2-40B4-BE49-F238E27FC236}">
                <a16:creationId xmlns:a16="http://schemas.microsoft.com/office/drawing/2014/main" id="{2ACD3CAE-90B1-7F69-1299-2CFEF541584D}"/>
              </a:ext>
            </a:extLst>
          </p:cNvPr>
          <p:cNvSpPr/>
          <p:nvPr/>
        </p:nvSpPr>
        <p:spPr>
          <a:xfrm>
            <a:off x="6117783" y="3310972"/>
            <a:ext cx="312305" cy="312305"/>
          </a:xfrm>
          <a:custGeom>
            <a:avLst/>
            <a:gdLst/>
            <a:ahLst/>
            <a:cxnLst/>
            <a:rect l="l" t="t" r="r" b="b"/>
            <a:pathLst>
              <a:path w="390399" h="390399">
                <a:moveTo>
                  <a:pt x="0" y="0"/>
                </a:moveTo>
                <a:lnTo>
                  <a:pt x="390399" y="0"/>
                </a:lnTo>
                <a:lnTo>
                  <a:pt x="390399" y="390398"/>
                </a:lnTo>
                <a:lnTo>
                  <a:pt x="0" y="390398"/>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SG" sz="1088"/>
          </a:p>
        </p:txBody>
      </p:sp>
      <p:sp>
        <p:nvSpPr>
          <p:cNvPr id="35" name="Freeform 35">
            <a:extLst>
              <a:ext uri="{FF2B5EF4-FFF2-40B4-BE49-F238E27FC236}">
                <a16:creationId xmlns:a16="http://schemas.microsoft.com/office/drawing/2014/main" id="{6081ECE8-136B-AE5D-68C4-EA993C18DC86}"/>
              </a:ext>
            </a:extLst>
          </p:cNvPr>
          <p:cNvSpPr/>
          <p:nvPr/>
        </p:nvSpPr>
        <p:spPr>
          <a:xfrm>
            <a:off x="6085923" y="5931862"/>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SG" sz="1088"/>
          </a:p>
        </p:txBody>
      </p:sp>
      <p:grpSp>
        <p:nvGrpSpPr>
          <p:cNvPr id="36" name="Group 36">
            <a:extLst>
              <a:ext uri="{FF2B5EF4-FFF2-40B4-BE49-F238E27FC236}">
                <a16:creationId xmlns:a16="http://schemas.microsoft.com/office/drawing/2014/main" id="{3442B5E1-864B-0D00-1174-A0512A16BE33}"/>
              </a:ext>
            </a:extLst>
          </p:cNvPr>
          <p:cNvGrpSpPr/>
          <p:nvPr/>
        </p:nvGrpSpPr>
        <p:grpSpPr>
          <a:xfrm>
            <a:off x="6995959" y="1102558"/>
            <a:ext cx="1792975" cy="474845"/>
            <a:chOff x="0" y="0"/>
            <a:chExt cx="654453" cy="168841"/>
          </a:xfrm>
        </p:grpSpPr>
        <p:sp>
          <p:nvSpPr>
            <p:cNvPr id="37" name="Freeform 37">
              <a:extLst>
                <a:ext uri="{FF2B5EF4-FFF2-40B4-BE49-F238E27FC236}">
                  <a16:creationId xmlns:a16="http://schemas.microsoft.com/office/drawing/2014/main" id="{0A5E494C-E069-B720-ACDF-B4AAB8B0DA25}"/>
                </a:ext>
              </a:extLst>
            </p:cNvPr>
            <p:cNvSpPr/>
            <p:nvPr/>
          </p:nvSpPr>
          <p:spPr>
            <a:xfrm>
              <a:off x="0" y="0"/>
              <a:ext cx="654453" cy="168841"/>
            </a:xfrm>
            <a:custGeom>
              <a:avLst/>
              <a:gdLst/>
              <a:ahLst/>
              <a:cxnLst/>
              <a:rect l="l" t="t" r="r" b="b"/>
              <a:pathLst>
                <a:path w="654453" h="168841">
                  <a:moveTo>
                    <a:pt x="0" y="0"/>
                  </a:moveTo>
                  <a:lnTo>
                    <a:pt x="654453" y="0"/>
                  </a:lnTo>
                  <a:lnTo>
                    <a:pt x="654453" y="168841"/>
                  </a:lnTo>
                  <a:lnTo>
                    <a:pt x="0" y="168841"/>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38" name="TextBox 38">
              <a:extLst>
                <a:ext uri="{FF2B5EF4-FFF2-40B4-BE49-F238E27FC236}">
                  <a16:creationId xmlns:a16="http://schemas.microsoft.com/office/drawing/2014/main" id="{76665FC1-0B05-D1E2-A7D2-75C6658C0003}"/>
                </a:ext>
              </a:extLst>
            </p:cNvPr>
            <p:cNvSpPr txBox="1"/>
            <p:nvPr/>
          </p:nvSpPr>
          <p:spPr>
            <a:xfrm>
              <a:off x="0" y="-28575"/>
              <a:ext cx="654453" cy="197416"/>
            </a:xfrm>
            <a:prstGeom prst="rect">
              <a:avLst/>
            </a:prstGeom>
          </p:spPr>
          <p:txBody>
            <a:bodyPr lIns="40638" tIns="40638" rIns="40638" bIns="40638" rtlCol="0" anchor="ctr"/>
            <a:lstStyle/>
            <a:p>
              <a:pPr algn="ctr">
                <a:lnSpc>
                  <a:spcPts val="2016"/>
                </a:lnSpc>
              </a:pPr>
              <a:endParaRPr sz="1088"/>
            </a:p>
          </p:txBody>
        </p:sp>
      </p:grpSp>
      <p:grpSp>
        <p:nvGrpSpPr>
          <p:cNvPr id="39" name="Group 39">
            <a:extLst>
              <a:ext uri="{FF2B5EF4-FFF2-40B4-BE49-F238E27FC236}">
                <a16:creationId xmlns:a16="http://schemas.microsoft.com/office/drawing/2014/main" id="{D828A817-92CC-23B2-E9C8-2574E15E8ED7}"/>
              </a:ext>
            </a:extLst>
          </p:cNvPr>
          <p:cNvGrpSpPr/>
          <p:nvPr/>
        </p:nvGrpSpPr>
        <p:grpSpPr>
          <a:xfrm>
            <a:off x="8785225" y="1102558"/>
            <a:ext cx="403148" cy="474845"/>
            <a:chOff x="0" y="0"/>
            <a:chExt cx="143348" cy="168841"/>
          </a:xfrm>
        </p:grpSpPr>
        <p:sp>
          <p:nvSpPr>
            <p:cNvPr id="40" name="Freeform 40">
              <a:extLst>
                <a:ext uri="{FF2B5EF4-FFF2-40B4-BE49-F238E27FC236}">
                  <a16:creationId xmlns:a16="http://schemas.microsoft.com/office/drawing/2014/main" id="{71EB127A-A42F-C365-1FE7-AB1B4B776729}"/>
                </a:ext>
              </a:extLst>
            </p:cNvPr>
            <p:cNvSpPr/>
            <p:nvPr/>
          </p:nvSpPr>
          <p:spPr>
            <a:xfrm>
              <a:off x="0" y="0"/>
              <a:ext cx="143348" cy="168841"/>
            </a:xfrm>
            <a:custGeom>
              <a:avLst/>
              <a:gdLst/>
              <a:ahLst/>
              <a:cxnLst/>
              <a:rect l="l" t="t" r="r" b="b"/>
              <a:pathLst>
                <a:path w="143348" h="168841">
                  <a:moveTo>
                    <a:pt x="0" y="0"/>
                  </a:moveTo>
                  <a:lnTo>
                    <a:pt x="143348" y="0"/>
                  </a:lnTo>
                  <a:lnTo>
                    <a:pt x="143348" y="168841"/>
                  </a:lnTo>
                  <a:lnTo>
                    <a:pt x="0" y="168841"/>
                  </a:lnTo>
                  <a:close/>
                </a:path>
              </a:pathLst>
            </a:custGeom>
            <a:solidFill>
              <a:srgbClr val="FDFDFD">
                <a:alpha val="38824"/>
              </a:srgbClr>
            </a:solidFill>
            <a:ln w="9525" cap="sq">
              <a:solidFill>
                <a:srgbClr val="000000">
                  <a:alpha val="38824"/>
                </a:srgbClr>
              </a:solidFill>
              <a:prstDash val="solid"/>
              <a:miter/>
            </a:ln>
          </p:spPr>
          <p:txBody>
            <a:bodyPr/>
            <a:lstStyle/>
            <a:p>
              <a:endParaRPr lang="en-SG" sz="1088"/>
            </a:p>
          </p:txBody>
        </p:sp>
        <p:sp>
          <p:nvSpPr>
            <p:cNvPr id="41" name="TextBox 41">
              <a:extLst>
                <a:ext uri="{FF2B5EF4-FFF2-40B4-BE49-F238E27FC236}">
                  <a16:creationId xmlns:a16="http://schemas.microsoft.com/office/drawing/2014/main" id="{0079883C-A2E1-8D5F-D255-37D689635366}"/>
                </a:ext>
              </a:extLst>
            </p:cNvPr>
            <p:cNvSpPr txBox="1"/>
            <p:nvPr/>
          </p:nvSpPr>
          <p:spPr>
            <a:xfrm>
              <a:off x="0" y="-28575"/>
              <a:ext cx="143348" cy="197416"/>
            </a:xfrm>
            <a:prstGeom prst="rect">
              <a:avLst/>
            </a:prstGeom>
          </p:spPr>
          <p:txBody>
            <a:bodyPr lIns="40638" tIns="40638" rIns="40638" bIns="40638" rtlCol="0" anchor="ctr"/>
            <a:lstStyle/>
            <a:p>
              <a:pPr algn="ctr">
                <a:lnSpc>
                  <a:spcPts val="2016"/>
                </a:lnSpc>
              </a:pPr>
              <a:endParaRPr sz="1088"/>
            </a:p>
          </p:txBody>
        </p:sp>
      </p:grpSp>
      <p:grpSp>
        <p:nvGrpSpPr>
          <p:cNvPr id="45" name="Group 45">
            <a:extLst>
              <a:ext uri="{FF2B5EF4-FFF2-40B4-BE49-F238E27FC236}">
                <a16:creationId xmlns:a16="http://schemas.microsoft.com/office/drawing/2014/main" id="{55BC391A-D18F-385C-CAA2-E2675439D6C7}"/>
              </a:ext>
            </a:extLst>
          </p:cNvPr>
          <p:cNvGrpSpPr/>
          <p:nvPr/>
        </p:nvGrpSpPr>
        <p:grpSpPr>
          <a:xfrm>
            <a:off x="6506698" y="551792"/>
            <a:ext cx="110934" cy="7887829"/>
            <a:chOff x="0" y="0"/>
            <a:chExt cx="184898" cy="13146961"/>
          </a:xfrm>
        </p:grpSpPr>
        <p:grpSp>
          <p:nvGrpSpPr>
            <p:cNvPr id="46" name="Group 46">
              <a:extLst>
                <a:ext uri="{FF2B5EF4-FFF2-40B4-BE49-F238E27FC236}">
                  <a16:creationId xmlns:a16="http://schemas.microsoft.com/office/drawing/2014/main" id="{B89B8D52-BED1-2B38-8F51-CD67D0761B7D}"/>
                </a:ext>
              </a:extLst>
            </p:cNvPr>
            <p:cNvGrpSpPr/>
            <p:nvPr/>
          </p:nvGrpSpPr>
          <p:grpSpPr>
            <a:xfrm>
              <a:off x="9132" y="3875"/>
              <a:ext cx="175766" cy="507612"/>
              <a:chOff x="0" y="0"/>
              <a:chExt cx="37497" cy="108291"/>
            </a:xfrm>
          </p:grpSpPr>
          <p:sp>
            <p:nvSpPr>
              <p:cNvPr id="47" name="Freeform 47">
                <a:extLst>
                  <a:ext uri="{FF2B5EF4-FFF2-40B4-BE49-F238E27FC236}">
                    <a16:creationId xmlns:a16="http://schemas.microsoft.com/office/drawing/2014/main" id="{56818444-2CC2-F53E-0B13-9BA42B27877F}"/>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48" name="TextBox 48">
                <a:extLst>
                  <a:ext uri="{FF2B5EF4-FFF2-40B4-BE49-F238E27FC236}">
                    <a16:creationId xmlns:a16="http://schemas.microsoft.com/office/drawing/2014/main" id="{AD5C0239-18C8-E2BF-ABED-FD118962CE72}"/>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49" name="Group 49">
              <a:extLst>
                <a:ext uri="{FF2B5EF4-FFF2-40B4-BE49-F238E27FC236}">
                  <a16:creationId xmlns:a16="http://schemas.microsoft.com/office/drawing/2014/main" id="{CC8D8DC1-03A1-530C-0AE5-8B9F9B88516C}"/>
                </a:ext>
              </a:extLst>
            </p:cNvPr>
            <p:cNvGrpSpPr/>
            <p:nvPr/>
          </p:nvGrpSpPr>
          <p:grpSpPr>
            <a:xfrm>
              <a:off x="9132" y="0"/>
              <a:ext cx="175766" cy="13146961"/>
              <a:chOff x="0" y="0"/>
              <a:chExt cx="37497" cy="2804685"/>
            </a:xfrm>
          </p:grpSpPr>
          <p:sp>
            <p:nvSpPr>
              <p:cNvPr id="50" name="Freeform 50">
                <a:extLst>
                  <a:ext uri="{FF2B5EF4-FFF2-40B4-BE49-F238E27FC236}">
                    <a16:creationId xmlns:a16="http://schemas.microsoft.com/office/drawing/2014/main" id="{89C125F7-0D01-6DA6-6747-C1EA99113409}"/>
                  </a:ext>
                </a:extLst>
              </p:cNvPr>
              <p:cNvSpPr/>
              <p:nvPr/>
            </p:nvSpPr>
            <p:spPr>
              <a:xfrm>
                <a:off x="0" y="0"/>
                <a:ext cx="37497" cy="2804685"/>
              </a:xfrm>
              <a:custGeom>
                <a:avLst/>
                <a:gdLst/>
                <a:ahLst/>
                <a:cxnLst/>
                <a:rect l="l" t="t" r="r" b="b"/>
                <a:pathLst>
                  <a:path w="37497" h="2804685">
                    <a:moveTo>
                      <a:pt x="0" y="0"/>
                    </a:moveTo>
                    <a:lnTo>
                      <a:pt x="37497" y="0"/>
                    </a:lnTo>
                    <a:lnTo>
                      <a:pt x="37497" y="2804685"/>
                    </a:lnTo>
                    <a:lnTo>
                      <a:pt x="0" y="2804685"/>
                    </a:lnTo>
                    <a:close/>
                  </a:path>
                </a:pathLst>
              </a:custGeom>
              <a:solidFill>
                <a:srgbClr val="FDFDFD"/>
              </a:solidFill>
              <a:ln w="9525" cap="sq">
                <a:solidFill>
                  <a:srgbClr val="000000"/>
                </a:solidFill>
                <a:prstDash val="solid"/>
                <a:miter/>
              </a:ln>
            </p:spPr>
            <p:txBody>
              <a:bodyPr/>
              <a:lstStyle/>
              <a:p>
                <a:endParaRPr lang="en-SG" sz="1088"/>
              </a:p>
            </p:txBody>
          </p:sp>
          <p:sp>
            <p:nvSpPr>
              <p:cNvPr id="51" name="TextBox 51">
                <a:extLst>
                  <a:ext uri="{FF2B5EF4-FFF2-40B4-BE49-F238E27FC236}">
                    <a16:creationId xmlns:a16="http://schemas.microsoft.com/office/drawing/2014/main" id="{4DE62F31-2B89-E32E-08EF-166FA18C2DF6}"/>
                  </a:ext>
                </a:extLst>
              </p:cNvPr>
              <p:cNvSpPr txBox="1"/>
              <p:nvPr/>
            </p:nvSpPr>
            <p:spPr>
              <a:xfrm>
                <a:off x="0" y="-28575"/>
                <a:ext cx="37497" cy="2833260"/>
              </a:xfrm>
              <a:prstGeom prst="rect">
                <a:avLst/>
              </a:prstGeom>
            </p:spPr>
            <p:txBody>
              <a:bodyPr lIns="40638" tIns="40638" rIns="40638" bIns="40638" rtlCol="0" anchor="ctr"/>
              <a:lstStyle/>
              <a:p>
                <a:pPr algn="ctr">
                  <a:lnSpc>
                    <a:spcPts val="2016"/>
                  </a:lnSpc>
                </a:pPr>
                <a:endParaRPr sz="1088"/>
              </a:p>
            </p:txBody>
          </p:sp>
        </p:grpSp>
        <p:grpSp>
          <p:nvGrpSpPr>
            <p:cNvPr id="52" name="Group 52">
              <a:extLst>
                <a:ext uri="{FF2B5EF4-FFF2-40B4-BE49-F238E27FC236}">
                  <a16:creationId xmlns:a16="http://schemas.microsoft.com/office/drawing/2014/main" id="{5D5EFBBF-E732-8D41-E2F4-ECD1BE41D6E8}"/>
                </a:ext>
              </a:extLst>
            </p:cNvPr>
            <p:cNvGrpSpPr/>
            <p:nvPr/>
          </p:nvGrpSpPr>
          <p:grpSpPr>
            <a:xfrm>
              <a:off x="9132" y="2726176"/>
              <a:ext cx="165100" cy="2140734"/>
              <a:chOff x="0" y="0"/>
              <a:chExt cx="35221" cy="456690"/>
            </a:xfrm>
          </p:grpSpPr>
          <p:sp>
            <p:nvSpPr>
              <p:cNvPr id="53" name="Freeform 53">
                <a:extLst>
                  <a:ext uri="{FF2B5EF4-FFF2-40B4-BE49-F238E27FC236}">
                    <a16:creationId xmlns:a16="http://schemas.microsoft.com/office/drawing/2014/main" id="{32863B73-CC8A-F162-D216-905EE7F8A2F6}"/>
                  </a:ext>
                </a:extLst>
              </p:cNvPr>
              <p:cNvSpPr/>
              <p:nvPr/>
            </p:nvSpPr>
            <p:spPr>
              <a:xfrm>
                <a:off x="0" y="0"/>
                <a:ext cx="35221" cy="456690"/>
              </a:xfrm>
              <a:custGeom>
                <a:avLst/>
                <a:gdLst/>
                <a:ahLst/>
                <a:cxnLst/>
                <a:rect l="l" t="t" r="r" b="b"/>
                <a:pathLst>
                  <a:path w="35221" h="456690">
                    <a:moveTo>
                      <a:pt x="0" y="0"/>
                    </a:moveTo>
                    <a:lnTo>
                      <a:pt x="35221" y="0"/>
                    </a:lnTo>
                    <a:lnTo>
                      <a:pt x="35221" y="456690"/>
                    </a:lnTo>
                    <a:lnTo>
                      <a:pt x="0" y="456690"/>
                    </a:lnTo>
                    <a:close/>
                  </a:path>
                </a:pathLst>
              </a:custGeom>
              <a:solidFill>
                <a:srgbClr val="F34336"/>
              </a:solidFill>
              <a:ln cap="sq">
                <a:noFill/>
                <a:prstDash val="solid"/>
                <a:miter/>
              </a:ln>
            </p:spPr>
            <p:txBody>
              <a:bodyPr/>
              <a:lstStyle/>
              <a:p>
                <a:endParaRPr lang="en-SG" sz="1088"/>
              </a:p>
            </p:txBody>
          </p:sp>
          <p:sp>
            <p:nvSpPr>
              <p:cNvPr id="54" name="TextBox 54">
                <a:extLst>
                  <a:ext uri="{FF2B5EF4-FFF2-40B4-BE49-F238E27FC236}">
                    <a16:creationId xmlns:a16="http://schemas.microsoft.com/office/drawing/2014/main" id="{66D77E2D-B898-565A-76A0-E1E0A24F912C}"/>
                  </a:ext>
                </a:extLst>
              </p:cNvPr>
              <p:cNvSpPr txBox="1"/>
              <p:nvPr/>
            </p:nvSpPr>
            <p:spPr>
              <a:xfrm>
                <a:off x="0" y="-28575"/>
                <a:ext cx="35221" cy="485265"/>
              </a:xfrm>
              <a:prstGeom prst="rect">
                <a:avLst/>
              </a:prstGeom>
            </p:spPr>
            <p:txBody>
              <a:bodyPr lIns="40638" tIns="40638" rIns="40638" bIns="40638" rtlCol="0" anchor="ctr"/>
              <a:lstStyle/>
              <a:p>
                <a:pPr algn="ctr">
                  <a:lnSpc>
                    <a:spcPts val="2016"/>
                  </a:lnSpc>
                </a:pPr>
                <a:endParaRPr sz="1088"/>
              </a:p>
            </p:txBody>
          </p:sp>
        </p:grpSp>
        <p:grpSp>
          <p:nvGrpSpPr>
            <p:cNvPr id="55" name="Group 55">
              <a:extLst>
                <a:ext uri="{FF2B5EF4-FFF2-40B4-BE49-F238E27FC236}">
                  <a16:creationId xmlns:a16="http://schemas.microsoft.com/office/drawing/2014/main" id="{89272C7D-5D63-5599-FE34-77EB466CB98E}"/>
                </a:ext>
              </a:extLst>
            </p:cNvPr>
            <p:cNvGrpSpPr/>
            <p:nvPr/>
          </p:nvGrpSpPr>
          <p:grpSpPr>
            <a:xfrm>
              <a:off x="9132" y="10883818"/>
              <a:ext cx="175766" cy="507612"/>
              <a:chOff x="0" y="0"/>
              <a:chExt cx="37497" cy="108291"/>
            </a:xfrm>
          </p:grpSpPr>
          <p:sp>
            <p:nvSpPr>
              <p:cNvPr id="56" name="Freeform 56">
                <a:extLst>
                  <a:ext uri="{FF2B5EF4-FFF2-40B4-BE49-F238E27FC236}">
                    <a16:creationId xmlns:a16="http://schemas.microsoft.com/office/drawing/2014/main" id="{830175B6-AC15-8643-1933-21DE4DB84D03}"/>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57" name="TextBox 57">
                <a:extLst>
                  <a:ext uri="{FF2B5EF4-FFF2-40B4-BE49-F238E27FC236}">
                    <a16:creationId xmlns:a16="http://schemas.microsoft.com/office/drawing/2014/main" id="{E90E0E2F-A618-71DB-246F-58502B9D4D9D}"/>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58" name="Group 58">
              <a:extLst>
                <a:ext uri="{FF2B5EF4-FFF2-40B4-BE49-F238E27FC236}">
                  <a16:creationId xmlns:a16="http://schemas.microsoft.com/office/drawing/2014/main" id="{6C31FB58-47DF-B2F9-D0A5-BCB518125375}"/>
                </a:ext>
              </a:extLst>
            </p:cNvPr>
            <p:cNvGrpSpPr/>
            <p:nvPr/>
          </p:nvGrpSpPr>
          <p:grpSpPr>
            <a:xfrm>
              <a:off x="45096" y="175561"/>
              <a:ext cx="139802" cy="122326"/>
              <a:chOff x="0" y="0"/>
              <a:chExt cx="812800" cy="711200"/>
            </a:xfrm>
          </p:grpSpPr>
          <p:sp>
            <p:nvSpPr>
              <p:cNvPr id="59" name="Freeform 59">
                <a:extLst>
                  <a:ext uri="{FF2B5EF4-FFF2-40B4-BE49-F238E27FC236}">
                    <a16:creationId xmlns:a16="http://schemas.microsoft.com/office/drawing/2014/main" id="{FDD72844-6CA8-A79B-1606-98A42050FAE8}"/>
                  </a:ext>
                </a:extLst>
              </p:cNvPr>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34336"/>
              </a:solidFill>
            </p:spPr>
            <p:txBody>
              <a:bodyPr/>
              <a:lstStyle/>
              <a:p>
                <a:endParaRPr lang="en-SG" sz="1088"/>
              </a:p>
            </p:txBody>
          </p:sp>
          <p:sp>
            <p:nvSpPr>
              <p:cNvPr id="60" name="TextBox 60">
                <a:extLst>
                  <a:ext uri="{FF2B5EF4-FFF2-40B4-BE49-F238E27FC236}">
                    <a16:creationId xmlns:a16="http://schemas.microsoft.com/office/drawing/2014/main" id="{9082146B-CC71-4137-131C-60853A1C431D}"/>
                  </a:ext>
                </a:extLst>
              </p:cNvPr>
              <p:cNvSpPr txBox="1"/>
              <p:nvPr/>
            </p:nvSpPr>
            <p:spPr>
              <a:xfrm>
                <a:off x="127000" y="301625"/>
                <a:ext cx="558800" cy="358775"/>
              </a:xfrm>
              <a:prstGeom prst="rect">
                <a:avLst/>
              </a:prstGeom>
            </p:spPr>
            <p:txBody>
              <a:bodyPr lIns="40638" tIns="40638" rIns="40638" bIns="40638" rtlCol="0" anchor="ctr"/>
              <a:lstStyle/>
              <a:p>
                <a:pPr algn="ctr">
                  <a:lnSpc>
                    <a:spcPts val="2016"/>
                  </a:lnSpc>
                </a:pPr>
                <a:endParaRPr sz="1088"/>
              </a:p>
            </p:txBody>
          </p:sp>
        </p:grpSp>
        <p:grpSp>
          <p:nvGrpSpPr>
            <p:cNvPr id="61" name="Group 61">
              <a:extLst>
                <a:ext uri="{FF2B5EF4-FFF2-40B4-BE49-F238E27FC236}">
                  <a16:creationId xmlns:a16="http://schemas.microsoft.com/office/drawing/2014/main" id="{1F508E18-DFC0-3363-196C-B6452F7428B5}"/>
                </a:ext>
              </a:extLst>
            </p:cNvPr>
            <p:cNvGrpSpPr/>
            <p:nvPr/>
          </p:nvGrpSpPr>
          <p:grpSpPr>
            <a:xfrm>
              <a:off x="0" y="11085671"/>
              <a:ext cx="174232" cy="152453"/>
              <a:chOff x="0" y="0"/>
              <a:chExt cx="812800" cy="711200"/>
            </a:xfrm>
          </p:grpSpPr>
          <p:sp>
            <p:nvSpPr>
              <p:cNvPr id="62" name="Freeform 62">
                <a:extLst>
                  <a:ext uri="{FF2B5EF4-FFF2-40B4-BE49-F238E27FC236}">
                    <a16:creationId xmlns:a16="http://schemas.microsoft.com/office/drawing/2014/main" id="{6D4968BA-3FB9-B9E1-80DA-2CFEFE1DAF6C}"/>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63" name="TextBox 63">
                <a:extLst>
                  <a:ext uri="{FF2B5EF4-FFF2-40B4-BE49-F238E27FC236}">
                    <a16:creationId xmlns:a16="http://schemas.microsoft.com/office/drawing/2014/main" id="{44F1BE67-7AFC-E633-F534-A53EC78C6F1B}"/>
                  </a:ext>
                </a:extLst>
              </p:cNvPr>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a:p>
            </p:txBody>
          </p:sp>
        </p:grpSp>
      </p:grpSp>
      <p:sp>
        <p:nvSpPr>
          <p:cNvPr id="67" name="TextBox 67">
            <a:extLst>
              <a:ext uri="{FF2B5EF4-FFF2-40B4-BE49-F238E27FC236}">
                <a16:creationId xmlns:a16="http://schemas.microsoft.com/office/drawing/2014/main" id="{062794C6-6E58-8149-FEDA-EE808D6E2CE1}"/>
              </a:ext>
            </a:extLst>
          </p:cNvPr>
          <p:cNvSpPr txBox="1"/>
          <p:nvPr/>
        </p:nvSpPr>
        <p:spPr>
          <a:xfrm>
            <a:off x="2218236" y="65917"/>
            <a:ext cx="1798472" cy="420884"/>
          </a:xfrm>
          <a:prstGeom prst="rect">
            <a:avLst/>
          </a:prstGeom>
        </p:spPr>
        <p:txBody>
          <a:bodyPr lIns="0" tIns="0" rIns="0" bIns="0" rtlCol="0" anchor="t">
            <a:spAutoFit/>
          </a:bodyPr>
          <a:lstStyle/>
          <a:p>
            <a:pPr>
              <a:lnSpc>
                <a:spcPts val="3414"/>
              </a:lnSpc>
              <a:spcBef>
                <a:spcPct val="0"/>
              </a:spcBef>
            </a:pPr>
            <a:r>
              <a:rPr lang="en-US" sz="2439" dirty="0">
                <a:solidFill>
                  <a:srgbClr val="FFFFFF"/>
                </a:solidFill>
                <a:latin typeface="League Spartan"/>
                <a:ea typeface="League Spartan"/>
                <a:cs typeface="League Spartan"/>
                <a:sym typeface="League Spartan"/>
              </a:rPr>
              <a:t>Plan Trip</a:t>
            </a:r>
          </a:p>
        </p:txBody>
      </p:sp>
      <p:sp>
        <p:nvSpPr>
          <p:cNvPr id="68" name="TextBox 68">
            <a:extLst>
              <a:ext uri="{FF2B5EF4-FFF2-40B4-BE49-F238E27FC236}">
                <a16:creationId xmlns:a16="http://schemas.microsoft.com/office/drawing/2014/main" id="{00F4A00B-C122-6A73-D63F-FAA76588473F}"/>
              </a:ext>
            </a:extLst>
          </p:cNvPr>
          <p:cNvSpPr txBox="1"/>
          <p:nvPr/>
        </p:nvSpPr>
        <p:spPr>
          <a:xfrm>
            <a:off x="7280124" y="3223639"/>
            <a:ext cx="680217" cy="248594"/>
          </a:xfrm>
          <a:prstGeom prst="rect">
            <a:avLst/>
          </a:prstGeom>
        </p:spPr>
        <p:txBody>
          <a:bodyPr wrap="square" lIns="0" tIns="0" rIns="0" bIns="0" rtlCol="0" anchor="t">
            <a:spAutoFit/>
          </a:bodyPr>
          <a:lstStyle/>
          <a:p>
            <a:pPr algn="ctr">
              <a:lnSpc>
                <a:spcPts val="2046"/>
              </a:lnSpc>
              <a:spcBef>
                <a:spcPct val="0"/>
              </a:spcBef>
            </a:pPr>
            <a:r>
              <a:rPr lang="en-US" sz="1461" dirty="0">
                <a:solidFill>
                  <a:srgbClr val="FFFFFF"/>
                </a:solidFill>
                <a:latin typeface="League Spartan"/>
                <a:ea typeface="League Spartan"/>
                <a:cs typeface="League Spartan"/>
                <a:sym typeface="League Spartan"/>
              </a:rPr>
              <a:t>Reset</a:t>
            </a:r>
          </a:p>
        </p:txBody>
      </p:sp>
      <p:sp>
        <p:nvSpPr>
          <p:cNvPr id="69" name="TextBox 69">
            <a:extLst>
              <a:ext uri="{FF2B5EF4-FFF2-40B4-BE49-F238E27FC236}">
                <a16:creationId xmlns:a16="http://schemas.microsoft.com/office/drawing/2014/main" id="{8B8E2F4C-1FAC-94BB-23E3-1AA989E39C3B}"/>
              </a:ext>
            </a:extLst>
          </p:cNvPr>
          <p:cNvSpPr txBox="1"/>
          <p:nvPr/>
        </p:nvSpPr>
        <p:spPr>
          <a:xfrm>
            <a:off x="9024846" y="3224558"/>
            <a:ext cx="587466" cy="248466"/>
          </a:xfrm>
          <a:prstGeom prst="rect">
            <a:avLst/>
          </a:prstGeom>
        </p:spPr>
        <p:txBody>
          <a:bodyPr wrap="square" lIns="0" tIns="0" rIns="0" bIns="0" rtlCol="0" anchor="t">
            <a:spAutoFit/>
          </a:bodyPr>
          <a:lstStyle/>
          <a:p>
            <a:pPr algn="ctr">
              <a:lnSpc>
                <a:spcPts val="2040"/>
              </a:lnSpc>
              <a:spcBef>
                <a:spcPct val="0"/>
              </a:spcBef>
            </a:pPr>
            <a:r>
              <a:rPr lang="en-US" sz="1457" dirty="0">
                <a:solidFill>
                  <a:srgbClr val="FFFFFF"/>
                </a:solidFill>
                <a:latin typeface="League Spartan"/>
                <a:ea typeface="League Spartan"/>
                <a:cs typeface="League Spartan"/>
                <a:sym typeface="League Spartan"/>
              </a:rPr>
              <a:t>Save</a:t>
            </a:r>
          </a:p>
        </p:txBody>
      </p:sp>
      <p:sp>
        <p:nvSpPr>
          <p:cNvPr id="70" name="TextBox 70">
            <a:extLst>
              <a:ext uri="{FF2B5EF4-FFF2-40B4-BE49-F238E27FC236}">
                <a16:creationId xmlns:a16="http://schemas.microsoft.com/office/drawing/2014/main" id="{CF8CC322-4796-AB1E-C9DC-725175CE2A28}"/>
              </a:ext>
            </a:extLst>
          </p:cNvPr>
          <p:cNvSpPr txBox="1"/>
          <p:nvPr/>
        </p:nvSpPr>
        <p:spPr>
          <a:xfrm>
            <a:off x="6948366" y="746560"/>
            <a:ext cx="731939" cy="240066"/>
          </a:xfrm>
          <a:prstGeom prst="rect">
            <a:avLst/>
          </a:prstGeom>
        </p:spPr>
        <p:txBody>
          <a:bodyPr wrap="square"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Type</a:t>
            </a:r>
          </a:p>
        </p:txBody>
      </p:sp>
      <p:sp>
        <p:nvSpPr>
          <p:cNvPr id="71" name="TextBox 71">
            <a:extLst>
              <a:ext uri="{FF2B5EF4-FFF2-40B4-BE49-F238E27FC236}">
                <a16:creationId xmlns:a16="http://schemas.microsoft.com/office/drawing/2014/main" id="{A75A512F-0B66-1CBC-1FE1-87B805FAE7B3}"/>
              </a:ext>
            </a:extLst>
          </p:cNvPr>
          <p:cNvSpPr txBox="1"/>
          <p:nvPr/>
        </p:nvSpPr>
        <p:spPr>
          <a:xfrm>
            <a:off x="1075681" y="913288"/>
            <a:ext cx="1855276"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Burger Queen</a:t>
            </a:r>
          </a:p>
        </p:txBody>
      </p:sp>
      <p:sp>
        <p:nvSpPr>
          <p:cNvPr id="72" name="TextBox 72">
            <a:extLst>
              <a:ext uri="{FF2B5EF4-FFF2-40B4-BE49-F238E27FC236}">
                <a16:creationId xmlns:a16="http://schemas.microsoft.com/office/drawing/2014/main" id="{7B71292B-C7BC-3B4F-A1BB-6BA5EF3B7177}"/>
              </a:ext>
            </a:extLst>
          </p:cNvPr>
          <p:cNvSpPr txBox="1"/>
          <p:nvPr/>
        </p:nvSpPr>
        <p:spPr>
          <a:xfrm>
            <a:off x="1075681" y="4262895"/>
            <a:ext cx="1508265"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Music Show</a:t>
            </a:r>
          </a:p>
        </p:txBody>
      </p:sp>
      <p:sp>
        <p:nvSpPr>
          <p:cNvPr id="73" name="TextBox 73">
            <a:extLst>
              <a:ext uri="{FF2B5EF4-FFF2-40B4-BE49-F238E27FC236}">
                <a16:creationId xmlns:a16="http://schemas.microsoft.com/office/drawing/2014/main" id="{63327C40-7CC5-20DD-01BD-1E37ED584667}"/>
              </a:ext>
            </a:extLst>
          </p:cNvPr>
          <p:cNvSpPr txBox="1"/>
          <p:nvPr/>
        </p:nvSpPr>
        <p:spPr>
          <a:xfrm>
            <a:off x="1078431" y="2688680"/>
            <a:ext cx="1558581"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Bumper cars</a:t>
            </a:r>
          </a:p>
        </p:txBody>
      </p:sp>
      <p:sp>
        <p:nvSpPr>
          <p:cNvPr id="74" name="TextBox 74">
            <a:extLst>
              <a:ext uri="{FF2B5EF4-FFF2-40B4-BE49-F238E27FC236}">
                <a16:creationId xmlns:a16="http://schemas.microsoft.com/office/drawing/2014/main" id="{8189DF92-2563-20E5-8345-4CD4246AA9C8}"/>
              </a:ext>
            </a:extLst>
          </p:cNvPr>
          <p:cNvSpPr txBox="1"/>
          <p:nvPr/>
        </p:nvSpPr>
        <p:spPr>
          <a:xfrm>
            <a:off x="1111633" y="5183403"/>
            <a:ext cx="1783371"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Ferris wheels</a:t>
            </a:r>
          </a:p>
        </p:txBody>
      </p:sp>
      <p:sp>
        <p:nvSpPr>
          <p:cNvPr id="75" name="TextBox 75">
            <a:extLst>
              <a:ext uri="{FF2B5EF4-FFF2-40B4-BE49-F238E27FC236}">
                <a16:creationId xmlns:a16="http://schemas.microsoft.com/office/drawing/2014/main" id="{A9634BFE-A4E3-FD13-C654-CADC401131BF}"/>
              </a:ext>
            </a:extLst>
          </p:cNvPr>
          <p:cNvSpPr txBox="1"/>
          <p:nvPr/>
        </p:nvSpPr>
        <p:spPr>
          <a:xfrm>
            <a:off x="1075681" y="6716050"/>
            <a:ext cx="1332514"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Fireworks</a:t>
            </a:r>
          </a:p>
        </p:txBody>
      </p:sp>
      <p:sp>
        <p:nvSpPr>
          <p:cNvPr id="76" name="TextBox 76">
            <a:extLst>
              <a:ext uri="{FF2B5EF4-FFF2-40B4-BE49-F238E27FC236}">
                <a16:creationId xmlns:a16="http://schemas.microsoft.com/office/drawing/2014/main" id="{1A0AE6BC-F803-941D-1CFE-1185B564FA31}"/>
              </a:ext>
            </a:extLst>
          </p:cNvPr>
          <p:cNvSpPr txBox="1"/>
          <p:nvPr/>
        </p:nvSpPr>
        <p:spPr>
          <a:xfrm>
            <a:off x="1040338" y="5970511"/>
            <a:ext cx="1810425"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Ice Cream Corner</a:t>
            </a:r>
          </a:p>
        </p:txBody>
      </p:sp>
      <p:sp>
        <p:nvSpPr>
          <p:cNvPr id="77" name="TextBox 77">
            <a:extLst>
              <a:ext uri="{FF2B5EF4-FFF2-40B4-BE49-F238E27FC236}">
                <a16:creationId xmlns:a16="http://schemas.microsoft.com/office/drawing/2014/main" id="{BE584076-4617-F227-831B-C003E70E6AC3}"/>
              </a:ext>
            </a:extLst>
          </p:cNvPr>
          <p:cNvSpPr txBox="1"/>
          <p:nvPr/>
        </p:nvSpPr>
        <p:spPr>
          <a:xfrm>
            <a:off x="1160710" y="3475787"/>
            <a:ext cx="1183620"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Pizza House</a:t>
            </a:r>
          </a:p>
        </p:txBody>
      </p:sp>
      <p:sp>
        <p:nvSpPr>
          <p:cNvPr id="78" name="TextBox 78">
            <a:extLst>
              <a:ext uri="{FF2B5EF4-FFF2-40B4-BE49-F238E27FC236}">
                <a16:creationId xmlns:a16="http://schemas.microsoft.com/office/drawing/2014/main" id="{CC01F607-572D-1469-5D20-0B1187D47441}"/>
              </a:ext>
            </a:extLst>
          </p:cNvPr>
          <p:cNvSpPr txBox="1"/>
          <p:nvPr/>
        </p:nvSpPr>
        <p:spPr>
          <a:xfrm>
            <a:off x="1137773" y="1818906"/>
            <a:ext cx="1871248"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Castle Playtime</a:t>
            </a:r>
          </a:p>
        </p:txBody>
      </p:sp>
      <p:sp>
        <p:nvSpPr>
          <p:cNvPr id="79" name="TextBox 79">
            <a:extLst>
              <a:ext uri="{FF2B5EF4-FFF2-40B4-BE49-F238E27FC236}">
                <a16:creationId xmlns:a16="http://schemas.microsoft.com/office/drawing/2014/main" id="{7E5F704C-97FC-8200-8744-0BC3B837F51D}"/>
              </a:ext>
            </a:extLst>
          </p:cNvPr>
          <p:cNvSpPr txBox="1"/>
          <p:nvPr/>
        </p:nvSpPr>
        <p:spPr>
          <a:xfrm>
            <a:off x="737481" y="934550"/>
            <a:ext cx="167347"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1.</a:t>
            </a:r>
          </a:p>
        </p:txBody>
      </p:sp>
      <p:sp>
        <p:nvSpPr>
          <p:cNvPr id="80" name="TextBox 80">
            <a:extLst>
              <a:ext uri="{FF2B5EF4-FFF2-40B4-BE49-F238E27FC236}">
                <a16:creationId xmlns:a16="http://schemas.microsoft.com/office/drawing/2014/main" id="{8964B5D3-EBA4-015F-519C-504D294DF2F3}"/>
              </a:ext>
            </a:extLst>
          </p:cNvPr>
          <p:cNvSpPr txBox="1"/>
          <p:nvPr/>
        </p:nvSpPr>
        <p:spPr>
          <a:xfrm>
            <a:off x="739574" y="1797669"/>
            <a:ext cx="169252"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2.</a:t>
            </a:r>
          </a:p>
        </p:txBody>
      </p:sp>
      <p:sp>
        <p:nvSpPr>
          <p:cNvPr id="81" name="TextBox 81">
            <a:extLst>
              <a:ext uri="{FF2B5EF4-FFF2-40B4-BE49-F238E27FC236}">
                <a16:creationId xmlns:a16="http://schemas.microsoft.com/office/drawing/2014/main" id="{58DC93EB-76DB-8695-8561-A5955BC99FA2}"/>
              </a:ext>
            </a:extLst>
          </p:cNvPr>
          <p:cNvSpPr txBox="1"/>
          <p:nvPr/>
        </p:nvSpPr>
        <p:spPr>
          <a:xfrm>
            <a:off x="667841" y="2626429"/>
            <a:ext cx="226144"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3.</a:t>
            </a:r>
          </a:p>
        </p:txBody>
      </p:sp>
      <p:sp>
        <p:nvSpPr>
          <p:cNvPr id="82" name="TextBox 82">
            <a:extLst>
              <a:ext uri="{FF2B5EF4-FFF2-40B4-BE49-F238E27FC236}">
                <a16:creationId xmlns:a16="http://schemas.microsoft.com/office/drawing/2014/main" id="{5A506DCE-1F74-BADA-87D2-16106EEAB3CA}"/>
              </a:ext>
            </a:extLst>
          </p:cNvPr>
          <p:cNvSpPr txBox="1"/>
          <p:nvPr/>
        </p:nvSpPr>
        <p:spPr>
          <a:xfrm>
            <a:off x="667853" y="6842483"/>
            <a:ext cx="257663" cy="264624"/>
          </a:xfrm>
          <a:prstGeom prst="rect">
            <a:avLst/>
          </a:prstGeom>
        </p:spPr>
        <p:txBody>
          <a:bodyPr wrap="square" lIns="0" tIns="0" rIns="0" bIns="0" rtlCol="0" anchor="t">
            <a:spAutoFit/>
          </a:bodyPr>
          <a:lstStyle/>
          <a:p>
            <a:pPr>
              <a:lnSpc>
                <a:spcPts val="2240"/>
              </a:lnSpc>
              <a:spcBef>
                <a:spcPct val="0"/>
              </a:spcBef>
            </a:pPr>
            <a:r>
              <a:rPr lang="en-US" sz="1600" b="1" dirty="0">
                <a:solidFill>
                  <a:srgbClr val="000000"/>
                </a:solidFill>
                <a:latin typeface="Canva Sans Bold"/>
                <a:ea typeface="Canva Sans Bold"/>
                <a:cs typeface="Canva Sans Bold"/>
                <a:sym typeface="Canva Sans Bold"/>
              </a:rPr>
              <a:t>8.</a:t>
            </a:r>
          </a:p>
        </p:txBody>
      </p:sp>
      <p:sp>
        <p:nvSpPr>
          <p:cNvPr id="83" name="TextBox 83">
            <a:extLst>
              <a:ext uri="{FF2B5EF4-FFF2-40B4-BE49-F238E27FC236}">
                <a16:creationId xmlns:a16="http://schemas.microsoft.com/office/drawing/2014/main" id="{38B6A1DA-431B-E1AB-85FD-0FC72CDB9C0E}"/>
              </a:ext>
            </a:extLst>
          </p:cNvPr>
          <p:cNvSpPr txBox="1"/>
          <p:nvPr/>
        </p:nvSpPr>
        <p:spPr>
          <a:xfrm>
            <a:off x="678422" y="5994356"/>
            <a:ext cx="247094"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7.</a:t>
            </a:r>
          </a:p>
        </p:txBody>
      </p:sp>
      <p:sp>
        <p:nvSpPr>
          <p:cNvPr id="84" name="TextBox 84">
            <a:extLst>
              <a:ext uri="{FF2B5EF4-FFF2-40B4-BE49-F238E27FC236}">
                <a16:creationId xmlns:a16="http://schemas.microsoft.com/office/drawing/2014/main" id="{B16C52A4-3F0F-0E4F-2CE2-7F23D65BC5DE}"/>
              </a:ext>
            </a:extLst>
          </p:cNvPr>
          <p:cNvSpPr txBox="1"/>
          <p:nvPr/>
        </p:nvSpPr>
        <p:spPr>
          <a:xfrm>
            <a:off x="711874" y="5148677"/>
            <a:ext cx="223729"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6.</a:t>
            </a:r>
          </a:p>
        </p:txBody>
      </p:sp>
      <p:sp>
        <p:nvSpPr>
          <p:cNvPr id="85" name="TextBox 85">
            <a:extLst>
              <a:ext uri="{FF2B5EF4-FFF2-40B4-BE49-F238E27FC236}">
                <a16:creationId xmlns:a16="http://schemas.microsoft.com/office/drawing/2014/main" id="{3831DBF7-D5B4-FE2B-866B-3C42710180AA}"/>
              </a:ext>
            </a:extLst>
          </p:cNvPr>
          <p:cNvSpPr txBox="1"/>
          <p:nvPr/>
        </p:nvSpPr>
        <p:spPr>
          <a:xfrm>
            <a:off x="702546" y="4311654"/>
            <a:ext cx="222970"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5.</a:t>
            </a:r>
          </a:p>
        </p:txBody>
      </p:sp>
      <p:sp>
        <p:nvSpPr>
          <p:cNvPr id="86" name="TextBox 86">
            <a:extLst>
              <a:ext uri="{FF2B5EF4-FFF2-40B4-BE49-F238E27FC236}">
                <a16:creationId xmlns:a16="http://schemas.microsoft.com/office/drawing/2014/main" id="{17BF32D9-41E6-0840-EC95-49BC8F0D30A8}"/>
              </a:ext>
            </a:extLst>
          </p:cNvPr>
          <p:cNvSpPr txBox="1"/>
          <p:nvPr/>
        </p:nvSpPr>
        <p:spPr>
          <a:xfrm>
            <a:off x="681858" y="3432202"/>
            <a:ext cx="222970"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4.</a:t>
            </a:r>
          </a:p>
        </p:txBody>
      </p:sp>
      <p:sp>
        <p:nvSpPr>
          <p:cNvPr id="87" name="TextBox 87">
            <a:extLst>
              <a:ext uri="{FF2B5EF4-FFF2-40B4-BE49-F238E27FC236}">
                <a16:creationId xmlns:a16="http://schemas.microsoft.com/office/drawing/2014/main" id="{6B9DF4BE-8646-4255-DEE6-14268B9C67E5}"/>
              </a:ext>
            </a:extLst>
          </p:cNvPr>
          <p:cNvSpPr txBox="1"/>
          <p:nvPr/>
        </p:nvSpPr>
        <p:spPr>
          <a:xfrm>
            <a:off x="4988361" y="5298968"/>
            <a:ext cx="553188"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500 m </a:t>
            </a:r>
          </a:p>
        </p:txBody>
      </p:sp>
      <p:sp>
        <p:nvSpPr>
          <p:cNvPr id="88" name="TextBox 88">
            <a:extLst>
              <a:ext uri="{FF2B5EF4-FFF2-40B4-BE49-F238E27FC236}">
                <a16:creationId xmlns:a16="http://schemas.microsoft.com/office/drawing/2014/main" id="{33779467-78A8-B1B9-F85B-CD30EA244D46}"/>
              </a:ext>
            </a:extLst>
          </p:cNvPr>
          <p:cNvSpPr txBox="1"/>
          <p:nvPr/>
        </p:nvSpPr>
        <p:spPr>
          <a:xfrm>
            <a:off x="4960702" y="2728637"/>
            <a:ext cx="414224" cy="215444"/>
          </a:xfrm>
          <a:prstGeom prst="rect">
            <a:avLst/>
          </a:prstGeom>
        </p:spPr>
        <p:txBody>
          <a:bodyPr lIns="0" tIns="0" rIns="0" bIns="0" rtlCol="0" anchor="t">
            <a:spAutoFit/>
          </a:bodyPr>
          <a:lstStyle/>
          <a:p>
            <a:pPr>
              <a:lnSpc>
                <a:spcPts val="1791"/>
              </a:lnSpc>
              <a:spcBef>
                <a:spcPct val="0"/>
              </a:spcBef>
            </a:pPr>
            <a:r>
              <a:rPr lang="en-US" sz="1279" dirty="0">
                <a:solidFill>
                  <a:srgbClr val="000000"/>
                </a:solidFill>
                <a:latin typeface="Canva Sans"/>
                <a:ea typeface="Canva Sans"/>
                <a:cs typeface="Canva Sans"/>
                <a:sym typeface="Canva Sans"/>
              </a:rPr>
              <a:t>25 m </a:t>
            </a:r>
          </a:p>
        </p:txBody>
      </p:sp>
      <p:sp>
        <p:nvSpPr>
          <p:cNvPr id="89" name="TextBox 89">
            <a:extLst>
              <a:ext uri="{FF2B5EF4-FFF2-40B4-BE49-F238E27FC236}">
                <a16:creationId xmlns:a16="http://schemas.microsoft.com/office/drawing/2014/main" id="{7737F53A-6F46-9A2D-D402-14DBC62A4CD7}"/>
              </a:ext>
            </a:extLst>
          </p:cNvPr>
          <p:cNvSpPr txBox="1"/>
          <p:nvPr/>
        </p:nvSpPr>
        <p:spPr>
          <a:xfrm>
            <a:off x="4950065" y="4451811"/>
            <a:ext cx="528329"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250 m </a:t>
            </a:r>
          </a:p>
        </p:txBody>
      </p:sp>
      <p:sp>
        <p:nvSpPr>
          <p:cNvPr id="90" name="TextBox 90">
            <a:extLst>
              <a:ext uri="{FF2B5EF4-FFF2-40B4-BE49-F238E27FC236}">
                <a16:creationId xmlns:a16="http://schemas.microsoft.com/office/drawing/2014/main" id="{AD51D3EB-25E4-AA64-6D07-357CD9C10FF1}"/>
              </a:ext>
            </a:extLst>
          </p:cNvPr>
          <p:cNvSpPr txBox="1"/>
          <p:nvPr/>
        </p:nvSpPr>
        <p:spPr>
          <a:xfrm>
            <a:off x="4943875" y="3597805"/>
            <a:ext cx="540711"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100 m </a:t>
            </a:r>
          </a:p>
        </p:txBody>
      </p:sp>
      <p:sp>
        <p:nvSpPr>
          <p:cNvPr id="91" name="TextBox 91">
            <a:extLst>
              <a:ext uri="{FF2B5EF4-FFF2-40B4-BE49-F238E27FC236}">
                <a16:creationId xmlns:a16="http://schemas.microsoft.com/office/drawing/2014/main" id="{8BD1DA1D-F2B3-925A-E26C-7FC546EEC449}"/>
              </a:ext>
            </a:extLst>
          </p:cNvPr>
          <p:cNvSpPr txBox="1"/>
          <p:nvPr/>
        </p:nvSpPr>
        <p:spPr>
          <a:xfrm>
            <a:off x="4928207" y="1919522"/>
            <a:ext cx="423177"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70 m </a:t>
            </a:r>
          </a:p>
        </p:txBody>
      </p:sp>
      <p:sp>
        <p:nvSpPr>
          <p:cNvPr id="92" name="TextBox 92">
            <a:extLst>
              <a:ext uri="{FF2B5EF4-FFF2-40B4-BE49-F238E27FC236}">
                <a16:creationId xmlns:a16="http://schemas.microsoft.com/office/drawing/2014/main" id="{60530646-C3F5-00AE-097D-691B79FF0D72}"/>
              </a:ext>
            </a:extLst>
          </p:cNvPr>
          <p:cNvSpPr txBox="1"/>
          <p:nvPr/>
        </p:nvSpPr>
        <p:spPr>
          <a:xfrm>
            <a:off x="4988361" y="1048873"/>
            <a:ext cx="411462"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15 m </a:t>
            </a:r>
          </a:p>
        </p:txBody>
      </p:sp>
      <p:sp>
        <p:nvSpPr>
          <p:cNvPr id="93" name="TextBox 93">
            <a:extLst>
              <a:ext uri="{FF2B5EF4-FFF2-40B4-BE49-F238E27FC236}">
                <a16:creationId xmlns:a16="http://schemas.microsoft.com/office/drawing/2014/main" id="{4E147805-069E-4B8C-29A8-E0BB970549CD}"/>
              </a:ext>
            </a:extLst>
          </p:cNvPr>
          <p:cNvSpPr txBox="1"/>
          <p:nvPr/>
        </p:nvSpPr>
        <p:spPr>
          <a:xfrm>
            <a:off x="5042971" y="6859328"/>
            <a:ext cx="518804"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120 m </a:t>
            </a:r>
          </a:p>
        </p:txBody>
      </p:sp>
      <p:sp>
        <p:nvSpPr>
          <p:cNvPr id="94" name="TextBox 94">
            <a:extLst>
              <a:ext uri="{FF2B5EF4-FFF2-40B4-BE49-F238E27FC236}">
                <a16:creationId xmlns:a16="http://schemas.microsoft.com/office/drawing/2014/main" id="{C38E2C4E-DBDF-E1C7-EE9D-5CAB23528E4E}"/>
              </a:ext>
            </a:extLst>
          </p:cNvPr>
          <p:cNvSpPr txBox="1"/>
          <p:nvPr/>
        </p:nvSpPr>
        <p:spPr>
          <a:xfrm>
            <a:off x="5017063" y="6180525"/>
            <a:ext cx="642433"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2500 m </a:t>
            </a:r>
          </a:p>
        </p:txBody>
      </p:sp>
      <p:sp>
        <p:nvSpPr>
          <p:cNvPr id="95" name="TextBox 95">
            <a:extLst>
              <a:ext uri="{FF2B5EF4-FFF2-40B4-BE49-F238E27FC236}">
                <a16:creationId xmlns:a16="http://schemas.microsoft.com/office/drawing/2014/main" id="{2DDCE88C-6A19-3548-B5F7-8ED4FE587306}"/>
              </a:ext>
            </a:extLst>
          </p:cNvPr>
          <p:cNvSpPr txBox="1"/>
          <p:nvPr/>
        </p:nvSpPr>
        <p:spPr>
          <a:xfrm>
            <a:off x="3111507" y="1059728"/>
            <a:ext cx="1168667"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10:00 - 10:30</a:t>
            </a:r>
          </a:p>
        </p:txBody>
      </p:sp>
      <p:sp>
        <p:nvSpPr>
          <p:cNvPr id="96" name="TextBox 96">
            <a:extLst>
              <a:ext uri="{FF2B5EF4-FFF2-40B4-BE49-F238E27FC236}">
                <a16:creationId xmlns:a16="http://schemas.microsoft.com/office/drawing/2014/main" id="{CDD2D0C3-2D3D-3096-5356-4CB99B8175AB}"/>
              </a:ext>
            </a:extLst>
          </p:cNvPr>
          <p:cNvSpPr txBox="1"/>
          <p:nvPr/>
        </p:nvSpPr>
        <p:spPr>
          <a:xfrm>
            <a:off x="3112728" y="1932199"/>
            <a:ext cx="1228589"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10:35 - 11:30</a:t>
            </a:r>
          </a:p>
        </p:txBody>
      </p:sp>
      <p:sp>
        <p:nvSpPr>
          <p:cNvPr id="97" name="TextBox 97">
            <a:extLst>
              <a:ext uri="{FF2B5EF4-FFF2-40B4-BE49-F238E27FC236}">
                <a16:creationId xmlns:a16="http://schemas.microsoft.com/office/drawing/2014/main" id="{CD1A1DEF-5475-5903-B98D-A49B216594EC}"/>
              </a:ext>
            </a:extLst>
          </p:cNvPr>
          <p:cNvSpPr txBox="1"/>
          <p:nvPr/>
        </p:nvSpPr>
        <p:spPr>
          <a:xfrm>
            <a:off x="3019021" y="2753693"/>
            <a:ext cx="1168667"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11:35 - 12:05</a:t>
            </a:r>
          </a:p>
        </p:txBody>
      </p:sp>
      <p:sp>
        <p:nvSpPr>
          <p:cNvPr id="98" name="TextBox 98">
            <a:extLst>
              <a:ext uri="{FF2B5EF4-FFF2-40B4-BE49-F238E27FC236}">
                <a16:creationId xmlns:a16="http://schemas.microsoft.com/office/drawing/2014/main" id="{4581B40A-A088-127A-0D9D-3C958CBBE9E7}"/>
              </a:ext>
            </a:extLst>
          </p:cNvPr>
          <p:cNvSpPr txBox="1"/>
          <p:nvPr/>
        </p:nvSpPr>
        <p:spPr>
          <a:xfrm>
            <a:off x="3009021" y="3658401"/>
            <a:ext cx="1271153"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12:10 - 12:50</a:t>
            </a:r>
          </a:p>
        </p:txBody>
      </p:sp>
      <p:sp>
        <p:nvSpPr>
          <p:cNvPr id="99" name="TextBox 99">
            <a:extLst>
              <a:ext uri="{FF2B5EF4-FFF2-40B4-BE49-F238E27FC236}">
                <a16:creationId xmlns:a16="http://schemas.microsoft.com/office/drawing/2014/main" id="{8AAA1374-CDF5-2CA2-04D6-BFEE919EEBD6}"/>
              </a:ext>
            </a:extLst>
          </p:cNvPr>
          <p:cNvSpPr txBox="1"/>
          <p:nvPr/>
        </p:nvSpPr>
        <p:spPr>
          <a:xfrm>
            <a:off x="3013878" y="4511804"/>
            <a:ext cx="1363638"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12:55 - 13.30</a:t>
            </a:r>
          </a:p>
        </p:txBody>
      </p:sp>
      <p:sp>
        <p:nvSpPr>
          <p:cNvPr id="100" name="TextBox 100">
            <a:extLst>
              <a:ext uri="{FF2B5EF4-FFF2-40B4-BE49-F238E27FC236}">
                <a16:creationId xmlns:a16="http://schemas.microsoft.com/office/drawing/2014/main" id="{373820C3-2D5E-1CD1-62AC-305ED1A95A9B}"/>
              </a:ext>
            </a:extLst>
          </p:cNvPr>
          <p:cNvSpPr txBox="1"/>
          <p:nvPr/>
        </p:nvSpPr>
        <p:spPr>
          <a:xfrm>
            <a:off x="3112652" y="5300239"/>
            <a:ext cx="1264864"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13:40 - 14.30</a:t>
            </a:r>
          </a:p>
        </p:txBody>
      </p:sp>
      <p:sp>
        <p:nvSpPr>
          <p:cNvPr id="101" name="TextBox 101">
            <a:extLst>
              <a:ext uri="{FF2B5EF4-FFF2-40B4-BE49-F238E27FC236}">
                <a16:creationId xmlns:a16="http://schemas.microsoft.com/office/drawing/2014/main" id="{88967D5C-292B-DF2C-E4A9-B92512C1F8A5}"/>
              </a:ext>
            </a:extLst>
          </p:cNvPr>
          <p:cNvSpPr txBox="1"/>
          <p:nvPr/>
        </p:nvSpPr>
        <p:spPr>
          <a:xfrm>
            <a:off x="3121808" y="6140691"/>
            <a:ext cx="1264864"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14:35 - 14.55</a:t>
            </a:r>
          </a:p>
        </p:txBody>
      </p:sp>
      <p:sp>
        <p:nvSpPr>
          <p:cNvPr id="102" name="TextBox 102">
            <a:extLst>
              <a:ext uri="{FF2B5EF4-FFF2-40B4-BE49-F238E27FC236}">
                <a16:creationId xmlns:a16="http://schemas.microsoft.com/office/drawing/2014/main" id="{794EF293-E9DB-CEED-ADD5-843330DB3BEF}"/>
              </a:ext>
            </a:extLst>
          </p:cNvPr>
          <p:cNvSpPr txBox="1"/>
          <p:nvPr/>
        </p:nvSpPr>
        <p:spPr>
          <a:xfrm>
            <a:off x="3124507" y="6780346"/>
            <a:ext cx="126216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18:00 - 19:00</a:t>
            </a:r>
          </a:p>
        </p:txBody>
      </p:sp>
      <p:grpSp>
        <p:nvGrpSpPr>
          <p:cNvPr id="107" name="Group 107">
            <a:extLst>
              <a:ext uri="{FF2B5EF4-FFF2-40B4-BE49-F238E27FC236}">
                <a16:creationId xmlns:a16="http://schemas.microsoft.com/office/drawing/2014/main" id="{299A6B85-9827-093F-9FDD-25FD4BA62CCF}"/>
              </a:ext>
            </a:extLst>
          </p:cNvPr>
          <p:cNvGrpSpPr/>
          <p:nvPr/>
        </p:nvGrpSpPr>
        <p:grpSpPr>
          <a:xfrm>
            <a:off x="6932608" y="5921383"/>
            <a:ext cx="3124661" cy="1285914"/>
            <a:chOff x="0" y="0"/>
            <a:chExt cx="1111039" cy="457234"/>
          </a:xfrm>
        </p:grpSpPr>
        <p:sp>
          <p:nvSpPr>
            <p:cNvPr id="108" name="Freeform 108">
              <a:extLst>
                <a:ext uri="{FF2B5EF4-FFF2-40B4-BE49-F238E27FC236}">
                  <a16:creationId xmlns:a16="http://schemas.microsoft.com/office/drawing/2014/main" id="{D3987B9F-16F2-CFC7-B6A5-C19B48F1FA83}"/>
                </a:ext>
              </a:extLst>
            </p:cNvPr>
            <p:cNvSpPr/>
            <p:nvPr/>
          </p:nvSpPr>
          <p:spPr>
            <a:xfrm>
              <a:off x="0" y="0"/>
              <a:ext cx="1111039" cy="457234"/>
            </a:xfrm>
            <a:custGeom>
              <a:avLst/>
              <a:gdLst/>
              <a:ahLst/>
              <a:cxnLst/>
              <a:rect l="l" t="t" r="r" b="b"/>
              <a:pathLst>
                <a:path w="1111039" h="457234">
                  <a:moveTo>
                    <a:pt x="67390" y="0"/>
                  </a:moveTo>
                  <a:lnTo>
                    <a:pt x="1043649" y="0"/>
                  </a:lnTo>
                  <a:cubicBezTo>
                    <a:pt x="1061522" y="0"/>
                    <a:pt x="1078663" y="7100"/>
                    <a:pt x="1091301" y="19738"/>
                  </a:cubicBezTo>
                  <a:cubicBezTo>
                    <a:pt x="1103939" y="32376"/>
                    <a:pt x="1111039" y="49517"/>
                    <a:pt x="1111039" y="67390"/>
                  </a:cubicBezTo>
                  <a:lnTo>
                    <a:pt x="1111039" y="389844"/>
                  </a:lnTo>
                  <a:cubicBezTo>
                    <a:pt x="1111039" y="427062"/>
                    <a:pt x="1080868" y="457234"/>
                    <a:pt x="1043649" y="457234"/>
                  </a:cubicBezTo>
                  <a:lnTo>
                    <a:pt x="67390" y="457234"/>
                  </a:lnTo>
                  <a:cubicBezTo>
                    <a:pt x="49517" y="457234"/>
                    <a:pt x="32376" y="450134"/>
                    <a:pt x="19738" y="437496"/>
                  </a:cubicBezTo>
                  <a:cubicBezTo>
                    <a:pt x="7100" y="424858"/>
                    <a:pt x="0" y="407717"/>
                    <a:pt x="0" y="389844"/>
                  </a:cubicBezTo>
                  <a:lnTo>
                    <a:pt x="0" y="67390"/>
                  </a:lnTo>
                  <a:cubicBezTo>
                    <a:pt x="0" y="49517"/>
                    <a:pt x="7100" y="32376"/>
                    <a:pt x="19738" y="19738"/>
                  </a:cubicBezTo>
                  <a:cubicBezTo>
                    <a:pt x="32376" y="7100"/>
                    <a:pt x="49517" y="0"/>
                    <a:pt x="67390" y="0"/>
                  </a:cubicBezTo>
                  <a:close/>
                </a:path>
              </a:pathLst>
            </a:custGeom>
            <a:solidFill>
              <a:srgbClr val="FFD775"/>
            </a:solidFill>
          </p:spPr>
          <p:txBody>
            <a:bodyPr/>
            <a:lstStyle/>
            <a:p>
              <a:endParaRPr lang="en-SG" sz="1088"/>
            </a:p>
          </p:txBody>
        </p:sp>
        <p:sp>
          <p:nvSpPr>
            <p:cNvPr id="109" name="TextBox 109">
              <a:extLst>
                <a:ext uri="{FF2B5EF4-FFF2-40B4-BE49-F238E27FC236}">
                  <a16:creationId xmlns:a16="http://schemas.microsoft.com/office/drawing/2014/main" id="{425D65E4-C1E3-56A9-9E90-CD69047EACB5}"/>
                </a:ext>
              </a:extLst>
            </p:cNvPr>
            <p:cNvSpPr txBox="1"/>
            <p:nvPr/>
          </p:nvSpPr>
          <p:spPr>
            <a:xfrm>
              <a:off x="0" y="-28575"/>
              <a:ext cx="1111039" cy="485809"/>
            </a:xfrm>
            <a:prstGeom prst="rect">
              <a:avLst/>
            </a:prstGeom>
          </p:spPr>
          <p:txBody>
            <a:bodyPr lIns="40638" tIns="40638" rIns="40638" bIns="40638" rtlCol="0" anchor="ctr"/>
            <a:lstStyle/>
            <a:p>
              <a:pPr algn="ctr">
                <a:lnSpc>
                  <a:spcPts val="2016"/>
                </a:lnSpc>
              </a:pPr>
              <a:endParaRPr sz="1088"/>
            </a:p>
          </p:txBody>
        </p:sp>
      </p:grpSp>
      <p:sp>
        <p:nvSpPr>
          <p:cNvPr id="110" name="Freeform 110">
            <a:extLst>
              <a:ext uri="{FF2B5EF4-FFF2-40B4-BE49-F238E27FC236}">
                <a16:creationId xmlns:a16="http://schemas.microsoft.com/office/drawing/2014/main" id="{7563B8A6-C23B-CA34-D61C-7A5ADEFCF0EE}"/>
              </a:ext>
            </a:extLst>
          </p:cNvPr>
          <p:cNvSpPr/>
          <p:nvPr/>
        </p:nvSpPr>
        <p:spPr>
          <a:xfrm>
            <a:off x="6584191" y="5159675"/>
            <a:ext cx="1422164" cy="1108025"/>
          </a:xfrm>
          <a:custGeom>
            <a:avLst/>
            <a:gdLst/>
            <a:ahLst/>
            <a:cxnLst/>
            <a:rect l="l" t="t" r="r" b="b"/>
            <a:pathLst>
              <a:path w="1777784" h="1385092">
                <a:moveTo>
                  <a:pt x="0" y="0"/>
                </a:moveTo>
                <a:lnTo>
                  <a:pt x="1777784" y="0"/>
                </a:lnTo>
                <a:lnTo>
                  <a:pt x="1777784" y="1385092"/>
                </a:lnTo>
                <a:lnTo>
                  <a:pt x="0" y="1385092"/>
                </a:lnTo>
                <a:lnTo>
                  <a:pt x="0" y="0"/>
                </a:lnTo>
                <a:close/>
              </a:path>
            </a:pathLst>
          </a:custGeom>
          <a:blipFill>
            <a:blip r:embed="rId25"/>
            <a:stretch>
              <a:fillRect t="-6394" b="-6394"/>
            </a:stretch>
          </a:blipFill>
          <a:ln cap="sq">
            <a:noFill/>
            <a:prstDash val="solid"/>
            <a:miter/>
          </a:ln>
        </p:spPr>
        <p:txBody>
          <a:bodyPr/>
          <a:lstStyle/>
          <a:p>
            <a:endParaRPr lang="en-SG" sz="1088"/>
          </a:p>
        </p:txBody>
      </p:sp>
      <p:sp>
        <p:nvSpPr>
          <p:cNvPr id="111" name="TextBox 111">
            <a:extLst>
              <a:ext uri="{FF2B5EF4-FFF2-40B4-BE49-F238E27FC236}">
                <a16:creationId xmlns:a16="http://schemas.microsoft.com/office/drawing/2014/main" id="{44B56C91-83ED-1807-4ACC-249C8178FDE8}"/>
              </a:ext>
            </a:extLst>
          </p:cNvPr>
          <p:cNvSpPr txBox="1"/>
          <p:nvPr/>
        </p:nvSpPr>
        <p:spPr>
          <a:xfrm>
            <a:off x="7088052" y="6149333"/>
            <a:ext cx="2907820" cy="494366"/>
          </a:xfrm>
          <a:prstGeom prst="rect">
            <a:avLst/>
          </a:prstGeom>
        </p:spPr>
        <p:txBody>
          <a:bodyPr lIns="0" tIns="0" rIns="0" bIns="0" rtlCol="0" anchor="t">
            <a:spAutoFit/>
          </a:bodyPr>
          <a:lstStyle/>
          <a:p>
            <a:pPr algn="ctr">
              <a:lnSpc>
                <a:spcPts val="2016"/>
              </a:lnSpc>
              <a:spcBef>
                <a:spcPct val="0"/>
              </a:spcBef>
            </a:pPr>
            <a:r>
              <a:rPr lang="en-US" sz="1440">
                <a:solidFill>
                  <a:srgbClr val="000000"/>
                </a:solidFill>
                <a:latin typeface="Roboto Mono"/>
                <a:ea typeface="Roboto Mono"/>
                <a:cs typeface="Roboto Mono"/>
                <a:sym typeface="Roboto Mono"/>
              </a:rPr>
              <a:t>Let Kiki help you plan quickly.</a:t>
            </a:r>
          </a:p>
        </p:txBody>
      </p:sp>
      <p:sp>
        <p:nvSpPr>
          <p:cNvPr id="112" name="TextBox 112">
            <a:extLst>
              <a:ext uri="{FF2B5EF4-FFF2-40B4-BE49-F238E27FC236}">
                <a16:creationId xmlns:a16="http://schemas.microsoft.com/office/drawing/2014/main" id="{D814C638-5EE6-82DC-97FA-0D9C7E72C653}"/>
              </a:ext>
            </a:extLst>
          </p:cNvPr>
          <p:cNvSpPr txBox="1"/>
          <p:nvPr/>
        </p:nvSpPr>
        <p:spPr>
          <a:xfrm>
            <a:off x="8820763" y="6791778"/>
            <a:ext cx="347793" cy="163122"/>
          </a:xfrm>
          <a:prstGeom prst="rect">
            <a:avLst/>
          </a:prstGeom>
        </p:spPr>
        <p:txBody>
          <a:bodyPr lIns="0" tIns="0" rIns="0" bIns="0" rtlCol="0" anchor="t">
            <a:spAutoFit/>
          </a:bodyPr>
          <a:lstStyle/>
          <a:p>
            <a:pPr algn="ctr">
              <a:lnSpc>
                <a:spcPts val="1224"/>
              </a:lnSpc>
            </a:pPr>
            <a:r>
              <a:rPr lang="en-US" sz="1440">
                <a:solidFill>
                  <a:srgbClr val="000000"/>
                </a:solidFill>
                <a:latin typeface="Canva Sans"/>
                <a:ea typeface="Canva Sans"/>
                <a:cs typeface="Canva Sans"/>
                <a:sym typeface="Canva Sans"/>
              </a:rPr>
              <a:t>Yes</a:t>
            </a:r>
          </a:p>
        </p:txBody>
      </p:sp>
      <p:sp>
        <p:nvSpPr>
          <p:cNvPr id="113" name="TextBox 113">
            <a:extLst>
              <a:ext uri="{FF2B5EF4-FFF2-40B4-BE49-F238E27FC236}">
                <a16:creationId xmlns:a16="http://schemas.microsoft.com/office/drawing/2014/main" id="{A42A2BEF-956D-5773-5C58-6A4C0CDE937A}"/>
              </a:ext>
            </a:extLst>
          </p:cNvPr>
          <p:cNvSpPr txBox="1"/>
          <p:nvPr/>
        </p:nvSpPr>
        <p:spPr>
          <a:xfrm>
            <a:off x="7456590" y="6791778"/>
            <a:ext cx="284546" cy="163122"/>
          </a:xfrm>
          <a:prstGeom prst="rect">
            <a:avLst/>
          </a:prstGeom>
        </p:spPr>
        <p:txBody>
          <a:bodyPr lIns="0" tIns="0" rIns="0" bIns="0" rtlCol="0" anchor="t">
            <a:spAutoFit/>
          </a:bodyPr>
          <a:lstStyle/>
          <a:p>
            <a:pPr algn="ctr">
              <a:lnSpc>
                <a:spcPts val="1224"/>
              </a:lnSpc>
            </a:pPr>
            <a:r>
              <a:rPr lang="en-US" sz="1440">
                <a:solidFill>
                  <a:srgbClr val="000000"/>
                </a:solidFill>
                <a:latin typeface="Canva Sans"/>
                <a:ea typeface="Canva Sans"/>
                <a:cs typeface="Canva Sans"/>
                <a:sym typeface="Canva Sans"/>
              </a:rPr>
              <a:t>No</a:t>
            </a:r>
          </a:p>
        </p:txBody>
      </p:sp>
      <p:sp>
        <p:nvSpPr>
          <p:cNvPr id="114" name="TextBox 114">
            <a:extLst>
              <a:ext uri="{FF2B5EF4-FFF2-40B4-BE49-F238E27FC236}">
                <a16:creationId xmlns:a16="http://schemas.microsoft.com/office/drawing/2014/main" id="{E0E349F6-FF79-4EBF-136D-1AC0C6A3A4A0}"/>
              </a:ext>
            </a:extLst>
          </p:cNvPr>
          <p:cNvSpPr txBox="1"/>
          <p:nvPr/>
        </p:nvSpPr>
        <p:spPr>
          <a:xfrm>
            <a:off x="6994018" y="1188893"/>
            <a:ext cx="969888" cy="264560"/>
          </a:xfrm>
          <a:prstGeom prst="rect">
            <a:avLst/>
          </a:prstGeom>
        </p:spPr>
        <p:txBody>
          <a:bodyPr lIns="0" tIns="0" rIns="0" bIns="0" rtlCol="0" anchor="t">
            <a:spAutoFit/>
          </a:bodyPr>
          <a:lstStyle/>
          <a:p>
            <a:pPr algn="ctr">
              <a:lnSpc>
                <a:spcPts val="2239"/>
              </a:lnSpc>
              <a:spcBef>
                <a:spcPct val="0"/>
              </a:spcBef>
            </a:pPr>
            <a:r>
              <a:rPr lang="en-US" sz="1599" dirty="0">
                <a:solidFill>
                  <a:srgbClr val="000000"/>
                </a:solidFill>
                <a:latin typeface="Canva Sans"/>
                <a:ea typeface="Canva Sans"/>
                <a:cs typeface="Canva Sans"/>
                <a:sym typeface="Canva Sans"/>
              </a:rPr>
              <a:t>Group</a:t>
            </a:r>
          </a:p>
        </p:txBody>
      </p:sp>
      <p:grpSp>
        <p:nvGrpSpPr>
          <p:cNvPr id="116" name="Group 116">
            <a:extLst>
              <a:ext uri="{FF2B5EF4-FFF2-40B4-BE49-F238E27FC236}">
                <a16:creationId xmlns:a16="http://schemas.microsoft.com/office/drawing/2014/main" id="{DEAC79F8-E805-97D4-B2E3-4561C558F1AC}"/>
              </a:ext>
            </a:extLst>
          </p:cNvPr>
          <p:cNvGrpSpPr/>
          <p:nvPr/>
        </p:nvGrpSpPr>
        <p:grpSpPr>
          <a:xfrm>
            <a:off x="7088052" y="6678277"/>
            <a:ext cx="969888" cy="336728"/>
            <a:chOff x="0" y="0"/>
            <a:chExt cx="344864" cy="119731"/>
          </a:xfrm>
        </p:grpSpPr>
        <p:sp>
          <p:nvSpPr>
            <p:cNvPr id="117" name="Freeform 117">
              <a:hlinkClick r:id="rId26" action="ppaction://hlinksldjump"/>
              <a:extLst>
                <a:ext uri="{FF2B5EF4-FFF2-40B4-BE49-F238E27FC236}">
                  <a16:creationId xmlns:a16="http://schemas.microsoft.com/office/drawing/2014/main" id="{4707B212-95C8-475A-9694-06F4A5D72F80}"/>
                </a:ext>
              </a:extLst>
            </p:cNvPr>
            <p:cNvSpPr/>
            <p:nvPr/>
          </p:nvSpPr>
          <p:spPr>
            <a:xfrm>
              <a:off x="0" y="0"/>
              <a:ext cx="344864" cy="119731"/>
            </a:xfrm>
            <a:custGeom>
              <a:avLst/>
              <a:gdLst/>
              <a:ahLst/>
              <a:cxnLst/>
              <a:rect l="l" t="t" r="r" b="b"/>
              <a:pathLst>
                <a:path w="344864" h="119731">
                  <a:moveTo>
                    <a:pt x="59866" y="0"/>
                  </a:moveTo>
                  <a:lnTo>
                    <a:pt x="284999" y="0"/>
                  </a:lnTo>
                  <a:cubicBezTo>
                    <a:pt x="318062" y="0"/>
                    <a:pt x="344864" y="26803"/>
                    <a:pt x="344864" y="59866"/>
                  </a:cubicBezTo>
                  <a:lnTo>
                    <a:pt x="344864" y="59866"/>
                  </a:lnTo>
                  <a:cubicBezTo>
                    <a:pt x="344864" y="75743"/>
                    <a:pt x="338557" y="90970"/>
                    <a:pt x="327330" y="102197"/>
                  </a:cubicBezTo>
                  <a:cubicBezTo>
                    <a:pt x="316103" y="113424"/>
                    <a:pt x="300876" y="119731"/>
                    <a:pt x="284999" y="119731"/>
                  </a:cubicBezTo>
                  <a:lnTo>
                    <a:pt x="59866" y="119731"/>
                  </a:lnTo>
                  <a:cubicBezTo>
                    <a:pt x="43988" y="119731"/>
                    <a:pt x="28761" y="113424"/>
                    <a:pt x="17534" y="102197"/>
                  </a:cubicBezTo>
                  <a:cubicBezTo>
                    <a:pt x="6307" y="90970"/>
                    <a:pt x="0" y="75743"/>
                    <a:pt x="0" y="59866"/>
                  </a:cubicBezTo>
                  <a:lnTo>
                    <a:pt x="0" y="59866"/>
                  </a:lnTo>
                  <a:cubicBezTo>
                    <a:pt x="0" y="43988"/>
                    <a:pt x="6307" y="28761"/>
                    <a:pt x="17534" y="17534"/>
                  </a:cubicBezTo>
                  <a:cubicBezTo>
                    <a:pt x="28761" y="6307"/>
                    <a:pt x="43988" y="0"/>
                    <a:pt x="59866" y="0"/>
                  </a:cubicBezTo>
                  <a:close/>
                </a:path>
              </a:pathLst>
            </a:custGeom>
            <a:solidFill>
              <a:srgbClr val="000000">
                <a:alpha val="0"/>
              </a:srgbClr>
            </a:solidFill>
            <a:ln w="9525" cap="rnd">
              <a:solidFill>
                <a:srgbClr val="F34336"/>
              </a:solidFill>
              <a:prstDash val="solid"/>
              <a:round/>
            </a:ln>
          </p:spPr>
          <p:txBody>
            <a:bodyPr/>
            <a:lstStyle/>
            <a:p>
              <a:endParaRPr lang="en-SG" sz="1088"/>
            </a:p>
          </p:txBody>
        </p:sp>
        <p:sp>
          <p:nvSpPr>
            <p:cNvPr id="118" name="TextBox 118">
              <a:extLst>
                <a:ext uri="{FF2B5EF4-FFF2-40B4-BE49-F238E27FC236}">
                  <a16:creationId xmlns:a16="http://schemas.microsoft.com/office/drawing/2014/main" id="{74D78ABA-9C89-23D0-2E5E-4B7955EA7596}"/>
                </a:ext>
              </a:extLst>
            </p:cNvPr>
            <p:cNvSpPr txBox="1"/>
            <p:nvPr/>
          </p:nvSpPr>
          <p:spPr>
            <a:xfrm>
              <a:off x="0" y="-28575"/>
              <a:ext cx="344864" cy="148306"/>
            </a:xfrm>
            <a:prstGeom prst="rect">
              <a:avLst/>
            </a:prstGeom>
          </p:spPr>
          <p:txBody>
            <a:bodyPr lIns="40638" tIns="40638" rIns="40638" bIns="40638" rtlCol="0" anchor="ctr"/>
            <a:lstStyle/>
            <a:p>
              <a:pPr algn="ctr">
                <a:lnSpc>
                  <a:spcPts val="2016"/>
                </a:lnSpc>
              </a:pPr>
              <a:endParaRPr sz="1088"/>
            </a:p>
          </p:txBody>
        </p:sp>
      </p:grpSp>
      <p:grpSp>
        <p:nvGrpSpPr>
          <p:cNvPr id="119" name="Group 119">
            <a:extLst>
              <a:ext uri="{FF2B5EF4-FFF2-40B4-BE49-F238E27FC236}">
                <a16:creationId xmlns:a16="http://schemas.microsoft.com/office/drawing/2014/main" id="{99153BB3-6F72-1D60-2F53-3A0D7C903F42}"/>
              </a:ext>
            </a:extLst>
          </p:cNvPr>
          <p:cNvGrpSpPr/>
          <p:nvPr/>
        </p:nvGrpSpPr>
        <p:grpSpPr>
          <a:xfrm>
            <a:off x="8539903" y="6691650"/>
            <a:ext cx="969888" cy="323355"/>
            <a:chOff x="0" y="0"/>
            <a:chExt cx="344864" cy="114975"/>
          </a:xfrm>
        </p:grpSpPr>
        <p:sp>
          <p:nvSpPr>
            <p:cNvPr id="120" name="Freeform 120">
              <a:hlinkClick r:id="rId18" action="ppaction://hlinksldjump"/>
              <a:extLst>
                <a:ext uri="{FF2B5EF4-FFF2-40B4-BE49-F238E27FC236}">
                  <a16:creationId xmlns:a16="http://schemas.microsoft.com/office/drawing/2014/main" id="{523720BA-2B05-7D2C-EAA1-AF6EE5C4E90A}"/>
                </a:ext>
              </a:extLst>
            </p:cNvPr>
            <p:cNvSpPr/>
            <p:nvPr/>
          </p:nvSpPr>
          <p:spPr>
            <a:xfrm>
              <a:off x="0" y="0"/>
              <a:ext cx="344864" cy="114975"/>
            </a:xfrm>
            <a:custGeom>
              <a:avLst/>
              <a:gdLst/>
              <a:ahLst/>
              <a:cxnLst/>
              <a:rect l="l" t="t" r="r" b="b"/>
              <a:pathLst>
                <a:path w="344864" h="114975">
                  <a:moveTo>
                    <a:pt x="57488" y="0"/>
                  </a:moveTo>
                  <a:lnTo>
                    <a:pt x="287377" y="0"/>
                  </a:lnTo>
                  <a:cubicBezTo>
                    <a:pt x="319126" y="0"/>
                    <a:pt x="344864" y="25738"/>
                    <a:pt x="344864" y="57488"/>
                  </a:cubicBezTo>
                  <a:lnTo>
                    <a:pt x="344864" y="57488"/>
                  </a:lnTo>
                  <a:cubicBezTo>
                    <a:pt x="344864" y="89237"/>
                    <a:pt x="319126" y="114975"/>
                    <a:pt x="287377" y="114975"/>
                  </a:cubicBezTo>
                  <a:lnTo>
                    <a:pt x="57488" y="114975"/>
                  </a:lnTo>
                  <a:cubicBezTo>
                    <a:pt x="25738" y="114975"/>
                    <a:pt x="0" y="89237"/>
                    <a:pt x="0" y="57488"/>
                  </a:cubicBezTo>
                  <a:lnTo>
                    <a:pt x="0" y="57488"/>
                  </a:lnTo>
                  <a:cubicBezTo>
                    <a:pt x="0" y="25738"/>
                    <a:pt x="25738" y="0"/>
                    <a:pt x="57488" y="0"/>
                  </a:cubicBezTo>
                  <a:close/>
                </a:path>
              </a:pathLst>
            </a:custGeom>
            <a:solidFill>
              <a:srgbClr val="000000">
                <a:alpha val="0"/>
              </a:srgbClr>
            </a:solidFill>
            <a:ln w="9525" cap="rnd">
              <a:solidFill>
                <a:srgbClr val="F34336"/>
              </a:solidFill>
              <a:prstDash val="solid"/>
              <a:round/>
            </a:ln>
          </p:spPr>
          <p:txBody>
            <a:bodyPr/>
            <a:lstStyle/>
            <a:p>
              <a:endParaRPr lang="en-SG" sz="1088" dirty="0"/>
            </a:p>
          </p:txBody>
        </p:sp>
        <p:sp>
          <p:nvSpPr>
            <p:cNvPr id="121" name="TextBox 121">
              <a:extLst>
                <a:ext uri="{FF2B5EF4-FFF2-40B4-BE49-F238E27FC236}">
                  <a16:creationId xmlns:a16="http://schemas.microsoft.com/office/drawing/2014/main" id="{6B2BE860-4232-CEBC-D644-E19738D5F763}"/>
                </a:ext>
              </a:extLst>
            </p:cNvPr>
            <p:cNvSpPr txBox="1"/>
            <p:nvPr/>
          </p:nvSpPr>
          <p:spPr>
            <a:xfrm>
              <a:off x="0" y="-28575"/>
              <a:ext cx="344864" cy="143550"/>
            </a:xfrm>
            <a:prstGeom prst="rect">
              <a:avLst/>
            </a:prstGeom>
          </p:spPr>
          <p:txBody>
            <a:bodyPr lIns="40638" tIns="40638" rIns="40638" bIns="40638" rtlCol="0" anchor="ctr"/>
            <a:lstStyle/>
            <a:p>
              <a:pPr algn="ctr">
                <a:lnSpc>
                  <a:spcPts val="2016"/>
                </a:lnSpc>
              </a:pPr>
              <a:endParaRPr sz="1088"/>
            </a:p>
          </p:txBody>
        </p:sp>
      </p:grpSp>
      <p:grpSp>
        <p:nvGrpSpPr>
          <p:cNvPr id="122" name="Group 108">
            <a:extLst>
              <a:ext uri="{FF2B5EF4-FFF2-40B4-BE49-F238E27FC236}">
                <a16:creationId xmlns:a16="http://schemas.microsoft.com/office/drawing/2014/main" id="{F0D07789-FF9C-6797-34C6-A09A359065A5}"/>
              </a:ext>
            </a:extLst>
          </p:cNvPr>
          <p:cNvGrpSpPr/>
          <p:nvPr/>
        </p:nvGrpSpPr>
        <p:grpSpPr>
          <a:xfrm>
            <a:off x="7000680" y="1578600"/>
            <a:ext cx="1784544" cy="1292182"/>
            <a:chOff x="0" y="0"/>
            <a:chExt cx="643751" cy="466139"/>
          </a:xfrm>
        </p:grpSpPr>
        <p:sp>
          <p:nvSpPr>
            <p:cNvPr id="123" name="Freeform 109">
              <a:extLst>
                <a:ext uri="{FF2B5EF4-FFF2-40B4-BE49-F238E27FC236}">
                  <a16:creationId xmlns:a16="http://schemas.microsoft.com/office/drawing/2014/main" id="{92FA9E10-1898-5B2A-023E-918C45EE010F}"/>
                </a:ext>
              </a:extLst>
            </p:cNvPr>
            <p:cNvSpPr/>
            <p:nvPr/>
          </p:nvSpPr>
          <p:spPr>
            <a:xfrm>
              <a:off x="0" y="0"/>
              <a:ext cx="643751" cy="466139"/>
            </a:xfrm>
            <a:custGeom>
              <a:avLst/>
              <a:gdLst/>
              <a:ahLst/>
              <a:cxnLst/>
              <a:rect l="l" t="t" r="r" b="b"/>
              <a:pathLst>
                <a:path w="643751" h="466139">
                  <a:moveTo>
                    <a:pt x="0" y="0"/>
                  </a:moveTo>
                  <a:lnTo>
                    <a:pt x="643751" y="0"/>
                  </a:lnTo>
                  <a:lnTo>
                    <a:pt x="643751" y="466139"/>
                  </a:lnTo>
                  <a:lnTo>
                    <a:pt x="0" y="466139"/>
                  </a:lnTo>
                  <a:close/>
                </a:path>
              </a:pathLst>
            </a:custGeom>
            <a:solidFill>
              <a:srgbClr val="FDFDFD"/>
            </a:solidFill>
            <a:ln w="9525" cap="sq">
              <a:solidFill>
                <a:srgbClr val="A6A6A6"/>
              </a:solidFill>
              <a:prstDash val="solid"/>
              <a:miter/>
            </a:ln>
          </p:spPr>
          <p:txBody>
            <a:bodyPr/>
            <a:lstStyle/>
            <a:p>
              <a:endParaRPr lang="en-SG" sz="1088"/>
            </a:p>
          </p:txBody>
        </p:sp>
        <p:sp>
          <p:nvSpPr>
            <p:cNvPr id="124" name="TextBox 110">
              <a:extLst>
                <a:ext uri="{FF2B5EF4-FFF2-40B4-BE49-F238E27FC236}">
                  <a16:creationId xmlns:a16="http://schemas.microsoft.com/office/drawing/2014/main" id="{03B09996-5A4C-B8AD-9CBE-13B85A8D0A8E}"/>
                </a:ext>
              </a:extLst>
            </p:cNvPr>
            <p:cNvSpPr txBox="1"/>
            <p:nvPr/>
          </p:nvSpPr>
          <p:spPr>
            <a:xfrm>
              <a:off x="0" y="-28575"/>
              <a:ext cx="643751" cy="494714"/>
            </a:xfrm>
            <a:prstGeom prst="rect">
              <a:avLst/>
            </a:prstGeom>
          </p:spPr>
          <p:txBody>
            <a:bodyPr lIns="40638" tIns="40638" rIns="40638" bIns="40638" rtlCol="0" anchor="ctr"/>
            <a:lstStyle/>
            <a:p>
              <a:pPr algn="ctr">
                <a:lnSpc>
                  <a:spcPts val="2016"/>
                </a:lnSpc>
              </a:pPr>
              <a:endParaRPr sz="1088"/>
            </a:p>
          </p:txBody>
        </p:sp>
      </p:grpSp>
      <p:grpSp>
        <p:nvGrpSpPr>
          <p:cNvPr id="143" name="Group 41">
            <a:extLst>
              <a:ext uri="{FF2B5EF4-FFF2-40B4-BE49-F238E27FC236}">
                <a16:creationId xmlns:a16="http://schemas.microsoft.com/office/drawing/2014/main" id="{1FAB5D3C-D8CB-0B46-2436-E0DD106D94A2}"/>
              </a:ext>
            </a:extLst>
          </p:cNvPr>
          <p:cNvGrpSpPr/>
          <p:nvPr/>
        </p:nvGrpSpPr>
        <p:grpSpPr>
          <a:xfrm>
            <a:off x="7210917" y="2101115"/>
            <a:ext cx="685837" cy="469257"/>
            <a:chOff x="0" y="0"/>
            <a:chExt cx="243864" cy="166854"/>
          </a:xfrm>
        </p:grpSpPr>
        <p:sp>
          <p:nvSpPr>
            <p:cNvPr id="144" name="Freeform 42">
              <a:extLst>
                <a:ext uri="{FF2B5EF4-FFF2-40B4-BE49-F238E27FC236}">
                  <a16:creationId xmlns:a16="http://schemas.microsoft.com/office/drawing/2014/main" id="{5265038B-8FA1-C882-ADED-7EBDA814E385}"/>
                </a:ext>
              </a:extLst>
            </p:cNvPr>
            <p:cNvSpPr/>
            <p:nvPr/>
          </p:nvSpPr>
          <p:spPr>
            <a:xfrm>
              <a:off x="0" y="0"/>
              <a:ext cx="243864" cy="166854"/>
            </a:xfrm>
            <a:custGeom>
              <a:avLst/>
              <a:gdLst/>
              <a:ahLst/>
              <a:cxnLst/>
              <a:rect l="l" t="t" r="r" b="b"/>
              <a:pathLst>
                <a:path w="243864" h="166854">
                  <a:moveTo>
                    <a:pt x="0" y="0"/>
                  </a:moveTo>
                  <a:lnTo>
                    <a:pt x="243864" y="0"/>
                  </a:lnTo>
                  <a:lnTo>
                    <a:pt x="243864" y="166854"/>
                  </a:lnTo>
                  <a:lnTo>
                    <a:pt x="0" y="166854"/>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145" name="TextBox 43">
              <a:extLst>
                <a:ext uri="{FF2B5EF4-FFF2-40B4-BE49-F238E27FC236}">
                  <a16:creationId xmlns:a16="http://schemas.microsoft.com/office/drawing/2014/main" id="{898FB495-F63A-4A0F-E72A-73E6DDF8FE4B}"/>
                </a:ext>
              </a:extLst>
            </p:cNvPr>
            <p:cNvSpPr txBox="1"/>
            <p:nvPr/>
          </p:nvSpPr>
          <p:spPr>
            <a:xfrm>
              <a:off x="0" y="-28575"/>
              <a:ext cx="243864" cy="195429"/>
            </a:xfrm>
            <a:prstGeom prst="rect">
              <a:avLst/>
            </a:prstGeom>
          </p:spPr>
          <p:txBody>
            <a:bodyPr lIns="40638" tIns="40638" rIns="40638" bIns="40638" rtlCol="0" anchor="ctr"/>
            <a:lstStyle/>
            <a:p>
              <a:pPr algn="ctr">
                <a:lnSpc>
                  <a:spcPts val="2016"/>
                </a:lnSpc>
              </a:pPr>
              <a:endParaRPr sz="1088"/>
            </a:p>
          </p:txBody>
        </p:sp>
      </p:grpSp>
      <p:sp>
        <p:nvSpPr>
          <p:cNvPr id="146" name="TextBox 66">
            <a:extLst>
              <a:ext uri="{FF2B5EF4-FFF2-40B4-BE49-F238E27FC236}">
                <a16:creationId xmlns:a16="http://schemas.microsoft.com/office/drawing/2014/main" id="{4F178818-0102-983F-770C-F26CD77672F3}"/>
              </a:ext>
            </a:extLst>
          </p:cNvPr>
          <p:cNvSpPr txBox="1"/>
          <p:nvPr/>
        </p:nvSpPr>
        <p:spPr>
          <a:xfrm>
            <a:off x="6930004" y="1772339"/>
            <a:ext cx="1877295" cy="496546"/>
          </a:xfrm>
          <a:prstGeom prst="rect">
            <a:avLst/>
          </a:prstGeom>
        </p:spPr>
        <p:txBody>
          <a:bodyPr lIns="0" tIns="0" rIns="0" bIns="0" rtlCol="0" anchor="t">
            <a:spAutoFit/>
          </a:bodyPr>
          <a:lstStyle/>
          <a:p>
            <a:pPr algn="ctr">
              <a:lnSpc>
                <a:spcPts val="2016"/>
              </a:lnSpc>
              <a:spcBef>
                <a:spcPct val="0"/>
              </a:spcBef>
            </a:pPr>
            <a:r>
              <a:rPr lang="en-US" sz="1440">
                <a:solidFill>
                  <a:srgbClr val="000000"/>
                </a:solidFill>
                <a:latin typeface="Canva Sans"/>
                <a:ea typeface="Canva Sans"/>
                <a:cs typeface="Canva Sans"/>
                <a:sym typeface="Canva Sans"/>
              </a:rPr>
              <a:t>Average Waiting Time</a:t>
            </a:r>
          </a:p>
        </p:txBody>
      </p:sp>
      <p:sp>
        <p:nvSpPr>
          <p:cNvPr id="147" name="TextBox 103">
            <a:extLst>
              <a:ext uri="{FF2B5EF4-FFF2-40B4-BE49-F238E27FC236}">
                <a16:creationId xmlns:a16="http://schemas.microsoft.com/office/drawing/2014/main" id="{4F8D1023-869B-9486-B5F5-523445793572}"/>
              </a:ext>
            </a:extLst>
          </p:cNvPr>
          <p:cNvSpPr txBox="1"/>
          <p:nvPr/>
        </p:nvSpPr>
        <p:spPr>
          <a:xfrm>
            <a:off x="8006358" y="2251730"/>
            <a:ext cx="106009" cy="264560"/>
          </a:xfrm>
          <a:prstGeom prst="rect">
            <a:avLst/>
          </a:prstGeom>
        </p:spPr>
        <p:txBody>
          <a:bodyPr lIns="0" tIns="0" rIns="0" bIns="0" rtlCol="0" anchor="t">
            <a:spAutoFit/>
          </a:bodyPr>
          <a:lstStyle/>
          <a:p>
            <a:pPr algn="ctr">
              <a:lnSpc>
                <a:spcPts val="2239"/>
              </a:lnSpc>
              <a:spcBef>
                <a:spcPct val="0"/>
              </a:spcBef>
            </a:pPr>
            <a:r>
              <a:rPr lang="en-US" sz="1599">
                <a:solidFill>
                  <a:srgbClr val="000000"/>
                </a:solidFill>
                <a:latin typeface="Canva Sans"/>
                <a:ea typeface="Canva Sans"/>
                <a:cs typeface="Canva Sans"/>
                <a:sym typeface="Canva Sans"/>
              </a:rPr>
              <a:t>+</a:t>
            </a:r>
          </a:p>
        </p:txBody>
      </p:sp>
      <p:sp>
        <p:nvSpPr>
          <p:cNvPr id="148" name="TextBox 105">
            <a:extLst>
              <a:ext uri="{FF2B5EF4-FFF2-40B4-BE49-F238E27FC236}">
                <a16:creationId xmlns:a16="http://schemas.microsoft.com/office/drawing/2014/main" id="{F05F1931-3EB9-03F1-B127-655F33AA6AF7}"/>
              </a:ext>
            </a:extLst>
          </p:cNvPr>
          <p:cNvSpPr txBox="1"/>
          <p:nvPr/>
        </p:nvSpPr>
        <p:spPr>
          <a:xfrm>
            <a:off x="8219041" y="2285764"/>
            <a:ext cx="421272" cy="240066"/>
          </a:xfrm>
          <a:prstGeom prst="rect">
            <a:avLst/>
          </a:prstGeom>
        </p:spPr>
        <p:txBody>
          <a:bodyPr lIns="0" tIns="0" rIns="0" bIns="0" rtlCol="0" anchor="t">
            <a:spAutoFit/>
          </a:bodyPr>
          <a:lstStyle/>
          <a:p>
            <a:pPr algn="ctr">
              <a:lnSpc>
                <a:spcPts val="2016"/>
              </a:lnSpc>
              <a:spcBef>
                <a:spcPct val="0"/>
              </a:spcBef>
            </a:pPr>
            <a:r>
              <a:rPr lang="en-US" sz="1440">
                <a:solidFill>
                  <a:srgbClr val="000000"/>
                </a:solidFill>
                <a:latin typeface="Canva Sans"/>
                <a:ea typeface="Canva Sans"/>
                <a:cs typeface="Canva Sans"/>
                <a:sym typeface="Canva Sans"/>
              </a:rPr>
              <a:t>mins</a:t>
            </a:r>
          </a:p>
        </p:txBody>
      </p:sp>
      <p:sp>
        <p:nvSpPr>
          <p:cNvPr id="149" name="TextBox 107">
            <a:extLst>
              <a:ext uri="{FF2B5EF4-FFF2-40B4-BE49-F238E27FC236}">
                <a16:creationId xmlns:a16="http://schemas.microsoft.com/office/drawing/2014/main" id="{7F30F9AD-B443-635F-7880-0103EDD21708}"/>
              </a:ext>
            </a:extLst>
          </p:cNvPr>
          <p:cNvSpPr txBox="1"/>
          <p:nvPr/>
        </p:nvSpPr>
        <p:spPr>
          <a:xfrm>
            <a:off x="7370211" y="2215803"/>
            <a:ext cx="231638" cy="546688"/>
          </a:xfrm>
          <a:prstGeom prst="rect">
            <a:avLst/>
          </a:prstGeom>
        </p:spPr>
        <p:txBody>
          <a:bodyPr lIns="0" tIns="0" rIns="0" bIns="0" rtlCol="0" anchor="t">
            <a:spAutoFit/>
          </a:bodyPr>
          <a:lstStyle/>
          <a:p>
            <a:pPr algn="ctr">
              <a:lnSpc>
                <a:spcPts val="2239"/>
              </a:lnSpc>
              <a:spcBef>
                <a:spcPct val="0"/>
              </a:spcBef>
            </a:pPr>
            <a:r>
              <a:rPr lang="en-US" sz="1599">
                <a:solidFill>
                  <a:srgbClr val="000000"/>
                </a:solidFill>
                <a:latin typeface="Canva Sans"/>
                <a:ea typeface="Canva Sans"/>
                <a:cs typeface="Canva Sans"/>
                <a:sym typeface="Canva Sans"/>
              </a:rPr>
              <a:t>25</a:t>
            </a:r>
          </a:p>
        </p:txBody>
      </p:sp>
      <p:grpSp>
        <p:nvGrpSpPr>
          <p:cNvPr id="150" name="Group 108">
            <a:extLst>
              <a:ext uri="{FF2B5EF4-FFF2-40B4-BE49-F238E27FC236}">
                <a16:creationId xmlns:a16="http://schemas.microsoft.com/office/drawing/2014/main" id="{73859486-A817-D52F-AEA8-24F65C7449A3}"/>
              </a:ext>
            </a:extLst>
          </p:cNvPr>
          <p:cNvGrpSpPr/>
          <p:nvPr/>
        </p:nvGrpSpPr>
        <p:grpSpPr>
          <a:xfrm>
            <a:off x="7000680" y="1578600"/>
            <a:ext cx="1784544" cy="1292182"/>
            <a:chOff x="0" y="0"/>
            <a:chExt cx="643751" cy="466139"/>
          </a:xfrm>
        </p:grpSpPr>
        <p:sp>
          <p:nvSpPr>
            <p:cNvPr id="151" name="Freeform 109">
              <a:extLst>
                <a:ext uri="{FF2B5EF4-FFF2-40B4-BE49-F238E27FC236}">
                  <a16:creationId xmlns:a16="http://schemas.microsoft.com/office/drawing/2014/main" id="{54E04B75-636C-CDA3-2CBD-8B538E1E046B}"/>
                </a:ext>
              </a:extLst>
            </p:cNvPr>
            <p:cNvSpPr/>
            <p:nvPr/>
          </p:nvSpPr>
          <p:spPr>
            <a:xfrm>
              <a:off x="0" y="0"/>
              <a:ext cx="643751" cy="466139"/>
            </a:xfrm>
            <a:custGeom>
              <a:avLst/>
              <a:gdLst/>
              <a:ahLst/>
              <a:cxnLst/>
              <a:rect l="l" t="t" r="r" b="b"/>
              <a:pathLst>
                <a:path w="643751" h="466139">
                  <a:moveTo>
                    <a:pt x="0" y="0"/>
                  </a:moveTo>
                  <a:lnTo>
                    <a:pt x="643751" y="0"/>
                  </a:lnTo>
                  <a:lnTo>
                    <a:pt x="643751" y="466139"/>
                  </a:lnTo>
                  <a:lnTo>
                    <a:pt x="0" y="466139"/>
                  </a:lnTo>
                  <a:close/>
                </a:path>
              </a:pathLst>
            </a:custGeom>
            <a:solidFill>
              <a:srgbClr val="FDFDFD"/>
            </a:solidFill>
            <a:ln w="9525" cap="sq">
              <a:solidFill>
                <a:srgbClr val="A6A6A6"/>
              </a:solidFill>
              <a:prstDash val="solid"/>
              <a:miter/>
            </a:ln>
          </p:spPr>
          <p:txBody>
            <a:bodyPr/>
            <a:lstStyle/>
            <a:p>
              <a:endParaRPr lang="en-SG" sz="1088"/>
            </a:p>
          </p:txBody>
        </p:sp>
        <p:sp>
          <p:nvSpPr>
            <p:cNvPr id="152" name="TextBox 110">
              <a:extLst>
                <a:ext uri="{FF2B5EF4-FFF2-40B4-BE49-F238E27FC236}">
                  <a16:creationId xmlns:a16="http://schemas.microsoft.com/office/drawing/2014/main" id="{FE218A92-1D9B-7C62-C0A7-98A04503AC1C}"/>
                </a:ext>
              </a:extLst>
            </p:cNvPr>
            <p:cNvSpPr txBox="1"/>
            <p:nvPr/>
          </p:nvSpPr>
          <p:spPr>
            <a:xfrm>
              <a:off x="0" y="-28575"/>
              <a:ext cx="643751" cy="494714"/>
            </a:xfrm>
            <a:prstGeom prst="rect">
              <a:avLst/>
            </a:prstGeom>
          </p:spPr>
          <p:txBody>
            <a:bodyPr lIns="40638" tIns="40638" rIns="40638" bIns="40638" rtlCol="0" anchor="ctr"/>
            <a:lstStyle/>
            <a:p>
              <a:pPr algn="ctr">
                <a:lnSpc>
                  <a:spcPts val="2016"/>
                </a:lnSpc>
              </a:pPr>
              <a:endParaRPr sz="1088"/>
            </a:p>
          </p:txBody>
        </p:sp>
      </p:grpSp>
      <p:sp>
        <p:nvSpPr>
          <p:cNvPr id="153" name="AutoShape 111">
            <a:extLst>
              <a:ext uri="{FF2B5EF4-FFF2-40B4-BE49-F238E27FC236}">
                <a16:creationId xmlns:a16="http://schemas.microsoft.com/office/drawing/2014/main" id="{BA3303BE-30FB-8B7B-0B18-A048984E54CE}"/>
              </a:ext>
            </a:extLst>
          </p:cNvPr>
          <p:cNvSpPr/>
          <p:nvPr/>
        </p:nvSpPr>
        <p:spPr>
          <a:xfrm flipV="1">
            <a:off x="7000680" y="2022398"/>
            <a:ext cx="1784544" cy="0"/>
          </a:xfrm>
          <a:prstGeom prst="line">
            <a:avLst/>
          </a:prstGeom>
          <a:ln w="9525" cap="flat">
            <a:solidFill>
              <a:srgbClr val="B4B4B4"/>
            </a:solidFill>
            <a:prstDash val="solid"/>
            <a:headEnd type="none" w="sm" len="sm"/>
            <a:tailEnd type="none" w="sm" len="sm"/>
          </a:ln>
        </p:spPr>
        <p:txBody>
          <a:bodyPr/>
          <a:lstStyle/>
          <a:p>
            <a:endParaRPr lang="en-SG" sz="1088"/>
          </a:p>
        </p:txBody>
      </p:sp>
      <p:sp>
        <p:nvSpPr>
          <p:cNvPr id="154" name="AutoShape 112">
            <a:extLst>
              <a:ext uri="{FF2B5EF4-FFF2-40B4-BE49-F238E27FC236}">
                <a16:creationId xmlns:a16="http://schemas.microsoft.com/office/drawing/2014/main" id="{80C18EC4-149D-050C-8B36-53D55E2877FF}"/>
              </a:ext>
            </a:extLst>
          </p:cNvPr>
          <p:cNvSpPr/>
          <p:nvPr/>
        </p:nvSpPr>
        <p:spPr>
          <a:xfrm>
            <a:off x="7000680" y="2442985"/>
            <a:ext cx="1784544" cy="0"/>
          </a:xfrm>
          <a:prstGeom prst="line">
            <a:avLst/>
          </a:prstGeom>
          <a:ln w="9525" cap="flat">
            <a:solidFill>
              <a:srgbClr val="B4B4B4"/>
            </a:solidFill>
            <a:prstDash val="solid"/>
            <a:headEnd type="none" w="sm" len="sm"/>
            <a:tailEnd type="none" w="sm" len="sm"/>
          </a:ln>
        </p:spPr>
        <p:txBody>
          <a:bodyPr/>
          <a:lstStyle/>
          <a:p>
            <a:endParaRPr lang="en-SG" sz="1088"/>
          </a:p>
        </p:txBody>
      </p:sp>
      <p:grpSp>
        <p:nvGrpSpPr>
          <p:cNvPr id="155" name="Group 113">
            <a:extLst>
              <a:ext uri="{FF2B5EF4-FFF2-40B4-BE49-F238E27FC236}">
                <a16:creationId xmlns:a16="http://schemas.microsoft.com/office/drawing/2014/main" id="{46FB4EE2-74F4-67CF-CBFA-1C7FD347F9BA}"/>
              </a:ext>
            </a:extLst>
          </p:cNvPr>
          <p:cNvGrpSpPr/>
          <p:nvPr/>
        </p:nvGrpSpPr>
        <p:grpSpPr>
          <a:xfrm>
            <a:off x="6990282" y="1625933"/>
            <a:ext cx="1784544" cy="433697"/>
            <a:chOff x="0" y="0"/>
            <a:chExt cx="643751" cy="156451"/>
          </a:xfrm>
        </p:grpSpPr>
        <p:sp>
          <p:nvSpPr>
            <p:cNvPr id="156" name="Freeform 114">
              <a:extLst>
                <a:ext uri="{FF2B5EF4-FFF2-40B4-BE49-F238E27FC236}">
                  <a16:creationId xmlns:a16="http://schemas.microsoft.com/office/drawing/2014/main" id="{D3F0F398-FBF0-DC29-594C-499258A6B3BA}"/>
                </a:ext>
              </a:extLst>
            </p:cNvPr>
            <p:cNvSpPr/>
            <p:nvPr/>
          </p:nvSpPr>
          <p:spPr>
            <a:xfrm>
              <a:off x="0" y="0"/>
              <a:ext cx="643751" cy="156451"/>
            </a:xfrm>
            <a:custGeom>
              <a:avLst/>
              <a:gdLst/>
              <a:ahLst/>
              <a:cxnLst/>
              <a:rect l="l" t="t" r="r" b="b"/>
              <a:pathLst>
                <a:path w="643751" h="156451">
                  <a:moveTo>
                    <a:pt x="0" y="0"/>
                  </a:moveTo>
                  <a:lnTo>
                    <a:pt x="643751" y="0"/>
                  </a:lnTo>
                  <a:lnTo>
                    <a:pt x="643751" y="156451"/>
                  </a:lnTo>
                  <a:lnTo>
                    <a:pt x="0" y="156451"/>
                  </a:lnTo>
                  <a:close/>
                </a:path>
              </a:pathLst>
            </a:custGeom>
            <a:solidFill>
              <a:srgbClr val="FFF1EF"/>
            </a:solidFill>
            <a:ln w="9525" cap="sq">
              <a:solidFill>
                <a:srgbClr val="A6A6A6"/>
              </a:solidFill>
              <a:prstDash val="solid"/>
              <a:miter/>
            </a:ln>
          </p:spPr>
          <p:txBody>
            <a:bodyPr/>
            <a:lstStyle/>
            <a:p>
              <a:endParaRPr lang="en-SG" sz="1088"/>
            </a:p>
          </p:txBody>
        </p:sp>
        <p:sp>
          <p:nvSpPr>
            <p:cNvPr id="157" name="TextBox 115">
              <a:extLst>
                <a:ext uri="{FF2B5EF4-FFF2-40B4-BE49-F238E27FC236}">
                  <a16:creationId xmlns:a16="http://schemas.microsoft.com/office/drawing/2014/main" id="{B0B76686-F087-344F-F20F-7B78B58E30EB}"/>
                </a:ext>
              </a:extLst>
            </p:cNvPr>
            <p:cNvSpPr txBox="1"/>
            <p:nvPr/>
          </p:nvSpPr>
          <p:spPr>
            <a:xfrm>
              <a:off x="0" y="-28575"/>
              <a:ext cx="643751" cy="185026"/>
            </a:xfrm>
            <a:prstGeom prst="rect">
              <a:avLst/>
            </a:prstGeom>
          </p:spPr>
          <p:txBody>
            <a:bodyPr lIns="40638" tIns="40638" rIns="40638" bIns="40638" rtlCol="0" anchor="ctr"/>
            <a:lstStyle/>
            <a:p>
              <a:pPr algn="ctr">
                <a:lnSpc>
                  <a:spcPts val="2016"/>
                </a:lnSpc>
              </a:pPr>
              <a:endParaRPr sz="1088"/>
            </a:p>
          </p:txBody>
        </p:sp>
      </p:grpSp>
      <p:sp>
        <p:nvSpPr>
          <p:cNvPr id="158" name="TextBox 116">
            <a:extLst>
              <a:ext uri="{FF2B5EF4-FFF2-40B4-BE49-F238E27FC236}">
                <a16:creationId xmlns:a16="http://schemas.microsoft.com/office/drawing/2014/main" id="{A5B26586-03DC-7727-1826-FB7DD5BD7B52}"/>
              </a:ext>
            </a:extLst>
          </p:cNvPr>
          <p:cNvSpPr txBox="1"/>
          <p:nvPr/>
        </p:nvSpPr>
        <p:spPr>
          <a:xfrm>
            <a:off x="7178125" y="2107676"/>
            <a:ext cx="955998" cy="263790"/>
          </a:xfrm>
          <a:prstGeom prst="rect">
            <a:avLst/>
          </a:prstGeom>
        </p:spPr>
        <p:txBody>
          <a:bodyPr lIns="0" tIns="0" rIns="0" bIns="0" rtlCol="0" anchor="t">
            <a:spAutoFit/>
          </a:bodyPr>
          <a:lstStyle/>
          <a:p>
            <a:pPr algn="ctr">
              <a:lnSpc>
                <a:spcPts val="2207"/>
              </a:lnSpc>
              <a:spcBef>
                <a:spcPct val="0"/>
              </a:spcBef>
            </a:pPr>
            <a:r>
              <a:rPr lang="en-US" sz="1577" dirty="0">
                <a:solidFill>
                  <a:srgbClr val="000000"/>
                </a:solidFill>
                <a:latin typeface="Canva Sans"/>
                <a:ea typeface="Canva Sans"/>
                <a:cs typeface="Canva Sans"/>
                <a:sym typeface="Canva Sans"/>
              </a:rPr>
              <a:t>Individual</a:t>
            </a:r>
          </a:p>
        </p:txBody>
      </p:sp>
      <p:sp>
        <p:nvSpPr>
          <p:cNvPr id="159" name="TextBox 117">
            <a:extLst>
              <a:ext uri="{FF2B5EF4-FFF2-40B4-BE49-F238E27FC236}">
                <a16:creationId xmlns:a16="http://schemas.microsoft.com/office/drawing/2014/main" id="{090E910F-6D4E-0E3C-DCE7-73F2EF51652F}"/>
              </a:ext>
            </a:extLst>
          </p:cNvPr>
          <p:cNvSpPr txBox="1"/>
          <p:nvPr/>
        </p:nvSpPr>
        <p:spPr>
          <a:xfrm>
            <a:off x="7010626" y="1717191"/>
            <a:ext cx="882326" cy="263790"/>
          </a:xfrm>
          <a:prstGeom prst="rect">
            <a:avLst/>
          </a:prstGeom>
        </p:spPr>
        <p:txBody>
          <a:bodyPr wrap="square" lIns="0" tIns="0" rIns="0" bIns="0" rtlCol="0" anchor="t">
            <a:spAutoFit/>
          </a:bodyPr>
          <a:lstStyle/>
          <a:p>
            <a:pPr algn="ctr">
              <a:lnSpc>
                <a:spcPts val="2207"/>
              </a:lnSpc>
              <a:spcBef>
                <a:spcPct val="0"/>
              </a:spcBef>
            </a:pPr>
            <a:r>
              <a:rPr lang="en-US" sz="1577" dirty="0">
                <a:solidFill>
                  <a:srgbClr val="000000"/>
                </a:solidFill>
                <a:latin typeface="Canva Sans"/>
                <a:ea typeface="Canva Sans"/>
                <a:cs typeface="Canva Sans"/>
                <a:sym typeface="Canva Sans"/>
              </a:rPr>
              <a:t>Group</a:t>
            </a:r>
          </a:p>
        </p:txBody>
      </p:sp>
      <p:sp>
        <p:nvSpPr>
          <p:cNvPr id="160" name="TextBox 118">
            <a:extLst>
              <a:ext uri="{FF2B5EF4-FFF2-40B4-BE49-F238E27FC236}">
                <a16:creationId xmlns:a16="http://schemas.microsoft.com/office/drawing/2014/main" id="{57980843-8905-A0DF-6F7D-8359259CD052}"/>
              </a:ext>
            </a:extLst>
          </p:cNvPr>
          <p:cNvSpPr txBox="1"/>
          <p:nvPr/>
        </p:nvSpPr>
        <p:spPr>
          <a:xfrm>
            <a:off x="7124027" y="2509590"/>
            <a:ext cx="1269085" cy="263790"/>
          </a:xfrm>
          <a:prstGeom prst="rect">
            <a:avLst/>
          </a:prstGeom>
        </p:spPr>
        <p:txBody>
          <a:bodyPr wrap="square" lIns="0" tIns="0" rIns="0" bIns="0" rtlCol="0" anchor="t">
            <a:spAutoFit/>
          </a:bodyPr>
          <a:lstStyle/>
          <a:p>
            <a:pPr algn="ctr">
              <a:lnSpc>
                <a:spcPts val="2207"/>
              </a:lnSpc>
              <a:spcBef>
                <a:spcPct val="0"/>
              </a:spcBef>
            </a:pPr>
            <a:r>
              <a:rPr lang="en-US" sz="1577" dirty="0">
                <a:solidFill>
                  <a:srgbClr val="000000"/>
                </a:solidFill>
                <a:latin typeface="Canva Sans"/>
                <a:ea typeface="Canva Sans"/>
                <a:cs typeface="Canva Sans"/>
                <a:sym typeface="Canva Sans"/>
              </a:rPr>
              <a:t>Split Group</a:t>
            </a:r>
          </a:p>
        </p:txBody>
      </p:sp>
      <p:grpSp>
        <p:nvGrpSpPr>
          <p:cNvPr id="197" name="Group 63">
            <a:extLst>
              <a:ext uri="{FF2B5EF4-FFF2-40B4-BE49-F238E27FC236}">
                <a16:creationId xmlns:a16="http://schemas.microsoft.com/office/drawing/2014/main" id="{B7E56610-D64D-1BC7-E292-8E20E3F515B1}"/>
              </a:ext>
            </a:extLst>
          </p:cNvPr>
          <p:cNvGrpSpPr/>
          <p:nvPr/>
        </p:nvGrpSpPr>
        <p:grpSpPr>
          <a:xfrm rot="-10653150">
            <a:off x="8892505" y="1274230"/>
            <a:ext cx="204308" cy="178770"/>
            <a:chOff x="0" y="0"/>
            <a:chExt cx="812800" cy="711200"/>
          </a:xfrm>
        </p:grpSpPr>
        <p:sp>
          <p:nvSpPr>
            <p:cNvPr id="198" name="Freeform 64">
              <a:extLst>
                <a:ext uri="{FF2B5EF4-FFF2-40B4-BE49-F238E27FC236}">
                  <a16:creationId xmlns:a16="http://schemas.microsoft.com/office/drawing/2014/main" id="{4C8FB1A5-4C25-35E0-3447-3D4EBDB26725}"/>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dirty="0"/>
            </a:p>
          </p:txBody>
        </p:sp>
        <p:sp>
          <p:nvSpPr>
            <p:cNvPr id="199" name="TextBox 65">
              <a:extLst>
                <a:ext uri="{FF2B5EF4-FFF2-40B4-BE49-F238E27FC236}">
                  <a16:creationId xmlns:a16="http://schemas.microsoft.com/office/drawing/2014/main" id="{25AA56FD-10AE-5AB5-AB16-4D289E45C64B}"/>
                </a:ext>
              </a:extLst>
            </p:cNvPr>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dirty="0"/>
            </a:p>
          </p:txBody>
        </p:sp>
      </p:grpSp>
    </p:spTree>
    <p:extLst>
      <p:ext uri="{BB962C8B-B14F-4D97-AF65-F5344CB8AC3E}">
        <p14:creationId xmlns:p14="http://schemas.microsoft.com/office/powerpoint/2010/main" val="34546743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8C5D4-4E9E-909A-285B-115FB0D64BBF}"/>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6DDC7909-E387-2CE8-1444-3A105407DE38}"/>
              </a:ext>
            </a:extLst>
          </p:cNvPr>
          <p:cNvGraphicFramePr>
            <a:graphicFrameLocks noGrp="1"/>
          </p:cNvGraphicFramePr>
          <p:nvPr/>
        </p:nvGraphicFramePr>
        <p:xfrm>
          <a:off x="0" y="551790"/>
          <a:ext cx="6562164" cy="6895011"/>
        </p:xfrm>
        <a:graphic>
          <a:graphicData uri="http://schemas.openxmlformats.org/drawingml/2006/table">
            <a:tbl>
              <a:tblPr/>
              <a:tblGrid>
                <a:gridCol w="6562164">
                  <a:extLst>
                    <a:ext uri="{9D8B030D-6E8A-4147-A177-3AD203B41FA5}">
                      <a16:colId xmlns:a16="http://schemas.microsoft.com/office/drawing/2014/main" val="20000"/>
                    </a:ext>
                  </a:extLst>
                </a:gridCol>
              </a:tblGrid>
              <a:tr h="83462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59366">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96679">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5686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61871">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6187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86187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861871">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3" name="Group 3">
            <a:extLst>
              <a:ext uri="{FF2B5EF4-FFF2-40B4-BE49-F238E27FC236}">
                <a16:creationId xmlns:a16="http://schemas.microsoft.com/office/drawing/2014/main" id="{28883056-C6CB-7811-BB99-1325A9F004D3}"/>
              </a:ext>
            </a:extLst>
          </p:cNvPr>
          <p:cNvGrpSpPr/>
          <p:nvPr/>
        </p:nvGrpSpPr>
        <p:grpSpPr>
          <a:xfrm>
            <a:off x="-5123" y="-12803"/>
            <a:ext cx="6663176" cy="564773"/>
            <a:chOff x="0" y="0"/>
            <a:chExt cx="2594982" cy="812800"/>
          </a:xfrm>
        </p:grpSpPr>
        <p:sp>
          <p:nvSpPr>
            <p:cNvPr id="4" name="Freeform 4">
              <a:extLst>
                <a:ext uri="{FF2B5EF4-FFF2-40B4-BE49-F238E27FC236}">
                  <a16:creationId xmlns:a16="http://schemas.microsoft.com/office/drawing/2014/main" id="{11DC5CFA-AA9F-46C2-8E3A-89281C21F3FE}"/>
                </a:ext>
              </a:extLst>
            </p:cNvPr>
            <p:cNvSpPr/>
            <p:nvPr/>
          </p:nvSpPr>
          <p:spPr>
            <a:xfrm>
              <a:off x="0" y="0"/>
              <a:ext cx="2594982" cy="812800"/>
            </a:xfrm>
            <a:custGeom>
              <a:avLst/>
              <a:gdLst/>
              <a:ahLst/>
              <a:cxnLst/>
              <a:rect l="l" t="t" r="r" b="b"/>
              <a:pathLst>
                <a:path w="2594982" h="812800">
                  <a:moveTo>
                    <a:pt x="0" y="0"/>
                  </a:moveTo>
                  <a:lnTo>
                    <a:pt x="2594982" y="0"/>
                  </a:lnTo>
                  <a:lnTo>
                    <a:pt x="2594982" y="812800"/>
                  </a:lnTo>
                  <a:lnTo>
                    <a:pt x="0" y="812800"/>
                  </a:lnTo>
                  <a:close/>
                </a:path>
              </a:pathLst>
            </a:custGeom>
            <a:solidFill>
              <a:srgbClr val="F34336"/>
            </a:solidFill>
          </p:spPr>
          <p:txBody>
            <a:bodyPr/>
            <a:lstStyle/>
            <a:p>
              <a:endParaRPr lang="en-SG" sz="1088"/>
            </a:p>
          </p:txBody>
        </p:sp>
        <p:sp>
          <p:nvSpPr>
            <p:cNvPr id="5" name="TextBox 5">
              <a:extLst>
                <a:ext uri="{FF2B5EF4-FFF2-40B4-BE49-F238E27FC236}">
                  <a16:creationId xmlns:a16="http://schemas.microsoft.com/office/drawing/2014/main" id="{E80F7263-BE95-B595-61DF-217F9FD5808C}"/>
                </a:ext>
              </a:extLst>
            </p:cNvPr>
            <p:cNvSpPr txBox="1"/>
            <p:nvPr/>
          </p:nvSpPr>
          <p:spPr>
            <a:xfrm>
              <a:off x="0" y="-28575"/>
              <a:ext cx="2594982" cy="841375"/>
            </a:xfrm>
            <a:prstGeom prst="rect">
              <a:avLst/>
            </a:prstGeom>
          </p:spPr>
          <p:txBody>
            <a:bodyPr lIns="40638" tIns="40638" rIns="40638" bIns="40638" rtlCol="0" anchor="ctr"/>
            <a:lstStyle/>
            <a:p>
              <a:pPr algn="ctr">
                <a:lnSpc>
                  <a:spcPts val="2016"/>
                </a:lnSpc>
              </a:pPr>
              <a:endParaRPr sz="1088"/>
            </a:p>
          </p:txBody>
        </p:sp>
      </p:grpSp>
      <p:sp>
        <p:nvSpPr>
          <p:cNvPr id="6" name="Freeform 6">
            <a:extLst>
              <a:ext uri="{FF2B5EF4-FFF2-40B4-BE49-F238E27FC236}">
                <a16:creationId xmlns:a16="http://schemas.microsoft.com/office/drawing/2014/main" id="{F706874E-2B01-F9EF-DD77-880A302B569B}"/>
              </a:ext>
            </a:extLst>
          </p:cNvPr>
          <p:cNvSpPr/>
          <p:nvPr/>
        </p:nvSpPr>
        <p:spPr>
          <a:xfrm>
            <a:off x="5176804" y="88494"/>
            <a:ext cx="332501" cy="269253"/>
          </a:xfrm>
          <a:custGeom>
            <a:avLst/>
            <a:gdLst/>
            <a:ahLst/>
            <a:cxnLst/>
            <a:rect l="l" t="t" r="r" b="b"/>
            <a:pathLst>
              <a:path w="472691" h="394697">
                <a:moveTo>
                  <a:pt x="0" y="0"/>
                </a:moveTo>
                <a:lnTo>
                  <a:pt x="472691" y="0"/>
                </a:lnTo>
                <a:lnTo>
                  <a:pt x="472691" y="394697"/>
                </a:lnTo>
                <a:lnTo>
                  <a:pt x="0" y="3946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SG" sz="1088"/>
          </a:p>
        </p:txBody>
      </p:sp>
      <p:sp>
        <p:nvSpPr>
          <p:cNvPr id="7" name="Freeform 7">
            <a:extLst>
              <a:ext uri="{FF2B5EF4-FFF2-40B4-BE49-F238E27FC236}">
                <a16:creationId xmlns:a16="http://schemas.microsoft.com/office/drawing/2014/main" id="{F3126574-EC71-F397-C1B0-DA37547E32F9}"/>
              </a:ext>
            </a:extLst>
          </p:cNvPr>
          <p:cNvSpPr/>
          <p:nvPr/>
        </p:nvSpPr>
        <p:spPr>
          <a:xfrm>
            <a:off x="187237" y="125054"/>
            <a:ext cx="370152" cy="183592"/>
          </a:xfrm>
          <a:custGeom>
            <a:avLst/>
            <a:gdLst/>
            <a:ahLst/>
            <a:cxnLst/>
            <a:rect l="l" t="t" r="r" b="b"/>
            <a:pathLst>
              <a:path w="583453" h="390383">
                <a:moveTo>
                  <a:pt x="0" y="0"/>
                </a:moveTo>
                <a:lnTo>
                  <a:pt x="583453" y="0"/>
                </a:lnTo>
                <a:lnTo>
                  <a:pt x="583453" y="390383"/>
                </a:lnTo>
                <a:lnTo>
                  <a:pt x="0" y="39038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8" name="Freeform 8">
            <a:extLst>
              <a:ext uri="{FF2B5EF4-FFF2-40B4-BE49-F238E27FC236}">
                <a16:creationId xmlns:a16="http://schemas.microsoft.com/office/drawing/2014/main" id="{65881C5A-3C30-2C10-6913-45B9D3128937}"/>
              </a:ext>
            </a:extLst>
          </p:cNvPr>
          <p:cNvSpPr/>
          <p:nvPr/>
        </p:nvSpPr>
        <p:spPr>
          <a:xfrm>
            <a:off x="601805" y="120167"/>
            <a:ext cx="368457" cy="177419"/>
          </a:xfrm>
          <a:custGeom>
            <a:avLst/>
            <a:gdLst/>
            <a:ahLst/>
            <a:cxnLst/>
            <a:rect l="l" t="t" r="r" b="b"/>
            <a:pathLst>
              <a:path w="585247" h="392648">
                <a:moveTo>
                  <a:pt x="0" y="0"/>
                </a:moveTo>
                <a:lnTo>
                  <a:pt x="585247" y="0"/>
                </a:lnTo>
                <a:lnTo>
                  <a:pt x="585247" y="392647"/>
                </a:lnTo>
                <a:lnTo>
                  <a:pt x="0" y="39264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SG" sz="1088"/>
          </a:p>
        </p:txBody>
      </p:sp>
      <p:sp>
        <p:nvSpPr>
          <p:cNvPr id="9" name="Freeform 9">
            <a:extLst>
              <a:ext uri="{FF2B5EF4-FFF2-40B4-BE49-F238E27FC236}">
                <a16:creationId xmlns:a16="http://schemas.microsoft.com/office/drawing/2014/main" id="{7F0C6E5E-90E5-E115-E376-6113E92076BD}"/>
              </a:ext>
            </a:extLst>
          </p:cNvPr>
          <p:cNvSpPr/>
          <p:nvPr/>
        </p:nvSpPr>
        <p:spPr>
          <a:xfrm>
            <a:off x="6031025" y="86246"/>
            <a:ext cx="242908" cy="271500"/>
          </a:xfrm>
          <a:custGeom>
            <a:avLst/>
            <a:gdLst/>
            <a:ahLst/>
            <a:cxnLst/>
            <a:rect l="l" t="t" r="r" b="b"/>
            <a:pathLst>
              <a:path w="365278" h="392772">
                <a:moveTo>
                  <a:pt x="0" y="0"/>
                </a:moveTo>
                <a:lnTo>
                  <a:pt x="365278" y="0"/>
                </a:lnTo>
                <a:lnTo>
                  <a:pt x="365278" y="392772"/>
                </a:lnTo>
                <a:lnTo>
                  <a:pt x="0" y="39277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SG" sz="1088"/>
          </a:p>
        </p:txBody>
      </p:sp>
      <p:sp>
        <p:nvSpPr>
          <p:cNvPr id="10" name="Freeform 10">
            <a:extLst>
              <a:ext uri="{FF2B5EF4-FFF2-40B4-BE49-F238E27FC236}">
                <a16:creationId xmlns:a16="http://schemas.microsoft.com/office/drawing/2014/main" id="{DF1B8060-F1D7-17B2-D893-14AA2FFC59C1}"/>
              </a:ext>
            </a:extLst>
          </p:cNvPr>
          <p:cNvSpPr/>
          <p:nvPr/>
        </p:nvSpPr>
        <p:spPr>
          <a:xfrm>
            <a:off x="4386672" y="100843"/>
            <a:ext cx="268412" cy="274566"/>
          </a:xfrm>
          <a:custGeom>
            <a:avLst/>
            <a:gdLst/>
            <a:ahLst/>
            <a:cxnLst/>
            <a:rect l="l" t="t" r="r" b="b"/>
            <a:pathLst>
              <a:path w="399295" h="414852">
                <a:moveTo>
                  <a:pt x="0" y="0"/>
                </a:moveTo>
                <a:lnTo>
                  <a:pt x="399295" y="0"/>
                </a:lnTo>
                <a:lnTo>
                  <a:pt x="399295" y="414852"/>
                </a:lnTo>
                <a:lnTo>
                  <a:pt x="0" y="41485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SG" sz="1088"/>
          </a:p>
        </p:txBody>
      </p:sp>
      <p:sp>
        <p:nvSpPr>
          <p:cNvPr id="11" name="Freeform 11">
            <a:hlinkClick r:id="rId12" action="ppaction://hlinksldjump"/>
            <a:extLst>
              <a:ext uri="{FF2B5EF4-FFF2-40B4-BE49-F238E27FC236}">
                <a16:creationId xmlns:a16="http://schemas.microsoft.com/office/drawing/2014/main" id="{443804B1-6A17-F770-3A7D-7FA02790449D}"/>
              </a:ext>
            </a:extLst>
          </p:cNvPr>
          <p:cNvSpPr/>
          <p:nvPr/>
        </p:nvSpPr>
        <p:spPr>
          <a:xfrm>
            <a:off x="9024846" y="79763"/>
            <a:ext cx="332501" cy="332501"/>
          </a:xfrm>
          <a:custGeom>
            <a:avLst/>
            <a:gdLst/>
            <a:ahLst/>
            <a:cxnLst/>
            <a:rect l="l" t="t" r="r" b="b"/>
            <a:pathLst>
              <a:path w="415644" h="415644">
                <a:moveTo>
                  <a:pt x="0" y="0"/>
                </a:moveTo>
                <a:lnTo>
                  <a:pt x="415645" y="0"/>
                </a:lnTo>
                <a:lnTo>
                  <a:pt x="415645" y="415644"/>
                </a:lnTo>
                <a:lnTo>
                  <a:pt x="0" y="415644"/>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SG" sz="1088"/>
          </a:p>
        </p:txBody>
      </p:sp>
      <p:sp>
        <p:nvSpPr>
          <p:cNvPr id="12" name="Freeform 12">
            <a:hlinkClick r:id="rId15" action="ppaction://hlinksldjump"/>
            <a:extLst>
              <a:ext uri="{FF2B5EF4-FFF2-40B4-BE49-F238E27FC236}">
                <a16:creationId xmlns:a16="http://schemas.microsoft.com/office/drawing/2014/main" id="{984F9BB3-ACEB-A561-108B-8BD58F05AA16}"/>
              </a:ext>
            </a:extLst>
          </p:cNvPr>
          <p:cNvSpPr/>
          <p:nvPr/>
        </p:nvSpPr>
        <p:spPr>
          <a:xfrm>
            <a:off x="9651182" y="105972"/>
            <a:ext cx="394835" cy="394835"/>
          </a:xfrm>
          <a:custGeom>
            <a:avLst/>
            <a:gdLst/>
            <a:ahLst/>
            <a:cxnLst/>
            <a:rect l="l" t="t" r="r" b="b"/>
            <a:pathLst>
              <a:path w="493565" h="493565">
                <a:moveTo>
                  <a:pt x="0" y="0"/>
                </a:moveTo>
                <a:lnTo>
                  <a:pt x="493565" y="0"/>
                </a:lnTo>
                <a:lnTo>
                  <a:pt x="493565" y="493565"/>
                </a:lnTo>
                <a:lnTo>
                  <a:pt x="0" y="493565"/>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grpSp>
        <p:nvGrpSpPr>
          <p:cNvPr id="13" name="Group 13">
            <a:extLst>
              <a:ext uri="{FF2B5EF4-FFF2-40B4-BE49-F238E27FC236}">
                <a16:creationId xmlns:a16="http://schemas.microsoft.com/office/drawing/2014/main" id="{B14F63A4-1E74-4766-6292-D6E54A444A35}"/>
              </a:ext>
            </a:extLst>
          </p:cNvPr>
          <p:cNvGrpSpPr/>
          <p:nvPr/>
        </p:nvGrpSpPr>
        <p:grpSpPr>
          <a:xfrm>
            <a:off x="6768765" y="3359022"/>
            <a:ext cx="1546440" cy="447075"/>
            <a:chOff x="0" y="0"/>
            <a:chExt cx="812800" cy="234980"/>
          </a:xfrm>
        </p:grpSpPr>
        <p:sp>
          <p:nvSpPr>
            <p:cNvPr id="14" name="Freeform 14">
              <a:extLst>
                <a:ext uri="{FF2B5EF4-FFF2-40B4-BE49-F238E27FC236}">
                  <a16:creationId xmlns:a16="http://schemas.microsoft.com/office/drawing/2014/main" id="{E4F069D0-C260-E0FA-E39F-CD04419441C0}"/>
                </a:ext>
              </a:extLst>
            </p:cNvPr>
            <p:cNvSpPr/>
            <p:nvPr/>
          </p:nvSpPr>
          <p:spPr>
            <a:xfrm>
              <a:off x="0" y="0"/>
              <a:ext cx="812800" cy="234980"/>
            </a:xfrm>
            <a:custGeom>
              <a:avLst/>
              <a:gdLst/>
              <a:ahLst/>
              <a:cxnLst/>
              <a:rect l="l" t="t" r="r" b="b"/>
              <a:pathLst>
                <a:path w="812800" h="234980">
                  <a:moveTo>
                    <a:pt x="117490" y="0"/>
                  </a:moveTo>
                  <a:lnTo>
                    <a:pt x="695310" y="0"/>
                  </a:lnTo>
                  <a:cubicBezTo>
                    <a:pt x="726470" y="0"/>
                    <a:pt x="756354" y="12378"/>
                    <a:pt x="778388" y="34412"/>
                  </a:cubicBezTo>
                  <a:cubicBezTo>
                    <a:pt x="800422" y="56446"/>
                    <a:pt x="812800" y="86330"/>
                    <a:pt x="812800" y="117490"/>
                  </a:cubicBezTo>
                  <a:lnTo>
                    <a:pt x="812800" y="117490"/>
                  </a:lnTo>
                  <a:cubicBezTo>
                    <a:pt x="812800" y="148650"/>
                    <a:pt x="800422" y="178534"/>
                    <a:pt x="778388" y="200568"/>
                  </a:cubicBezTo>
                  <a:cubicBezTo>
                    <a:pt x="756354" y="222602"/>
                    <a:pt x="726470" y="234980"/>
                    <a:pt x="695310" y="234980"/>
                  </a:cubicBezTo>
                  <a:lnTo>
                    <a:pt x="117490" y="234980"/>
                  </a:lnTo>
                  <a:cubicBezTo>
                    <a:pt x="86330" y="234980"/>
                    <a:pt x="56446" y="222602"/>
                    <a:pt x="34412" y="200568"/>
                  </a:cubicBezTo>
                  <a:cubicBezTo>
                    <a:pt x="12378" y="178534"/>
                    <a:pt x="0" y="148650"/>
                    <a:pt x="0" y="117490"/>
                  </a:cubicBezTo>
                  <a:lnTo>
                    <a:pt x="0" y="117490"/>
                  </a:lnTo>
                  <a:cubicBezTo>
                    <a:pt x="0" y="86330"/>
                    <a:pt x="12378" y="56446"/>
                    <a:pt x="34412" y="34412"/>
                  </a:cubicBezTo>
                  <a:cubicBezTo>
                    <a:pt x="56446" y="12378"/>
                    <a:pt x="86330" y="0"/>
                    <a:pt x="117490" y="0"/>
                  </a:cubicBezTo>
                  <a:close/>
                </a:path>
              </a:pathLst>
            </a:custGeom>
            <a:solidFill>
              <a:srgbClr val="F34336"/>
            </a:solidFill>
          </p:spPr>
          <p:txBody>
            <a:bodyPr/>
            <a:lstStyle/>
            <a:p>
              <a:endParaRPr lang="en-SG" sz="1088"/>
            </a:p>
          </p:txBody>
        </p:sp>
        <p:sp>
          <p:nvSpPr>
            <p:cNvPr id="15" name="TextBox 15">
              <a:extLst>
                <a:ext uri="{FF2B5EF4-FFF2-40B4-BE49-F238E27FC236}">
                  <a16:creationId xmlns:a16="http://schemas.microsoft.com/office/drawing/2014/main" id="{A2D3C571-DC1C-C5F4-3BDD-3A03ADC6D2C8}"/>
                </a:ext>
              </a:extLst>
            </p:cNvPr>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grpSp>
        <p:nvGrpSpPr>
          <p:cNvPr id="16" name="Group 16">
            <a:extLst>
              <a:ext uri="{FF2B5EF4-FFF2-40B4-BE49-F238E27FC236}">
                <a16:creationId xmlns:a16="http://schemas.microsoft.com/office/drawing/2014/main" id="{8F233B70-A924-E8CC-391A-B9630B1756B3}"/>
              </a:ext>
            </a:extLst>
          </p:cNvPr>
          <p:cNvGrpSpPr/>
          <p:nvPr/>
        </p:nvGrpSpPr>
        <p:grpSpPr>
          <a:xfrm>
            <a:off x="8513562" y="3347566"/>
            <a:ext cx="1542181" cy="445844"/>
            <a:chOff x="0" y="0"/>
            <a:chExt cx="812800" cy="234980"/>
          </a:xfrm>
        </p:grpSpPr>
        <p:sp>
          <p:nvSpPr>
            <p:cNvPr id="17" name="Freeform 17">
              <a:extLst>
                <a:ext uri="{FF2B5EF4-FFF2-40B4-BE49-F238E27FC236}">
                  <a16:creationId xmlns:a16="http://schemas.microsoft.com/office/drawing/2014/main" id="{01A052FD-0262-027E-4683-358FECDB286E}"/>
                </a:ext>
              </a:extLst>
            </p:cNvPr>
            <p:cNvSpPr/>
            <p:nvPr/>
          </p:nvSpPr>
          <p:spPr>
            <a:xfrm>
              <a:off x="0" y="0"/>
              <a:ext cx="812800" cy="234980"/>
            </a:xfrm>
            <a:custGeom>
              <a:avLst/>
              <a:gdLst/>
              <a:ahLst/>
              <a:cxnLst/>
              <a:rect l="l" t="t" r="r" b="b"/>
              <a:pathLst>
                <a:path w="812800" h="234980">
                  <a:moveTo>
                    <a:pt x="117490" y="0"/>
                  </a:moveTo>
                  <a:lnTo>
                    <a:pt x="695310" y="0"/>
                  </a:lnTo>
                  <a:cubicBezTo>
                    <a:pt x="726470" y="0"/>
                    <a:pt x="756354" y="12378"/>
                    <a:pt x="778388" y="34412"/>
                  </a:cubicBezTo>
                  <a:cubicBezTo>
                    <a:pt x="800422" y="56446"/>
                    <a:pt x="812800" y="86330"/>
                    <a:pt x="812800" y="117490"/>
                  </a:cubicBezTo>
                  <a:lnTo>
                    <a:pt x="812800" y="117490"/>
                  </a:lnTo>
                  <a:cubicBezTo>
                    <a:pt x="812800" y="148650"/>
                    <a:pt x="800422" y="178534"/>
                    <a:pt x="778388" y="200568"/>
                  </a:cubicBezTo>
                  <a:cubicBezTo>
                    <a:pt x="756354" y="222602"/>
                    <a:pt x="726470" y="234980"/>
                    <a:pt x="695310" y="234980"/>
                  </a:cubicBezTo>
                  <a:lnTo>
                    <a:pt x="117490" y="234980"/>
                  </a:lnTo>
                  <a:cubicBezTo>
                    <a:pt x="86330" y="234980"/>
                    <a:pt x="56446" y="222602"/>
                    <a:pt x="34412" y="200568"/>
                  </a:cubicBezTo>
                  <a:cubicBezTo>
                    <a:pt x="12378" y="178534"/>
                    <a:pt x="0" y="148650"/>
                    <a:pt x="0" y="117490"/>
                  </a:cubicBezTo>
                  <a:lnTo>
                    <a:pt x="0" y="117490"/>
                  </a:lnTo>
                  <a:cubicBezTo>
                    <a:pt x="0" y="86330"/>
                    <a:pt x="12378" y="56446"/>
                    <a:pt x="34412" y="34412"/>
                  </a:cubicBezTo>
                  <a:cubicBezTo>
                    <a:pt x="56446" y="12378"/>
                    <a:pt x="86330" y="0"/>
                    <a:pt x="117490" y="0"/>
                  </a:cubicBezTo>
                  <a:close/>
                </a:path>
              </a:pathLst>
            </a:custGeom>
            <a:solidFill>
              <a:srgbClr val="F34336"/>
            </a:solidFill>
          </p:spPr>
          <p:txBody>
            <a:bodyPr/>
            <a:lstStyle/>
            <a:p>
              <a:endParaRPr lang="en-SG" sz="1088" dirty="0"/>
            </a:p>
          </p:txBody>
        </p:sp>
        <p:sp>
          <p:nvSpPr>
            <p:cNvPr id="18" name="TextBox 18">
              <a:extLst>
                <a:ext uri="{FF2B5EF4-FFF2-40B4-BE49-F238E27FC236}">
                  <a16:creationId xmlns:a16="http://schemas.microsoft.com/office/drawing/2014/main" id="{BAAA2568-650B-56C1-4DDC-192B7834E166}"/>
                </a:ext>
              </a:extLst>
            </p:cNvPr>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sp>
        <p:nvSpPr>
          <p:cNvPr id="19" name="Freeform 19">
            <a:extLst>
              <a:ext uri="{FF2B5EF4-FFF2-40B4-BE49-F238E27FC236}">
                <a16:creationId xmlns:a16="http://schemas.microsoft.com/office/drawing/2014/main" id="{BF187764-99A0-7A84-05F9-0329DBC0E9E3}"/>
              </a:ext>
            </a:extLst>
          </p:cNvPr>
          <p:cNvSpPr/>
          <p:nvPr/>
        </p:nvSpPr>
        <p:spPr>
          <a:xfrm>
            <a:off x="7680306" y="5295111"/>
            <a:ext cx="216450" cy="216450"/>
          </a:xfrm>
          <a:custGeom>
            <a:avLst/>
            <a:gdLst/>
            <a:ahLst/>
            <a:cxnLst/>
            <a:rect l="l" t="t" r="r" b="b"/>
            <a:pathLst>
              <a:path w="270575" h="270575">
                <a:moveTo>
                  <a:pt x="0" y="0"/>
                </a:moveTo>
                <a:lnTo>
                  <a:pt x="270574" y="0"/>
                </a:lnTo>
                <a:lnTo>
                  <a:pt x="270574" y="270574"/>
                </a:lnTo>
                <a:lnTo>
                  <a:pt x="0" y="27057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20" name="Freeform 20">
            <a:extLst>
              <a:ext uri="{FF2B5EF4-FFF2-40B4-BE49-F238E27FC236}">
                <a16:creationId xmlns:a16="http://schemas.microsoft.com/office/drawing/2014/main" id="{7132B5E1-4392-6C6E-3B97-F24EB3C4349C}"/>
              </a:ext>
            </a:extLst>
          </p:cNvPr>
          <p:cNvSpPr/>
          <p:nvPr/>
        </p:nvSpPr>
        <p:spPr>
          <a:xfrm>
            <a:off x="8608" y="3267982"/>
            <a:ext cx="629155" cy="314578"/>
          </a:xfrm>
          <a:custGeom>
            <a:avLst/>
            <a:gdLst/>
            <a:ahLst/>
            <a:cxnLst/>
            <a:rect l="l" t="t" r="r" b="b"/>
            <a:pathLst>
              <a:path w="786479" h="393240">
                <a:moveTo>
                  <a:pt x="0" y="0"/>
                </a:moveTo>
                <a:lnTo>
                  <a:pt x="786480" y="0"/>
                </a:lnTo>
                <a:lnTo>
                  <a:pt x="786480" y="393239"/>
                </a:lnTo>
                <a:lnTo>
                  <a:pt x="0" y="39323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21" name="Freeform 21">
            <a:extLst>
              <a:ext uri="{FF2B5EF4-FFF2-40B4-BE49-F238E27FC236}">
                <a16:creationId xmlns:a16="http://schemas.microsoft.com/office/drawing/2014/main" id="{BC7824E2-5AD9-F1BC-7B18-040733477296}"/>
              </a:ext>
            </a:extLst>
          </p:cNvPr>
          <p:cNvSpPr/>
          <p:nvPr/>
        </p:nvSpPr>
        <p:spPr>
          <a:xfrm>
            <a:off x="12730" y="876927"/>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22" name="Freeform 22">
            <a:extLst>
              <a:ext uri="{FF2B5EF4-FFF2-40B4-BE49-F238E27FC236}">
                <a16:creationId xmlns:a16="http://schemas.microsoft.com/office/drawing/2014/main" id="{A7160A57-A201-4A03-44AA-69BDDDD29BAA}"/>
              </a:ext>
            </a:extLst>
          </p:cNvPr>
          <p:cNvSpPr/>
          <p:nvPr/>
        </p:nvSpPr>
        <p:spPr>
          <a:xfrm>
            <a:off x="0" y="4285270"/>
            <a:ext cx="629155" cy="314578"/>
          </a:xfrm>
          <a:custGeom>
            <a:avLst/>
            <a:gdLst/>
            <a:ahLst/>
            <a:cxnLst/>
            <a:rect l="l" t="t" r="r" b="b"/>
            <a:pathLst>
              <a:path w="786479" h="393240">
                <a:moveTo>
                  <a:pt x="0" y="0"/>
                </a:moveTo>
                <a:lnTo>
                  <a:pt x="786480" y="0"/>
                </a:lnTo>
                <a:lnTo>
                  <a:pt x="786480" y="393240"/>
                </a:lnTo>
                <a:lnTo>
                  <a:pt x="0" y="39324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dirty="0"/>
          </a:p>
        </p:txBody>
      </p:sp>
      <p:sp>
        <p:nvSpPr>
          <p:cNvPr id="23" name="Freeform 23">
            <a:extLst>
              <a:ext uri="{FF2B5EF4-FFF2-40B4-BE49-F238E27FC236}">
                <a16:creationId xmlns:a16="http://schemas.microsoft.com/office/drawing/2014/main" id="{AB16F3CC-0156-A679-770C-96F00262799B}"/>
              </a:ext>
            </a:extLst>
          </p:cNvPr>
          <p:cNvSpPr/>
          <p:nvPr/>
        </p:nvSpPr>
        <p:spPr>
          <a:xfrm>
            <a:off x="23365" y="5070263"/>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24" name="Freeform 24">
            <a:extLst>
              <a:ext uri="{FF2B5EF4-FFF2-40B4-BE49-F238E27FC236}">
                <a16:creationId xmlns:a16="http://schemas.microsoft.com/office/drawing/2014/main" id="{B2F7F1B3-37A9-E212-CE10-0B2339533557}"/>
              </a:ext>
            </a:extLst>
          </p:cNvPr>
          <p:cNvSpPr/>
          <p:nvPr/>
        </p:nvSpPr>
        <p:spPr>
          <a:xfrm>
            <a:off x="9178" y="5953122"/>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25" name="Freeform 25">
            <a:extLst>
              <a:ext uri="{FF2B5EF4-FFF2-40B4-BE49-F238E27FC236}">
                <a16:creationId xmlns:a16="http://schemas.microsoft.com/office/drawing/2014/main" id="{CAB88985-6F69-5405-39AC-B2C374854EEA}"/>
              </a:ext>
            </a:extLst>
          </p:cNvPr>
          <p:cNvSpPr/>
          <p:nvPr/>
        </p:nvSpPr>
        <p:spPr>
          <a:xfrm>
            <a:off x="-5123" y="6716050"/>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dirty="0"/>
          </a:p>
        </p:txBody>
      </p:sp>
      <p:sp>
        <p:nvSpPr>
          <p:cNvPr id="26" name="Freeform 26">
            <a:extLst>
              <a:ext uri="{FF2B5EF4-FFF2-40B4-BE49-F238E27FC236}">
                <a16:creationId xmlns:a16="http://schemas.microsoft.com/office/drawing/2014/main" id="{F36FB02E-27EB-56E6-F546-CE8D88515500}"/>
              </a:ext>
            </a:extLst>
          </p:cNvPr>
          <p:cNvSpPr/>
          <p:nvPr/>
        </p:nvSpPr>
        <p:spPr>
          <a:xfrm>
            <a:off x="23366" y="2521781"/>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27" name="Freeform 27">
            <a:extLst>
              <a:ext uri="{FF2B5EF4-FFF2-40B4-BE49-F238E27FC236}">
                <a16:creationId xmlns:a16="http://schemas.microsoft.com/office/drawing/2014/main" id="{E2A5C0A7-6440-7866-F1AE-EFC7E5EE89D2}"/>
              </a:ext>
            </a:extLst>
          </p:cNvPr>
          <p:cNvSpPr/>
          <p:nvPr/>
        </p:nvSpPr>
        <p:spPr>
          <a:xfrm>
            <a:off x="22061" y="1747651"/>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dirty="0"/>
          </a:p>
        </p:txBody>
      </p:sp>
      <p:sp>
        <p:nvSpPr>
          <p:cNvPr id="28" name="Freeform 28">
            <a:extLst>
              <a:ext uri="{FF2B5EF4-FFF2-40B4-BE49-F238E27FC236}">
                <a16:creationId xmlns:a16="http://schemas.microsoft.com/office/drawing/2014/main" id="{52E9C9F0-D7EA-F070-C8B9-712E8247FA71}"/>
              </a:ext>
            </a:extLst>
          </p:cNvPr>
          <p:cNvSpPr/>
          <p:nvPr/>
        </p:nvSpPr>
        <p:spPr>
          <a:xfrm>
            <a:off x="6117783" y="6800762"/>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29" name="Freeform 29">
            <a:extLst>
              <a:ext uri="{FF2B5EF4-FFF2-40B4-BE49-F238E27FC236}">
                <a16:creationId xmlns:a16="http://schemas.microsoft.com/office/drawing/2014/main" id="{3547B76C-1C9C-27F7-2170-5D4972819DBE}"/>
              </a:ext>
            </a:extLst>
          </p:cNvPr>
          <p:cNvSpPr/>
          <p:nvPr/>
        </p:nvSpPr>
        <p:spPr>
          <a:xfrm>
            <a:off x="6117783" y="2497084"/>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0" name="Freeform 30">
            <a:extLst>
              <a:ext uri="{FF2B5EF4-FFF2-40B4-BE49-F238E27FC236}">
                <a16:creationId xmlns:a16="http://schemas.microsoft.com/office/drawing/2014/main" id="{09625504-CDC5-4EB1-44F3-9DC529F39246}"/>
              </a:ext>
            </a:extLst>
          </p:cNvPr>
          <p:cNvSpPr/>
          <p:nvPr/>
        </p:nvSpPr>
        <p:spPr>
          <a:xfrm>
            <a:off x="6117783" y="1577123"/>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1" name="Freeform 31">
            <a:extLst>
              <a:ext uri="{FF2B5EF4-FFF2-40B4-BE49-F238E27FC236}">
                <a16:creationId xmlns:a16="http://schemas.microsoft.com/office/drawing/2014/main" id="{CB9048E3-BF1B-5DF1-710A-2E65C989CF49}"/>
              </a:ext>
            </a:extLst>
          </p:cNvPr>
          <p:cNvSpPr/>
          <p:nvPr/>
        </p:nvSpPr>
        <p:spPr>
          <a:xfrm>
            <a:off x="6117783" y="747423"/>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2" name="Freeform 32">
            <a:extLst>
              <a:ext uri="{FF2B5EF4-FFF2-40B4-BE49-F238E27FC236}">
                <a16:creationId xmlns:a16="http://schemas.microsoft.com/office/drawing/2014/main" id="{F70F45EA-16E5-3B35-48BC-13D877CA8E78}"/>
              </a:ext>
            </a:extLst>
          </p:cNvPr>
          <p:cNvSpPr/>
          <p:nvPr/>
        </p:nvSpPr>
        <p:spPr>
          <a:xfrm>
            <a:off x="6117783" y="5127544"/>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3" name="Freeform 33">
            <a:extLst>
              <a:ext uri="{FF2B5EF4-FFF2-40B4-BE49-F238E27FC236}">
                <a16:creationId xmlns:a16="http://schemas.microsoft.com/office/drawing/2014/main" id="{002D8A32-B045-EE3A-A9C9-6FE9B98833F4}"/>
              </a:ext>
            </a:extLst>
          </p:cNvPr>
          <p:cNvSpPr/>
          <p:nvPr/>
        </p:nvSpPr>
        <p:spPr>
          <a:xfrm>
            <a:off x="6085923" y="4173866"/>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4" name="Freeform 34">
            <a:extLst>
              <a:ext uri="{FF2B5EF4-FFF2-40B4-BE49-F238E27FC236}">
                <a16:creationId xmlns:a16="http://schemas.microsoft.com/office/drawing/2014/main" id="{0725897E-556B-E8E4-8E9A-4406BF74D508}"/>
              </a:ext>
            </a:extLst>
          </p:cNvPr>
          <p:cNvSpPr/>
          <p:nvPr/>
        </p:nvSpPr>
        <p:spPr>
          <a:xfrm>
            <a:off x="6117783" y="3310972"/>
            <a:ext cx="312305" cy="312305"/>
          </a:xfrm>
          <a:custGeom>
            <a:avLst/>
            <a:gdLst/>
            <a:ahLst/>
            <a:cxnLst/>
            <a:rect l="l" t="t" r="r" b="b"/>
            <a:pathLst>
              <a:path w="390399" h="390399">
                <a:moveTo>
                  <a:pt x="0" y="0"/>
                </a:moveTo>
                <a:lnTo>
                  <a:pt x="390399" y="0"/>
                </a:lnTo>
                <a:lnTo>
                  <a:pt x="390399" y="390398"/>
                </a:lnTo>
                <a:lnTo>
                  <a:pt x="0" y="390398"/>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5" name="Freeform 35">
            <a:extLst>
              <a:ext uri="{FF2B5EF4-FFF2-40B4-BE49-F238E27FC236}">
                <a16:creationId xmlns:a16="http://schemas.microsoft.com/office/drawing/2014/main" id="{BF24F766-1A39-3E68-E54E-0C7CA3C9B7AF}"/>
              </a:ext>
            </a:extLst>
          </p:cNvPr>
          <p:cNvSpPr/>
          <p:nvPr/>
        </p:nvSpPr>
        <p:spPr>
          <a:xfrm>
            <a:off x="6085923" y="5931862"/>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grpSp>
        <p:nvGrpSpPr>
          <p:cNvPr id="45" name="Group 45">
            <a:extLst>
              <a:ext uri="{FF2B5EF4-FFF2-40B4-BE49-F238E27FC236}">
                <a16:creationId xmlns:a16="http://schemas.microsoft.com/office/drawing/2014/main" id="{2F255235-7370-3B13-4B02-1BDEA3B9D02C}"/>
              </a:ext>
            </a:extLst>
          </p:cNvPr>
          <p:cNvGrpSpPr/>
          <p:nvPr/>
        </p:nvGrpSpPr>
        <p:grpSpPr>
          <a:xfrm>
            <a:off x="6506698" y="551792"/>
            <a:ext cx="110934" cy="7887829"/>
            <a:chOff x="0" y="0"/>
            <a:chExt cx="184898" cy="13146961"/>
          </a:xfrm>
        </p:grpSpPr>
        <p:grpSp>
          <p:nvGrpSpPr>
            <p:cNvPr id="46" name="Group 46">
              <a:extLst>
                <a:ext uri="{FF2B5EF4-FFF2-40B4-BE49-F238E27FC236}">
                  <a16:creationId xmlns:a16="http://schemas.microsoft.com/office/drawing/2014/main" id="{842F8D4E-671C-52EC-3E34-11E06E77C727}"/>
                </a:ext>
              </a:extLst>
            </p:cNvPr>
            <p:cNvGrpSpPr/>
            <p:nvPr/>
          </p:nvGrpSpPr>
          <p:grpSpPr>
            <a:xfrm>
              <a:off x="9132" y="3875"/>
              <a:ext cx="175766" cy="507612"/>
              <a:chOff x="0" y="0"/>
              <a:chExt cx="37497" cy="108291"/>
            </a:xfrm>
          </p:grpSpPr>
          <p:sp>
            <p:nvSpPr>
              <p:cNvPr id="47" name="Freeform 47">
                <a:extLst>
                  <a:ext uri="{FF2B5EF4-FFF2-40B4-BE49-F238E27FC236}">
                    <a16:creationId xmlns:a16="http://schemas.microsoft.com/office/drawing/2014/main" id="{B364A916-40CD-A423-1782-46073B7C92DD}"/>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48" name="TextBox 48">
                <a:extLst>
                  <a:ext uri="{FF2B5EF4-FFF2-40B4-BE49-F238E27FC236}">
                    <a16:creationId xmlns:a16="http://schemas.microsoft.com/office/drawing/2014/main" id="{D96947F3-2011-81C0-08D7-26B7B0CF0B4E}"/>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49" name="Group 49">
              <a:extLst>
                <a:ext uri="{FF2B5EF4-FFF2-40B4-BE49-F238E27FC236}">
                  <a16:creationId xmlns:a16="http://schemas.microsoft.com/office/drawing/2014/main" id="{529239C5-DC91-43CA-9152-8B685773F93D}"/>
                </a:ext>
              </a:extLst>
            </p:cNvPr>
            <p:cNvGrpSpPr/>
            <p:nvPr/>
          </p:nvGrpSpPr>
          <p:grpSpPr>
            <a:xfrm>
              <a:off x="9132" y="0"/>
              <a:ext cx="175766" cy="13146961"/>
              <a:chOff x="0" y="0"/>
              <a:chExt cx="37497" cy="2804685"/>
            </a:xfrm>
          </p:grpSpPr>
          <p:sp>
            <p:nvSpPr>
              <p:cNvPr id="50" name="Freeform 50">
                <a:extLst>
                  <a:ext uri="{FF2B5EF4-FFF2-40B4-BE49-F238E27FC236}">
                    <a16:creationId xmlns:a16="http://schemas.microsoft.com/office/drawing/2014/main" id="{E6E69C61-4032-4D76-E543-228A0ACCDD3C}"/>
                  </a:ext>
                </a:extLst>
              </p:cNvPr>
              <p:cNvSpPr/>
              <p:nvPr/>
            </p:nvSpPr>
            <p:spPr>
              <a:xfrm>
                <a:off x="0" y="0"/>
                <a:ext cx="37497" cy="2804685"/>
              </a:xfrm>
              <a:custGeom>
                <a:avLst/>
                <a:gdLst/>
                <a:ahLst/>
                <a:cxnLst/>
                <a:rect l="l" t="t" r="r" b="b"/>
                <a:pathLst>
                  <a:path w="37497" h="2804685">
                    <a:moveTo>
                      <a:pt x="0" y="0"/>
                    </a:moveTo>
                    <a:lnTo>
                      <a:pt x="37497" y="0"/>
                    </a:lnTo>
                    <a:lnTo>
                      <a:pt x="37497" y="2804685"/>
                    </a:lnTo>
                    <a:lnTo>
                      <a:pt x="0" y="2804685"/>
                    </a:lnTo>
                    <a:close/>
                  </a:path>
                </a:pathLst>
              </a:custGeom>
              <a:solidFill>
                <a:srgbClr val="FDFDFD"/>
              </a:solidFill>
              <a:ln w="9525" cap="sq">
                <a:solidFill>
                  <a:srgbClr val="000000"/>
                </a:solidFill>
                <a:prstDash val="solid"/>
                <a:miter/>
              </a:ln>
            </p:spPr>
            <p:txBody>
              <a:bodyPr/>
              <a:lstStyle/>
              <a:p>
                <a:endParaRPr lang="en-SG" sz="1088"/>
              </a:p>
            </p:txBody>
          </p:sp>
          <p:sp>
            <p:nvSpPr>
              <p:cNvPr id="51" name="TextBox 51">
                <a:extLst>
                  <a:ext uri="{FF2B5EF4-FFF2-40B4-BE49-F238E27FC236}">
                    <a16:creationId xmlns:a16="http://schemas.microsoft.com/office/drawing/2014/main" id="{BEBE96CB-D458-E933-2F62-534B3ABA5F23}"/>
                  </a:ext>
                </a:extLst>
              </p:cNvPr>
              <p:cNvSpPr txBox="1"/>
              <p:nvPr/>
            </p:nvSpPr>
            <p:spPr>
              <a:xfrm>
                <a:off x="0" y="-28575"/>
                <a:ext cx="37497" cy="2833260"/>
              </a:xfrm>
              <a:prstGeom prst="rect">
                <a:avLst/>
              </a:prstGeom>
            </p:spPr>
            <p:txBody>
              <a:bodyPr lIns="40638" tIns="40638" rIns="40638" bIns="40638" rtlCol="0" anchor="ctr"/>
              <a:lstStyle/>
              <a:p>
                <a:pPr algn="ctr">
                  <a:lnSpc>
                    <a:spcPts val="2016"/>
                  </a:lnSpc>
                </a:pPr>
                <a:endParaRPr sz="1088"/>
              </a:p>
            </p:txBody>
          </p:sp>
        </p:grpSp>
        <p:grpSp>
          <p:nvGrpSpPr>
            <p:cNvPr id="52" name="Group 52">
              <a:extLst>
                <a:ext uri="{FF2B5EF4-FFF2-40B4-BE49-F238E27FC236}">
                  <a16:creationId xmlns:a16="http://schemas.microsoft.com/office/drawing/2014/main" id="{788F08BA-4617-FE8F-CC17-51FB6A4CEA9C}"/>
                </a:ext>
              </a:extLst>
            </p:cNvPr>
            <p:cNvGrpSpPr/>
            <p:nvPr/>
          </p:nvGrpSpPr>
          <p:grpSpPr>
            <a:xfrm>
              <a:off x="9132" y="2726176"/>
              <a:ext cx="165100" cy="2140734"/>
              <a:chOff x="0" y="0"/>
              <a:chExt cx="35221" cy="456690"/>
            </a:xfrm>
          </p:grpSpPr>
          <p:sp>
            <p:nvSpPr>
              <p:cNvPr id="53" name="Freeform 53">
                <a:extLst>
                  <a:ext uri="{FF2B5EF4-FFF2-40B4-BE49-F238E27FC236}">
                    <a16:creationId xmlns:a16="http://schemas.microsoft.com/office/drawing/2014/main" id="{A18FE49A-44C3-1E5F-0760-0EBF49CB45E8}"/>
                  </a:ext>
                </a:extLst>
              </p:cNvPr>
              <p:cNvSpPr/>
              <p:nvPr/>
            </p:nvSpPr>
            <p:spPr>
              <a:xfrm>
                <a:off x="0" y="0"/>
                <a:ext cx="35221" cy="456690"/>
              </a:xfrm>
              <a:custGeom>
                <a:avLst/>
                <a:gdLst/>
                <a:ahLst/>
                <a:cxnLst/>
                <a:rect l="l" t="t" r="r" b="b"/>
                <a:pathLst>
                  <a:path w="35221" h="456690">
                    <a:moveTo>
                      <a:pt x="0" y="0"/>
                    </a:moveTo>
                    <a:lnTo>
                      <a:pt x="35221" y="0"/>
                    </a:lnTo>
                    <a:lnTo>
                      <a:pt x="35221" y="456690"/>
                    </a:lnTo>
                    <a:lnTo>
                      <a:pt x="0" y="456690"/>
                    </a:lnTo>
                    <a:close/>
                  </a:path>
                </a:pathLst>
              </a:custGeom>
              <a:solidFill>
                <a:srgbClr val="F34336"/>
              </a:solidFill>
              <a:ln cap="sq">
                <a:noFill/>
                <a:prstDash val="solid"/>
                <a:miter/>
              </a:ln>
            </p:spPr>
            <p:txBody>
              <a:bodyPr/>
              <a:lstStyle/>
              <a:p>
                <a:endParaRPr lang="en-SG" sz="1088"/>
              </a:p>
            </p:txBody>
          </p:sp>
          <p:sp>
            <p:nvSpPr>
              <p:cNvPr id="54" name="TextBox 54">
                <a:extLst>
                  <a:ext uri="{FF2B5EF4-FFF2-40B4-BE49-F238E27FC236}">
                    <a16:creationId xmlns:a16="http://schemas.microsoft.com/office/drawing/2014/main" id="{99AF28F1-A2F9-733D-B853-789BC38F62F5}"/>
                  </a:ext>
                </a:extLst>
              </p:cNvPr>
              <p:cNvSpPr txBox="1"/>
              <p:nvPr/>
            </p:nvSpPr>
            <p:spPr>
              <a:xfrm>
                <a:off x="0" y="-28575"/>
                <a:ext cx="35221" cy="485265"/>
              </a:xfrm>
              <a:prstGeom prst="rect">
                <a:avLst/>
              </a:prstGeom>
            </p:spPr>
            <p:txBody>
              <a:bodyPr lIns="40638" tIns="40638" rIns="40638" bIns="40638" rtlCol="0" anchor="ctr"/>
              <a:lstStyle/>
              <a:p>
                <a:pPr algn="ctr">
                  <a:lnSpc>
                    <a:spcPts val="2016"/>
                  </a:lnSpc>
                </a:pPr>
                <a:endParaRPr sz="1088"/>
              </a:p>
            </p:txBody>
          </p:sp>
        </p:grpSp>
        <p:grpSp>
          <p:nvGrpSpPr>
            <p:cNvPr id="55" name="Group 55">
              <a:extLst>
                <a:ext uri="{FF2B5EF4-FFF2-40B4-BE49-F238E27FC236}">
                  <a16:creationId xmlns:a16="http://schemas.microsoft.com/office/drawing/2014/main" id="{478DA284-E829-C357-1EB3-9B397DC399C2}"/>
                </a:ext>
              </a:extLst>
            </p:cNvPr>
            <p:cNvGrpSpPr/>
            <p:nvPr/>
          </p:nvGrpSpPr>
          <p:grpSpPr>
            <a:xfrm>
              <a:off x="9132" y="10883818"/>
              <a:ext cx="175766" cy="507612"/>
              <a:chOff x="0" y="0"/>
              <a:chExt cx="37497" cy="108291"/>
            </a:xfrm>
          </p:grpSpPr>
          <p:sp>
            <p:nvSpPr>
              <p:cNvPr id="56" name="Freeform 56">
                <a:extLst>
                  <a:ext uri="{FF2B5EF4-FFF2-40B4-BE49-F238E27FC236}">
                    <a16:creationId xmlns:a16="http://schemas.microsoft.com/office/drawing/2014/main" id="{49E88F54-B8D3-391D-4B8B-EEAB02F5F2AB}"/>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57" name="TextBox 57">
                <a:extLst>
                  <a:ext uri="{FF2B5EF4-FFF2-40B4-BE49-F238E27FC236}">
                    <a16:creationId xmlns:a16="http://schemas.microsoft.com/office/drawing/2014/main" id="{7124D5DC-6864-DF6B-E768-7C3D49F572A2}"/>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58" name="Group 58">
              <a:extLst>
                <a:ext uri="{FF2B5EF4-FFF2-40B4-BE49-F238E27FC236}">
                  <a16:creationId xmlns:a16="http://schemas.microsoft.com/office/drawing/2014/main" id="{FED66520-6D7D-D9B9-4A5D-93D879E8A32E}"/>
                </a:ext>
              </a:extLst>
            </p:cNvPr>
            <p:cNvGrpSpPr/>
            <p:nvPr/>
          </p:nvGrpSpPr>
          <p:grpSpPr>
            <a:xfrm>
              <a:off x="45096" y="175561"/>
              <a:ext cx="139802" cy="122326"/>
              <a:chOff x="0" y="0"/>
              <a:chExt cx="812800" cy="711200"/>
            </a:xfrm>
          </p:grpSpPr>
          <p:sp>
            <p:nvSpPr>
              <p:cNvPr id="59" name="Freeform 59">
                <a:extLst>
                  <a:ext uri="{FF2B5EF4-FFF2-40B4-BE49-F238E27FC236}">
                    <a16:creationId xmlns:a16="http://schemas.microsoft.com/office/drawing/2014/main" id="{3FEFB051-E446-9D08-5894-BB6A15D2C5A4}"/>
                  </a:ext>
                </a:extLst>
              </p:cNvPr>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34336"/>
              </a:solidFill>
            </p:spPr>
            <p:txBody>
              <a:bodyPr/>
              <a:lstStyle/>
              <a:p>
                <a:endParaRPr lang="en-SG" sz="1088"/>
              </a:p>
            </p:txBody>
          </p:sp>
          <p:sp>
            <p:nvSpPr>
              <p:cNvPr id="60" name="TextBox 60">
                <a:extLst>
                  <a:ext uri="{FF2B5EF4-FFF2-40B4-BE49-F238E27FC236}">
                    <a16:creationId xmlns:a16="http://schemas.microsoft.com/office/drawing/2014/main" id="{BC7F0799-A0F6-E535-B957-A72C4CA7368E}"/>
                  </a:ext>
                </a:extLst>
              </p:cNvPr>
              <p:cNvSpPr txBox="1"/>
              <p:nvPr/>
            </p:nvSpPr>
            <p:spPr>
              <a:xfrm>
                <a:off x="127000" y="301625"/>
                <a:ext cx="558800" cy="358775"/>
              </a:xfrm>
              <a:prstGeom prst="rect">
                <a:avLst/>
              </a:prstGeom>
            </p:spPr>
            <p:txBody>
              <a:bodyPr lIns="40638" tIns="40638" rIns="40638" bIns="40638" rtlCol="0" anchor="ctr"/>
              <a:lstStyle/>
              <a:p>
                <a:pPr algn="ctr">
                  <a:lnSpc>
                    <a:spcPts val="2016"/>
                  </a:lnSpc>
                </a:pPr>
                <a:endParaRPr sz="1088"/>
              </a:p>
            </p:txBody>
          </p:sp>
        </p:grpSp>
        <p:grpSp>
          <p:nvGrpSpPr>
            <p:cNvPr id="61" name="Group 61">
              <a:extLst>
                <a:ext uri="{FF2B5EF4-FFF2-40B4-BE49-F238E27FC236}">
                  <a16:creationId xmlns:a16="http://schemas.microsoft.com/office/drawing/2014/main" id="{369283F1-8414-CC33-EF1D-0266B6850A50}"/>
                </a:ext>
              </a:extLst>
            </p:cNvPr>
            <p:cNvGrpSpPr/>
            <p:nvPr/>
          </p:nvGrpSpPr>
          <p:grpSpPr>
            <a:xfrm>
              <a:off x="0" y="11085671"/>
              <a:ext cx="174232" cy="152453"/>
              <a:chOff x="0" y="0"/>
              <a:chExt cx="812800" cy="711200"/>
            </a:xfrm>
          </p:grpSpPr>
          <p:sp>
            <p:nvSpPr>
              <p:cNvPr id="62" name="Freeform 62">
                <a:extLst>
                  <a:ext uri="{FF2B5EF4-FFF2-40B4-BE49-F238E27FC236}">
                    <a16:creationId xmlns:a16="http://schemas.microsoft.com/office/drawing/2014/main" id="{3103CB29-5C6F-F888-8005-9425BA9E1D00}"/>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63" name="TextBox 63">
                <a:extLst>
                  <a:ext uri="{FF2B5EF4-FFF2-40B4-BE49-F238E27FC236}">
                    <a16:creationId xmlns:a16="http://schemas.microsoft.com/office/drawing/2014/main" id="{27DF3133-2EBB-2FC7-9642-3953A11D1969}"/>
                  </a:ext>
                </a:extLst>
              </p:cNvPr>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a:p>
            </p:txBody>
          </p:sp>
        </p:grpSp>
      </p:grpSp>
      <p:sp>
        <p:nvSpPr>
          <p:cNvPr id="67" name="TextBox 67">
            <a:extLst>
              <a:ext uri="{FF2B5EF4-FFF2-40B4-BE49-F238E27FC236}">
                <a16:creationId xmlns:a16="http://schemas.microsoft.com/office/drawing/2014/main" id="{BFA88E8C-E1EB-BC30-6101-4949503D13D9}"/>
              </a:ext>
            </a:extLst>
          </p:cNvPr>
          <p:cNvSpPr txBox="1"/>
          <p:nvPr/>
        </p:nvSpPr>
        <p:spPr>
          <a:xfrm>
            <a:off x="2003318" y="86246"/>
            <a:ext cx="1798472" cy="420884"/>
          </a:xfrm>
          <a:prstGeom prst="rect">
            <a:avLst/>
          </a:prstGeom>
        </p:spPr>
        <p:txBody>
          <a:bodyPr lIns="0" tIns="0" rIns="0" bIns="0" rtlCol="0" anchor="t">
            <a:spAutoFit/>
          </a:bodyPr>
          <a:lstStyle/>
          <a:p>
            <a:pPr>
              <a:lnSpc>
                <a:spcPts val="3414"/>
              </a:lnSpc>
              <a:spcBef>
                <a:spcPct val="0"/>
              </a:spcBef>
            </a:pPr>
            <a:r>
              <a:rPr lang="en-US" sz="2439" dirty="0">
                <a:solidFill>
                  <a:srgbClr val="FFFFFF"/>
                </a:solidFill>
                <a:latin typeface="League Spartan"/>
                <a:ea typeface="League Spartan"/>
                <a:cs typeface="League Spartan"/>
                <a:sym typeface="League Spartan"/>
              </a:rPr>
              <a:t>Plan Trip</a:t>
            </a:r>
          </a:p>
        </p:txBody>
      </p:sp>
      <p:sp>
        <p:nvSpPr>
          <p:cNvPr id="68" name="TextBox 68">
            <a:extLst>
              <a:ext uri="{FF2B5EF4-FFF2-40B4-BE49-F238E27FC236}">
                <a16:creationId xmlns:a16="http://schemas.microsoft.com/office/drawing/2014/main" id="{5A29A5CB-735E-FEE4-D2A3-FC69DE0FA417}"/>
              </a:ext>
            </a:extLst>
          </p:cNvPr>
          <p:cNvSpPr txBox="1"/>
          <p:nvPr/>
        </p:nvSpPr>
        <p:spPr>
          <a:xfrm>
            <a:off x="7241195" y="3416098"/>
            <a:ext cx="680217" cy="248594"/>
          </a:xfrm>
          <a:prstGeom prst="rect">
            <a:avLst/>
          </a:prstGeom>
        </p:spPr>
        <p:txBody>
          <a:bodyPr wrap="square" lIns="0" tIns="0" rIns="0" bIns="0" rtlCol="0" anchor="t">
            <a:spAutoFit/>
          </a:bodyPr>
          <a:lstStyle/>
          <a:p>
            <a:pPr algn="ctr">
              <a:lnSpc>
                <a:spcPts val="2046"/>
              </a:lnSpc>
              <a:spcBef>
                <a:spcPct val="0"/>
              </a:spcBef>
            </a:pPr>
            <a:r>
              <a:rPr lang="en-US" sz="1461" dirty="0">
                <a:solidFill>
                  <a:srgbClr val="FFFFFF"/>
                </a:solidFill>
                <a:latin typeface="League Spartan"/>
                <a:ea typeface="League Spartan"/>
                <a:cs typeface="League Spartan"/>
                <a:sym typeface="League Spartan"/>
              </a:rPr>
              <a:t>Reset</a:t>
            </a:r>
          </a:p>
        </p:txBody>
      </p:sp>
      <p:sp>
        <p:nvSpPr>
          <p:cNvPr id="69" name="TextBox 69">
            <a:hlinkClick r:id="rId24" action="ppaction://hlinksldjump"/>
            <a:extLst>
              <a:ext uri="{FF2B5EF4-FFF2-40B4-BE49-F238E27FC236}">
                <a16:creationId xmlns:a16="http://schemas.microsoft.com/office/drawing/2014/main" id="{9004B715-6AEE-1CE2-90E4-54ADD45C6C3F}"/>
              </a:ext>
            </a:extLst>
          </p:cNvPr>
          <p:cNvSpPr txBox="1"/>
          <p:nvPr/>
        </p:nvSpPr>
        <p:spPr>
          <a:xfrm>
            <a:off x="9024846" y="3409771"/>
            <a:ext cx="587466" cy="248466"/>
          </a:xfrm>
          <a:prstGeom prst="rect">
            <a:avLst/>
          </a:prstGeom>
        </p:spPr>
        <p:txBody>
          <a:bodyPr wrap="square" lIns="0" tIns="0" rIns="0" bIns="0" rtlCol="0" anchor="t">
            <a:spAutoFit/>
          </a:bodyPr>
          <a:lstStyle/>
          <a:p>
            <a:pPr algn="ctr">
              <a:lnSpc>
                <a:spcPts val="2040"/>
              </a:lnSpc>
              <a:spcBef>
                <a:spcPct val="0"/>
              </a:spcBef>
            </a:pPr>
            <a:r>
              <a:rPr lang="en-US" sz="1457" dirty="0">
                <a:solidFill>
                  <a:srgbClr val="FFFFFF"/>
                </a:solidFill>
                <a:latin typeface="League Spartan"/>
                <a:ea typeface="League Spartan"/>
                <a:cs typeface="League Spartan"/>
                <a:sym typeface="League Spartan"/>
              </a:rPr>
              <a:t>Save</a:t>
            </a:r>
          </a:p>
        </p:txBody>
      </p:sp>
      <p:sp>
        <p:nvSpPr>
          <p:cNvPr id="71" name="TextBox 71">
            <a:extLst>
              <a:ext uri="{FF2B5EF4-FFF2-40B4-BE49-F238E27FC236}">
                <a16:creationId xmlns:a16="http://schemas.microsoft.com/office/drawing/2014/main" id="{EA3A0A56-74FB-943C-49F1-C32AA55CAA9C}"/>
              </a:ext>
            </a:extLst>
          </p:cNvPr>
          <p:cNvSpPr txBox="1"/>
          <p:nvPr/>
        </p:nvSpPr>
        <p:spPr>
          <a:xfrm>
            <a:off x="1075681" y="913288"/>
            <a:ext cx="1855276"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Burger Queen</a:t>
            </a:r>
          </a:p>
        </p:txBody>
      </p:sp>
      <p:sp>
        <p:nvSpPr>
          <p:cNvPr id="72" name="TextBox 72">
            <a:extLst>
              <a:ext uri="{FF2B5EF4-FFF2-40B4-BE49-F238E27FC236}">
                <a16:creationId xmlns:a16="http://schemas.microsoft.com/office/drawing/2014/main" id="{8053E23A-7933-963E-9883-9CCF084CD500}"/>
              </a:ext>
            </a:extLst>
          </p:cNvPr>
          <p:cNvSpPr txBox="1"/>
          <p:nvPr/>
        </p:nvSpPr>
        <p:spPr>
          <a:xfrm>
            <a:off x="1075681" y="4262895"/>
            <a:ext cx="1508265"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Music Show</a:t>
            </a:r>
          </a:p>
        </p:txBody>
      </p:sp>
      <p:sp>
        <p:nvSpPr>
          <p:cNvPr id="73" name="TextBox 73">
            <a:extLst>
              <a:ext uri="{FF2B5EF4-FFF2-40B4-BE49-F238E27FC236}">
                <a16:creationId xmlns:a16="http://schemas.microsoft.com/office/drawing/2014/main" id="{767329CF-2B6D-F914-0482-59058B871649}"/>
              </a:ext>
            </a:extLst>
          </p:cNvPr>
          <p:cNvSpPr txBox="1"/>
          <p:nvPr/>
        </p:nvSpPr>
        <p:spPr>
          <a:xfrm>
            <a:off x="1078431" y="2688680"/>
            <a:ext cx="1558581"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Bumper cars</a:t>
            </a:r>
          </a:p>
        </p:txBody>
      </p:sp>
      <p:sp>
        <p:nvSpPr>
          <p:cNvPr id="74" name="TextBox 74">
            <a:extLst>
              <a:ext uri="{FF2B5EF4-FFF2-40B4-BE49-F238E27FC236}">
                <a16:creationId xmlns:a16="http://schemas.microsoft.com/office/drawing/2014/main" id="{D05BC756-4086-A0B2-400F-3C0C821C99D7}"/>
              </a:ext>
            </a:extLst>
          </p:cNvPr>
          <p:cNvSpPr txBox="1"/>
          <p:nvPr/>
        </p:nvSpPr>
        <p:spPr>
          <a:xfrm>
            <a:off x="1111633" y="5183403"/>
            <a:ext cx="1783371"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Ferris wheels</a:t>
            </a:r>
          </a:p>
        </p:txBody>
      </p:sp>
      <p:sp>
        <p:nvSpPr>
          <p:cNvPr id="75" name="TextBox 75">
            <a:extLst>
              <a:ext uri="{FF2B5EF4-FFF2-40B4-BE49-F238E27FC236}">
                <a16:creationId xmlns:a16="http://schemas.microsoft.com/office/drawing/2014/main" id="{8CE08E65-A12C-0ACB-8293-61827670CF3E}"/>
              </a:ext>
            </a:extLst>
          </p:cNvPr>
          <p:cNvSpPr txBox="1"/>
          <p:nvPr/>
        </p:nvSpPr>
        <p:spPr>
          <a:xfrm>
            <a:off x="1075681" y="6716050"/>
            <a:ext cx="1332514"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Fireworks</a:t>
            </a:r>
          </a:p>
        </p:txBody>
      </p:sp>
      <p:sp>
        <p:nvSpPr>
          <p:cNvPr id="76" name="TextBox 76">
            <a:extLst>
              <a:ext uri="{FF2B5EF4-FFF2-40B4-BE49-F238E27FC236}">
                <a16:creationId xmlns:a16="http://schemas.microsoft.com/office/drawing/2014/main" id="{30484D73-6BE1-C3E0-1AD5-289B9DA3E1C5}"/>
              </a:ext>
            </a:extLst>
          </p:cNvPr>
          <p:cNvSpPr txBox="1"/>
          <p:nvPr/>
        </p:nvSpPr>
        <p:spPr>
          <a:xfrm>
            <a:off x="1040338" y="5970511"/>
            <a:ext cx="1810425"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Ice Cream Corner</a:t>
            </a:r>
          </a:p>
        </p:txBody>
      </p:sp>
      <p:sp>
        <p:nvSpPr>
          <p:cNvPr id="77" name="TextBox 77">
            <a:extLst>
              <a:ext uri="{FF2B5EF4-FFF2-40B4-BE49-F238E27FC236}">
                <a16:creationId xmlns:a16="http://schemas.microsoft.com/office/drawing/2014/main" id="{E950226A-FDBE-B9A2-4180-3835C4381C55}"/>
              </a:ext>
            </a:extLst>
          </p:cNvPr>
          <p:cNvSpPr txBox="1"/>
          <p:nvPr/>
        </p:nvSpPr>
        <p:spPr>
          <a:xfrm>
            <a:off x="1160710" y="3475787"/>
            <a:ext cx="1183620"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Pizza House</a:t>
            </a:r>
          </a:p>
        </p:txBody>
      </p:sp>
      <p:sp>
        <p:nvSpPr>
          <p:cNvPr id="78" name="TextBox 78">
            <a:extLst>
              <a:ext uri="{FF2B5EF4-FFF2-40B4-BE49-F238E27FC236}">
                <a16:creationId xmlns:a16="http://schemas.microsoft.com/office/drawing/2014/main" id="{9F71D24F-A2EB-D2FA-8D6E-C498160AC2A5}"/>
              </a:ext>
            </a:extLst>
          </p:cNvPr>
          <p:cNvSpPr txBox="1"/>
          <p:nvPr/>
        </p:nvSpPr>
        <p:spPr>
          <a:xfrm>
            <a:off x="1137773" y="1818906"/>
            <a:ext cx="1871248"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Castle Playtime</a:t>
            </a:r>
          </a:p>
        </p:txBody>
      </p:sp>
      <p:sp>
        <p:nvSpPr>
          <p:cNvPr id="79" name="TextBox 79">
            <a:extLst>
              <a:ext uri="{FF2B5EF4-FFF2-40B4-BE49-F238E27FC236}">
                <a16:creationId xmlns:a16="http://schemas.microsoft.com/office/drawing/2014/main" id="{F89B190D-584B-06D2-3060-D720713EFE0B}"/>
              </a:ext>
            </a:extLst>
          </p:cNvPr>
          <p:cNvSpPr txBox="1"/>
          <p:nvPr/>
        </p:nvSpPr>
        <p:spPr>
          <a:xfrm>
            <a:off x="737481" y="934550"/>
            <a:ext cx="167347"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1.</a:t>
            </a:r>
          </a:p>
        </p:txBody>
      </p:sp>
      <p:sp>
        <p:nvSpPr>
          <p:cNvPr id="80" name="TextBox 80">
            <a:extLst>
              <a:ext uri="{FF2B5EF4-FFF2-40B4-BE49-F238E27FC236}">
                <a16:creationId xmlns:a16="http://schemas.microsoft.com/office/drawing/2014/main" id="{E64E446B-60B2-2642-88F1-8A7639A9D71E}"/>
              </a:ext>
            </a:extLst>
          </p:cNvPr>
          <p:cNvSpPr txBox="1"/>
          <p:nvPr/>
        </p:nvSpPr>
        <p:spPr>
          <a:xfrm>
            <a:off x="739574" y="1797669"/>
            <a:ext cx="169252"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2.</a:t>
            </a:r>
          </a:p>
        </p:txBody>
      </p:sp>
      <p:sp>
        <p:nvSpPr>
          <p:cNvPr id="81" name="TextBox 81">
            <a:extLst>
              <a:ext uri="{FF2B5EF4-FFF2-40B4-BE49-F238E27FC236}">
                <a16:creationId xmlns:a16="http://schemas.microsoft.com/office/drawing/2014/main" id="{02CE22E5-B9CE-3849-2BED-2FCEE7E13467}"/>
              </a:ext>
            </a:extLst>
          </p:cNvPr>
          <p:cNvSpPr txBox="1"/>
          <p:nvPr/>
        </p:nvSpPr>
        <p:spPr>
          <a:xfrm>
            <a:off x="667840" y="2626429"/>
            <a:ext cx="236987"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3.</a:t>
            </a:r>
          </a:p>
        </p:txBody>
      </p:sp>
      <p:sp>
        <p:nvSpPr>
          <p:cNvPr id="82" name="TextBox 82">
            <a:extLst>
              <a:ext uri="{FF2B5EF4-FFF2-40B4-BE49-F238E27FC236}">
                <a16:creationId xmlns:a16="http://schemas.microsoft.com/office/drawing/2014/main" id="{D29BA55A-FBA1-1881-B42C-136549791D8E}"/>
              </a:ext>
            </a:extLst>
          </p:cNvPr>
          <p:cNvSpPr txBox="1"/>
          <p:nvPr/>
        </p:nvSpPr>
        <p:spPr>
          <a:xfrm>
            <a:off x="667853" y="6842483"/>
            <a:ext cx="226131" cy="264624"/>
          </a:xfrm>
          <a:prstGeom prst="rect">
            <a:avLst/>
          </a:prstGeom>
        </p:spPr>
        <p:txBody>
          <a:bodyPr wrap="square" lIns="0" tIns="0" rIns="0" bIns="0" rtlCol="0" anchor="t">
            <a:spAutoFit/>
          </a:bodyPr>
          <a:lstStyle/>
          <a:p>
            <a:pPr>
              <a:lnSpc>
                <a:spcPts val="2240"/>
              </a:lnSpc>
              <a:spcBef>
                <a:spcPct val="0"/>
              </a:spcBef>
            </a:pPr>
            <a:r>
              <a:rPr lang="en-US" sz="1600" b="1" dirty="0">
                <a:solidFill>
                  <a:srgbClr val="000000"/>
                </a:solidFill>
                <a:latin typeface="Canva Sans Bold"/>
                <a:ea typeface="Canva Sans Bold"/>
                <a:cs typeface="Canva Sans Bold"/>
                <a:sym typeface="Canva Sans Bold"/>
              </a:rPr>
              <a:t>8.</a:t>
            </a:r>
          </a:p>
        </p:txBody>
      </p:sp>
      <p:sp>
        <p:nvSpPr>
          <p:cNvPr id="83" name="TextBox 83">
            <a:extLst>
              <a:ext uri="{FF2B5EF4-FFF2-40B4-BE49-F238E27FC236}">
                <a16:creationId xmlns:a16="http://schemas.microsoft.com/office/drawing/2014/main" id="{B88F9CF0-F5DE-7FB6-3A44-0DE0E9CF6CC1}"/>
              </a:ext>
            </a:extLst>
          </p:cNvPr>
          <p:cNvSpPr txBox="1"/>
          <p:nvPr/>
        </p:nvSpPr>
        <p:spPr>
          <a:xfrm>
            <a:off x="678422" y="5994356"/>
            <a:ext cx="167446"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7.</a:t>
            </a:r>
          </a:p>
        </p:txBody>
      </p:sp>
      <p:sp>
        <p:nvSpPr>
          <p:cNvPr id="84" name="TextBox 84">
            <a:extLst>
              <a:ext uri="{FF2B5EF4-FFF2-40B4-BE49-F238E27FC236}">
                <a16:creationId xmlns:a16="http://schemas.microsoft.com/office/drawing/2014/main" id="{7BCD1471-0D28-6862-CF02-CDDFD9259D82}"/>
              </a:ext>
            </a:extLst>
          </p:cNvPr>
          <p:cNvSpPr txBox="1"/>
          <p:nvPr/>
        </p:nvSpPr>
        <p:spPr>
          <a:xfrm>
            <a:off x="711874" y="5148677"/>
            <a:ext cx="288403"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6.</a:t>
            </a:r>
          </a:p>
        </p:txBody>
      </p:sp>
      <p:sp>
        <p:nvSpPr>
          <p:cNvPr id="85" name="TextBox 85">
            <a:extLst>
              <a:ext uri="{FF2B5EF4-FFF2-40B4-BE49-F238E27FC236}">
                <a16:creationId xmlns:a16="http://schemas.microsoft.com/office/drawing/2014/main" id="{A94E44DC-A897-8439-F4B6-3BB9AB940EE9}"/>
              </a:ext>
            </a:extLst>
          </p:cNvPr>
          <p:cNvSpPr txBox="1"/>
          <p:nvPr/>
        </p:nvSpPr>
        <p:spPr>
          <a:xfrm>
            <a:off x="702545" y="4311654"/>
            <a:ext cx="191439"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5.</a:t>
            </a:r>
          </a:p>
        </p:txBody>
      </p:sp>
      <p:sp>
        <p:nvSpPr>
          <p:cNvPr id="86" name="TextBox 86">
            <a:extLst>
              <a:ext uri="{FF2B5EF4-FFF2-40B4-BE49-F238E27FC236}">
                <a16:creationId xmlns:a16="http://schemas.microsoft.com/office/drawing/2014/main" id="{10A97E4F-2525-EEF6-ED02-8829397F5EAE}"/>
              </a:ext>
            </a:extLst>
          </p:cNvPr>
          <p:cNvSpPr txBox="1"/>
          <p:nvPr/>
        </p:nvSpPr>
        <p:spPr>
          <a:xfrm>
            <a:off x="681858" y="3432202"/>
            <a:ext cx="288404"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4.</a:t>
            </a:r>
          </a:p>
        </p:txBody>
      </p:sp>
      <p:sp>
        <p:nvSpPr>
          <p:cNvPr id="87" name="TextBox 87">
            <a:extLst>
              <a:ext uri="{FF2B5EF4-FFF2-40B4-BE49-F238E27FC236}">
                <a16:creationId xmlns:a16="http://schemas.microsoft.com/office/drawing/2014/main" id="{0F848BDB-0CFA-D411-A3E5-137F3D100DD2}"/>
              </a:ext>
            </a:extLst>
          </p:cNvPr>
          <p:cNvSpPr txBox="1"/>
          <p:nvPr/>
        </p:nvSpPr>
        <p:spPr>
          <a:xfrm>
            <a:off x="4988361" y="5298968"/>
            <a:ext cx="553188"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500 m </a:t>
            </a:r>
          </a:p>
        </p:txBody>
      </p:sp>
      <p:sp>
        <p:nvSpPr>
          <p:cNvPr id="88" name="TextBox 88">
            <a:extLst>
              <a:ext uri="{FF2B5EF4-FFF2-40B4-BE49-F238E27FC236}">
                <a16:creationId xmlns:a16="http://schemas.microsoft.com/office/drawing/2014/main" id="{7A59D69F-025B-DEBD-3C3C-82EC91C02DB5}"/>
              </a:ext>
            </a:extLst>
          </p:cNvPr>
          <p:cNvSpPr txBox="1"/>
          <p:nvPr/>
        </p:nvSpPr>
        <p:spPr>
          <a:xfrm>
            <a:off x="4960702" y="2728637"/>
            <a:ext cx="414224" cy="215444"/>
          </a:xfrm>
          <a:prstGeom prst="rect">
            <a:avLst/>
          </a:prstGeom>
        </p:spPr>
        <p:txBody>
          <a:bodyPr lIns="0" tIns="0" rIns="0" bIns="0" rtlCol="0" anchor="t">
            <a:spAutoFit/>
          </a:bodyPr>
          <a:lstStyle/>
          <a:p>
            <a:pPr>
              <a:lnSpc>
                <a:spcPts val="1791"/>
              </a:lnSpc>
              <a:spcBef>
                <a:spcPct val="0"/>
              </a:spcBef>
            </a:pPr>
            <a:r>
              <a:rPr lang="en-US" sz="1279" dirty="0">
                <a:solidFill>
                  <a:srgbClr val="000000"/>
                </a:solidFill>
                <a:latin typeface="Canva Sans"/>
                <a:ea typeface="Canva Sans"/>
                <a:cs typeface="Canva Sans"/>
                <a:sym typeface="Canva Sans"/>
              </a:rPr>
              <a:t>25 m </a:t>
            </a:r>
          </a:p>
        </p:txBody>
      </p:sp>
      <p:sp>
        <p:nvSpPr>
          <p:cNvPr id="89" name="TextBox 89">
            <a:extLst>
              <a:ext uri="{FF2B5EF4-FFF2-40B4-BE49-F238E27FC236}">
                <a16:creationId xmlns:a16="http://schemas.microsoft.com/office/drawing/2014/main" id="{639AB8DF-827B-8331-4598-181ABF58B3ED}"/>
              </a:ext>
            </a:extLst>
          </p:cNvPr>
          <p:cNvSpPr txBox="1"/>
          <p:nvPr/>
        </p:nvSpPr>
        <p:spPr>
          <a:xfrm>
            <a:off x="4950065" y="4451811"/>
            <a:ext cx="528329"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250 m </a:t>
            </a:r>
          </a:p>
        </p:txBody>
      </p:sp>
      <p:sp>
        <p:nvSpPr>
          <p:cNvPr id="90" name="TextBox 90">
            <a:extLst>
              <a:ext uri="{FF2B5EF4-FFF2-40B4-BE49-F238E27FC236}">
                <a16:creationId xmlns:a16="http://schemas.microsoft.com/office/drawing/2014/main" id="{8127DEAC-8ACC-373D-DF4E-B6A87F7E0D40}"/>
              </a:ext>
            </a:extLst>
          </p:cNvPr>
          <p:cNvSpPr txBox="1"/>
          <p:nvPr/>
        </p:nvSpPr>
        <p:spPr>
          <a:xfrm>
            <a:off x="4943875" y="3597805"/>
            <a:ext cx="540711"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100 m </a:t>
            </a:r>
          </a:p>
        </p:txBody>
      </p:sp>
      <p:sp>
        <p:nvSpPr>
          <p:cNvPr id="91" name="TextBox 91">
            <a:extLst>
              <a:ext uri="{FF2B5EF4-FFF2-40B4-BE49-F238E27FC236}">
                <a16:creationId xmlns:a16="http://schemas.microsoft.com/office/drawing/2014/main" id="{7CC89253-2C1A-1C07-60BF-F2E5F3099DE5}"/>
              </a:ext>
            </a:extLst>
          </p:cNvPr>
          <p:cNvSpPr txBox="1"/>
          <p:nvPr/>
        </p:nvSpPr>
        <p:spPr>
          <a:xfrm>
            <a:off x="4928207" y="1919522"/>
            <a:ext cx="423177"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70 m </a:t>
            </a:r>
          </a:p>
        </p:txBody>
      </p:sp>
      <p:sp>
        <p:nvSpPr>
          <p:cNvPr id="92" name="TextBox 92">
            <a:extLst>
              <a:ext uri="{FF2B5EF4-FFF2-40B4-BE49-F238E27FC236}">
                <a16:creationId xmlns:a16="http://schemas.microsoft.com/office/drawing/2014/main" id="{3EADAD76-3450-E020-A72C-EFF87DC23001}"/>
              </a:ext>
            </a:extLst>
          </p:cNvPr>
          <p:cNvSpPr txBox="1"/>
          <p:nvPr/>
        </p:nvSpPr>
        <p:spPr>
          <a:xfrm>
            <a:off x="4988361" y="1048873"/>
            <a:ext cx="411462"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15 m </a:t>
            </a:r>
          </a:p>
        </p:txBody>
      </p:sp>
      <p:sp>
        <p:nvSpPr>
          <p:cNvPr id="93" name="TextBox 93">
            <a:extLst>
              <a:ext uri="{FF2B5EF4-FFF2-40B4-BE49-F238E27FC236}">
                <a16:creationId xmlns:a16="http://schemas.microsoft.com/office/drawing/2014/main" id="{0D8DFAB7-909F-DC1C-7A1D-BA383319AD93}"/>
              </a:ext>
            </a:extLst>
          </p:cNvPr>
          <p:cNvSpPr txBox="1"/>
          <p:nvPr/>
        </p:nvSpPr>
        <p:spPr>
          <a:xfrm>
            <a:off x="5042971" y="6859328"/>
            <a:ext cx="518804"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120 m </a:t>
            </a:r>
          </a:p>
        </p:txBody>
      </p:sp>
      <p:sp>
        <p:nvSpPr>
          <p:cNvPr id="94" name="TextBox 94">
            <a:extLst>
              <a:ext uri="{FF2B5EF4-FFF2-40B4-BE49-F238E27FC236}">
                <a16:creationId xmlns:a16="http://schemas.microsoft.com/office/drawing/2014/main" id="{B1760643-8147-A31C-6EA3-DA350C05259A}"/>
              </a:ext>
            </a:extLst>
          </p:cNvPr>
          <p:cNvSpPr txBox="1"/>
          <p:nvPr/>
        </p:nvSpPr>
        <p:spPr>
          <a:xfrm>
            <a:off x="5017063" y="6180525"/>
            <a:ext cx="642433"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2500 m </a:t>
            </a:r>
          </a:p>
        </p:txBody>
      </p:sp>
      <p:sp>
        <p:nvSpPr>
          <p:cNvPr id="95" name="TextBox 95">
            <a:extLst>
              <a:ext uri="{FF2B5EF4-FFF2-40B4-BE49-F238E27FC236}">
                <a16:creationId xmlns:a16="http://schemas.microsoft.com/office/drawing/2014/main" id="{00A904FC-DB46-F4F6-1031-753D5E7D365F}"/>
              </a:ext>
            </a:extLst>
          </p:cNvPr>
          <p:cNvSpPr txBox="1"/>
          <p:nvPr/>
        </p:nvSpPr>
        <p:spPr>
          <a:xfrm>
            <a:off x="3111507" y="1059728"/>
            <a:ext cx="1168667"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10:00 - 10:30</a:t>
            </a:r>
          </a:p>
        </p:txBody>
      </p:sp>
      <p:sp>
        <p:nvSpPr>
          <p:cNvPr id="96" name="TextBox 96">
            <a:extLst>
              <a:ext uri="{FF2B5EF4-FFF2-40B4-BE49-F238E27FC236}">
                <a16:creationId xmlns:a16="http://schemas.microsoft.com/office/drawing/2014/main" id="{0909D348-8B6F-1A79-8F18-A9267CF296A3}"/>
              </a:ext>
            </a:extLst>
          </p:cNvPr>
          <p:cNvSpPr txBox="1"/>
          <p:nvPr/>
        </p:nvSpPr>
        <p:spPr>
          <a:xfrm>
            <a:off x="3112728" y="1932199"/>
            <a:ext cx="1228589"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10:35 - 11:30</a:t>
            </a:r>
          </a:p>
        </p:txBody>
      </p:sp>
      <p:sp>
        <p:nvSpPr>
          <p:cNvPr id="97" name="TextBox 97">
            <a:extLst>
              <a:ext uri="{FF2B5EF4-FFF2-40B4-BE49-F238E27FC236}">
                <a16:creationId xmlns:a16="http://schemas.microsoft.com/office/drawing/2014/main" id="{1C02E723-37AC-33FD-CE33-18CB078F0C8E}"/>
              </a:ext>
            </a:extLst>
          </p:cNvPr>
          <p:cNvSpPr txBox="1"/>
          <p:nvPr/>
        </p:nvSpPr>
        <p:spPr>
          <a:xfrm>
            <a:off x="3049178" y="2804670"/>
            <a:ext cx="1168667"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11:35 - 12:05</a:t>
            </a:r>
          </a:p>
        </p:txBody>
      </p:sp>
      <p:sp>
        <p:nvSpPr>
          <p:cNvPr id="98" name="TextBox 98">
            <a:extLst>
              <a:ext uri="{FF2B5EF4-FFF2-40B4-BE49-F238E27FC236}">
                <a16:creationId xmlns:a16="http://schemas.microsoft.com/office/drawing/2014/main" id="{56BEB188-7D37-D321-69CD-2CD24596EE5B}"/>
              </a:ext>
            </a:extLst>
          </p:cNvPr>
          <p:cNvSpPr txBox="1"/>
          <p:nvPr/>
        </p:nvSpPr>
        <p:spPr>
          <a:xfrm>
            <a:off x="3121069" y="3658237"/>
            <a:ext cx="1271153"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12:10 - 12:50</a:t>
            </a:r>
          </a:p>
        </p:txBody>
      </p:sp>
      <p:sp>
        <p:nvSpPr>
          <p:cNvPr id="99" name="TextBox 99">
            <a:extLst>
              <a:ext uri="{FF2B5EF4-FFF2-40B4-BE49-F238E27FC236}">
                <a16:creationId xmlns:a16="http://schemas.microsoft.com/office/drawing/2014/main" id="{532BCB9E-88EC-3F50-0D6B-BB55978E2776}"/>
              </a:ext>
            </a:extLst>
          </p:cNvPr>
          <p:cNvSpPr txBox="1"/>
          <p:nvPr/>
        </p:nvSpPr>
        <p:spPr>
          <a:xfrm>
            <a:off x="3049781" y="4511804"/>
            <a:ext cx="1363638"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12:55 - 13.30</a:t>
            </a:r>
          </a:p>
        </p:txBody>
      </p:sp>
      <p:sp>
        <p:nvSpPr>
          <p:cNvPr id="100" name="TextBox 100">
            <a:extLst>
              <a:ext uri="{FF2B5EF4-FFF2-40B4-BE49-F238E27FC236}">
                <a16:creationId xmlns:a16="http://schemas.microsoft.com/office/drawing/2014/main" id="{96523033-A11D-6E15-3B7F-51F4CD42567E}"/>
              </a:ext>
            </a:extLst>
          </p:cNvPr>
          <p:cNvSpPr txBox="1"/>
          <p:nvPr/>
        </p:nvSpPr>
        <p:spPr>
          <a:xfrm>
            <a:off x="3102299" y="5315683"/>
            <a:ext cx="1264864"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13:40 - 14.30</a:t>
            </a:r>
          </a:p>
        </p:txBody>
      </p:sp>
      <p:sp>
        <p:nvSpPr>
          <p:cNvPr id="101" name="TextBox 101">
            <a:extLst>
              <a:ext uri="{FF2B5EF4-FFF2-40B4-BE49-F238E27FC236}">
                <a16:creationId xmlns:a16="http://schemas.microsoft.com/office/drawing/2014/main" id="{80587AA7-9247-11FA-6978-DF8CC82CDE03}"/>
              </a:ext>
            </a:extLst>
          </p:cNvPr>
          <p:cNvSpPr txBox="1"/>
          <p:nvPr/>
        </p:nvSpPr>
        <p:spPr>
          <a:xfrm>
            <a:off x="3121808" y="6140691"/>
            <a:ext cx="1264864"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14:35 - 14.55</a:t>
            </a:r>
          </a:p>
        </p:txBody>
      </p:sp>
      <p:sp>
        <p:nvSpPr>
          <p:cNvPr id="102" name="TextBox 102">
            <a:extLst>
              <a:ext uri="{FF2B5EF4-FFF2-40B4-BE49-F238E27FC236}">
                <a16:creationId xmlns:a16="http://schemas.microsoft.com/office/drawing/2014/main" id="{43AE2723-6370-D483-2D58-8C6D446C2699}"/>
              </a:ext>
            </a:extLst>
          </p:cNvPr>
          <p:cNvSpPr txBox="1"/>
          <p:nvPr/>
        </p:nvSpPr>
        <p:spPr>
          <a:xfrm>
            <a:off x="3124507" y="6780346"/>
            <a:ext cx="126216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18:00 - 19:00</a:t>
            </a:r>
          </a:p>
        </p:txBody>
      </p:sp>
      <p:grpSp>
        <p:nvGrpSpPr>
          <p:cNvPr id="107" name="Group 107">
            <a:extLst>
              <a:ext uri="{FF2B5EF4-FFF2-40B4-BE49-F238E27FC236}">
                <a16:creationId xmlns:a16="http://schemas.microsoft.com/office/drawing/2014/main" id="{A040EFFF-2B57-78C7-E2F0-652079A37F5D}"/>
              </a:ext>
            </a:extLst>
          </p:cNvPr>
          <p:cNvGrpSpPr/>
          <p:nvPr/>
        </p:nvGrpSpPr>
        <p:grpSpPr>
          <a:xfrm>
            <a:off x="6932608" y="5921383"/>
            <a:ext cx="3124661" cy="1285914"/>
            <a:chOff x="0" y="0"/>
            <a:chExt cx="1111039" cy="457234"/>
          </a:xfrm>
        </p:grpSpPr>
        <p:sp>
          <p:nvSpPr>
            <p:cNvPr id="108" name="Freeform 108">
              <a:extLst>
                <a:ext uri="{FF2B5EF4-FFF2-40B4-BE49-F238E27FC236}">
                  <a16:creationId xmlns:a16="http://schemas.microsoft.com/office/drawing/2014/main" id="{4C6B66DF-31E1-974A-452C-852635FB93E3}"/>
                </a:ext>
              </a:extLst>
            </p:cNvPr>
            <p:cNvSpPr/>
            <p:nvPr/>
          </p:nvSpPr>
          <p:spPr>
            <a:xfrm>
              <a:off x="0" y="0"/>
              <a:ext cx="1111039" cy="457234"/>
            </a:xfrm>
            <a:custGeom>
              <a:avLst/>
              <a:gdLst/>
              <a:ahLst/>
              <a:cxnLst/>
              <a:rect l="l" t="t" r="r" b="b"/>
              <a:pathLst>
                <a:path w="1111039" h="457234">
                  <a:moveTo>
                    <a:pt x="67390" y="0"/>
                  </a:moveTo>
                  <a:lnTo>
                    <a:pt x="1043649" y="0"/>
                  </a:lnTo>
                  <a:cubicBezTo>
                    <a:pt x="1061522" y="0"/>
                    <a:pt x="1078663" y="7100"/>
                    <a:pt x="1091301" y="19738"/>
                  </a:cubicBezTo>
                  <a:cubicBezTo>
                    <a:pt x="1103939" y="32376"/>
                    <a:pt x="1111039" y="49517"/>
                    <a:pt x="1111039" y="67390"/>
                  </a:cubicBezTo>
                  <a:lnTo>
                    <a:pt x="1111039" y="389844"/>
                  </a:lnTo>
                  <a:cubicBezTo>
                    <a:pt x="1111039" y="427062"/>
                    <a:pt x="1080868" y="457234"/>
                    <a:pt x="1043649" y="457234"/>
                  </a:cubicBezTo>
                  <a:lnTo>
                    <a:pt x="67390" y="457234"/>
                  </a:lnTo>
                  <a:cubicBezTo>
                    <a:pt x="49517" y="457234"/>
                    <a:pt x="32376" y="450134"/>
                    <a:pt x="19738" y="437496"/>
                  </a:cubicBezTo>
                  <a:cubicBezTo>
                    <a:pt x="7100" y="424858"/>
                    <a:pt x="0" y="407717"/>
                    <a:pt x="0" y="389844"/>
                  </a:cubicBezTo>
                  <a:lnTo>
                    <a:pt x="0" y="67390"/>
                  </a:lnTo>
                  <a:cubicBezTo>
                    <a:pt x="0" y="49517"/>
                    <a:pt x="7100" y="32376"/>
                    <a:pt x="19738" y="19738"/>
                  </a:cubicBezTo>
                  <a:cubicBezTo>
                    <a:pt x="32376" y="7100"/>
                    <a:pt x="49517" y="0"/>
                    <a:pt x="67390" y="0"/>
                  </a:cubicBezTo>
                  <a:close/>
                </a:path>
              </a:pathLst>
            </a:custGeom>
            <a:solidFill>
              <a:srgbClr val="FFD775"/>
            </a:solidFill>
          </p:spPr>
          <p:txBody>
            <a:bodyPr/>
            <a:lstStyle/>
            <a:p>
              <a:endParaRPr lang="en-SG" sz="1088"/>
            </a:p>
          </p:txBody>
        </p:sp>
        <p:sp>
          <p:nvSpPr>
            <p:cNvPr id="109" name="TextBox 109">
              <a:extLst>
                <a:ext uri="{FF2B5EF4-FFF2-40B4-BE49-F238E27FC236}">
                  <a16:creationId xmlns:a16="http://schemas.microsoft.com/office/drawing/2014/main" id="{5FA9F6D0-28E4-1BD7-4525-CE27C15912E8}"/>
                </a:ext>
              </a:extLst>
            </p:cNvPr>
            <p:cNvSpPr txBox="1"/>
            <p:nvPr/>
          </p:nvSpPr>
          <p:spPr>
            <a:xfrm>
              <a:off x="0" y="-28575"/>
              <a:ext cx="1111039" cy="485809"/>
            </a:xfrm>
            <a:prstGeom prst="rect">
              <a:avLst/>
            </a:prstGeom>
          </p:spPr>
          <p:txBody>
            <a:bodyPr lIns="40638" tIns="40638" rIns="40638" bIns="40638" rtlCol="0" anchor="ctr"/>
            <a:lstStyle/>
            <a:p>
              <a:pPr algn="ctr">
                <a:lnSpc>
                  <a:spcPts val="2016"/>
                </a:lnSpc>
              </a:pPr>
              <a:endParaRPr sz="1088"/>
            </a:p>
          </p:txBody>
        </p:sp>
      </p:grpSp>
      <p:sp>
        <p:nvSpPr>
          <p:cNvPr id="110" name="Freeform 110">
            <a:extLst>
              <a:ext uri="{FF2B5EF4-FFF2-40B4-BE49-F238E27FC236}">
                <a16:creationId xmlns:a16="http://schemas.microsoft.com/office/drawing/2014/main" id="{AEE5F9F0-17FA-60DC-C30E-7767A36DA65B}"/>
              </a:ext>
            </a:extLst>
          </p:cNvPr>
          <p:cNvSpPr/>
          <p:nvPr/>
        </p:nvSpPr>
        <p:spPr>
          <a:xfrm>
            <a:off x="6584191" y="5159675"/>
            <a:ext cx="1422164" cy="1108025"/>
          </a:xfrm>
          <a:custGeom>
            <a:avLst/>
            <a:gdLst/>
            <a:ahLst/>
            <a:cxnLst/>
            <a:rect l="l" t="t" r="r" b="b"/>
            <a:pathLst>
              <a:path w="1777784" h="1385092">
                <a:moveTo>
                  <a:pt x="0" y="0"/>
                </a:moveTo>
                <a:lnTo>
                  <a:pt x="1777784" y="0"/>
                </a:lnTo>
                <a:lnTo>
                  <a:pt x="1777784" y="1385092"/>
                </a:lnTo>
                <a:lnTo>
                  <a:pt x="0" y="1385092"/>
                </a:lnTo>
                <a:lnTo>
                  <a:pt x="0" y="0"/>
                </a:lnTo>
                <a:close/>
              </a:path>
            </a:pathLst>
          </a:custGeom>
          <a:blipFill>
            <a:blip r:embed="rId25"/>
            <a:stretch>
              <a:fillRect t="-6394" b="-6394"/>
            </a:stretch>
          </a:blipFill>
          <a:ln cap="sq">
            <a:noFill/>
            <a:prstDash val="solid"/>
            <a:miter/>
          </a:ln>
        </p:spPr>
        <p:txBody>
          <a:bodyPr/>
          <a:lstStyle/>
          <a:p>
            <a:endParaRPr lang="en-SG" sz="1088"/>
          </a:p>
        </p:txBody>
      </p:sp>
      <p:sp>
        <p:nvSpPr>
          <p:cNvPr id="111" name="TextBox 111">
            <a:extLst>
              <a:ext uri="{FF2B5EF4-FFF2-40B4-BE49-F238E27FC236}">
                <a16:creationId xmlns:a16="http://schemas.microsoft.com/office/drawing/2014/main" id="{4E9EAD28-93B9-9FB6-3638-66703E9506ED}"/>
              </a:ext>
            </a:extLst>
          </p:cNvPr>
          <p:cNvSpPr txBox="1"/>
          <p:nvPr/>
        </p:nvSpPr>
        <p:spPr>
          <a:xfrm>
            <a:off x="7088052" y="6149333"/>
            <a:ext cx="2907820" cy="494366"/>
          </a:xfrm>
          <a:prstGeom prst="rect">
            <a:avLst/>
          </a:prstGeom>
        </p:spPr>
        <p:txBody>
          <a:bodyPr lIns="0" tIns="0" rIns="0" bIns="0" rtlCol="0" anchor="t">
            <a:spAutoFit/>
          </a:bodyPr>
          <a:lstStyle/>
          <a:p>
            <a:pPr algn="ctr">
              <a:lnSpc>
                <a:spcPts val="2016"/>
              </a:lnSpc>
              <a:spcBef>
                <a:spcPct val="0"/>
              </a:spcBef>
            </a:pPr>
            <a:r>
              <a:rPr lang="en-US" sz="1440">
                <a:solidFill>
                  <a:srgbClr val="000000"/>
                </a:solidFill>
                <a:latin typeface="Roboto Mono"/>
                <a:ea typeface="Roboto Mono"/>
                <a:cs typeface="Roboto Mono"/>
                <a:sym typeface="Roboto Mono"/>
              </a:rPr>
              <a:t>Let Kiki help you plan quickly.</a:t>
            </a:r>
          </a:p>
        </p:txBody>
      </p:sp>
      <p:sp>
        <p:nvSpPr>
          <p:cNvPr id="112" name="TextBox 112">
            <a:extLst>
              <a:ext uri="{FF2B5EF4-FFF2-40B4-BE49-F238E27FC236}">
                <a16:creationId xmlns:a16="http://schemas.microsoft.com/office/drawing/2014/main" id="{3571FAED-0147-708F-49CD-ABE470879B12}"/>
              </a:ext>
            </a:extLst>
          </p:cNvPr>
          <p:cNvSpPr txBox="1"/>
          <p:nvPr/>
        </p:nvSpPr>
        <p:spPr>
          <a:xfrm>
            <a:off x="8820763" y="6791778"/>
            <a:ext cx="347793" cy="163122"/>
          </a:xfrm>
          <a:prstGeom prst="rect">
            <a:avLst/>
          </a:prstGeom>
        </p:spPr>
        <p:txBody>
          <a:bodyPr lIns="0" tIns="0" rIns="0" bIns="0" rtlCol="0" anchor="t">
            <a:spAutoFit/>
          </a:bodyPr>
          <a:lstStyle/>
          <a:p>
            <a:pPr algn="ctr">
              <a:lnSpc>
                <a:spcPts val="1224"/>
              </a:lnSpc>
            </a:pPr>
            <a:r>
              <a:rPr lang="en-US" sz="1440">
                <a:solidFill>
                  <a:srgbClr val="000000"/>
                </a:solidFill>
                <a:latin typeface="Canva Sans"/>
                <a:ea typeface="Canva Sans"/>
                <a:cs typeface="Canva Sans"/>
                <a:sym typeface="Canva Sans"/>
              </a:rPr>
              <a:t>Yes</a:t>
            </a:r>
          </a:p>
        </p:txBody>
      </p:sp>
      <p:sp>
        <p:nvSpPr>
          <p:cNvPr id="113" name="TextBox 113">
            <a:extLst>
              <a:ext uri="{FF2B5EF4-FFF2-40B4-BE49-F238E27FC236}">
                <a16:creationId xmlns:a16="http://schemas.microsoft.com/office/drawing/2014/main" id="{72E369A5-E1DF-7E64-2EE0-AE8DEFAFE9DB}"/>
              </a:ext>
            </a:extLst>
          </p:cNvPr>
          <p:cNvSpPr txBox="1"/>
          <p:nvPr/>
        </p:nvSpPr>
        <p:spPr>
          <a:xfrm>
            <a:off x="7456590" y="6791778"/>
            <a:ext cx="284546" cy="163122"/>
          </a:xfrm>
          <a:prstGeom prst="rect">
            <a:avLst/>
          </a:prstGeom>
        </p:spPr>
        <p:txBody>
          <a:bodyPr lIns="0" tIns="0" rIns="0" bIns="0" rtlCol="0" anchor="t">
            <a:spAutoFit/>
          </a:bodyPr>
          <a:lstStyle/>
          <a:p>
            <a:pPr algn="ctr">
              <a:lnSpc>
                <a:spcPts val="1224"/>
              </a:lnSpc>
            </a:pPr>
            <a:r>
              <a:rPr lang="en-US" sz="1440">
                <a:solidFill>
                  <a:srgbClr val="000000"/>
                </a:solidFill>
                <a:latin typeface="Canva Sans"/>
                <a:ea typeface="Canva Sans"/>
                <a:cs typeface="Canva Sans"/>
                <a:sym typeface="Canva Sans"/>
              </a:rPr>
              <a:t>No</a:t>
            </a:r>
          </a:p>
        </p:txBody>
      </p:sp>
      <p:grpSp>
        <p:nvGrpSpPr>
          <p:cNvPr id="116" name="Group 116">
            <a:extLst>
              <a:ext uri="{FF2B5EF4-FFF2-40B4-BE49-F238E27FC236}">
                <a16:creationId xmlns:a16="http://schemas.microsoft.com/office/drawing/2014/main" id="{243423F0-2F47-63D0-9064-7370EBD0F2B6}"/>
              </a:ext>
            </a:extLst>
          </p:cNvPr>
          <p:cNvGrpSpPr/>
          <p:nvPr/>
        </p:nvGrpSpPr>
        <p:grpSpPr>
          <a:xfrm>
            <a:off x="7088052" y="6678277"/>
            <a:ext cx="969888" cy="336728"/>
            <a:chOff x="0" y="0"/>
            <a:chExt cx="344864" cy="119731"/>
          </a:xfrm>
        </p:grpSpPr>
        <p:sp>
          <p:nvSpPr>
            <p:cNvPr id="117" name="Freeform 117">
              <a:hlinkClick r:id="rId26" action="ppaction://hlinksldjump"/>
              <a:extLst>
                <a:ext uri="{FF2B5EF4-FFF2-40B4-BE49-F238E27FC236}">
                  <a16:creationId xmlns:a16="http://schemas.microsoft.com/office/drawing/2014/main" id="{F55F4D65-4CA6-62BD-46DB-A9B363D11D41}"/>
                </a:ext>
              </a:extLst>
            </p:cNvPr>
            <p:cNvSpPr/>
            <p:nvPr/>
          </p:nvSpPr>
          <p:spPr>
            <a:xfrm>
              <a:off x="0" y="0"/>
              <a:ext cx="344864" cy="119731"/>
            </a:xfrm>
            <a:custGeom>
              <a:avLst/>
              <a:gdLst/>
              <a:ahLst/>
              <a:cxnLst/>
              <a:rect l="l" t="t" r="r" b="b"/>
              <a:pathLst>
                <a:path w="344864" h="119731">
                  <a:moveTo>
                    <a:pt x="59866" y="0"/>
                  </a:moveTo>
                  <a:lnTo>
                    <a:pt x="284999" y="0"/>
                  </a:lnTo>
                  <a:cubicBezTo>
                    <a:pt x="318062" y="0"/>
                    <a:pt x="344864" y="26803"/>
                    <a:pt x="344864" y="59866"/>
                  </a:cubicBezTo>
                  <a:lnTo>
                    <a:pt x="344864" y="59866"/>
                  </a:lnTo>
                  <a:cubicBezTo>
                    <a:pt x="344864" y="75743"/>
                    <a:pt x="338557" y="90970"/>
                    <a:pt x="327330" y="102197"/>
                  </a:cubicBezTo>
                  <a:cubicBezTo>
                    <a:pt x="316103" y="113424"/>
                    <a:pt x="300876" y="119731"/>
                    <a:pt x="284999" y="119731"/>
                  </a:cubicBezTo>
                  <a:lnTo>
                    <a:pt x="59866" y="119731"/>
                  </a:lnTo>
                  <a:cubicBezTo>
                    <a:pt x="43988" y="119731"/>
                    <a:pt x="28761" y="113424"/>
                    <a:pt x="17534" y="102197"/>
                  </a:cubicBezTo>
                  <a:cubicBezTo>
                    <a:pt x="6307" y="90970"/>
                    <a:pt x="0" y="75743"/>
                    <a:pt x="0" y="59866"/>
                  </a:cubicBezTo>
                  <a:lnTo>
                    <a:pt x="0" y="59866"/>
                  </a:lnTo>
                  <a:cubicBezTo>
                    <a:pt x="0" y="43988"/>
                    <a:pt x="6307" y="28761"/>
                    <a:pt x="17534" y="17534"/>
                  </a:cubicBezTo>
                  <a:cubicBezTo>
                    <a:pt x="28761" y="6307"/>
                    <a:pt x="43988" y="0"/>
                    <a:pt x="59866" y="0"/>
                  </a:cubicBezTo>
                  <a:close/>
                </a:path>
              </a:pathLst>
            </a:custGeom>
            <a:solidFill>
              <a:srgbClr val="000000">
                <a:alpha val="0"/>
              </a:srgbClr>
            </a:solidFill>
            <a:ln w="9525" cap="rnd">
              <a:solidFill>
                <a:srgbClr val="F34336"/>
              </a:solidFill>
              <a:prstDash val="solid"/>
              <a:round/>
            </a:ln>
          </p:spPr>
          <p:txBody>
            <a:bodyPr/>
            <a:lstStyle/>
            <a:p>
              <a:endParaRPr lang="en-SG" sz="1088"/>
            </a:p>
          </p:txBody>
        </p:sp>
        <p:sp>
          <p:nvSpPr>
            <p:cNvPr id="118" name="TextBox 118">
              <a:extLst>
                <a:ext uri="{FF2B5EF4-FFF2-40B4-BE49-F238E27FC236}">
                  <a16:creationId xmlns:a16="http://schemas.microsoft.com/office/drawing/2014/main" id="{AFB76384-5FD5-DD22-370E-64F473E31F9D}"/>
                </a:ext>
              </a:extLst>
            </p:cNvPr>
            <p:cNvSpPr txBox="1"/>
            <p:nvPr/>
          </p:nvSpPr>
          <p:spPr>
            <a:xfrm>
              <a:off x="0" y="-28575"/>
              <a:ext cx="344864" cy="148306"/>
            </a:xfrm>
            <a:prstGeom prst="rect">
              <a:avLst/>
            </a:prstGeom>
          </p:spPr>
          <p:txBody>
            <a:bodyPr lIns="40638" tIns="40638" rIns="40638" bIns="40638" rtlCol="0" anchor="ctr"/>
            <a:lstStyle/>
            <a:p>
              <a:pPr algn="ctr">
                <a:lnSpc>
                  <a:spcPts val="2016"/>
                </a:lnSpc>
              </a:pPr>
              <a:endParaRPr sz="1088"/>
            </a:p>
          </p:txBody>
        </p:sp>
      </p:grpSp>
      <p:grpSp>
        <p:nvGrpSpPr>
          <p:cNvPr id="119" name="Group 119">
            <a:extLst>
              <a:ext uri="{FF2B5EF4-FFF2-40B4-BE49-F238E27FC236}">
                <a16:creationId xmlns:a16="http://schemas.microsoft.com/office/drawing/2014/main" id="{E1C5B40A-EF12-CFEC-2E74-E7C09C28BD17}"/>
              </a:ext>
            </a:extLst>
          </p:cNvPr>
          <p:cNvGrpSpPr/>
          <p:nvPr/>
        </p:nvGrpSpPr>
        <p:grpSpPr>
          <a:xfrm>
            <a:off x="8539903" y="6691650"/>
            <a:ext cx="969888" cy="323355"/>
            <a:chOff x="0" y="0"/>
            <a:chExt cx="344864" cy="114975"/>
          </a:xfrm>
        </p:grpSpPr>
        <p:sp>
          <p:nvSpPr>
            <p:cNvPr id="120" name="Freeform 120">
              <a:hlinkClick r:id="rId24" action="ppaction://hlinksldjump"/>
              <a:extLst>
                <a:ext uri="{FF2B5EF4-FFF2-40B4-BE49-F238E27FC236}">
                  <a16:creationId xmlns:a16="http://schemas.microsoft.com/office/drawing/2014/main" id="{EBEC5ACB-AA6C-45D9-E914-3469C7AC5B15}"/>
                </a:ext>
              </a:extLst>
            </p:cNvPr>
            <p:cNvSpPr/>
            <p:nvPr/>
          </p:nvSpPr>
          <p:spPr>
            <a:xfrm>
              <a:off x="0" y="0"/>
              <a:ext cx="344864" cy="114975"/>
            </a:xfrm>
            <a:custGeom>
              <a:avLst/>
              <a:gdLst/>
              <a:ahLst/>
              <a:cxnLst/>
              <a:rect l="l" t="t" r="r" b="b"/>
              <a:pathLst>
                <a:path w="344864" h="114975">
                  <a:moveTo>
                    <a:pt x="57488" y="0"/>
                  </a:moveTo>
                  <a:lnTo>
                    <a:pt x="287377" y="0"/>
                  </a:lnTo>
                  <a:cubicBezTo>
                    <a:pt x="319126" y="0"/>
                    <a:pt x="344864" y="25738"/>
                    <a:pt x="344864" y="57488"/>
                  </a:cubicBezTo>
                  <a:lnTo>
                    <a:pt x="344864" y="57488"/>
                  </a:lnTo>
                  <a:cubicBezTo>
                    <a:pt x="344864" y="89237"/>
                    <a:pt x="319126" y="114975"/>
                    <a:pt x="287377" y="114975"/>
                  </a:cubicBezTo>
                  <a:lnTo>
                    <a:pt x="57488" y="114975"/>
                  </a:lnTo>
                  <a:cubicBezTo>
                    <a:pt x="25738" y="114975"/>
                    <a:pt x="0" y="89237"/>
                    <a:pt x="0" y="57488"/>
                  </a:cubicBezTo>
                  <a:lnTo>
                    <a:pt x="0" y="57488"/>
                  </a:lnTo>
                  <a:cubicBezTo>
                    <a:pt x="0" y="25738"/>
                    <a:pt x="25738" y="0"/>
                    <a:pt x="57488" y="0"/>
                  </a:cubicBezTo>
                  <a:close/>
                </a:path>
              </a:pathLst>
            </a:custGeom>
            <a:solidFill>
              <a:srgbClr val="000000">
                <a:alpha val="0"/>
              </a:srgbClr>
            </a:solidFill>
            <a:ln w="9525" cap="rnd">
              <a:solidFill>
                <a:srgbClr val="F34336"/>
              </a:solidFill>
              <a:prstDash val="solid"/>
              <a:round/>
            </a:ln>
          </p:spPr>
          <p:txBody>
            <a:bodyPr/>
            <a:lstStyle/>
            <a:p>
              <a:endParaRPr lang="en-SG" sz="1088"/>
            </a:p>
          </p:txBody>
        </p:sp>
        <p:sp>
          <p:nvSpPr>
            <p:cNvPr id="121" name="TextBox 121">
              <a:extLst>
                <a:ext uri="{FF2B5EF4-FFF2-40B4-BE49-F238E27FC236}">
                  <a16:creationId xmlns:a16="http://schemas.microsoft.com/office/drawing/2014/main" id="{BAF039C6-A0C4-8B6E-FB31-0F1C41393EB1}"/>
                </a:ext>
              </a:extLst>
            </p:cNvPr>
            <p:cNvSpPr txBox="1"/>
            <p:nvPr/>
          </p:nvSpPr>
          <p:spPr>
            <a:xfrm>
              <a:off x="0" y="-28575"/>
              <a:ext cx="344864" cy="143550"/>
            </a:xfrm>
            <a:prstGeom prst="rect">
              <a:avLst/>
            </a:prstGeom>
          </p:spPr>
          <p:txBody>
            <a:bodyPr lIns="40638" tIns="40638" rIns="40638" bIns="40638" rtlCol="0" anchor="ctr"/>
            <a:lstStyle/>
            <a:p>
              <a:pPr algn="ctr">
                <a:lnSpc>
                  <a:spcPts val="2016"/>
                </a:lnSpc>
              </a:pPr>
              <a:endParaRPr sz="1088"/>
            </a:p>
          </p:txBody>
        </p:sp>
      </p:grpSp>
      <p:grpSp>
        <p:nvGrpSpPr>
          <p:cNvPr id="122" name="Group 35">
            <a:extLst>
              <a:ext uri="{FF2B5EF4-FFF2-40B4-BE49-F238E27FC236}">
                <a16:creationId xmlns:a16="http://schemas.microsoft.com/office/drawing/2014/main" id="{713CC979-A618-182A-3F3B-F351ED4A8C48}"/>
              </a:ext>
            </a:extLst>
          </p:cNvPr>
          <p:cNvGrpSpPr/>
          <p:nvPr/>
        </p:nvGrpSpPr>
        <p:grpSpPr>
          <a:xfrm>
            <a:off x="6898458" y="708264"/>
            <a:ext cx="1840568" cy="474563"/>
            <a:chOff x="0" y="0"/>
            <a:chExt cx="654453" cy="168741"/>
          </a:xfrm>
        </p:grpSpPr>
        <p:sp>
          <p:nvSpPr>
            <p:cNvPr id="123" name="Freeform 36">
              <a:extLst>
                <a:ext uri="{FF2B5EF4-FFF2-40B4-BE49-F238E27FC236}">
                  <a16:creationId xmlns:a16="http://schemas.microsoft.com/office/drawing/2014/main" id="{352F6EA5-6B7D-CD78-353A-0A2DF430BDA2}"/>
                </a:ext>
              </a:extLst>
            </p:cNvPr>
            <p:cNvSpPr/>
            <p:nvPr/>
          </p:nvSpPr>
          <p:spPr>
            <a:xfrm>
              <a:off x="0" y="0"/>
              <a:ext cx="654453" cy="168741"/>
            </a:xfrm>
            <a:custGeom>
              <a:avLst/>
              <a:gdLst/>
              <a:ahLst/>
              <a:cxnLst/>
              <a:rect l="l" t="t" r="r" b="b"/>
              <a:pathLst>
                <a:path w="654453" h="168741">
                  <a:moveTo>
                    <a:pt x="0" y="0"/>
                  </a:moveTo>
                  <a:lnTo>
                    <a:pt x="654453" y="0"/>
                  </a:lnTo>
                  <a:lnTo>
                    <a:pt x="654453" y="168741"/>
                  </a:lnTo>
                  <a:lnTo>
                    <a:pt x="0" y="168741"/>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124" name="TextBox 37">
              <a:extLst>
                <a:ext uri="{FF2B5EF4-FFF2-40B4-BE49-F238E27FC236}">
                  <a16:creationId xmlns:a16="http://schemas.microsoft.com/office/drawing/2014/main" id="{BDAF2924-0580-1886-6927-F3393CEC5A6A}"/>
                </a:ext>
              </a:extLst>
            </p:cNvPr>
            <p:cNvSpPr txBox="1"/>
            <p:nvPr/>
          </p:nvSpPr>
          <p:spPr>
            <a:xfrm>
              <a:off x="0" y="-28575"/>
              <a:ext cx="654453" cy="197316"/>
            </a:xfrm>
            <a:prstGeom prst="rect">
              <a:avLst/>
            </a:prstGeom>
          </p:spPr>
          <p:txBody>
            <a:bodyPr lIns="40638" tIns="40638" rIns="40638" bIns="40638" rtlCol="0" anchor="ctr"/>
            <a:lstStyle/>
            <a:p>
              <a:pPr algn="ctr">
                <a:lnSpc>
                  <a:spcPts val="2016"/>
                </a:lnSpc>
              </a:pPr>
              <a:endParaRPr sz="1088"/>
            </a:p>
          </p:txBody>
        </p:sp>
      </p:grpSp>
      <p:sp>
        <p:nvSpPr>
          <p:cNvPr id="125" name="TextBox 74">
            <a:extLst>
              <a:ext uri="{FF2B5EF4-FFF2-40B4-BE49-F238E27FC236}">
                <a16:creationId xmlns:a16="http://schemas.microsoft.com/office/drawing/2014/main" id="{72249EA1-90EA-90E2-E197-4F141FE868D1}"/>
              </a:ext>
            </a:extLst>
          </p:cNvPr>
          <p:cNvSpPr txBox="1"/>
          <p:nvPr/>
        </p:nvSpPr>
        <p:spPr>
          <a:xfrm>
            <a:off x="6880095" y="1378045"/>
            <a:ext cx="2068295" cy="240066"/>
          </a:xfrm>
          <a:prstGeom prst="rect">
            <a:avLst/>
          </a:prstGeom>
        </p:spPr>
        <p:txBody>
          <a:bodyPr wrap="square"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Average Waiting Time</a:t>
            </a:r>
          </a:p>
        </p:txBody>
      </p:sp>
      <p:grpSp>
        <p:nvGrpSpPr>
          <p:cNvPr id="126" name="Group 75">
            <a:extLst>
              <a:ext uri="{FF2B5EF4-FFF2-40B4-BE49-F238E27FC236}">
                <a16:creationId xmlns:a16="http://schemas.microsoft.com/office/drawing/2014/main" id="{9011CEF0-9B98-C3F6-EDDE-0C407FD192E4}"/>
              </a:ext>
            </a:extLst>
          </p:cNvPr>
          <p:cNvGrpSpPr/>
          <p:nvPr/>
        </p:nvGrpSpPr>
        <p:grpSpPr>
          <a:xfrm>
            <a:off x="8735316" y="708264"/>
            <a:ext cx="403148" cy="474845"/>
            <a:chOff x="0" y="0"/>
            <a:chExt cx="143348" cy="168841"/>
          </a:xfrm>
        </p:grpSpPr>
        <p:sp>
          <p:nvSpPr>
            <p:cNvPr id="127" name="Freeform 76">
              <a:extLst>
                <a:ext uri="{FF2B5EF4-FFF2-40B4-BE49-F238E27FC236}">
                  <a16:creationId xmlns:a16="http://schemas.microsoft.com/office/drawing/2014/main" id="{504D22D3-5EAB-ED84-6992-4E8B0344F261}"/>
                </a:ext>
              </a:extLst>
            </p:cNvPr>
            <p:cNvSpPr/>
            <p:nvPr/>
          </p:nvSpPr>
          <p:spPr>
            <a:xfrm>
              <a:off x="0" y="0"/>
              <a:ext cx="143348" cy="168841"/>
            </a:xfrm>
            <a:custGeom>
              <a:avLst/>
              <a:gdLst/>
              <a:ahLst/>
              <a:cxnLst/>
              <a:rect l="l" t="t" r="r" b="b"/>
              <a:pathLst>
                <a:path w="143348" h="168841">
                  <a:moveTo>
                    <a:pt x="0" y="0"/>
                  </a:moveTo>
                  <a:lnTo>
                    <a:pt x="143348" y="0"/>
                  </a:lnTo>
                  <a:lnTo>
                    <a:pt x="143348" y="168841"/>
                  </a:lnTo>
                  <a:lnTo>
                    <a:pt x="0" y="168841"/>
                  </a:lnTo>
                  <a:close/>
                </a:path>
              </a:pathLst>
            </a:custGeom>
            <a:solidFill>
              <a:srgbClr val="FDFDFD">
                <a:alpha val="38824"/>
              </a:srgbClr>
            </a:solidFill>
            <a:ln w="9525" cap="sq">
              <a:solidFill>
                <a:srgbClr val="000000">
                  <a:alpha val="38824"/>
                </a:srgbClr>
              </a:solidFill>
              <a:prstDash val="solid"/>
              <a:miter/>
            </a:ln>
          </p:spPr>
          <p:txBody>
            <a:bodyPr/>
            <a:lstStyle/>
            <a:p>
              <a:endParaRPr lang="en-SG" sz="1088"/>
            </a:p>
          </p:txBody>
        </p:sp>
        <p:sp>
          <p:nvSpPr>
            <p:cNvPr id="128" name="TextBox 77">
              <a:extLst>
                <a:ext uri="{FF2B5EF4-FFF2-40B4-BE49-F238E27FC236}">
                  <a16:creationId xmlns:a16="http://schemas.microsoft.com/office/drawing/2014/main" id="{E989F474-B34E-DE13-DBBA-1A7ECF9925EE}"/>
                </a:ext>
              </a:extLst>
            </p:cNvPr>
            <p:cNvSpPr txBox="1"/>
            <p:nvPr/>
          </p:nvSpPr>
          <p:spPr>
            <a:xfrm>
              <a:off x="0" y="-28575"/>
              <a:ext cx="143348" cy="197416"/>
            </a:xfrm>
            <a:prstGeom prst="rect">
              <a:avLst/>
            </a:prstGeom>
          </p:spPr>
          <p:txBody>
            <a:bodyPr lIns="40638" tIns="40638" rIns="40638" bIns="40638" rtlCol="0" anchor="ctr"/>
            <a:lstStyle/>
            <a:p>
              <a:pPr algn="ctr">
                <a:lnSpc>
                  <a:spcPts val="2016"/>
                </a:lnSpc>
              </a:pPr>
              <a:endParaRPr sz="1088"/>
            </a:p>
          </p:txBody>
        </p:sp>
      </p:grpSp>
      <p:grpSp>
        <p:nvGrpSpPr>
          <p:cNvPr id="129" name="Group 78">
            <a:extLst>
              <a:ext uri="{FF2B5EF4-FFF2-40B4-BE49-F238E27FC236}">
                <a16:creationId xmlns:a16="http://schemas.microsoft.com/office/drawing/2014/main" id="{266DE73C-0150-E246-6566-3DC686468742}"/>
              </a:ext>
            </a:extLst>
          </p:cNvPr>
          <p:cNvGrpSpPr/>
          <p:nvPr/>
        </p:nvGrpSpPr>
        <p:grpSpPr>
          <a:xfrm>
            <a:off x="7161008" y="1706821"/>
            <a:ext cx="685837" cy="469257"/>
            <a:chOff x="0" y="0"/>
            <a:chExt cx="243864" cy="166854"/>
          </a:xfrm>
        </p:grpSpPr>
        <p:sp>
          <p:nvSpPr>
            <p:cNvPr id="130" name="Freeform 79">
              <a:extLst>
                <a:ext uri="{FF2B5EF4-FFF2-40B4-BE49-F238E27FC236}">
                  <a16:creationId xmlns:a16="http://schemas.microsoft.com/office/drawing/2014/main" id="{A36A1DEF-DA41-0A82-30E6-EB747CEE851D}"/>
                </a:ext>
              </a:extLst>
            </p:cNvPr>
            <p:cNvSpPr/>
            <p:nvPr/>
          </p:nvSpPr>
          <p:spPr>
            <a:xfrm>
              <a:off x="0" y="0"/>
              <a:ext cx="243864" cy="166854"/>
            </a:xfrm>
            <a:custGeom>
              <a:avLst/>
              <a:gdLst/>
              <a:ahLst/>
              <a:cxnLst/>
              <a:rect l="l" t="t" r="r" b="b"/>
              <a:pathLst>
                <a:path w="243864" h="166854">
                  <a:moveTo>
                    <a:pt x="0" y="0"/>
                  </a:moveTo>
                  <a:lnTo>
                    <a:pt x="243864" y="0"/>
                  </a:lnTo>
                  <a:lnTo>
                    <a:pt x="243864" y="166854"/>
                  </a:lnTo>
                  <a:lnTo>
                    <a:pt x="0" y="166854"/>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131" name="TextBox 80">
              <a:extLst>
                <a:ext uri="{FF2B5EF4-FFF2-40B4-BE49-F238E27FC236}">
                  <a16:creationId xmlns:a16="http://schemas.microsoft.com/office/drawing/2014/main" id="{C0157D34-337A-83E7-1597-72B6AA1BD826}"/>
                </a:ext>
              </a:extLst>
            </p:cNvPr>
            <p:cNvSpPr txBox="1"/>
            <p:nvPr/>
          </p:nvSpPr>
          <p:spPr>
            <a:xfrm>
              <a:off x="0" y="-28575"/>
              <a:ext cx="243864" cy="195429"/>
            </a:xfrm>
            <a:prstGeom prst="rect">
              <a:avLst/>
            </a:prstGeom>
          </p:spPr>
          <p:txBody>
            <a:bodyPr lIns="40638" tIns="40638" rIns="40638" bIns="40638" rtlCol="0" anchor="ctr"/>
            <a:lstStyle/>
            <a:p>
              <a:pPr algn="ctr">
                <a:lnSpc>
                  <a:spcPts val="2016"/>
                </a:lnSpc>
              </a:pPr>
              <a:endParaRPr sz="1088"/>
            </a:p>
          </p:txBody>
        </p:sp>
      </p:grpSp>
      <p:sp>
        <p:nvSpPr>
          <p:cNvPr id="132" name="TextBox 81">
            <a:extLst>
              <a:ext uri="{FF2B5EF4-FFF2-40B4-BE49-F238E27FC236}">
                <a16:creationId xmlns:a16="http://schemas.microsoft.com/office/drawing/2014/main" id="{278FAADA-ADEB-0D8E-6396-7F554B3BD1FC}"/>
              </a:ext>
            </a:extLst>
          </p:cNvPr>
          <p:cNvSpPr txBox="1"/>
          <p:nvPr/>
        </p:nvSpPr>
        <p:spPr>
          <a:xfrm>
            <a:off x="7956449" y="1840116"/>
            <a:ext cx="149129" cy="264560"/>
          </a:xfrm>
          <a:prstGeom prst="rect">
            <a:avLst/>
          </a:prstGeom>
        </p:spPr>
        <p:txBody>
          <a:bodyPr wrap="square" lIns="0" tIns="0" rIns="0" bIns="0" rtlCol="0" anchor="t">
            <a:spAutoFit/>
          </a:bodyPr>
          <a:lstStyle/>
          <a:p>
            <a:pPr algn="ctr">
              <a:lnSpc>
                <a:spcPts val="2239"/>
              </a:lnSpc>
              <a:spcBef>
                <a:spcPct val="0"/>
              </a:spcBef>
            </a:pPr>
            <a:r>
              <a:rPr lang="en-US" sz="1599" dirty="0">
                <a:solidFill>
                  <a:srgbClr val="000000"/>
                </a:solidFill>
                <a:latin typeface="Canva Sans"/>
                <a:ea typeface="Canva Sans"/>
                <a:cs typeface="Canva Sans"/>
                <a:sym typeface="Canva Sans"/>
              </a:rPr>
              <a:t>+</a:t>
            </a:r>
          </a:p>
        </p:txBody>
      </p:sp>
      <p:sp>
        <p:nvSpPr>
          <p:cNvPr id="133" name="TextBox 82">
            <a:extLst>
              <a:ext uri="{FF2B5EF4-FFF2-40B4-BE49-F238E27FC236}">
                <a16:creationId xmlns:a16="http://schemas.microsoft.com/office/drawing/2014/main" id="{B2574F3B-B722-240E-B6BC-557569266CDB}"/>
              </a:ext>
            </a:extLst>
          </p:cNvPr>
          <p:cNvSpPr txBox="1"/>
          <p:nvPr/>
        </p:nvSpPr>
        <p:spPr>
          <a:xfrm>
            <a:off x="6868622" y="1667952"/>
            <a:ext cx="162712" cy="563872"/>
          </a:xfrm>
          <a:prstGeom prst="rect">
            <a:avLst/>
          </a:prstGeom>
        </p:spPr>
        <p:txBody>
          <a:bodyPr lIns="0" tIns="0" rIns="0" bIns="0" rtlCol="0" anchor="t">
            <a:spAutoFit/>
          </a:bodyPr>
          <a:lstStyle/>
          <a:p>
            <a:pPr algn="ctr">
              <a:lnSpc>
                <a:spcPts val="4730"/>
              </a:lnSpc>
              <a:spcBef>
                <a:spcPct val="0"/>
              </a:spcBef>
            </a:pPr>
            <a:r>
              <a:rPr lang="en-US" sz="3378" dirty="0">
                <a:solidFill>
                  <a:srgbClr val="000000"/>
                </a:solidFill>
                <a:latin typeface="Canva Sans"/>
                <a:ea typeface="Canva Sans"/>
                <a:cs typeface="Canva Sans"/>
                <a:sym typeface="Canva Sans"/>
              </a:rPr>
              <a:t>-</a:t>
            </a:r>
          </a:p>
        </p:txBody>
      </p:sp>
      <p:sp>
        <p:nvSpPr>
          <p:cNvPr id="134" name="TextBox 83">
            <a:extLst>
              <a:ext uri="{FF2B5EF4-FFF2-40B4-BE49-F238E27FC236}">
                <a16:creationId xmlns:a16="http://schemas.microsoft.com/office/drawing/2014/main" id="{C693D6A3-54E3-25B2-5297-C24FF423B025}"/>
              </a:ext>
            </a:extLst>
          </p:cNvPr>
          <p:cNvSpPr txBox="1"/>
          <p:nvPr/>
        </p:nvSpPr>
        <p:spPr>
          <a:xfrm>
            <a:off x="8169132" y="1891470"/>
            <a:ext cx="421272" cy="240066"/>
          </a:xfrm>
          <a:prstGeom prst="rect">
            <a:avLst/>
          </a:prstGeom>
        </p:spPr>
        <p:txBody>
          <a:bodyPr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mins</a:t>
            </a:r>
          </a:p>
        </p:txBody>
      </p:sp>
      <p:sp>
        <p:nvSpPr>
          <p:cNvPr id="135" name="TextBox 103">
            <a:extLst>
              <a:ext uri="{FF2B5EF4-FFF2-40B4-BE49-F238E27FC236}">
                <a16:creationId xmlns:a16="http://schemas.microsoft.com/office/drawing/2014/main" id="{706447D3-030C-FD70-52ED-1B6604AEF1D2}"/>
              </a:ext>
            </a:extLst>
          </p:cNvPr>
          <p:cNvSpPr txBox="1"/>
          <p:nvPr/>
        </p:nvSpPr>
        <p:spPr>
          <a:xfrm>
            <a:off x="6910003" y="825126"/>
            <a:ext cx="868604" cy="263790"/>
          </a:xfrm>
          <a:prstGeom prst="rect">
            <a:avLst/>
          </a:prstGeom>
        </p:spPr>
        <p:txBody>
          <a:bodyPr wrap="square" lIns="0" tIns="0" rIns="0" bIns="0" rtlCol="0" anchor="t">
            <a:spAutoFit/>
          </a:bodyPr>
          <a:lstStyle/>
          <a:p>
            <a:pPr algn="ctr">
              <a:lnSpc>
                <a:spcPts val="2207"/>
              </a:lnSpc>
              <a:spcBef>
                <a:spcPct val="0"/>
              </a:spcBef>
            </a:pPr>
            <a:r>
              <a:rPr lang="en-US" sz="1577" dirty="0">
                <a:solidFill>
                  <a:srgbClr val="000000"/>
                </a:solidFill>
                <a:latin typeface="Canva Sans"/>
                <a:ea typeface="Canva Sans"/>
                <a:cs typeface="Canva Sans"/>
                <a:sym typeface="Canva Sans"/>
              </a:rPr>
              <a:t>Group</a:t>
            </a:r>
          </a:p>
        </p:txBody>
      </p:sp>
      <p:sp>
        <p:nvSpPr>
          <p:cNvPr id="136" name="TextBox 104">
            <a:extLst>
              <a:ext uri="{FF2B5EF4-FFF2-40B4-BE49-F238E27FC236}">
                <a16:creationId xmlns:a16="http://schemas.microsoft.com/office/drawing/2014/main" id="{BE560CD3-F568-F41A-2DA3-8CA1B0B2116B}"/>
              </a:ext>
            </a:extLst>
          </p:cNvPr>
          <p:cNvSpPr txBox="1"/>
          <p:nvPr/>
        </p:nvSpPr>
        <p:spPr>
          <a:xfrm>
            <a:off x="6869413" y="2343842"/>
            <a:ext cx="1124105" cy="240066"/>
          </a:xfrm>
          <a:prstGeom prst="rect">
            <a:avLst/>
          </a:prstGeom>
        </p:spPr>
        <p:txBody>
          <a:bodyPr wrap="square"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Group Type</a:t>
            </a:r>
          </a:p>
        </p:txBody>
      </p:sp>
      <p:sp>
        <p:nvSpPr>
          <p:cNvPr id="137" name="TextBox 105">
            <a:extLst>
              <a:ext uri="{FF2B5EF4-FFF2-40B4-BE49-F238E27FC236}">
                <a16:creationId xmlns:a16="http://schemas.microsoft.com/office/drawing/2014/main" id="{B1FBC622-569F-1AFC-837A-A42B5F1EFDC8}"/>
              </a:ext>
            </a:extLst>
          </p:cNvPr>
          <p:cNvSpPr txBox="1"/>
          <p:nvPr/>
        </p:nvSpPr>
        <p:spPr>
          <a:xfrm>
            <a:off x="6997508" y="2771760"/>
            <a:ext cx="827876" cy="240066"/>
          </a:xfrm>
          <a:prstGeom prst="rect">
            <a:avLst/>
          </a:prstGeom>
        </p:spPr>
        <p:txBody>
          <a:bodyPr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Members</a:t>
            </a:r>
          </a:p>
        </p:txBody>
      </p:sp>
      <p:sp>
        <p:nvSpPr>
          <p:cNvPr id="138" name="TextBox 109">
            <a:extLst>
              <a:ext uri="{FF2B5EF4-FFF2-40B4-BE49-F238E27FC236}">
                <a16:creationId xmlns:a16="http://schemas.microsoft.com/office/drawing/2014/main" id="{6BF4787E-03B2-2B8E-A607-7DB292917290}"/>
              </a:ext>
            </a:extLst>
          </p:cNvPr>
          <p:cNvSpPr txBox="1"/>
          <p:nvPr/>
        </p:nvSpPr>
        <p:spPr>
          <a:xfrm>
            <a:off x="9414297" y="2805740"/>
            <a:ext cx="120105" cy="264560"/>
          </a:xfrm>
          <a:prstGeom prst="rect">
            <a:avLst/>
          </a:prstGeom>
        </p:spPr>
        <p:txBody>
          <a:bodyPr wrap="square" lIns="0" tIns="0" rIns="0" bIns="0" rtlCol="0" anchor="t">
            <a:spAutoFit/>
          </a:bodyPr>
          <a:lstStyle/>
          <a:p>
            <a:pPr algn="ctr">
              <a:lnSpc>
                <a:spcPts val="2239"/>
              </a:lnSpc>
              <a:spcBef>
                <a:spcPct val="0"/>
              </a:spcBef>
            </a:pPr>
            <a:r>
              <a:rPr lang="en-US" sz="1599" dirty="0">
                <a:solidFill>
                  <a:srgbClr val="000000"/>
                </a:solidFill>
                <a:latin typeface="Canva Sans"/>
                <a:ea typeface="Canva Sans"/>
                <a:cs typeface="Canva Sans"/>
                <a:sym typeface="Canva Sans"/>
              </a:rPr>
              <a:t>+</a:t>
            </a:r>
          </a:p>
        </p:txBody>
      </p:sp>
      <p:grpSp>
        <p:nvGrpSpPr>
          <p:cNvPr id="139" name="Group 111">
            <a:extLst>
              <a:ext uri="{FF2B5EF4-FFF2-40B4-BE49-F238E27FC236}">
                <a16:creationId xmlns:a16="http://schemas.microsoft.com/office/drawing/2014/main" id="{EF771434-88BB-F40F-486E-6874A6A873C3}"/>
              </a:ext>
            </a:extLst>
          </p:cNvPr>
          <p:cNvGrpSpPr/>
          <p:nvPr/>
        </p:nvGrpSpPr>
        <p:grpSpPr>
          <a:xfrm>
            <a:off x="8860908" y="853894"/>
            <a:ext cx="201735" cy="176518"/>
            <a:chOff x="0" y="0"/>
            <a:chExt cx="812800" cy="711200"/>
          </a:xfrm>
        </p:grpSpPr>
        <p:sp>
          <p:nvSpPr>
            <p:cNvPr id="140" name="Freeform 112">
              <a:extLst>
                <a:ext uri="{FF2B5EF4-FFF2-40B4-BE49-F238E27FC236}">
                  <a16:creationId xmlns:a16="http://schemas.microsoft.com/office/drawing/2014/main" id="{4DA3917E-2C47-01D5-2E4A-6B276EB50091}"/>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141" name="TextBox 113">
              <a:extLst>
                <a:ext uri="{FF2B5EF4-FFF2-40B4-BE49-F238E27FC236}">
                  <a16:creationId xmlns:a16="http://schemas.microsoft.com/office/drawing/2014/main" id="{3B62A10A-0EF6-A216-0A6D-49AC05BBFA25}"/>
                </a:ext>
              </a:extLst>
            </p:cNvPr>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a:p>
          </p:txBody>
        </p:sp>
      </p:grpSp>
      <p:grpSp>
        <p:nvGrpSpPr>
          <p:cNvPr id="142" name="Group 114">
            <a:extLst>
              <a:ext uri="{FF2B5EF4-FFF2-40B4-BE49-F238E27FC236}">
                <a16:creationId xmlns:a16="http://schemas.microsoft.com/office/drawing/2014/main" id="{608075AA-7CAC-AC7C-E719-5ED7E1E93024}"/>
              </a:ext>
            </a:extLst>
          </p:cNvPr>
          <p:cNvGrpSpPr/>
          <p:nvPr/>
        </p:nvGrpSpPr>
        <p:grpSpPr>
          <a:xfrm>
            <a:off x="8114634" y="2181666"/>
            <a:ext cx="1318749" cy="478428"/>
            <a:chOff x="0" y="0"/>
            <a:chExt cx="465121" cy="168741"/>
          </a:xfrm>
        </p:grpSpPr>
        <p:sp>
          <p:nvSpPr>
            <p:cNvPr id="143" name="Freeform 115">
              <a:extLst>
                <a:ext uri="{FF2B5EF4-FFF2-40B4-BE49-F238E27FC236}">
                  <a16:creationId xmlns:a16="http://schemas.microsoft.com/office/drawing/2014/main" id="{4A1A2BCA-D07D-B213-C4C0-1E2F76A09837}"/>
                </a:ext>
              </a:extLst>
            </p:cNvPr>
            <p:cNvSpPr/>
            <p:nvPr/>
          </p:nvSpPr>
          <p:spPr>
            <a:xfrm>
              <a:off x="0" y="0"/>
              <a:ext cx="465121" cy="168741"/>
            </a:xfrm>
            <a:custGeom>
              <a:avLst/>
              <a:gdLst/>
              <a:ahLst/>
              <a:cxnLst/>
              <a:rect l="l" t="t" r="r" b="b"/>
              <a:pathLst>
                <a:path w="465121" h="168741">
                  <a:moveTo>
                    <a:pt x="0" y="0"/>
                  </a:moveTo>
                  <a:lnTo>
                    <a:pt x="465121" y="0"/>
                  </a:lnTo>
                  <a:lnTo>
                    <a:pt x="465121" y="168741"/>
                  </a:lnTo>
                  <a:lnTo>
                    <a:pt x="0" y="168741"/>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144" name="TextBox 116">
              <a:extLst>
                <a:ext uri="{FF2B5EF4-FFF2-40B4-BE49-F238E27FC236}">
                  <a16:creationId xmlns:a16="http://schemas.microsoft.com/office/drawing/2014/main" id="{4FB50B70-35C7-8BEB-5C68-20D711DF02FD}"/>
                </a:ext>
              </a:extLst>
            </p:cNvPr>
            <p:cNvSpPr txBox="1"/>
            <p:nvPr/>
          </p:nvSpPr>
          <p:spPr>
            <a:xfrm>
              <a:off x="0" y="-28575"/>
              <a:ext cx="465121" cy="197316"/>
            </a:xfrm>
            <a:prstGeom prst="rect">
              <a:avLst/>
            </a:prstGeom>
          </p:spPr>
          <p:txBody>
            <a:bodyPr lIns="40638" tIns="40638" rIns="40638" bIns="40638" rtlCol="0" anchor="ctr"/>
            <a:lstStyle/>
            <a:p>
              <a:pPr algn="ctr">
                <a:lnSpc>
                  <a:spcPts val="2016"/>
                </a:lnSpc>
              </a:pPr>
              <a:endParaRPr sz="1088"/>
            </a:p>
          </p:txBody>
        </p:sp>
      </p:grpSp>
      <p:grpSp>
        <p:nvGrpSpPr>
          <p:cNvPr id="145" name="Group 117">
            <a:extLst>
              <a:ext uri="{FF2B5EF4-FFF2-40B4-BE49-F238E27FC236}">
                <a16:creationId xmlns:a16="http://schemas.microsoft.com/office/drawing/2014/main" id="{7238250E-45F3-FAEB-1F7D-5E8192422C3E}"/>
              </a:ext>
            </a:extLst>
          </p:cNvPr>
          <p:cNvGrpSpPr/>
          <p:nvPr/>
        </p:nvGrpSpPr>
        <p:grpSpPr>
          <a:xfrm>
            <a:off x="9414295" y="2186555"/>
            <a:ext cx="406432" cy="478712"/>
            <a:chOff x="0" y="0"/>
            <a:chExt cx="143348" cy="168841"/>
          </a:xfrm>
        </p:grpSpPr>
        <p:sp>
          <p:nvSpPr>
            <p:cNvPr id="146" name="Freeform 118">
              <a:extLst>
                <a:ext uri="{FF2B5EF4-FFF2-40B4-BE49-F238E27FC236}">
                  <a16:creationId xmlns:a16="http://schemas.microsoft.com/office/drawing/2014/main" id="{67DB8C7C-BA5A-B46C-9AE6-FE102680AE13}"/>
                </a:ext>
              </a:extLst>
            </p:cNvPr>
            <p:cNvSpPr/>
            <p:nvPr/>
          </p:nvSpPr>
          <p:spPr>
            <a:xfrm>
              <a:off x="0" y="0"/>
              <a:ext cx="143348" cy="168841"/>
            </a:xfrm>
            <a:custGeom>
              <a:avLst/>
              <a:gdLst/>
              <a:ahLst/>
              <a:cxnLst/>
              <a:rect l="l" t="t" r="r" b="b"/>
              <a:pathLst>
                <a:path w="143348" h="168841">
                  <a:moveTo>
                    <a:pt x="0" y="0"/>
                  </a:moveTo>
                  <a:lnTo>
                    <a:pt x="143348" y="0"/>
                  </a:lnTo>
                  <a:lnTo>
                    <a:pt x="143348" y="168841"/>
                  </a:lnTo>
                  <a:lnTo>
                    <a:pt x="0" y="168841"/>
                  </a:lnTo>
                  <a:close/>
                </a:path>
              </a:pathLst>
            </a:custGeom>
            <a:solidFill>
              <a:srgbClr val="FDFDFD">
                <a:alpha val="38824"/>
              </a:srgbClr>
            </a:solidFill>
            <a:ln w="9525" cap="sq">
              <a:solidFill>
                <a:srgbClr val="000000">
                  <a:alpha val="38824"/>
                </a:srgbClr>
              </a:solidFill>
              <a:prstDash val="solid"/>
              <a:miter/>
            </a:ln>
          </p:spPr>
          <p:txBody>
            <a:bodyPr/>
            <a:lstStyle/>
            <a:p>
              <a:endParaRPr lang="en-SG" sz="1088"/>
            </a:p>
          </p:txBody>
        </p:sp>
        <p:sp>
          <p:nvSpPr>
            <p:cNvPr id="147" name="TextBox 119">
              <a:extLst>
                <a:ext uri="{FF2B5EF4-FFF2-40B4-BE49-F238E27FC236}">
                  <a16:creationId xmlns:a16="http://schemas.microsoft.com/office/drawing/2014/main" id="{C0FE26AF-1DB7-629A-AB89-5FFFDF300959}"/>
                </a:ext>
              </a:extLst>
            </p:cNvPr>
            <p:cNvSpPr txBox="1"/>
            <p:nvPr/>
          </p:nvSpPr>
          <p:spPr>
            <a:xfrm>
              <a:off x="0" y="-28575"/>
              <a:ext cx="143348" cy="197416"/>
            </a:xfrm>
            <a:prstGeom prst="rect">
              <a:avLst/>
            </a:prstGeom>
          </p:spPr>
          <p:txBody>
            <a:bodyPr lIns="40638" tIns="40638" rIns="40638" bIns="40638" rtlCol="0" anchor="ctr"/>
            <a:lstStyle/>
            <a:p>
              <a:pPr algn="ctr">
                <a:lnSpc>
                  <a:spcPts val="2016"/>
                </a:lnSpc>
              </a:pPr>
              <a:endParaRPr sz="1088"/>
            </a:p>
          </p:txBody>
        </p:sp>
      </p:grpSp>
      <p:sp>
        <p:nvSpPr>
          <p:cNvPr id="148" name="TextBox 120">
            <a:extLst>
              <a:ext uri="{FF2B5EF4-FFF2-40B4-BE49-F238E27FC236}">
                <a16:creationId xmlns:a16="http://schemas.microsoft.com/office/drawing/2014/main" id="{B1E87737-1E4B-DBA7-95EE-74EB77ECFD2F}"/>
              </a:ext>
            </a:extLst>
          </p:cNvPr>
          <p:cNvSpPr txBox="1"/>
          <p:nvPr/>
        </p:nvSpPr>
        <p:spPr>
          <a:xfrm>
            <a:off x="8315205" y="2320825"/>
            <a:ext cx="803441" cy="264240"/>
          </a:xfrm>
          <a:prstGeom prst="rect">
            <a:avLst/>
          </a:prstGeom>
        </p:spPr>
        <p:txBody>
          <a:bodyPr wrap="square" lIns="0" tIns="0" rIns="0" bIns="0" rtlCol="0" anchor="t">
            <a:spAutoFit/>
          </a:bodyPr>
          <a:lstStyle/>
          <a:p>
            <a:pPr algn="ctr">
              <a:lnSpc>
                <a:spcPts val="2226"/>
              </a:lnSpc>
              <a:spcBef>
                <a:spcPct val="0"/>
              </a:spcBef>
            </a:pPr>
            <a:r>
              <a:rPr lang="en-US" sz="1590" dirty="0">
                <a:solidFill>
                  <a:srgbClr val="000000"/>
                </a:solidFill>
                <a:latin typeface="Canva Sans"/>
                <a:ea typeface="Canva Sans"/>
                <a:cs typeface="Canva Sans"/>
                <a:sym typeface="Canva Sans"/>
              </a:rPr>
              <a:t>Family</a:t>
            </a:r>
          </a:p>
        </p:txBody>
      </p:sp>
      <p:grpSp>
        <p:nvGrpSpPr>
          <p:cNvPr id="149" name="Group 121">
            <a:extLst>
              <a:ext uri="{FF2B5EF4-FFF2-40B4-BE49-F238E27FC236}">
                <a16:creationId xmlns:a16="http://schemas.microsoft.com/office/drawing/2014/main" id="{671B36DE-5C76-08C8-7AA4-91508D190D3A}"/>
              </a:ext>
            </a:extLst>
          </p:cNvPr>
          <p:cNvGrpSpPr/>
          <p:nvPr/>
        </p:nvGrpSpPr>
        <p:grpSpPr>
          <a:xfrm>
            <a:off x="9562201" y="2366699"/>
            <a:ext cx="203378" cy="177955"/>
            <a:chOff x="0" y="0"/>
            <a:chExt cx="812800" cy="711200"/>
          </a:xfrm>
        </p:grpSpPr>
        <p:sp>
          <p:nvSpPr>
            <p:cNvPr id="150" name="Freeform 122">
              <a:extLst>
                <a:ext uri="{FF2B5EF4-FFF2-40B4-BE49-F238E27FC236}">
                  <a16:creationId xmlns:a16="http://schemas.microsoft.com/office/drawing/2014/main" id="{9E9AAF28-F293-3A0B-42BB-B26B56717E55}"/>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151" name="TextBox 123">
              <a:extLst>
                <a:ext uri="{FF2B5EF4-FFF2-40B4-BE49-F238E27FC236}">
                  <a16:creationId xmlns:a16="http://schemas.microsoft.com/office/drawing/2014/main" id="{2D1707A0-BE49-0B29-5BB3-5398FCD15D17}"/>
                </a:ext>
              </a:extLst>
            </p:cNvPr>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a:p>
          </p:txBody>
        </p:sp>
      </p:grpSp>
      <p:sp>
        <p:nvSpPr>
          <p:cNvPr id="152" name="TextBox 124">
            <a:extLst>
              <a:ext uri="{FF2B5EF4-FFF2-40B4-BE49-F238E27FC236}">
                <a16:creationId xmlns:a16="http://schemas.microsoft.com/office/drawing/2014/main" id="{8B95383C-EC1E-807B-410D-F557F909DFF5}"/>
              </a:ext>
            </a:extLst>
          </p:cNvPr>
          <p:cNvSpPr txBox="1"/>
          <p:nvPr/>
        </p:nvSpPr>
        <p:spPr>
          <a:xfrm>
            <a:off x="7398757" y="1840116"/>
            <a:ext cx="339398" cy="264560"/>
          </a:xfrm>
          <a:prstGeom prst="rect">
            <a:avLst/>
          </a:prstGeom>
        </p:spPr>
        <p:txBody>
          <a:bodyPr wrap="square" lIns="0" tIns="0" rIns="0" bIns="0" rtlCol="0" anchor="t">
            <a:spAutoFit/>
          </a:bodyPr>
          <a:lstStyle/>
          <a:p>
            <a:pPr algn="ctr">
              <a:lnSpc>
                <a:spcPts val="2239"/>
              </a:lnSpc>
              <a:spcBef>
                <a:spcPct val="0"/>
              </a:spcBef>
            </a:pPr>
            <a:r>
              <a:rPr lang="en-US" sz="1599" dirty="0">
                <a:solidFill>
                  <a:srgbClr val="000000"/>
                </a:solidFill>
                <a:latin typeface="Canva Sans"/>
                <a:ea typeface="Canva Sans"/>
                <a:cs typeface="Canva Sans"/>
                <a:sym typeface="Canva Sans"/>
              </a:rPr>
              <a:t>25</a:t>
            </a:r>
          </a:p>
        </p:txBody>
      </p:sp>
      <p:sp>
        <p:nvSpPr>
          <p:cNvPr id="153" name="TextBox 125">
            <a:extLst>
              <a:ext uri="{FF2B5EF4-FFF2-40B4-BE49-F238E27FC236}">
                <a16:creationId xmlns:a16="http://schemas.microsoft.com/office/drawing/2014/main" id="{FC9EE508-7C8B-824B-E1BA-D01372EE2BC2}"/>
              </a:ext>
            </a:extLst>
          </p:cNvPr>
          <p:cNvSpPr txBox="1"/>
          <p:nvPr/>
        </p:nvSpPr>
        <p:spPr>
          <a:xfrm>
            <a:off x="8860908" y="2774369"/>
            <a:ext cx="120105" cy="264560"/>
          </a:xfrm>
          <a:prstGeom prst="rect">
            <a:avLst/>
          </a:prstGeom>
        </p:spPr>
        <p:txBody>
          <a:bodyPr lIns="0" tIns="0" rIns="0" bIns="0" rtlCol="0" anchor="t">
            <a:spAutoFit/>
          </a:bodyPr>
          <a:lstStyle/>
          <a:p>
            <a:pPr algn="ctr">
              <a:lnSpc>
                <a:spcPts val="2239"/>
              </a:lnSpc>
              <a:spcBef>
                <a:spcPct val="0"/>
              </a:spcBef>
            </a:pPr>
            <a:r>
              <a:rPr lang="en-US" sz="1599">
                <a:solidFill>
                  <a:srgbClr val="000000"/>
                </a:solidFill>
                <a:latin typeface="Canva Sans"/>
                <a:ea typeface="Canva Sans"/>
                <a:cs typeface="Canva Sans"/>
                <a:sym typeface="Canva Sans"/>
              </a:rPr>
              <a:t>5</a:t>
            </a:r>
          </a:p>
        </p:txBody>
      </p:sp>
      <p:grpSp>
        <p:nvGrpSpPr>
          <p:cNvPr id="154" name="Group 78">
            <a:extLst>
              <a:ext uri="{FF2B5EF4-FFF2-40B4-BE49-F238E27FC236}">
                <a16:creationId xmlns:a16="http://schemas.microsoft.com/office/drawing/2014/main" id="{A1B5BA26-038B-A6E6-CD41-F2B2FFA550DF}"/>
              </a:ext>
            </a:extLst>
          </p:cNvPr>
          <p:cNvGrpSpPr/>
          <p:nvPr/>
        </p:nvGrpSpPr>
        <p:grpSpPr>
          <a:xfrm>
            <a:off x="8535385" y="2739323"/>
            <a:ext cx="633172" cy="483514"/>
            <a:chOff x="0" y="0"/>
            <a:chExt cx="243864" cy="166854"/>
          </a:xfrm>
        </p:grpSpPr>
        <p:sp>
          <p:nvSpPr>
            <p:cNvPr id="155" name="Freeform 79">
              <a:extLst>
                <a:ext uri="{FF2B5EF4-FFF2-40B4-BE49-F238E27FC236}">
                  <a16:creationId xmlns:a16="http://schemas.microsoft.com/office/drawing/2014/main" id="{7DE020D8-593F-1879-FB54-C0B3272FDFF2}"/>
                </a:ext>
              </a:extLst>
            </p:cNvPr>
            <p:cNvSpPr/>
            <p:nvPr/>
          </p:nvSpPr>
          <p:spPr>
            <a:xfrm>
              <a:off x="0" y="0"/>
              <a:ext cx="243864" cy="166854"/>
            </a:xfrm>
            <a:custGeom>
              <a:avLst/>
              <a:gdLst/>
              <a:ahLst/>
              <a:cxnLst/>
              <a:rect l="l" t="t" r="r" b="b"/>
              <a:pathLst>
                <a:path w="243864" h="166854">
                  <a:moveTo>
                    <a:pt x="0" y="0"/>
                  </a:moveTo>
                  <a:lnTo>
                    <a:pt x="243864" y="0"/>
                  </a:lnTo>
                  <a:lnTo>
                    <a:pt x="243864" y="166854"/>
                  </a:lnTo>
                  <a:lnTo>
                    <a:pt x="0" y="166854"/>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156" name="TextBox 80">
              <a:extLst>
                <a:ext uri="{FF2B5EF4-FFF2-40B4-BE49-F238E27FC236}">
                  <a16:creationId xmlns:a16="http://schemas.microsoft.com/office/drawing/2014/main" id="{68400012-9F62-2821-D26E-A25524D3EA22}"/>
                </a:ext>
              </a:extLst>
            </p:cNvPr>
            <p:cNvSpPr txBox="1"/>
            <p:nvPr/>
          </p:nvSpPr>
          <p:spPr>
            <a:xfrm>
              <a:off x="0" y="-28575"/>
              <a:ext cx="243864" cy="195429"/>
            </a:xfrm>
            <a:prstGeom prst="rect">
              <a:avLst/>
            </a:prstGeom>
          </p:spPr>
          <p:txBody>
            <a:bodyPr lIns="40638" tIns="40638" rIns="40638" bIns="40638" rtlCol="0" anchor="ctr"/>
            <a:lstStyle/>
            <a:p>
              <a:pPr algn="ctr">
                <a:lnSpc>
                  <a:spcPts val="2016"/>
                </a:lnSpc>
              </a:pPr>
              <a:endParaRPr sz="1088"/>
            </a:p>
          </p:txBody>
        </p:sp>
      </p:grpSp>
    </p:spTree>
    <p:extLst>
      <p:ext uri="{BB962C8B-B14F-4D97-AF65-F5344CB8AC3E}">
        <p14:creationId xmlns:p14="http://schemas.microsoft.com/office/powerpoint/2010/main" val="602116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B3B17-F79B-4B51-B6E7-46D65FB038BD}"/>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7C5E8B55-FBA4-109E-42F4-659CE632C99B}"/>
              </a:ext>
            </a:extLst>
          </p:cNvPr>
          <p:cNvGraphicFramePr>
            <a:graphicFrameLocks noGrp="1"/>
          </p:cNvGraphicFramePr>
          <p:nvPr/>
        </p:nvGraphicFramePr>
        <p:xfrm>
          <a:off x="0" y="551790"/>
          <a:ext cx="6562164" cy="6895011"/>
        </p:xfrm>
        <a:graphic>
          <a:graphicData uri="http://schemas.openxmlformats.org/drawingml/2006/table">
            <a:tbl>
              <a:tblPr/>
              <a:tblGrid>
                <a:gridCol w="6562164">
                  <a:extLst>
                    <a:ext uri="{9D8B030D-6E8A-4147-A177-3AD203B41FA5}">
                      <a16:colId xmlns:a16="http://schemas.microsoft.com/office/drawing/2014/main" val="20000"/>
                    </a:ext>
                  </a:extLst>
                </a:gridCol>
              </a:tblGrid>
              <a:tr h="83462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59366">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96679">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5686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61871">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6187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86187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861871">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3" name="Group 3">
            <a:extLst>
              <a:ext uri="{FF2B5EF4-FFF2-40B4-BE49-F238E27FC236}">
                <a16:creationId xmlns:a16="http://schemas.microsoft.com/office/drawing/2014/main" id="{C2455353-AA93-BDCB-BBDC-24693951A3EE}"/>
              </a:ext>
            </a:extLst>
          </p:cNvPr>
          <p:cNvGrpSpPr/>
          <p:nvPr/>
        </p:nvGrpSpPr>
        <p:grpSpPr>
          <a:xfrm>
            <a:off x="-5123" y="-12803"/>
            <a:ext cx="6663176" cy="564773"/>
            <a:chOff x="0" y="0"/>
            <a:chExt cx="2594982" cy="812800"/>
          </a:xfrm>
        </p:grpSpPr>
        <p:sp>
          <p:nvSpPr>
            <p:cNvPr id="4" name="Freeform 4">
              <a:extLst>
                <a:ext uri="{FF2B5EF4-FFF2-40B4-BE49-F238E27FC236}">
                  <a16:creationId xmlns:a16="http://schemas.microsoft.com/office/drawing/2014/main" id="{31306D4C-12EF-6D61-DBA9-E8723E284175}"/>
                </a:ext>
              </a:extLst>
            </p:cNvPr>
            <p:cNvSpPr/>
            <p:nvPr/>
          </p:nvSpPr>
          <p:spPr>
            <a:xfrm>
              <a:off x="0" y="0"/>
              <a:ext cx="2594982" cy="812800"/>
            </a:xfrm>
            <a:custGeom>
              <a:avLst/>
              <a:gdLst/>
              <a:ahLst/>
              <a:cxnLst/>
              <a:rect l="l" t="t" r="r" b="b"/>
              <a:pathLst>
                <a:path w="2594982" h="812800">
                  <a:moveTo>
                    <a:pt x="0" y="0"/>
                  </a:moveTo>
                  <a:lnTo>
                    <a:pt x="2594982" y="0"/>
                  </a:lnTo>
                  <a:lnTo>
                    <a:pt x="2594982" y="812800"/>
                  </a:lnTo>
                  <a:lnTo>
                    <a:pt x="0" y="812800"/>
                  </a:lnTo>
                  <a:close/>
                </a:path>
              </a:pathLst>
            </a:custGeom>
            <a:solidFill>
              <a:srgbClr val="F34336"/>
            </a:solidFill>
          </p:spPr>
          <p:txBody>
            <a:bodyPr/>
            <a:lstStyle/>
            <a:p>
              <a:endParaRPr lang="en-SG" sz="1088"/>
            </a:p>
          </p:txBody>
        </p:sp>
        <p:sp>
          <p:nvSpPr>
            <p:cNvPr id="5" name="TextBox 5">
              <a:extLst>
                <a:ext uri="{FF2B5EF4-FFF2-40B4-BE49-F238E27FC236}">
                  <a16:creationId xmlns:a16="http://schemas.microsoft.com/office/drawing/2014/main" id="{C0B959BB-CFAA-57FE-9944-A7A008D47F2B}"/>
                </a:ext>
              </a:extLst>
            </p:cNvPr>
            <p:cNvSpPr txBox="1"/>
            <p:nvPr/>
          </p:nvSpPr>
          <p:spPr>
            <a:xfrm>
              <a:off x="0" y="-28575"/>
              <a:ext cx="2594982" cy="841375"/>
            </a:xfrm>
            <a:prstGeom prst="rect">
              <a:avLst/>
            </a:prstGeom>
          </p:spPr>
          <p:txBody>
            <a:bodyPr lIns="40638" tIns="40638" rIns="40638" bIns="40638" rtlCol="0" anchor="ctr"/>
            <a:lstStyle/>
            <a:p>
              <a:pPr algn="ctr">
                <a:lnSpc>
                  <a:spcPts val="2016"/>
                </a:lnSpc>
              </a:pPr>
              <a:endParaRPr sz="1088"/>
            </a:p>
          </p:txBody>
        </p:sp>
      </p:grpSp>
      <p:sp>
        <p:nvSpPr>
          <p:cNvPr id="6" name="Freeform 6">
            <a:extLst>
              <a:ext uri="{FF2B5EF4-FFF2-40B4-BE49-F238E27FC236}">
                <a16:creationId xmlns:a16="http://schemas.microsoft.com/office/drawing/2014/main" id="{75A6B806-F6CA-DEBE-F9FA-70C05DD4903F}"/>
              </a:ext>
            </a:extLst>
          </p:cNvPr>
          <p:cNvSpPr/>
          <p:nvPr/>
        </p:nvSpPr>
        <p:spPr>
          <a:xfrm>
            <a:off x="5176804" y="88494"/>
            <a:ext cx="332501" cy="269253"/>
          </a:xfrm>
          <a:custGeom>
            <a:avLst/>
            <a:gdLst/>
            <a:ahLst/>
            <a:cxnLst/>
            <a:rect l="l" t="t" r="r" b="b"/>
            <a:pathLst>
              <a:path w="472691" h="394697">
                <a:moveTo>
                  <a:pt x="0" y="0"/>
                </a:moveTo>
                <a:lnTo>
                  <a:pt x="472691" y="0"/>
                </a:lnTo>
                <a:lnTo>
                  <a:pt x="472691" y="394697"/>
                </a:lnTo>
                <a:lnTo>
                  <a:pt x="0" y="3946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SG" sz="1088"/>
          </a:p>
        </p:txBody>
      </p:sp>
      <p:sp>
        <p:nvSpPr>
          <p:cNvPr id="7" name="Freeform 7">
            <a:extLst>
              <a:ext uri="{FF2B5EF4-FFF2-40B4-BE49-F238E27FC236}">
                <a16:creationId xmlns:a16="http://schemas.microsoft.com/office/drawing/2014/main" id="{22F86842-5CA7-0951-FAF7-B5BBBADA0A39}"/>
              </a:ext>
            </a:extLst>
          </p:cNvPr>
          <p:cNvSpPr/>
          <p:nvPr/>
        </p:nvSpPr>
        <p:spPr>
          <a:xfrm>
            <a:off x="187237" y="125054"/>
            <a:ext cx="370152" cy="183592"/>
          </a:xfrm>
          <a:custGeom>
            <a:avLst/>
            <a:gdLst/>
            <a:ahLst/>
            <a:cxnLst/>
            <a:rect l="l" t="t" r="r" b="b"/>
            <a:pathLst>
              <a:path w="583453" h="390383">
                <a:moveTo>
                  <a:pt x="0" y="0"/>
                </a:moveTo>
                <a:lnTo>
                  <a:pt x="583453" y="0"/>
                </a:lnTo>
                <a:lnTo>
                  <a:pt x="583453" y="390383"/>
                </a:lnTo>
                <a:lnTo>
                  <a:pt x="0" y="39038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8" name="Freeform 8">
            <a:extLst>
              <a:ext uri="{FF2B5EF4-FFF2-40B4-BE49-F238E27FC236}">
                <a16:creationId xmlns:a16="http://schemas.microsoft.com/office/drawing/2014/main" id="{E3172450-3EE2-7478-EF26-BD1E2CB99FCA}"/>
              </a:ext>
            </a:extLst>
          </p:cNvPr>
          <p:cNvSpPr/>
          <p:nvPr/>
        </p:nvSpPr>
        <p:spPr>
          <a:xfrm>
            <a:off x="601805" y="120167"/>
            <a:ext cx="368457" cy="177419"/>
          </a:xfrm>
          <a:custGeom>
            <a:avLst/>
            <a:gdLst/>
            <a:ahLst/>
            <a:cxnLst/>
            <a:rect l="l" t="t" r="r" b="b"/>
            <a:pathLst>
              <a:path w="585247" h="392648">
                <a:moveTo>
                  <a:pt x="0" y="0"/>
                </a:moveTo>
                <a:lnTo>
                  <a:pt x="585247" y="0"/>
                </a:lnTo>
                <a:lnTo>
                  <a:pt x="585247" y="392647"/>
                </a:lnTo>
                <a:lnTo>
                  <a:pt x="0" y="39264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SG" sz="1088"/>
          </a:p>
        </p:txBody>
      </p:sp>
      <p:sp>
        <p:nvSpPr>
          <p:cNvPr id="9" name="Freeform 9">
            <a:extLst>
              <a:ext uri="{FF2B5EF4-FFF2-40B4-BE49-F238E27FC236}">
                <a16:creationId xmlns:a16="http://schemas.microsoft.com/office/drawing/2014/main" id="{D43D83ED-6AE6-4EC2-761A-91EAC236E97B}"/>
              </a:ext>
            </a:extLst>
          </p:cNvPr>
          <p:cNvSpPr/>
          <p:nvPr/>
        </p:nvSpPr>
        <p:spPr>
          <a:xfrm>
            <a:off x="6031025" y="86246"/>
            <a:ext cx="242908" cy="271500"/>
          </a:xfrm>
          <a:custGeom>
            <a:avLst/>
            <a:gdLst/>
            <a:ahLst/>
            <a:cxnLst/>
            <a:rect l="l" t="t" r="r" b="b"/>
            <a:pathLst>
              <a:path w="365278" h="392772">
                <a:moveTo>
                  <a:pt x="0" y="0"/>
                </a:moveTo>
                <a:lnTo>
                  <a:pt x="365278" y="0"/>
                </a:lnTo>
                <a:lnTo>
                  <a:pt x="365278" y="392772"/>
                </a:lnTo>
                <a:lnTo>
                  <a:pt x="0" y="39277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SG" sz="1088"/>
          </a:p>
        </p:txBody>
      </p:sp>
      <p:sp>
        <p:nvSpPr>
          <p:cNvPr id="10" name="Freeform 10">
            <a:extLst>
              <a:ext uri="{FF2B5EF4-FFF2-40B4-BE49-F238E27FC236}">
                <a16:creationId xmlns:a16="http://schemas.microsoft.com/office/drawing/2014/main" id="{0AF0F33C-1B0C-79C9-E4F1-A37CAD7B5112}"/>
              </a:ext>
            </a:extLst>
          </p:cNvPr>
          <p:cNvSpPr/>
          <p:nvPr/>
        </p:nvSpPr>
        <p:spPr>
          <a:xfrm>
            <a:off x="4386672" y="100843"/>
            <a:ext cx="268412" cy="274566"/>
          </a:xfrm>
          <a:custGeom>
            <a:avLst/>
            <a:gdLst/>
            <a:ahLst/>
            <a:cxnLst/>
            <a:rect l="l" t="t" r="r" b="b"/>
            <a:pathLst>
              <a:path w="399295" h="414852">
                <a:moveTo>
                  <a:pt x="0" y="0"/>
                </a:moveTo>
                <a:lnTo>
                  <a:pt x="399295" y="0"/>
                </a:lnTo>
                <a:lnTo>
                  <a:pt x="399295" y="414852"/>
                </a:lnTo>
                <a:lnTo>
                  <a:pt x="0" y="41485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SG" sz="1088"/>
          </a:p>
        </p:txBody>
      </p:sp>
      <p:sp>
        <p:nvSpPr>
          <p:cNvPr id="11" name="Freeform 11">
            <a:hlinkClick r:id="rId12" action="ppaction://hlinksldjump"/>
            <a:extLst>
              <a:ext uri="{FF2B5EF4-FFF2-40B4-BE49-F238E27FC236}">
                <a16:creationId xmlns:a16="http://schemas.microsoft.com/office/drawing/2014/main" id="{B141DFD0-D5A9-1407-29D4-9CD79A816268}"/>
              </a:ext>
            </a:extLst>
          </p:cNvPr>
          <p:cNvSpPr/>
          <p:nvPr/>
        </p:nvSpPr>
        <p:spPr>
          <a:xfrm>
            <a:off x="9024846" y="79763"/>
            <a:ext cx="332501" cy="332501"/>
          </a:xfrm>
          <a:custGeom>
            <a:avLst/>
            <a:gdLst/>
            <a:ahLst/>
            <a:cxnLst/>
            <a:rect l="l" t="t" r="r" b="b"/>
            <a:pathLst>
              <a:path w="415644" h="415644">
                <a:moveTo>
                  <a:pt x="0" y="0"/>
                </a:moveTo>
                <a:lnTo>
                  <a:pt x="415645" y="0"/>
                </a:lnTo>
                <a:lnTo>
                  <a:pt x="415645" y="415644"/>
                </a:lnTo>
                <a:lnTo>
                  <a:pt x="0" y="415644"/>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SG" sz="1088"/>
          </a:p>
        </p:txBody>
      </p:sp>
      <p:sp>
        <p:nvSpPr>
          <p:cNvPr id="12" name="Freeform 12">
            <a:hlinkClick r:id="rId15" action="ppaction://hlinksldjump"/>
            <a:extLst>
              <a:ext uri="{FF2B5EF4-FFF2-40B4-BE49-F238E27FC236}">
                <a16:creationId xmlns:a16="http://schemas.microsoft.com/office/drawing/2014/main" id="{F821329B-A6CB-20AD-394A-6F6E24986615}"/>
              </a:ext>
            </a:extLst>
          </p:cNvPr>
          <p:cNvSpPr/>
          <p:nvPr/>
        </p:nvSpPr>
        <p:spPr>
          <a:xfrm>
            <a:off x="9638664" y="87291"/>
            <a:ext cx="394835" cy="394835"/>
          </a:xfrm>
          <a:custGeom>
            <a:avLst/>
            <a:gdLst/>
            <a:ahLst/>
            <a:cxnLst/>
            <a:rect l="l" t="t" r="r" b="b"/>
            <a:pathLst>
              <a:path w="493565" h="493565">
                <a:moveTo>
                  <a:pt x="0" y="0"/>
                </a:moveTo>
                <a:lnTo>
                  <a:pt x="493565" y="0"/>
                </a:lnTo>
                <a:lnTo>
                  <a:pt x="493565" y="493565"/>
                </a:lnTo>
                <a:lnTo>
                  <a:pt x="0" y="493565"/>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grpSp>
        <p:nvGrpSpPr>
          <p:cNvPr id="13" name="Group 13">
            <a:extLst>
              <a:ext uri="{FF2B5EF4-FFF2-40B4-BE49-F238E27FC236}">
                <a16:creationId xmlns:a16="http://schemas.microsoft.com/office/drawing/2014/main" id="{E9DA6D1C-5A5D-A906-E3C2-55966981A6F1}"/>
              </a:ext>
            </a:extLst>
          </p:cNvPr>
          <p:cNvGrpSpPr/>
          <p:nvPr/>
        </p:nvGrpSpPr>
        <p:grpSpPr>
          <a:xfrm>
            <a:off x="6768765" y="3359022"/>
            <a:ext cx="1546440" cy="447075"/>
            <a:chOff x="0" y="0"/>
            <a:chExt cx="812800" cy="234980"/>
          </a:xfrm>
        </p:grpSpPr>
        <p:sp>
          <p:nvSpPr>
            <p:cNvPr id="14" name="Freeform 14">
              <a:extLst>
                <a:ext uri="{FF2B5EF4-FFF2-40B4-BE49-F238E27FC236}">
                  <a16:creationId xmlns:a16="http://schemas.microsoft.com/office/drawing/2014/main" id="{EE931846-E752-314E-541B-490A90B694DF}"/>
                </a:ext>
              </a:extLst>
            </p:cNvPr>
            <p:cNvSpPr/>
            <p:nvPr/>
          </p:nvSpPr>
          <p:spPr>
            <a:xfrm>
              <a:off x="0" y="0"/>
              <a:ext cx="812800" cy="234980"/>
            </a:xfrm>
            <a:custGeom>
              <a:avLst/>
              <a:gdLst/>
              <a:ahLst/>
              <a:cxnLst/>
              <a:rect l="l" t="t" r="r" b="b"/>
              <a:pathLst>
                <a:path w="812800" h="234980">
                  <a:moveTo>
                    <a:pt x="117490" y="0"/>
                  </a:moveTo>
                  <a:lnTo>
                    <a:pt x="695310" y="0"/>
                  </a:lnTo>
                  <a:cubicBezTo>
                    <a:pt x="726470" y="0"/>
                    <a:pt x="756354" y="12378"/>
                    <a:pt x="778388" y="34412"/>
                  </a:cubicBezTo>
                  <a:cubicBezTo>
                    <a:pt x="800422" y="56446"/>
                    <a:pt x="812800" y="86330"/>
                    <a:pt x="812800" y="117490"/>
                  </a:cubicBezTo>
                  <a:lnTo>
                    <a:pt x="812800" y="117490"/>
                  </a:lnTo>
                  <a:cubicBezTo>
                    <a:pt x="812800" y="148650"/>
                    <a:pt x="800422" y="178534"/>
                    <a:pt x="778388" y="200568"/>
                  </a:cubicBezTo>
                  <a:cubicBezTo>
                    <a:pt x="756354" y="222602"/>
                    <a:pt x="726470" y="234980"/>
                    <a:pt x="695310" y="234980"/>
                  </a:cubicBezTo>
                  <a:lnTo>
                    <a:pt x="117490" y="234980"/>
                  </a:lnTo>
                  <a:cubicBezTo>
                    <a:pt x="86330" y="234980"/>
                    <a:pt x="56446" y="222602"/>
                    <a:pt x="34412" y="200568"/>
                  </a:cubicBezTo>
                  <a:cubicBezTo>
                    <a:pt x="12378" y="178534"/>
                    <a:pt x="0" y="148650"/>
                    <a:pt x="0" y="117490"/>
                  </a:cubicBezTo>
                  <a:lnTo>
                    <a:pt x="0" y="117490"/>
                  </a:lnTo>
                  <a:cubicBezTo>
                    <a:pt x="0" y="86330"/>
                    <a:pt x="12378" y="56446"/>
                    <a:pt x="34412" y="34412"/>
                  </a:cubicBezTo>
                  <a:cubicBezTo>
                    <a:pt x="56446" y="12378"/>
                    <a:pt x="86330" y="0"/>
                    <a:pt x="117490" y="0"/>
                  </a:cubicBezTo>
                  <a:close/>
                </a:path>
              </a:pathLst>
            </a:custGeom>
            <a:solidFill>
              <a:srgbClr val="F34336"/>
            </a:solidFill>
          </p:spPr>
          <p:txBody>
            <a:bodyPr/>
            <a:lstStyle/>
            <a:p>
              <a:endParaRPr lang="en-SG" sz="1088"/>
            </a:p>
          </p:txBody>
        </p:sp>
        <p:sp>
          <p:nvSpPr>
            <p:cNvPr id="15" name="TextBox 15">
              <a:extLst>
                <a:ext uri="{FF2B5EF4-FFF2-40B4-BE49-F238E27FC236}">
                  <a16:creationId xmlns:a16="http://schemas.microsoft.com/office/drawing/2014/main" id="{AEB6CF00-99F9-B1A2-7304-B23070C3D4FE}"/>
                </a:ext>
              </a:extLst>
            </p:cNvPr>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grpSp>
        <p:nvGrpSpPr>
          <p:cNvPr id="16" name="Group 16">
            <a:extLst>
              <a:ext uri="{FF2B5EF4-FFF2-40B4-BE49-F238E27FC236}">
                <a16:creationId xmlns:a16="http://schemas.microsoft.com/office/drawing/2014/main" id="{99822089-F078-499E-8EAF-52DD7CA9042D}"/>
              </a:ext>
            </a:extLst>
          </p:cNvPr>
          <p:cNvGrpSpPr/>
          <p:nvPr/>
        </p:nvGrpSpPr>
        <p:grpSpPr>
          <a:xfrm>
            <a:off x="8513562" y="3347566"/>
            <a:ext cx="1542181" cy="445844"/>
            <a:chOff x="0" y="0"/>
            <a:chExt cx="812800" cy="234980"/>
          </a:xfrm>
        </p:grpSpPr>
        <p:sp>
          <p:nvSpPr>
            <p:cNvPr id="17" name="Freeform 17">
              <a:extLst>
                <a:ext uri="{FF2B5EF4-FFF2-40B4-BE49-F238E27FC236}">
                  <a16:creationId xmlns:a16="http://schemas.microsoft.com/office/drawing/2014/main" id="{1ECFB69B-CC87-2E4E-C6A7-D3A0836756ED}"/>
                </a:ext>
              </a:extLst>
            </p:cNvPr>
            <p:cNvSpPr/>
            <p:nvPr/>
          </p:nvSpPr>
          <p:spPr>
            <a:xfrm>
              <a:off x="0" y="0"/>
              <a:ext cx="812800" cy="234980"/>
            </a:xfrm>
            <a:custGeom>
              <a:avLst/>
              <a:gdLst/>
              <a:ahLst/>
              <a:cxnLst/>
              <a:rect l="l" t="t" r="r" b="b"/>
              <a:pathLst>
                <a:path w="812800" h="234980">
                  <a:moveTo>
                    <a:pt x="117490" y="0"/>
                  </a:moveTo>
                  <a:lnTo>
                    <a:pt x="695310" y="0"/>
                  </a:lnTo>
                  <a:cubicBezTo>
                    <a:pt x="726470" y="0"/>
                    <a:pt x="756354" y="12378"/>
                    <a:pt x="778388" y="34412"/>
                  </a:cubicBezTo>
                  <a:cubicBezTo>
                    <a:pt x="800422" y="56446"/>
                    <a:pt x="812800" y="86330"/>
                    <a:pt x="812800" y="117490"/>
                  </a:cubicBezTo>
                  <a:lnTo>
                    <a:pt x="812800" y="117490"/>
                  </a:lnTo>
                  <a:cubicBezTo>
                    <a:pt x="812800" y="148650"/>
                    <a:pt x="800422" y="178534"/>
                    <a:pt x="778388" y="200568"/>
                  </a:cubicBezTo>
                  <a:cubicBezTo>
                    <a:pt x="756354" y="222602"/>
                    <a:pt x="726470" y="234980"/>
                    <a:pt x="695310" y="234980"/>
                  </a:cubicBezTo>
                  <a:lnTo>
                    <a:pt x="117490" y="234980"/>
                  </a:lnTo>
                  <a:cubicBezTo>
                    <a:pt x="86330" y="234980"/>
                    <a:pt x="56446" y="222602"/>
                    <a:pt x="34412" y="200568"/>
                  </a:cubicBezTo>
                  <a:cubicBezTo>
                    <a:pt x="12378" y="178534"/>
                    <a:pt x="0" y="148650"/>
                    <a:pt x="0" y="117490"/>
                  </a:cubicBezTo>
                  <a:lnTo>
                    <a:pt x="0" y="117490"/>
                  </a:lnTo>
                  <a:cubicBezTo>
                    <a:pt x="0" y="86330"/>
                    <a:pt x="12378" y="56446"/>
                    <a:pt x="34412" y="34412"/>
                  </a:cubicBezTo>
                  <a:cubicBezTo>
                    <a:pt x="56446" y="12378"/>
                    <a:pt x="86330" y="0"/>
                    <a:pt x="117490" y="0"/>
                  </a:cubicBezTo>
                  <a:close/>
                </a:path>
              </a:pathLst>
            </a:custGeom>
            <a:solidFill>
              <a:srgbClr val="F34336"/>
            </a:solidFill>
          </p:spPr>
          <p:txBody>
            <a:bodyPr/>
            <a:lstStyle/>
            <a:p>
              <a:endParaRPr lang="en-SG" sz="1088" dirty="0"/>
            </a:p>
          </p:txBody>
        </p:sp>
        <p:sp>
          <p:nvSpPr>
            <p:cNvPr id="18" name="TextBox 18">
              <a:extLst>
                <a:ext uri="{FF2B5EF4-FFF2-40B4-BE49-F238E27FC236}">
                  <a16:creationId xmlns:a16="http://schemas.microsoft.com/office/drawing/2014/main" id="{4E97EEEC-3D96-BAA0-70EF-C3EA1EF61649}"/>
                </a:ext>
              </a:extLst>
            </p:cNvPr>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sp>
        <p:nvSpPr>
          <p:cNvPr id="20" name="Freeform 20">
            <a:extLst>
              <a:ext uri="{FF2B5EF4-FFF2-40B4-BE49-F238E27FC236}">
                <a16:creationId xmlns:a16="http://schemas.microsoft.com/office/drawing/2014/main" id="{AE24ABEB-987C-13CD-81D8-A94B00643C7E}"/>
              </a:ext>
            </a:extLst>
          </p:cNvPr>
          <p:cNvSpPr/>
          <p:nvPr/>
        </p:nvSpPr>
        <p:spPr>
          <a:xfrm>
            <a:off x="8608" y="3267982"/>
            <a:ext cx="629155" cy="314578"/>
          </a:xfrm>
          <a:custGeom>
            <a:avLst/>
            <a:gdLst/>
            <a:ahLst/>
            <a:cxnLst/>
            <a:rect l="l" t="t" r="r" b="b"/>
            <a:pathLst>
              <a:path w="786479" h="393240">
                <a:moveTo>
                  <a:pt x="0" y="0"/>
                </a:moveTo>
                <a:lnTo>
                  <a:pt x="786480" y="0"/>
                </a:lnTo>
                <a:lnTo>
                  <a:pt x="786480" y="393239"/>
                </a:lnTo>
                <a:lnTo>
                  <a:pt x="0" y="39323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21" name="Freeform 21">
            <a:extLst>
              <a:ext uri="{FF2B5EF4-FFF2-40B4-BE49-F238E27FC236}">
                <a16:creationId xmlns:a16="http://schemas.microsoft.com/office/drawing/2014/main" id="{94CF7662-839D-8371-A91F-669D9E75F370}"/>
              </a:ext>
            </a:extLst>
          </p:cNvPr>
          <p:cNvSpPr/>
          <p:nvPr/>
        </p:nvSpPr>
        <p:spPr>
          <a:xfrm>
            <a:off x="12730" y="876927"/>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22" name="Freeform 22">
            <a:extLst>
              <a:ext uri="{FF2B5EF4-FFF2-40B4-BE49-F238E27FC236}">
                <a16:creationId xmlns:a16="http://schemas.microsoft.com/office/drawing/2014/main" id="{31C34F8E-65FD-8D2A-83C6-BE98C03CDF91}"/>
              </a:ext>
            </a:extLst>
          </p:cNvPr>
          <p:cNvSpPr/>
          <p:nvPr/>
        </p:nvSpPr>
        <p:spPr>
          <a:xfrm>
            <a:off x="0" y="4285270"/>
            <a:ext cx="629155" cy="314578"/>
          </a:xfrm>
          <a:custGeom>
            <a:avLst/>
            <a:gdLst/>
            <a:ahLst/>
            <a:cxnLst/>
            <a:rect l="l" t="t" r="r" b="b"/>
            <a:pathLst>
              <a:path w="786479" h="393240">
                <a:moveTo>
                  <a:pt x="0" y="0"/>
                </a:moveTo>
                <a:lnTo>
                  <a:pt x="786480" y="0"/>
                </a:lnTo>
                <a:lnTo>
                  <a:pt x="786480" y="393240"/>
                </a:lnTo>
                <a:lnTo>
                  <a:pt x="0" y="393240"/>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dirty="0"/>
          </a:p>
        </p:txBody>
      </p:sp>
      <p:sp>
        <p:nvSpPr>
          <p:cNvPr id="23" name="Freeform 23">
            <a:extLst>
              <a:ext uri="{FF2B5EF4-FFF2-40B4-BE49-F238E27FC236}">
                <a16:creationId xmlns:a16="http://schemas.microsoft.com/office/drawing/2014/main" id="{F31F62E5-E1AB-969D-D833-FA5CF4C046A6}"/>
              </a:ext>
            </a:extLst>
          </p:cNvPr>
          <p:cNvSpPr/>
          <p:nvPr/>
        </p:nvSpPr>
        <p:spPr>
          <a:xfrm>
            <a:off x="23365" y="5070263"/>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24" name="Freeform 24">
            <a:extLst>
              <a:ext uri="{FF2B5EF4-FFF2-40B4-BE49-F238E27FC236}">
                <a16:creationId xmlns:a16="http://schemas.microsoft.com/office/drawing/2014/main" id="{47B7FE28-5666-24E4-BAC9-665323E9F1EB}"/>
              </a:ext>
            </a:extLst>
          </p:cNvPr>
          <p:cNvSpPr/>
          <p:nvPr/>
        </p:nvSpPr>
        <p:spPr>
          <a:xfrm>
            <a:off x="9178" y="5953122"/>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25" name="Freeform 25">
            <a:extLst>
              <a:ext uri="{FF2B5EF4-FFF2-40B4-BE49-F238E27FC236}">
                <a16:creationId xmlns:a16="http://schemas.microsoft.com/office/drawing/2014/main" id="{95B1D5C0-FC61-7110-F323-F77199094314}"/>
              </a:ext>
            </a:extLst>
          </p:cNvPr>
          <p:cNvSpPr/>
          <p:nvPr/>
        </p:nvSpPr>
        <p:spPr>
          <a:xfrm>
            <a:off x="-5123" y="6716050"/>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dirty="0"/>
          </a:p>
        </p:txBody>
      </p:sp>
      <p:sp>
        <p:nvSpPr>
          <p:cNvPr id="26" name="Freeform 26">
            <a:extLst>
              <a:ext uri="{FF2B5EF4-FFF2-40B4-BE49-F238E27FC236}">
                <a16:creationId xmlns:a16="http://schemas.microsoft.com/office/drawing/2014/main" id="{1B2039BA-84A0-B13D-BABF-563762CC5E41}"/>
              </a:ext>
            </a:extLst>
          </p:cNvPr>
          <p:cNvSpPr/>
          <p:nvPr/>
        </p:nvSpPr>
        <p:spPr>
          <a:xfrm>
            <a:off x="23366" y="2521781"/>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27" name="Freeform 27">
            <a:extLst>
              <a:ext uri="{FF2B5EF4-FFF2-40B4-BE49-F238E27FC236}">
                <a16:creationId xmlns:a16="http://schemas.microsoft.com/office/drawing/2014/main" id="{41B9B27E-1306-ABAC-7942-D99D515CA85C}"/>
              </a:ext>
            </a:extLst>
          </p:cNvPr>
          <p:cNvSpPr/>
          <p:nvPr/>
        </p:nvSpPr>
        <p:spPr>
          <a:xfrm>
            <a:off x="22061" y="1747651"/>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dirty="0"/>
          </a:p>
        </p:txBody>
      </p:sp>
      <p:sp>
        <p:nvSpPr>
          <p:cNvPr id="28" name="Freeform 28">
            <a:extLst>
              <a:ext uri="{FF2B5EF4-FFF2-40B4-BE49-F238E27FC236}">
                <a16:creationId xmlns:a16="http://schemas.microsoft.com/office/drawing/2014/main" id="{3A520937-F3C5-D9BD-E551-9DD8A082453E}"/>
              </a:ext>
            </a:extLst>
          </p:cNvPr>
          <p:cNvSpPr/>
          <p:nvPr/>
        </p:nvSpPr>
        <p:spPr>
          <a:xfrm>
            <a:off x="6117783" y="6800762"/>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29" name="Freeform 29">
            <a:extLst>
              <a:ext uri="{FF2B5EF4-FFF2-40B4-BE49-F238E27FC236}">
                <a16:creationId xmlns:a16="http://schemas.microsoft.com/office/drawing/2014/main" id="{26AC28FA-78CB-6EA8-97A0-4ACF0474DE36}"/>
              </a:ext>
            </a:extLst>
          </p:cNvPr>
          <p:cNvSpPr/>
          <p:nvPr/>
        </p:nvSpPr>
        <p:spPr>
          <a:xfrm>
            <a:off x="6117783" y="2497084"/>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30" name="Freeform 30">
            <a:extLst>
              <a:ext uri="{FF2B5EF4-FFF2-40B4-BE49-F238E27FC236}">
                <a16:creationId xmlns:a16="http://schemas.microsoft.com/office/drawing/2014/main" id="{D1C8D896-71D8-B97C-B93F-62DA126569F7}"/>
              </a:ext>
            </a:extLst>
          </p:cNvPr>
          <p:cNvSpPr/>
          <p:nvPr/>
        </p:nvSpPr>
        <p:spPr>
          <a:xfrm>
            <a:off x="6117783" y="1577123"/>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31" name="Freeform 31">
            <a:extLst>
              <a:ext uri="{FF2B5EF4-FFF2-40B4-BE49-F238E27FC236}">
                <a16:creationId xmlns:a16="http://schemas.microsoft.com/office/drawing/2014/main" id="{53CAC606-5298-9FF9-925D-F6CBDA7C006E}"/>
              </a:ext>
            </a:extLst>
          </p:cNvPr>
          <p:cNvSpPr/>
          <p:nvPr/>
        </p:nvSpPr>
        <p:spPr>
          <a:xfrm>
            <a:off x="6117783" y="747423"/>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32" name="Freeform 32">
            <a:extLst>
              <a:ext uri="{FF2B5EF4-FFF2-40B4-BE49-F238E27FC236}">
                <a16:creationId xmlns:a16="http://schemas.microsoft.com/office/drawing/2014/main" id="{5D2A64AC-4EB3-0636-5F29-A523E582A12C}"/>
              </a:ext>
            </a:extLst>
          </p:cNvPr>
          <p:cNvSpPr/>
          <p:nvPr/>
        </p:nvSpPr>
        <p:spPr>
          <a:xfrm>
            <a:off x="6117783" y="5127544"/>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33" name="Freeform 33">
            <a:extLst>
              <a:ext uri="{FF2B5EF4-FFF2-40B4-BE49-F238E27FC236}">
                <a16:creationId xmlns:a16="http://schemas.microsoft.com/office/drawing/2014/main" id="{5FCFD107-F179-9A5B-EE8B-A128DA61CCBD}"/>
              </a:ext>
            </a:extLst>
          </p:cNvPr>
          <p:cNvSpPr/>
          <p:nvPr/>
        </p:nvSpPr>
        <p:spPr>
          <a:xfrm>
            <a:off x="6085923" y="4173866"/>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34" name="Freeform 34">
            <a:extLst>
              <a:ext uri="{FF2B5EF4-FFF2-40B4-BE49-F238E27FC236}">
                <a16:creationId xmlns:a16="http://schemas.microsoft.com/office/drawing/2014/main" id="{3FCD6E72-FB8D-0E40-D029-8EB5A8EDF4B7}"/>
              </a:ext>
            </a:extLst>
          </p:cNvPr>
          <p:cNvSpPr/>
          <p:nvPr/>
        </p:nvSpPr>
        <p:spPr>
          <a:xfrm>
            <a:off x="6117783" y="3310972"/>
            <a:ext cx="312305" cy="312305"/>
          </a:xfrm>
          <a:custGeom>
            <a:avLst/>
            <a:gdLst/>
            <a:ahLst/>
            <a:cxnLst/>
            <a:rect l="l" t="t" r="r" b="b"/>
            <a:pathLst>
              <a:path w="390399" h="390399">
                <a:moveTo>
                  <a:pt x="0" y="0"/>
                </a:moveTo>
                <a:lnTo>
                  <a:pt x="390399" y="0"/>
                </a:lnTo>
                <a:lnTo>
                  <a:pt x="390399" y="390398"/>
                </a:lnTo>
                <a:lnTo>
                  <a:pt x="0" y="390398"/>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35" name="Freeform 35">
            <a:extLst>
              <a:ext uri="{FF2B5EF4-FFF2-40B4-BE49-F238E27FC236}">
                <a16:creationId xmlns:a16="http://schemas.microsoft.com/office/drawing/2014/main" id="{0B59470B-1829-2FCC-9AFF-E1551602B0C7}"/>
              </a:ext>
            </a:extLst>
          </p:cNvPr>
          <p:cNvSpPr/>
          <p:nvPr/>
        </p:nvSpPr>
        <p:spPr>
          <a:xfrm>
            <a:off x="6085923" y="5931862"/>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grpSp>
        <p:nvGrpSpPr>
          <p:cNvPr id="45" name="Group 45">
            <a:extLst>
              <a:ext uri="{FF2B5EF4-FFF2-40B4-BE49-F238E27FC236}">
                <a16:creationId xmlns:a16="http://schemas.microsoft.com/office/drawing/2014/main" id="{58EF1D77-15EF-11EF-EE68-FE2914846F47}"/>
              </a:ext>
            </a:extLst>
          </p:cNvPr>
          <p:cNvGrpSpPr/>
          <p:nvPr/>
        </p:nvGrpSpPr>
        <p:grpSpPr>
          <a:xfrm>
            <a:off x="6506698" y="551792"/>
            <a:ext cx="110934" cy="7887829"/>
            <a:chOff x="0" y="0"/>
            <a:chExt cx="184898" cy="13146961"/>
          </a:xfrm>
        </p:grpSpPr>
        <p:grpSp>
          <p:nvGrpSpPr>
            <p:cNvPr id="46" name="Group 46">
              <a:extLst>
                <a:ext uri="{FF2B5EF4-FFF2-40B4-BE49-F238E27FC236}">
                  <a16:creationId xmlns:a16="http://schemas.microsoft.com/office/drawing/2014/main" id="{2A0890CC-6F30-21C3-AC6F-2CE7D2CBFA7E}"/>
                </a:ext>
              </a:extLst>
            </p:cNvPr>
            <p:cNvGrpSpPr/>
            <p:nvPr/>
          </p:nvGrpSpPr>
          <p:grpSpPr>
            <a:xfrm>
              <a:off x="9132" y="3875"/>
              <a:ext cx="175766" cy="507612"/>
              <a:chOff x="0" y="0"/>
              <a:chExt cx="37497" cy="108291"/>
            </a:xfrm>
          </p:grpSpPr>
          <p:sp>
            <p:nvSpPr>
              <p:cNvPr id="47" name="Freeform 47">
                <a:extLst>
                  <a:ext uri="{FF2B5EF4-FFF2-40B4-BE49-F238E27FC236}">
                    <a16:creationId xmlns:a16="http://schemas.microsoft.com/office/drawing/2014/main" id="{16C1C90F-88D1-3BC4-9CB7-56C92737E7C0}"/>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48" name="TextBox 48">
                <a:extLst>
                  <a:ext uri="{FF2B5EF4-FFF2-40B4-BE49-F238E27FC236}">
                    <a16:creationId xmlns:a16="http://schemas.microsoft.com/office/drawing/2014/main" id="{9DA21A0F-5524-EC4A-7C5F-6023A4D2ACE9}"/>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49" name="Group 49">
              <a:extLst>
                <a:ext uri="{FF2B5EF4-FFF2-40B4-BE49-F238E27FC236}">
                  <a16:creationId xmlns:a16="http://schemas.microsoft.com/office/drawing/2014/main" id="{B5D5AC9B-D606-C7A4-EF92-60644BF973EE}"/>
                </a:ext>
              </a:extLst>
            </p:cNvPr>
            <p:cNvGrpSpPr/>
            <p:nvPr/>
          </p:nvGrpSpPr>
          <p:grpSpPr>
            <a:xfrm>
              <a:off x="9132" y="0"/>
              <a:ext cx="175766" cy="13146961"/>
              <a:chOff x="0" y="0"/>
              <a:chExt cx="37497" cy="2804685"/>
            </a:xfrm>
          </p:grpSpPr>
          <p:sp>
            <p:nvSpPr>
              <p:cNvPr id="50" name="Freeform 50">
                <a:extLst>
                  <a:ext uri="{FF2B5EF4-FFF2-40B4-BE49-F238E27FC236}">
                    <a16:creationId xmlns:a16="http://schemas.microsoft.com/office/drawing/2014/main" id="{710B8AD1-D71E-610A-3607-E5620E64BBC0}"/>
                  </a:ext>
                </a:extLst>
              </p:cNvPr>
              <p:cNvSpPr/>
              <p:nvPr/>
            </p:nvSpPr>
            <p:spPr>
              <a:xfrm>
                <a:off x="0" y="0"/>
                <a:ext cx="37497" cy="2804685"/>
              </a:xfrm>
              <a:custGeom>
                <a:avLst/>
                <a:gdLst/>
                <a:ahLst/>
                <a:cxnLst/>
                <a:rect l="l" t="t" r="r" b="b"/>
                <a:pathLst>
                  <a:path w="37497" h="2804685">
                    <a:moveTo>
                      <a:pt x="0" y="0"/>
                    </a:moveTo>
                    <a:lnTo>
                      <a:pt x="37497" y="0"/>
                    </a:lnTo>
                    <a:lnTo>
                      <a:pt x="37497" y="2804685"/>
                    </a:lnTo>
                    <a:lnTo>
                      <a:pt x="0" y="2804685"/>
                    </a:lnTo>
                    <a:close/>
                  </a:path>
                </a:pathLst>
              </a:custGeom>
              <a:solidFill>
                <a:srgbClr val="FDFDFD"/>
              </a:solidFill>
              <a:ln w="9525" cap="sq">
                <a:solidFill>
                  <a:srgbClr val="000000"/>
                </a:solidFill>
                <a:prstDash val="solid"/>
                <a:miter/>
              </a:ln>
            </p:spPr>
            <p:txBody>
              <a:bodyPr/>
              <a:lstStyle/>
              <a:p>
                <a:endParaRPr lang="en-SG" sz="1088"/>
              </a:p>
            </p:txBody>
          </p:sp>
          <p:sp>
            <p:nvSpPr>
              <p:cNvPr id="51" name="TextBox 51">
                <a:extLst>
                  <a:ext uri="{FF2B5EF4-FFF2-40B4-BE49-F238E27FC236}">
                    <a16:creationId xmlns:a16="http://schemas.microsoft.com/office/drawing/2014/main" id="{87D70944-0AAA-4E35-66F0-28981893EF71}"/>
                  </a:ext>
                </a:extLst>
              </p:cNvPr>
              <p:cNvSpPr txBox="1"/>
              <p:nvPr/>
            </p:nvSpPr>
            <p:spPr>
              <a:xfrm>
                <a:off x="0" y="-28575"/>
                <a:ext cx="37497" cy="2833260"/>
              </a:xfrm>
              <a:prstGeom prst="rect">
                <a:avLst/>
              </a:prstGeom>
            </p:spPr>
            <p:txBody>
              <a:bodyPr lIns="40638" tIns="40638" rIns="40638" bIns="40638" rtlCol="0" anchor="ctr"/>
              <a:lstStyle/>
              <a:p>
                <a:pPr algn="ctr">
                  <a:lnSpc>
                    <a:spcPts val="2016"/>
                  </a:lnSpc>
                </a:pPr>
                <a:endParaRPr sz="1088"/>
              </a:p>
            </p:txBody>
          </p:sp>
        </p:grpSp>
        <p:grpSp>
          <p:nvGrpSpPr>
            <p:cNvPr id="52" name="Group 52">
              <a:extLst>
                <a:ext uri="{FF2B5EF4-FFF2-40B4-BE49-F238E27FC236}">
                  <a16:creationId xmlns:a16="http://schemas.microsoft.com/office/drawing/2014/main" id="{E0C3B7B5-0728-DF70-0F1C-641317E45EEB}"/>
                </a:ext>
              </a:extLst>
            </p:cNvPr>
            <p:cNvGrpSpPr/>
            <p:nvPr/>
          </p:nvGrpSpPr>
          <p:grpSpPr>
            <a:xfrm>
              <a:off x="9132" y="2726176"/>
              <a:ext cx="165100" cy="2140734"/>
              <a:chOff x="0" y="0"/>
              <a:chExt cx="35221" cy="456690"/>
            </a:xfrm>
          </p:grpSpPr>
          <p:sp>
            <p:nvSpPr>
              <p:cNvPr id="53" name="Freeform 53">
                <a:extLst>
                  <a:ext uri="{FF2B5EF4-FFF2-40B4-BE49-F238E27FC236}">
                    <a16:creationId xmlns:a16="http://schemas.microsoft.com/office/drawing/2014/main" id="{1B2B607B-A79D-E6C9-6C5F-ED6E8FE22321}"/>
                  </a:ext>
                </a:extLst>
              </p:cNvPr>
              <p:cNvSpPr/>
              <p:nvPr/>
            </p:nvSpPr>
            <p:spPr>
              <a:xfrm>
                <a:off x="0" y="0"/>
                <a:ext cx="35221" cy="456690"/>
              </a:xfrm>
              <a:custGeom>
                <a:avLst/>
                <a:gdLst/>
                <a:ahLst/>
                <a:cxnLst/>
                <a:rect l="l" t="t" r="r" b="b"/>
                <a:pathLst>
                  <a:path w="35221" h="456690">
                    <a:moveTo>
                      <a:pt x="0" y="0"/>
                    </a:moveTo>
                    <a:lnTo>
                      <a:pt x="35221" y="0"/>
                    </a:lnTo>
                    <a:lnTo>
                      <a:pt x="35221" y="456690"/>
                    </a:lnTo>
                    <a:lnTo>
                      <a:pt x="0" y="456690"/>
                    </a:lnTo>
                    <a:close/>
                  </a:path>
                </a:pathLst>
              </a:custGeom>
              <a:solidFill>
                <a:srgbClr val="F34336"/>
              </a:solidFill>
              <a:ln cap="sq">
                <a:noFill/>
                <a:prstDash val="solid"/>
                <a:miter/>
              </a:ln>
            </p:spPr>
            <p:txBody>
              <a:bodyPr/>
              <a:lstStyle/>
              <a:p>
                <a:endParaRPr lang="en-SG" sz="1088"/>
              </a:p>
            </p:txBody>
          </p:sp>
          <p:sp>
            <p:nvSpPr>
              <p:cNvPr id="54" name="TextBox 54">
                <a:extLst>
                  <a:ext uri="{FF2B5EF4-FFF2-40B4-BE49-F238E27FC236}">
                    <a16:creationId xmlns:a16="http://schemas.microsoft.com/office/drawing/2014/main" id="{7013DA23-A5FD-EBA6-F78D-49A4AF533B43}"/>
                  </a:ext>
                </a:extLst>
              </p:cNvPr>
              <p:cNvSpPr txBox="1"/>
              <p:nvPr/>
            </p:nvSpPr>
            <p:spPr>
              <a:xfrm>
                <a:off x="0" y="-28575"/>
                <a:ext cx="35221" cy="485265"/>
              </a:xfrm>
              <a:prstGeom prst="rect">
                <a:avLst/>
              </a:prstGeom>
            </p:spPr>
            <p:txBody>
              <a:bodyPr lIns="40638" tIns="40638" rIns="40638" bIns="40638" rtlCol="0" anchor="ctr"/>
              <a:lstStyle/>
              <a:p>
                <a:pPr algn="ctr">
                  <a:lnSpc>
                    <a:spcPts val="2016"/>
                  </a:lnSpc>
                </a:pPr>
                <a:endParaRPr sz="1088"/>
              </a:p>
            </p:txBody>
          </p:sp>
        </p:grpSp>
        <p:grpSp>
          <p:nvGrpSpPr>
            <p:cNvPr id="55" name="Group 55">
              <a:extLst>
                <a:ext uri="{FF2B5EF4-FFF2-40B4-BE49-F238E27FC236}">
                  <a16:creationId xmlns:a16="http://schemas.microsoft.com/office/drawing/2014/main" id="{418C63FD-D818-D29D-F05F-0554B16F6043}"/>
                </a:ext>
              </a:extLst>
            </p:cNvPr>
            <p:cNvGrpSpPr/>
            <p:nvPr/>
          </p:nvGrpSpPr>
          <p:grpSpPr>
            <a:xfrm>
              <a:off x="9132" y="10883818"/>
              <a:ext cx="175766" cy="507612"/>
              <a:chOff x="0" y="0"/>
              <a:chExt cx="37497" cy="108291"/>
            </a:xfrm>
          </p:grpSpPr>
          <p:sp>
            <p:nvSpPr>
              <p:cNvPr id="56" name="Freeform 56">
                <a:extLst>
                  <a:ext uri="{FF2B5EF4-FFF2-40B4-BE49-F238E27FC236}">
                    <a16:creationId xmlns:a16="http://schemas.microsoft.com/office/drawing/2014/main" id="{0404C9FE-9630-2072-D9DD-F441EBDE88CB}"/>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57" name="TextBox 57">
                <a:extLst>
                  <a:ext uri="{FF2B5EF4-FFF2-40B4-BE49-F238E27FC236}">
                    <a16:creationId xmlns:a16="http://schemas.microsoft.com/office/drawing/2014/main" id="{36755059-29AF-C62A-435E-EBCE6238B830}"/>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58" name="Group 58">
              <a:extLst>
                <a:ext uri="{FF2B5EF4-FFF2-40B4-BE49-F238E27FC236}">
                  <a16:creationId xmlns:a16="http://schemas.microsoft.com/office/drawing/2014/main" id="{C226225D-AC12-99D5-0F18-C44E986689C3}"/>
                </a:ext>
              </a:extLst>
            </p:cNvPr>
            <p:cNvGrpSpPr/>
            <p:nvPr/>
          </p:nvGrpSpPr>
          <p:grpSpPr>
            <a:xfrm>
              <a:off x="45096" y="175561"/>
              <a:ext cx="139802" cy="122326"/>
              <a:chOff x="0" y="0"/>
              <a:chExt cx="812800" cy="711200"/>
            </a:xfrm>
          </p:grpSpPr>
          <p:sp>
            <p:nvSpPr>
              <p:cNvPr id="59" name="Freeform 59">
                <a:extLst>
                  <a:ext uri="{FF2B5EF4-FFF2-40B4-BE49-F238E27FC236}">
                    <a16:creationId xmlns:a16="http://schemas.microsoft.com/office/drawing/2014/main" id="{DE14E737-1309-685C-1260-805A8F649C29}"/>
                  </a:ext>
                </a:extLst>
              </p:cNvPr>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34336"/>
              </a:solidFill>
            </p:spPr>
            <p:txBody>
              <a:bodyPr/>
              <a:lstStyle/>
              <a:p>
                <a:endParaRPr lang="en-SG" sz="1088"/>
              </a:p>
            </p:txBody>
          </p:sp>
          <p:sp>
            <p:nvSpPr>
              <p:cNvPr id="60" name="TextBox 60">
                <a:extLst>
                  <a:ext uri="{FF2B5EF4-FFF2-40B4-BE49-F238E27FC236}">
                    <a16:creationId xmlns:a16="http://schemas.microsoft.com/office/drawing/2014/main" id="{327F1ACC-88D7-258A-DE6A-AABD4E08AE67}"/>
                  </a:ext>
                </a:extLst>
              </p:cNvPr>
              <p:cNvSpPr txBox="1"/>
              <p:nvPr/>
            </p:nvSpPr>
            <p:spPr>
              <a:xfrm>
                <a:off x="127000" y="301625"/>
                <a:ext cx="558800" cy="358775"/>
              </a:xfrm>
              <a:prstGeom prst="rect">
                <a:avLst/>
              </a:prstGeom>
            </p:spPr>
            <p:txBody>
              <a:bodyPr lIns="40638" tIns="40638" rIns="40638" bIns="40638" rtlCol="0" anchor="ctr"/>
              <a:lstStyle/>
              <a:p>
                <a:pPr algn="ctr">
                  <a:lnSpc>
                    <a:spcPts val="2016"/>
                  </a:lnSpc>
                </a:pPr>
                <a:endParaRPr sz="1088"/>
              </a:p>
            </p:txBody>
          </p:sp>
        </p:grpSp>
        <p:grpSp>
          <p:nvGrpSpPr>
            <p:cNvPr id="61" name="Group 61">
              <a:extLst>
                <a:ext uri="{FF2B5EF4-FFF2-40B4-BE49-F238E27FC236}">
                  <a16:creationId xmlns:a16="http://schemas.microsoft.com/office/drawing/2014/main" id="{987FA89C-EF34-43C5-3DD9-1D49468238C6}"/>
                </a:ext>
              </a:extLst>
            </p:cNvPr>
            <p:cNvGrpSpPr/>
            <p:nvPr/>
          </p:nvGrpSpPr>
          <p:grpSpPr>
            <a:xfrm>
              <a:off x="0" y="11085671"/>
              <a:ext cx="174232" cy="152453"/>
              <a:chOff x="0" y="0"/>
              <a:chExt cx="812800" cy="711200"/>
            </a:xfrm>
          </p:grpSpPr>
          <p:sp>
            <p:nvSpPr>
              <p:cNvPr id="62" name="Freeform 62">
                <a:extLst>
                  <a:ext uri="{FF2B5EF4-FFF2-40B4-BE49-F238E27FC236}">
                    <a16:creationId xmlns:a16="http://schemas.microsoft.com/office/drawing/2014/main" id="{95B79BA9-74A2-9B82-EFBC-10D1202C4BA8}"/>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63" name="TextBox 63">
                <a:extLst>
                  <a:ext uri="{FF2B5EF4-FFF2-40B4-BE49-F238E27FC236}">
                    <a16:creationId xmlns:a16="http://schemas.microsoft.com/office/drawing/2014/main" id="{84AFC7DA-CB4D-5E84-CA32-E31A132FD580}"/>
                  </a:ext>
                </a:extLst>
              </p:cNvPr>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a:p>
            </p:txBody>
          </p:sp>
        </p:grpSp>
      </p:grpSp>
      <p:sp>
        <p:nvSpPr>
          <p:cNvPr id="67" name="TextBox 67">
            <a:extLst>
              <a:ext uri="{FF2B5EF4-FFF2-40B4-BE49-F238E27FC236}">
                <a16:creationId xmlns:a16="http://schemas.microsoft.com/office/drawing/2014/main" id="{7177A8F3-A3A1-EFB8-9B44-D713E95D61F3}"/>
              </a:ext>
            </a:extLst>
          </p:cNvPr>
          <p:cNvSpPr txBox="1"/>
          <p:nvPr/>
        </p:nvSpPr>
        <p:spPr>
          <a:xfrm>
            <a:off x="2003318" y="86246"/>
            <a:ext cx="1798472" cy="420884"/>
          </a:xfrm>
          <a:prstGeom prst="rect">
            <a:avLst/>
          </a:prstGeom>
        </p:spPr>
        <p:txBody>
          <a:bodyPr lIns="0" tIns="0" rIns="0" bIns="0" rtlCol="0" anchor="t">
            <a:spAutoFit/>
          </a:bodyPr>
          <a:lstStyle/>
          <a:p>
            <a:pPr>
              <a:lnSpc>
                <a:spcPts val="3414"/>
              </a:lnSpc>
              <a:spcBef>
                <a:spcPct val="0"/>
              </a:spcBef>
            </a:pPr>
            <a:r>
              <a:rPr lang="en-US" sz="2439" dirty="0">
                <a:solidFill>
                  <a:srgbClr val="FFFFFF"/>
                </a:solidFill>
                <a:latin typeface="League Spartan"/>
                <a:ea typeface="League Spartan"/>
                <a:cs typeface="League Spartan"/>
                <a:sym typeface="League Spartan"/>
              </a:rPr>
              <a:t>Plan Trip</a:t>
            </a:r>
          </a:p>
        </p:txBody>
      </p:sp>
      <p:sp>
        <p:nvSpPr>
          <p:cNvPr id="68" name="TextBox 68">
            <a:extLst>
              <a:ext uri="{FF2B5EF4-FFF2-40B4-BE49-F238E27FC236}">
                <a16:creationId xmlns:a16="http://schemas.microsoft.com/office/drawing/2014/main" id="{15C7BF33-432F-0EAE-B15C-E6304A474E73}"/>
              </a:ext>
            </a:extLst>
          </p:cNvPr>
          <p:cNvSpPr txBox="1"/>
          <p:nvPr/>
        </p:nvSpPr>
        <p:spPr>
          <a:xfrm>
            <a:off x="7241195" y="3416098"/>
            <a:ext cx="680217" cy="248594"/>
          </a:xfrm>
          <a:prstGeom prst="rect">
            <a:avLst/>
          </a:prstGeom>
        </p:spPr>
        <p:txBody>
          <a:bodyPr wrap="square" lIns="0" tIns="0" rIns="0" bIns="0" rtlCol="0" anchor="t">
            <a:spAutoFit/>
          </a:bodyPr>
          <a:lstStyle/>
          <a:p>
            <a:pPr algn="ctr">
              <a:lnSpc>
                <a:spcPts val="2046"/>
              </a:lnSpc>
              <a:spcBef>
                <a:spcPct val="0"/>
              </a:spcBef>
            </a:pPr>
            <a:r>
              <a:rPr lang="en-US" sz="1461" dirty="0">
                <a:solidFill>
                  <a:srgbClr val="FFFFFF"/>
                </a:solidFill>
                <a:latin typeface="League Spartan"/>
                <a:ea typeface="League Spartan"/>
                <a:cs typeface="League Spartan"/>
                <a:sym typeface="League Spartan"/>
              </a:rPr>
              <a:t>Reset</a:t>
            </a:r>
          </a:p>
        </p:txBody>
      </p:sp>
      <p:sp>
        <p:nvSpPr>
          <p:cNvPr id="69" name="TextBox 69">
            <a:hlinkClick r:id="rId22" action="ppaction://hlinksldjump"/>
            <a:extLst>
              <a:ext uri="{FF2B5EF4-FFF2-40B4-BE49-F238E27FC236}">
                <a16:creationId xmlns:a16="http://schemas.microsoft.com/office/drawing/2014/main" id="{4FF32E6C-4F33-C30A-2260-07461A27B5CD}"/>
              </a:ext>
            </a:extLst>
          </p:cNvPr>
          <p:cNvSpPr txBox="1"/>
          <p:nvPr/>
        </p:nvSpPr>
        <p:spPr>
          <a:xfrm>
            <a:off x="9024846" y="3409771"/>
            <a:ext cx="587466" cy="248466"/>
          </a:xfrm>
          <a:prstGeom prst="rect">
            <a:avLst/>
          </a:prstGeom>
        </p:spPr>
        <p:txBody>
          <a:bodyPr wrap="square" lIns="0" tIns="0" rIns="0" bIns="0" rtlCol="0" anchor="t">
            <a:spAutoFit/>
          </a:bodyPr>
          <a:lstStyle/>
          <a:p>
            <a:pPr algn="ctr">
              <a:lnSpc>
                <a:spcPts val="2040"/>
              </a:lnSpc>
              <a:spcBef>
                <a:spcPct val="0"/>
              </a:spcBef>
            </a:pPr>
            <a:r>
              <a:rPr lang="en-US" sz="1457" dirty="0">
                <a:solidFill>
                  <a:srgbClr val="FFFFFF"/>
                </a:solidFill>
                <a:latin typeface="League Spartan"/>
                <a:ea typeface="League Spartan"/>
                <a:cs typeface="League Spartan"/>
                <a:sym typeface="League Spartan"/>
              </a:rPr>
              <a:t>Save</a:t>
            </a:r>
          </a:p>
        </p:txBody>
      </p:sp>
      <p:sp>
        <p:nvSpPr>
          <p:cNvPr id="71" name="TextBox 71">
            <a:extLst>
              <a:ext uri="{FF2B5EF4-FFF2-40B4-BE49-F238E27FC236}">
                <a16:creationId xmlns:a16="http://schemas.microsoft.com/office/drawing/2014/main" id="{0DE9BD67-CB21-1535-21B8-464C88545A70}"/>
              </a:ext>
            </a:extLst>
          </p:cNvPr>
          <p:cNvSpPr txBox="1"/>
          <p:nvPr/>
        </p:nvSpPr>
        <p:spPr>
          <a:xfrm>
            <a:off x="1075681" y="913288"/>
            <a:ext cx="1855276"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Burger Queen</a:t>
            </a:r>
          </a:p>
        </p:txBody>
      </p:sp>
      <p:sp>
        <p:nvSpPr>
          <p:cNvPr id="72" name="TextBox 72">
            <a:extLst>
              <a:ext uri="{FF2B5EF4-FFF2-40B4-BE49-F238E27FC236}">
                <a16:creationId xmlns:a16="http://schemas.microsoft.com/office/drawing/2014/main" id="{8294F095-A749-A149-04C3-4CB895615901}"/>
              </a:ext>
            </a:extLst>
          </p:cNvPr>
          <p:cNvSpPr txBox="1"/>
          <p:nvPr/>
        </p:nvSpPr>
        <p:spPr>
          <a:xfrm>
            <a:off x="1075681" y="4262895"/>
            <a:ext cx="1508265"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Music Show</a:t>
            </a:r>
          </a:p>
        </p:txBody>
      </p:sp>
      <p:sp>
        <p:nvSpPr>
          <p:cNvPr id="73" name="TextBox 73">
            <a:extLst>
              <a:ext uri="{FF2B5EF4-FFF2-40B4-BE49-F238E27FC236}">
                <a16:creationId xmlns:a16="http://schemas.microsoft.com/office/drawing/2014/main" id="{E7B73148-B095-5B50-8D5E-7FA21D3C3C67}"/>
              </a:ext>
            </a:extLst>
          </p:cNvPr>
          <p:cNvSpPr txBox="1"/>
          <p:nvPr/>
        </p:nvSpPr>
        <p:spPr>
          <a:xfrm>
            <a:off x="1078431" y="2688680"/>
            <a:ext cx="1558581"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Bumper cars</a:t>
            </a:r>
          </a:p>
        </p:txBody>
      </p:sp>
      <p:sp>
        <p:nvSpPr>
          <p:cNvPr id="74" name="TextBox 74">
            <a:extLst>
              <a:ext uri="{FF2B5EF4-FFF2-40B4-BE49-F238E27FC236}">
                <a16:creationId xmlns:a16="http://schemas.microsoft.com/office/drawing/2014/main" id="{6B0B29F3-063F-F14F-916D-F20B075DD4D7}"/>
              </a:ext>
            </a:extLst>
          </p:cNvPr>
          <p:cNvSpPr txBox="1"/>
          <p:nvPr/>
        </p:nvSpPr>
        <p:spPr>
          <a:xfrm>
            <a:off x="1111633" y="5183403"/>
            <a:ext cx="1783371"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Ferris wheels</a:t>
            </a:r>
          </a:p>
        </p:txBody>
      </p:sp>
      <p:sp>
        <p:nvSpPr>
          <p:cNvPr id="75" name="TextBox 75">
            <a:extLst>
              <a:ext uri="{FF2B5EF4-FFF2-40B4-BE49-F238E27FC236}">
                <a16:creationId xmlns:a16="http://schemas.microsoft.com/office/drawing/2014/main" id="{E2CC5A3F-3E3C-1F44-C942-5AE1A5B77C6C}"/>
              </a:ext>
            </a:extLst>
          </p:cNvPr>
          <p:cNvSpPr txBox="1"/>
          <p:nvPr/>
        </p:nvSpPr>
        <p:spPr>
          <a:xfrm>
            <a:off x="1075681" y="6716050"/>
            <a:ext cx="1332514"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Fireworks</a:t>
            </a:r>
          </a:p>
        </p:txBody>
      </p:sp>
      <p:sp>
        <p:nvSpPr>
          <p:cNvPr id="76" name="TextBox 76">
            <a:extLst>
              <a:ext uri="{FF2B5EF4-FFF2-40B4-BE49-F238E27FC236}">
                <a16:creationId xmlns:a16="http://schemas.microsoft.com/office/drawing/2014/main" id="{1EEB3EDD-075A-A2D6-E69F-13E89C5980C5}"/>
              </a:ext>
            </a:extLst>
          </p:cNvPr>
          <p:cNvSpPr txBox="1"/>
          <p:nvPr/>
        </p:nvSpPr>
        <p:spPr>
          <a:xfrm>
            <a:off x="1040338" y="5970511"/>
            <a:ext cx="1810425"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Ice Cream Corner</a:t>
            </a:r>
          </a:p>
        </p:txBody>
      </p:sp>
      <p:sp>
        <p:nvSpPr>
          <p:cNvPr id="77" name="TextBox 77">
            <a:extLst>
              <a:ext uri="{FF2B5EF4-FFF2-40B4-BE49-F238E27FC236}">
                <a16:creationId xmlns:a16="http://schemas.microsoft.com/office/drawing/2014/main" id="{F8912A10-D090-B4DD-F653-418841239A87}"/>
              </a:ext>
            </a:extLst>
          </p:cNvPr>
          <p:cNvSpPr txBox="1"/>
          <p:nvPr/>
        </p:nvSpPr>
        <p:spPr>
          <a:xfrm>
            <a:off x="1160710" y="3475787"/>
            <a:ext cx="1183620"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Pizza House</a:t>
            </a:r>
          </a:p>
        </p:txBody>
      </p:sp>
      <p:sp>
        <p:nvSpPr>
          <p:cNvPr id="78" name="TextBox 78">
            <a:extLst>
              <a:ext uri="{FF2B5EF4-FFF2-40B4-BE49-F238E27FC236}">
                <a16:creationId xmlns:a16="http://schemas.microsoft.com/office/drawing/2014/main" id="{8A8C49BE-37E2-1256-5CAD-794D52B9D85E}"/>
              </a:ext>
            </a:extLst>
          </p:cNvPr>
          <p:cNvSpPr txBox="1"/>
          <p:nvPr/>
        </p:nvSpPr>
        <p:spPr>
          <a:xfrm>
            <a:off x="1137773" y="1818906"/>
            <a:ext cx="1871248"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Castle Playtime</a:t>
            </a:r>
          </a:p>
        </p:txBody>
      </p:sp>
      <p:sp>
        <p:nvSpPr>
          <p:cNvPr id="79" name="TextBox 79">
            <a:extLst>
              <a:ext uri="{FF2B5EF4-FFF2-40B4-BE49-F238E27FC236}">
                <a16:creationId xmlns:a16="http://schemas.microsoft.com/office/drawing/2014/main" id="{B8A4FA7E-6DF1-E53C-75CF-6DAE04603897}"/>
              </a:ext>
            </a:extLst>
          </p:cNvPr>
          <p:cNvSpPr txBox="1"/>
          <p:nvPr/>
        </p:nvSpPr>
        <p:spPr>
          <a:xfrm>
            <a:off x="737481" y="934550"/>
            <a:ext cx="167347"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1.</a:t>
            </a:r>
          </a:p>
        </p:txBody>
      </p:sp>
      <p:sp>
        <p:nvSpPr>
          <p:cNvPr id="80" name="TextBox 80">
            <a:extLst>
              <a:ext uri="{FF2B5EF4-FFF2-40B4-BE49-F238E27FC236}">
                <a16:creationId xmlns:a16="http://schemas.microsoft.com/office/drawing/2014/main" id="{3D752684-DF76-F376-35EB-3870836D90C2}"/>
              </a:ext>
            </a:extLst>
          </p:cNvPr>
          <p:cNvSpPr txBox="1"/>
          <p:nvPr/>
        </p:nvSpPr>
        <p:spPr>
          <a:xfrm>
            <a:off x="739574" y="1797669"/>
            <a:ext cx="169252"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2.</a:t>
            </a:r>
          </a:p>
        </p:txBody>
      </p:sp>
      <p:sp>
        <p:nvSpPr>
          <p:cNvPr id="81" name="TextBox 81">
            <a:extLst>
              <a:ext uri="{FF2B5EF4-FFF2-40B4-BE49-F238E27FC236}">
                <a16:creationId xmlns:a16="http://schemas.microsoft.com/office/drawing/2014/main" id="{A5489EC5-0E32-26A0-487B-BEA3C6CDFA0D}"/>
              </a:ext>
            </a:extLst>
          </p:cNvPr>
          <p:cNvSpPr txBox="1"/>
          <p:nvPr/>
        </p:nvSpPr>
        <p:spPr>
          <a:xfrm>
            <a:off x="667840" y="2626429"/>
            <a:ext cx="236987"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3.</a:t>
            </a:r>
          </a:p>
        </p:txBody>
      </p:sp>
      <p:sp>
        <p:nvSpPr>
          <p:cNvPr id="82" name="TextBox 82">
            <a:extLst>
              <a:ext uri="{FF2B5EF4-FFF2-40B4-BE49-F238E27FC236}">
                <a16:creationId xmlns:a16="http://schemas.microsoft.com/office/drawing/2014/main" id="{8ECFFFF1-A4E7-0D82-0505-22A76B863121}"/>
              </a:ext>
            </a:extLst>
          </p:cNvPr>
          <p:cNvSpPr txBox="1"/>
          <p:nvPr/>
        </p:nvSpPr>
        <p:spPr>
          <a:xfrm>
            <a:off x="667853" y="6842483"/>
            <a:ext cx="226131" cy="264624"/>
          </a:xfrm>
          <a:prstGeom prst="rect">
            <a:avLst/>
          </a:prstGeom>
        </p:spPr>
        <p:txBody>
          <a:bodyPr wrap="square" lIns="0" tIns="0" rIns="0" bIns="0" rtlCol="0" anchor="t">
            <a:spAutoFit/>
          </a:bodyPr>
          <a:lstStyle/>
          <a:p>
            <a:pPr>
              <a:lnSpc>
                <a:spcPts val="2240"/>
              </a:lnSpc>
              <a:spcBef>
                <a:spcPct val="0"/>
              </a:spcBef>
            </a:pPr>
            <a:r>
              <a:rPr lang="en-US" sz="1600" b="1" dirty="0">
                <a:solidFill>
                  <a:srgbClr val="000000"/>
                </a:solidFill>
                <a:latin typeface="Canva Sans Bold"/>
                <a:ea typeface="Canva Sans Bold"/>
                <a:cs typeface="Canva Sans Bold"/>
                <a:sym typeface="Canva Sans Bold"/>
              </a:rPr>
              <a:t>8.</a:t>
            </a:r>
          </a:p>
        </p:txBody>
      </p:sp>
      <p:sp>
        <p:nvSpPr>
          <p:cNvPr id="83" name="TextBox 83">
            <a:extLst>
              <a:ext uri="{FF2B5EF4-FFF2-40B4-BE49-F238E27FC236}">
                <a16:creationId xmlns:a16="http://schemas.microsoft.com/office/drawing/2014/main" id="{52CFADD7-EB44-351E-E040-0E8C9E2C8267}"/>
              </a:ext>
            </a:extLst>
          </p:cNvPr>
          <p:cNvSpPr txBox="1"/>
          <p:nvPr/>
        </p:nvSpPr>
        <p:spPr>
          <a:xfrm>
            <a:off x="678422" y="5994356"/>
            <a:ext cx="167446"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7.</a:t>
            </a:r>
          </a:p>
        </p:txBody>
      </p:sp>
      <p:sp>
        <p:nvSpPr>
          <p:cNvPr id="84" name="TextBox 84">
            <a:extLst>
              <a:ext uri="{FF2B5EF4-FFF2-40B4-BE49-F238E27FC236}">
                <a16:creationId xmlns:a16="http://schemas.microsoft.com/office/drawing/2014/main" id="{4E486A4C-A1B2-FD55-8432-35FA52725138}"/>
              </a:ext>
            </a:extLst>
          </p:cNvPr>
          <p:cNvSpPr txBox="1"/>
          <p:nvPr/>
        </p:nvSpPr>
        <p:spPr>
          <a:xfrm>
            <a:off x="711874" y="5148677"/>
            <a:ext cx="288403"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6.</a:t>
            </a:r>
          </a:p>
        </p:txBody>
      </p:sp>
      <p:sp>
        <p:nvSpPr>
          <p:cNvPr id="85" name="TextBox 85">
            <a:extLst>
              <a:ext uri="{FF2B5EF4-FFF2-40B4-BE49-F238E27FC236}">
                <a16:creationId xmlns:a16="http://schemas.microsoft.com/office/drawing/2014/main" id="{89B908A3-60E7-EECE-E5B1-69D92EF46140}"/>
              </a:ext>
            </a:extLst>
          </p:cNvPr>
          <p:cNvSpPr txBox="1"/>
          <p:nvPr/>
        </p:nvSpPr>
        <p:spPr>
          <a:xfrm>
            <a:off x="702545" y="4311654"/>
            <a:ext cx="191439"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5.</a:t>
            </a:r>
          </a:p>
        </p:txBody>
      </p:sp>
      <p:sp>
        <p:nvSpPr>
          <p:cNvPr id="86" name="TextBox 86">
            <a:extLst>
              <a:ext uri="{FF2B5EF4-FFF2-40B4-BE49-F238E27FC236}">
                <a16:creationId xmlns:a16="http://schemas.microsoft.com/office/drawing/2014/main" id="{0ABCC133-2A8E-2E12-DCEE-B42474DB5532}"/>
              </a:ext>
            </a:extLst>
          </p:cNvPr>
          <p:cNvSpPr txBox="1"/>
          <p:nvPr/>
        </p:nvSpPr>
        <p:spPr>
          <a:xfrm>
            <a:off x="681858" y="3432202"/>
            <a:ext cx="288404"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4.</a:t>
            </a:r>
          </a:p>
        </p:txBody>
      </p:sp>
      <p:sp>
        <p:nvSpPr>
          <p:cNvPr id="87" name="TextBox 87">
            <a:extLst>
              <a:ext uri="{FF2B5EF4-FFF2-40B4-BE49-F238E27FC236}">
                <a16:creationId xmlns:a16="http://schemas.microsoft.com/office/drawing/2014/main" id="{C26B62C1-E320-448E-5477-E891303B91CF}"/>
              </a:ext>
            </a:extLst>
          </p:cNvPr>
          <p:cNvSpPr txBox="1"/>
          <p:nvPr/>
        </p:nvSpPr>
        <p:spPr>
          <a:xfrm>
            <a:off x="4988361" y="5298968"/>
            <a:ext cx="553188"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500 m </a:t>
            </a:r>
          </a:p>
        </p:txBody>
      </p:sp>
      <p:sp>
        <p:nvSpPr>
          <p:cNvPr id="88" name="TextBox 88">
            <a:extLst>
              <a:ext uri="{FF2B5EF4-FFF2-40B4-BE49-F238E27FC236}">
                <a16:creationId xmlns:a16="http://schemas.microsoft.com/office/drawing/2014/main" id="{A3B083D9-7AD1-44EC-8ECF-24E6B7D3E99C}"/>
              </a:ext>
            </a:extLst>
          </p:cNvPr>
          <p:cNvSpPr txBox="1"/>
          <p:nvPr/>
        </p:nvSpPr>
        <p:spPr>
          <a:xfrm>
            <a:off x="4960702" y="2728637"/>
            <a:ext cx="414224" cy="215444"/>
          </a:xfrm>
          <a:prstGeom prst="rect">
            <a:avLst/>
          </a:prstGeom>
        </p:spPr>
        <p:txBody>
          <a:bodyPr lIns="0" tIns="0" rIns="0" bIns="0" rtlCol="0" anchor="t">
            <a:spAutoFit/>
          </a:bodyPr>
          <a:lstStyle/>
          <a:p>
            <a:pPr>
              <a:lnSpc>
                <a:spcPts val="1791"/>
              </a:lnSpc>
              <a:spcBef>
                <a:spcPct val="0"/>
              </a:spcBef>
            </a:pPr>
            <a:r>
              <a:rPr lang="en-US" sz="1279" dirty="0">
                <a:solidFill>
                  <a:srgbClr val="000000"/>
                </a:solidFill>
                <a:latin typeface="Canva Sans"/>
                <a:ea typeface="Canva Sans"/>
                <a:cs typeface="Canva Sans"/>
                <a:sym typeface="Canva Sans"/>
              </a:rPr>
              <a:t>25 m </a:t>
            </a:r>
          </a:p>
        </p:txBody>
      </p:sp>
      <p:sp>
        <p:nvSpPr>
          <p:cNvPr id="89" name="TextBox 89">
            <a:extLst>
              <a:ext uri="{FF2B5EF4-FFF2-40B4-BE49-F238E27FC236}">
                <a16:creationId xmlns:a16="http://schemas.microsoft.com/office/drawing/2014/main" id="{87824CA0-92F6-1384-0395-074CB21C5739}"/>
              </a:ext>
            </a:extLst>
          </p:cNvPr>
          <p:cNvSpPr txBox="1"/>
          <p:nvPr/>
        </p:nvSpPr>
        <p:spPr>
          <a:xfrm>
            <a:off x="4950065" y="4451811"/>
            <a:ext cx="528329"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250 m </a:t>
            </a:r>
          </a:p>
        </p:txBody>
      </p:sp>
      <p:sp>
        <p:nvSpPr>
          <p:cNvPr id="90" name="TextBox 90">
            <a:extLst>
              <a:ext uri="{FF2B5EF4-FFF2-40B4-BE49-F238E27FC236}">
                <a16:creationId xmlns:a16="http://schemas.microsoft.com/office/drawing/2014/main" id="{135F7933-B0F7-3C29-EF4A-C0AC1EA2F2B2}"/>
              </a:ext>
            </a:extLst>
          </p:cNvPr>
          <p:cNvSpPr txBox="1"/>
          <p:nvPr/>
        </p:nvSpPr>
        <p:spPr>
          <a:xfrm>
            <a:off x="4943875" y="3597805"/>
            <a:ext cx="540711"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100 m </a:t>
            </a:r>
          </a:p>
        </p:txBody>
      </p:sp>
      <p:sp>
        <p:nvSpPr>
          <p:cNvPr id="91" name="TextBox 91">
            <a:extLst>
              <a:ext uri="{FF2B5EF4-FFF2-40B4-BE49-F238E27FC236}">
                <a16:creationId xmlns:a16="http://schemas.microsoft.com/office/drawing/2014/main" id="{A1DBE458-F0F6-B369-5F1A-4951F4F8C368}"/>
              </a:ext>
            </a:extLst>
          </p:cNvPr>
          <p:cNvSpPr txBox="1"/>
          <p:nvPr/>
        </p:nvSpPr>
        <p:spPr>
          <a:xfrm>
            <a:off x="4928207" y="1919522"/>
            <a:ext cx="423177"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70 m </a:t>
            </a:r>
          </a:p>
        </p:txBody>
      </p:sp>
      <p:sp>
        <p:nvSpPr>
          <p:cNvPr id="92" name="TextBox 92">
            <a:extLst>
              <a:ext uri="{FF2B5EF4-FFF2-40B4-BE49-F238E27FC236}">
                <a16:creationId xmlns:a16="http://schemas.microsoft.com/office/drawing/2014/main" id="{C42847D2-1E24-4432-8E4F-3C5F7DA2EFB1}"/>
              </a:ext>
            </a:extLst>
          </p:cNvPr>
          <p:cNvSpPr txBox="1"/>
          <p:nvPr/>
        </p:nvSpPr>
        <p:spPr>
          <a:xfrm>
            <a:off x="4988361" y="1048873"/>
            <a:ext cx="411462"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15 m </a:t>
            </a:r>
          </a:p>
        </p:txBody>
      </p:sp>
      <p:sp>
        <p:nvSpPr>
          <p:cNvPr id="93" name="TextBox 93">
            <a:extLst>
              <a:ext uri="{FF2B5EF4-FFF2-40B4-BE49-F238E27FC236}">
                <a16:creationId xmlns:a16="http://schemas.microsoft.com/office/drawing/2014/main" id="{FAEC20DE-E23F-371E-AE93-DD980098F096}"/>
              </a:ext>
            </a:extLst>
          </p:cNvPr>
          <p:cNvSpPr txBox="1"/>
          <p:nvPr/>
        </p:nvSpPr>
        <p:spPr>
          <a:xfrm>
            <a:off x="5042971" y="6859328"/>
            <a:ext cx="518804"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120 m </a:t>
            </a:r>
          </a:p>
        </p:txBody>
      </p:sp>
      <p:sp>
        <p:nvSpPr>
          <p:cNvPr id="94" name="TextBox 94">
            <a:extLst>
              <a:ext uri="{FF2B5EF4-FFF2-40B4-BE49-F238E27FC236}">
                <a16:creationId xmlns:a16="http://schemas.microsoft.com/office/drawing/2014/main" id="{477F914F-34E8-1EC1-0D78-2C8E6B211515}"/>
              </a:ext>
            </a:extLst>
          </p:cNvPr>
          <p:cNvSpPr txBox="1"/>
          <p:nvPr/>
        </p:nvSpPr>
        <p:spPr>
          <a:xfrm>
            <a:off x="5017063" y="6180525"/>
            <a:ext cx="642433"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2500 m </a:t>
            </a:r>
          </a:p>
        </p:txBody>
      </p:sp>
      <p:sp>
        <p:nvSpPr>
          <p:cNvPr id="95" name="TextBox 95">
            <a:extLst>
              <a:ext uri="{FF2B5EF4-FFF2-40B4-BE49-F238E27FC236}">
                <a16:creationId xmlns:a16="http://schemas.microsoft.com/office/drawing/2014/main" id="{7E95AFC0-9C10-6ACF-DDF4-CFC23395C811}"/>
              </a:ext>
            </a:extLst>
          </p:cNvPr>
          <p:cNvSpPr txBox="1"/>
          <p:nvPr/>
        </p:nvSpPr>
        <p:spPr>
          <a:xfrm>
            <a:off x="3111507" y="1059728"/>
            <a:ext cx="1168667"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10:00 - 10:30</a:t>
            </a:r>
          </a:p>
        </p:txBody>
      </p:sp>
      <p:sp>
        <p:nvSpPr>
          <p:cNvPr id="96" name="TextBox 96">
            <a:extLst>
              <a:ext uri="{FF2B5EF4-FFF2-40B4-BE49-F238E27FC236}">
                <a16:creationId xmlns:a16="http://schemas.microsoft.com/office/drawing/2014/main" id="{86EA3960-56F6-4633-B227-F5BB5C433FC4}"/>
              </a:ext>
            </a:extLst>
          </p:cNvPr>
          <p:cNvSpPr txBox="1"/>
          <p:nvPr/>
        </p:nvSpPr>
        <p:spPr>
          <a:xfrm>
            <a:off x="3112728" y="1932199"/>
            <a:ext cx="1228589"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10:35 - 11:30</a:t>
            </a:r>
          </a:p>
        </p:txBody>
      </p:sp>
      <p:sp>
        <p:nvSpPr>
          <p:cNvPr id="97" name="TextBox 97">
            <a:extLst>
              <a:ext uri="{FF2B5EF4-FFF2-40B4-BE49-F238E27FC236}">
                <a16:creationId xmlns:a16="http://schemas.microsoft.com/office/drawing/2014/main" id="{40BB67F1-F439-ED3B-8621-4B33D9BC6319}"/>
              </a:ext>
            </a:extLst>
          </p:cNvPr>
          <p:cNvSpPr txBox="1"/>
          <p:nvPr/>
        </p:nvSpPr>
        <p:spPr>
          <a:xfrm>
            <a:off x="3049178" y="2804670"/>
            <a:ext cx="1168667"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11:35 - 12:05</a:t>
            </a:r>
          </a:p>
        </p:txBody>
      </p:sp>
      <p:sp>
        <p:nvSpPr>
          <p:cNvPr id="98" name="TextBox 98">
            <a:extLst>
              <a:ext uri="{FF2B5EF4-FFF2-40B4-BE49-F238E27FC236}">
                <a16:creationId xmlns:a16="http://schemas.microsoft.com/office/drawing/2014/main" id="{D47063B1-7D8C-C688-8CE8-C0CCF977B572}"/>
              </a:ext>
            </a:extLst>
          </p:cNvPr>
          <p:cNvSpPr txBox="1"/>
          <p:nvPr/>
        </p:nvSpPr>
        <p:spPr>
          <a:xfrm>
            <a:off x="3121069" y="3658237"/>
            <a:ext cx="1271153"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12:10 - 12:50</a:t>
            </a:r>
          </a:p>
        </p:txBody>
      </p:sp>
      <p:sp>
        <p:nvSpPr>
          <p:cNvPr id="99" name="TextBox 99">
            <a:extLst>
              <a:ext uri="{FF2B5EF4-FFF2-40B4-BE49-F238E27FC236}">
                <a16:creationId xmlns:a16="http://schemas.microsoft.com/office/drawing/2014/main" id="{CA4CAAA4-9FB9-9253-4C78-11AC6DBF7CA1}"/>
              </a:ext>
            </a:extLst>
          </p:cNvPr>
          <p:cNvSpPr txBox="1"/>
          <p:nvPr/>
        </p:nvSpPr>
        <p:spPr>
          <a:xfrm>
            <a:off x="3049781" y="4511804"/>
            <a:ext cx="1363638"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12:55 - 13.30</a:t>
            </a:r>
          </a:p>
        </p:txBody>
      </p:sp>
      <p:sp>
        <p:nvSpPr>
          <p:cNvPr id="100" name="TextBox 100">
            <a:extLst>
              <a:ext uri="{FF2B5EF4-FFF2-40B4-BE49-F238E27FC236}">
                <a16:creationId xmlns:a16="http://schemas.microsoft.com/office/drawing/2014/main" id="{5140B6E8-0D91-BD11-F0D8-7A6DFA50A3ED}"/>
              </a:ext>
            </a:extLst>
          </p:cNvPr>
          <p:cNvSpPr txBox="1"/>
          <p:nvPr/>
        </p:nvSpPr>
        <p:spPr>
          <a:xfrm>
            <a:off x="3102299" y="5315683"/>
            <a:ext cx="1264864"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13:40 - 14.30</a:t>
            </a:r>
          </a:p>
        </p:txBody>
      </p:sp>
      <p:sp>
        <p:nvSpPr>
          <p:cNvPr id="101" name="TextBox 101">
            <a:extLst>
              <a:ext uri="{FF2B5EF4-FFF2-40B4-BE49-F238E27FC236}">
                <a16:creationId xmlns:a16="http://schemas.microsoft.com/office/drawing/2014/main" id="{F2BC2CD0-A3BB-980A-0295-7262FF16329F}"/>
              </a:ext>
            </a:extLst>
          </p:cNvPr>
          <p:cNvSpPr txBox="1"/>
          <p:nvPr/>
        </p:nvSpPr>
        <p:spPr>
          <a:xfrm>
            <a:off x="3121808" y="6140691"/>
            <a:ext cx="1264864"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14:35 - 14.55</a:t>
            </a:r>
          </a:p>
        </p:txBody>
      </p:sp>
      <p:sp>
        <p:nvSpPr>
          <p:cNvPr id="102" name="TextBox 102">
            <a:extLst>
              <a:ext uri="{FF2B5EF4-FFF2-40B4-BE49-F238E27FC236}">
                <a16:creationId xmlns:a16="http://schemas.microsoft.com/office/drawing/2014/main" id="{98191828-E04A-CECC-E2D1-A73E3FB3881F}"/>
              </a:ext>
            </a:extLst>
          </p:cNvPr>
          <p:cNvSpPr txBox="1"/>
          <p:nvPr/>
        </p:nvSpPr>
        <p:spPr>
          <a:xfrm>
            <a:off x="3124507" y="6780346"/>
            <a:ext cx="126216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18:00 - 19:00</a:t>
            </a:r>
          </a:p>
        </p:txBody>
      </p:sp>
      <p:grpSp>
        <p:nvGrpSpPr>
          <p:cNvPr id="122" name="Group 35">
            <a:extLst>
              <a:ext uri="{FF2B5EF4-FFF2-40B4-BE49-F238E27FC236}">
                <a16:creationId xmlns:a16="http://schemas.microsoft.com/office/drawing/2014/main" id="{DFFF909C-1111-DCB1-9EE2-4E619A8E3C8D}"/>
              </a:ext>
            </a:extLst>
          </p:cNvPr>
          <p:cNvGrpSpPr/>
          <p:nvPr/>
        </p:nvGrpSpPr>
        <p:grpSpPr>
          <a:xfrm>
            <a:off x="6898458" y="708264"/>
            <a:ext cx="1840568" cy="474563"/>
            <a:chOff x="0" y="0"/>
            <a:chExt cx="654453" cy="168741"/>
          </a:xfrm>
        </p:grpSpPr>
        <p:sp>
          <p:nvSpPr>
            <p:cNvPr id="123" name="Freeform 36">
              <a:extLst>
                <a:ext uri="{FF2B5EF4-FFF2-40B4-BE49-F238E27FC236}">
                  <a16:creationId xmlns:a16="http://schemas.microsoft.com/office/drawing/2014/main" id="{03752647-BCC5-8C7A-7036-6E4B42D5FBA1}"/>
                </a:ext>
              </a:extLst>
            </p:cNvPr>
            <p:cNvSpPr/>
            <p:nvPr/>
          </p:nvSpPr>
          <p:spPr>
            <a:xfrm>
              <a:off x="0" y="0"/>
              <a:ext cx="654453" cy="168741"/>
            </a:xfrm>
            <a:custGeom>
              <a:avLst/>
              <a:gdLst/>
              <a:ahLst/>
              <a:cxnLst/>
              <a:rect l="l" t="t" r="r" b="b"/>
              <a:pathLst>
                <a:path w="654453" h="168741">
                  <a:moveTo>
                    <a:pt x="0" y="0"/>
                  </a:moveTo>
                  <a:lnTo>
                    <a:pt x="654453" y="0"/>
                  </a:lnTo>
                  <a:lnTo>
                    <a:pt x="654453" y="168741"/>
                  </a:lnTo>
                  <a:lnTo>
                    <a:pt x="0" y="168741"/>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124" name="TextBox 37">
              <a:extLst>
                <a:ext uri="{FF2B5EF4-FFF2-40B4-BE49-F238E27FC236}">
                  <a16:creationId xmlns:a16="http://schemas.microsoft.com/office/drawing/2014/main" id="{0B3C3FFD-EBC5-D06F-3353-D08D29744119}"/>
                </a:ext>
              </a:extLst>
            </p:cNvPr>
            <p:cNvSpPr txBox="1"/>
            <p:nvPr/>
          </p:nvSpPr>
          <p:spPr>
            <a:xfrm>
              <a:off x="0" y="-28575"/>
              <a:ext cx="654453" cy="197316"/>
            </a:xfrm>
            <a:prstGeom prst="rect">
              <a:avLst/>
            </a:prstGeom>
          </p:spPr>
          <p:txBody>
            <a:bodyPr lIns="40638" tIns="40638" rIns="40638" bIns="40638" rtlCol="0" anchor="ctr"/>
            <a:lstStyle/>
            <a:p>
              <a:pPr algn="ctr">
                <a:lnSpc>
                  <a:spcPts val="2016"/>
                </a:lnSpc>
              </a:pPr>
              <a:endParaRPr sz="1088"/>
            </a:p>
          </p:txBody>
        </p:sp>
      </p:grpSp>
      <p:sp>
        <p:nvSpPr>
          <p:cNvPr id="125" name="TextBox 74">
            <a:extLst>
              <a:ext uri="{FF2B5EF4-FFF2-40B4-BE49-F238E27FC236}">
                <a16:creationId xmlns:a16="http://schemas.microsoft.com/office/drawing/2014/main" id="{37C1D456-70A4-C1C0-071F-5379F06D1916}"/>
              </a:ext>
            </a:extLst>
          </p:cNvPr>
          <p:cNvSpPr txBox="1"/>
          <p:nvPr/>
        </p:nvSpPr>
        <p:spPr>
          <a:xfrm>
            <a:off x="6880095" y="1378045"/>
            <a:ext cx="2068295" cy="240066"/>
          </a:xfrm>
          <a:prstGeom prst="rect">
            <a:avLst/>
          </a:prstGeom>
        </p:spPr>
        <p:txBody>
          <a:bodyPr wrap="square"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Average Waiting Time</a:t>
            </a:r>
          </a:p>
        </p:txBody>
      </p:sp>
      <p:grpSp>
        <p:nvGrpSpPr>
          <p:cNvPr id="126" name="Group 75">
            <a:extLst>
              <a:ext uri="{FF2B5EF4-FFF2-40B4-BE49-F238E27FC236}">
                <a16:creationId xmlns:a16="http://schemas.microsoft.com/office/drawing/2014/main" id="{E0BE148E-6942-6CA6-998C-0A1C1407BA17}"/>
              </a:ext>
            </a:extLst>
          </p:cNvPr>
          <p:cNvGrpSpPr/>
          <p:nvPr/>
        </p:nvGrpSpPr>
        <p:grpSpPr>
          <a:xfrm>
            <a:off x="8735316" y="708264"/>
            <a:ext cx="403148" cy="474845"/>
            <a:chOff x="0" y="0"/>
            <a:chExt cx="143348" cy="168841"/>
          </a:xfrm>
        </p:grpSpPr>
        <p:sp>
          <p:nvSpPr>
            <p:cNvPr id="127" name="Freeform 76">
              <a:extLst>
                <a:ext uri="{FF2B5EF4-FFF2-40B4-BE49-F238E27FC236}">
                  <a16:creationId xmlns:a16="http://schemas.microsoft.com/office/drawing/2014/main" id="{076F5B7A-2B2F-0EAE-B6D1-112BAB1A9E71}"/>
                </a:ext>
              </a:extLst>
            </p:cNvPr>
            <p:cNvSpPr/>
            <p:nvPr/>
          </p:nvSpPr>
          <p:spPr>
            <a:xfrm>
              <a:off x="0" y="0"/>
              <a:ext cx="143348" cy="168841"/>
            </a:xfrm>
            <a:custGeom>
              <a:avLst/>
              <a:gdLst/>
              <a:ahLst/>
              <a:cxnLst/>
              <a:rect l="l" t="t" r="r" b="b"/>
              <a:pathLst>
                <a:path w="143348" h="168841">
                  <a:moveTo>
                    <a:pt x="0" y="0"/>
                  </a:moveTo>
                  <a:lnTo>
                    <a:pt x="143348" y="0"/>
                  </a:lnTo>
                  <a:lnTo>
                    <a:pt x="143348" y="168841"/>
                  </a:lnTo>
                  <a:lnTo>
                    <a:pt x="0" y="168841"/>
                  </a:lnTo>
                  <a:close/>
                </a:path>
              </a:pathLst>
            </a:custGeom>
            <a:solidFill>
              <a:srgbClr val="FDFDFD">
                <a:alpha val="38824"/>
              </a:srgbClr>
            </a:solidFill>
            <a:ln w="9525" cap="sq">
              <a:solidFill>
                <a:srgbClr val="000000">
                  <a:alpha val="38824"/>
                </a:srgbClr>
              </a:solidFill>
              <a:prstDash val="solid"/>
              <a:miter/>
            </a:ln>
          </p:spPr>
          <p:txBody>
            <a:bodyPr/>
            <a:lstStyle/>
            <a:p>
              <a:endParaRPr lang="en-SG" sz="1088"/>
            </a:p>
          </p:txBody>
        </p:sp>
        <p:sp>
          <p:nvSpPr>
            <p:cNvPr id="128" name="TextBox 77">
              <a:extLst>
                <a:ext uri="{FF2B5EF4-FFF2-40B4-BE49-F238E27FC236}">
                  <a16:creationId xmlns:a16="http://schemas.microsoft.com/office/drawing/2014/main" id="{D8D68B6D-C3BD-A92E-9AE4-699EB3869049}"/>
                </a:ext>
              </a:extLst>
            </p:cNvPr>
            <p:cNvSpPr txBox="1"/>
            <p:nvPr/>
          </p:nvSpPr>
          <p:spPr>
            <a:xfrm>
              <a:off x="0" y="-28575"/>
              <a:ext cx="143348" cy="197416"/>
            </a:xfrm>
            <a:prstGeom prst="rect">
              <a:avLst/>
            </a:prstGeom>
          </p:spPr>
          <p:txBody>
            <a:bodyPr lIns="40638" tIns="40638" rIns="40638" bIns="40638" rtlCol="0" anchor="ctr"/>
            <a:lstStyle/>
            <a:p>
              <a:pPr algn="ctr">
                <a:lnSpc>
                  <a:spcPts val="2016"/>
                </a:lnSpc>
              </a:pPr>
              <a:endParaRPr sz="1088"/>
            </a:p>
          </p:txBody>
        </p:sp>
      </p:grpSp>
      <p:grpSp>
        <p:nvGrpSpPr>
          <p:cNvPr id="129" name="Group 78">
            <a:extLst>
              <a:ext uri="{FF2B5EF4-FFF2-40B4-BE49-F238E27FC236}">
                <a16:creationId xmlns:a16="http://schemas.microsoft.com/office/drawing/2014/main" id="{EF2DF0CF-18D4-02ED-BD89-08E4E606BC6C}"/>
              </a:ext>
            </a:extLst>
          </p:cNvPr>
          <p:cNvGrpSpPr/>
          <p:nvPr/>
        </p:nvGrpSpPr>
        <p:grpSpPr>
          <a:xfrm>
            <a:off x="7161008" y="1706821"/>
            <a:ext cx="685837" cy="469257"/>
            <a:chOff x="0" y="0"/>
            <a:chExt cx="243864" cy="166854"/>
          </a:xfrm>
        </p:grpSpPr>
        <p:sp>
          <p:nvSpPr>
            <p:cNvPr id="130" name="Freeform 79">
              <a:extLst>
                <a:ext uri="{FF2B5EF4-FFF2-40B4-BE49-F238E27FC236}">
                  <a16:creationId xmlns:a16="http://schemas.microsoft.com/office/drawing/2014/main" id="{ED41D95F-A940-8B0D-158F-AD0995786335}"/>
                </a:ext>
              </a:extLst>
            </p:cNvPr>
            <p:cNvSpPr/>
            <p:nvPr/>
          </p:nvSpPr>
          <p:spPr>
            <a:xfrm>
              <a:off x="0" y="0"/>
              <a:ext cx="243864" cy="166854"/>
            </a:xfrm>
            <a:custGeom>
              <a:avLst/>
              <a:gdLst/>
              <a:ahLst/>
              <a:cxnLst/>
              <a:rect l="l" t="t" r="r" b="b"/>
              <a:pathLst>
                <a:path w="243864" h="166854">
                  <a:moveTo>
                    <a:pt x="0" y="0"/>
                  </a:moveTo>
                  <a:lnTo>
                    <a:pt x="243864" y="0"/>
                  </a:lnTo>
                  <a:lnTo>
                    <a:pt x="243864" y="166854"/>
                  </a:lnTo>
                  <a:lnTo>
                    <a:pt x="0" y="166854"/>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131" name="TextBox 80">
              <a:extLst>
                <a:ext uri="{FF2B5EF4-FFF2-40B4-BE49-F238E27FC236}">
                  <a16:creationId xmlns:a16="http://schemas.microsoft.com/office/drawing/2014/main" id="{5A38244D-6EAB-304C-60BA-04CA116AF959}"/>
                </a:ext>
              </a:extLst>
            </p:cNvPr>
            <p:cNvSpPr txBox="1"/>
            <p:nvPr/>
          </p:nvSpPr>
          <p:spPr>
            <a:xfrm>
              <a:off x="0" y="-28575"/>
              <a:ext cx="243864" cy="195429"/>
            </a:xfrm>
            <a:prstGeom prst="rect">
              <a:avLst/>
            </a:prstGeom>
          </p:spPr>
          <p:txBody>
            <a:bodyPr lIns="40638" tIns="40638" rIns="40638" bIns="40638" rtlCol="0" anchor="ctr"/>
            <a:lstStyle/>
            <a:p>
              <a:pPr algn="ctr">
                <a:lnSpc>
                  <a:spcPts val="2016"/>
                </a:lnSpc>
              </a:pPr>
              <a:endParaRPr sz="1088"/>
            </a:p>
          </p:txBody>
        </p:sp>
      </p:grpSp>
      <p:sp>
        <p:nvSpPr>
          <p:cNvPr id="132" name="TextBox 81">
            <a:extLst>
              <a:ext uri="{FF2B5EF4-FFF2-40B4-BE49-F238E27FC236}">
                <a16:creationId xmlns:a16="http://schemas.microsoft.com/office/drawing/2014/main" id="{F28402E1-3EB2-B8F2-08D9-2D965CD5AA00}"/>
              </a:ext>
            </a:extLst>
          </p:cNvPr>
          <p:cNvSpPr txBox="1"/>
          <p:nvPr/>
        </p:nvSpPr>
        <p:spPr>
          <a:xfrm>
            <a:off x="7956449" y="1840116"/>
            <a:ext cx="149129" cy="264560"/>
          </a:xfrm>
          <a:prstGeom prst="rect">
            <a:avLst/>
          </a:prstGeom>
        </p:spPr>
        <p:txBody>
          <a:bodyPr wrap="square" lIns="0" tIns="0" rIns="0" bIns="0" rtlCol="0" anchor="t">
            <a:spAutoFit/>
          </a:bodyPr>
          <a:lstStyle/>
          <a:p>
            <a:pPr algn="ctr">
              <a:lnSpc>
                <a:spcPts val="2239"/>
              </a:lnSpc>
              <a:spcBef>
                <a:spcPct val="0"/>
              </a:spcBef>
            </a:pPr>
            <a:r>
              <a:rPr lang="en-US" sz="1599" dirty="0">
                <a:solidFill>
                  <a:srgbClr val="000000"/>
                </a:solidFill>
                <a:latin typeface="Canva Sans"/>
                <a:ea typeface="Canva Sans"/>
                <a:cs typeface="Canva Sans"/>
                <a:sym typeface="Canva Sans"/>
              </a:rPr>
              <a:t>+</a:t>
            </a:r>
          </a:p>
        </p:txBody>
      </p:sp>
      <p:sp>
        <p:nvSpPr>
          <p:cNvPr id="133" name="TextBox 82">
            <a:extLst>
              <a:ext uri="{FF2B5EF4-FFF2-40B4-BE49-F238E27FC236}">
                <a16:creationId xmlns:a16="http://schemas.microsoft.com/office/drawing/2014/main" id="{C6BEA119-1498-C5D5-19AA-6A62960C70E6}"/>
              </a:ext>
            </a:extLst>
          </p:cNvPr>
          <p:cNvSpPr txBox="1"/>
          <p:nvPr/>
        </p:nvSpPr>
        <p:spPr>
          <a:xfrm>
            <a:off x="6868622" y="1667952"/>
            <a:ext cx="162712" cy="563872"/>
          </a:xfrm>
          <a:prstGeom prst="rect">
            <a:avLst/>
          </a:prstGeom>
        </p:spPr>
        <p:txBody>
          <a:bodyPr lIns="0" tIns="0" rIns="0" bIns="0" rtlCol="0" anchor="t">
            <a:spAutoFit/>
          </a:bodyPr>
          <a:lstStyle/>
          <a:p>
            <a:pPr algn="ctr">
              <a:lnSpc>
                <a:spcPts val="4730"/>
              </a:lnSpc>
              <a:spcBef>
                <a:spcPct val="0"/>
              </a:spcBef>
            </a:pPr>
            <a:r>
              <a:rPr lang="en-US" sz="3378" dirty="0">
                <a:solidFill>
                  <a:srgbClr val="000000"/>
                </a:solidFill>
                <a:latin typeface="Canva Sans"/>
                <a:ea typeface="Canva Sans"/>
                <a:cs typeface="Canva Sans"/>
                <a:sym typeface="Canva Sans"/>
              </a:rPr>
              <a:t>-</a:t>
            </a:r>
          </a:p>
        </p:txBody>
      </p:sp>
      <p:sp>
        <p:nvSpPr>
          <p:cNvPr id="134" name="TextBox 83">
            <a:extLst>
              <a:ext uri="{FF2B5EF4-FFF2-40B4-BE49-F238E27FC236}">
                <a16:creationId xmlns:a16="http://schemas.microsoft.com/office/drawing/2014/main" id="{97D88BA9-D8DD-E97C-D69E-5955E570A9E3}"/>
              </a:ext>
            </a:extLst>
          </p:cNvPr>
          <p:cNvSpPr txBox="1"/>
          <p:nvPr/>
        </p:nvSpPr>
        <p:spPr>
          <a:xfrm>
            <a:off x="8169132" y="1891470"/>
            <a:ext cx="421272" cy="240066"/>
          </a:xfrm>
          <a:prstGeom prst="rect">
            <a:avLst/>
          </a:prstGeom>
        </p:spPr>
        <p:txBody>
          <a:bodyPr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mins</a:t>
            </a:r>
          </a:p>
        </p:txBody>
      </p:sp>
      <p:sp>
        <p:nvSpPr>
          <p:cNvPr id="135" name="TextBox 103">
            <a:extLst>
              <a:ext uri="{FF2B5EF4-FFF2-40B4-BE49-F238E27FC236}">
                <a16:creationId xmlns:a16="http://schemas.microsoft.com/office/drawing/2014/main" id="{0C10DBE3-FBEA-84EF-F04B-BA9CCA5486B4}"/>
              </a:ext>
            </a:extLst>
          </p:cNvPr>
          <p:cNvSpPr txBox="1"/>
          <p:nvPr/>
        </p:nvSpPr>
        <p:spPr>
          <a:xfrm>
            <a:off x="6910003" y="825126"/>
            <a:ext cx="868604" cy="263790"/>
          </a:xfrm>
          <a:prstGeom prst="rect">
            <a:avLst/>
          </a:prstGeom>
        </p:spPr>
        <p:txBody>
          <a:bodyPr wrap="square" lIns="0" tIns="0" rIns="0" bIns="0" rtlCol="0" anchor="t">
            <a:spAutoFit/>
          </a:bodyPr>
          <a:lstStyle/>
          <a:p>
            <a:pPr algn="ctr">
              <a:lnSpc>
                <a:spcPts val="2207"/>
              </a:lnSpc>
              <a:spcBef>
                <a:spcPct val="0"/>
              </a:spcBef>
            </a:pPr>
            <a:r>
              <a:rPr lang="en-US" sz="1577" dirty="0">
                <a:solidFill>
                  <a:srgbClr val="000000"/>
                </a:solidFill>
                <a:latin typeface="Canva Sans"/>
                <a:ea typeface="Canva Sans"/>
                <a:cs typeface="Canva Sans"/>
                <a:sym typeface="Canva Sans"/>
              </a:rPr>
              <a:t>Group</a:t>
            </a:r>
          </a:p>
        </p:txBody>
      </p:sp>
      <p:sp>
        <p:nvSpPr>
          <p:cNvPr id="136" name="TextBox 104">
            <a:extLst>
              <a:ext uri="{FF2B5EF4-FFF2-40B4-BE49-F238E27FC236}">
                <a16:creationId xmlns:a16="http://schemas.microsoft.com/office/drawing/2014/main" id="{9606A821-3A64-45AE-A23C-AAD8562E5F29}"/>
              </a:ext>
            </a:extLst>
          </p:cNvPr>
          <p:cNvSpPr txBox="1"/>
          <p:nvPr/>
        </p:nvSpPr>
        <p:spPr>
          <a:xfrm>
            <a:off x="6869413" y="2343842"/>
            <a:ext cx="1124105" cy="240066"/>
          </a:xfrm>
          <a:prstGeom prst="rect">
            <a:avLst/>
          </a:prstGeom>
        </p:spPr>
        <p:txBody>
          <a:bodyPr wrap="square"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Group Type</a:t>
            </a:r>
          </a:p>
        </p:txBody>
      </p:sp>
      <p:sp>
        <p:nvSpPr>
          <p:cNvPr id="137" name="TextBox 105">
            <a:extLst>
              <a:ext uri="{FF2B5EF4-FFF2-40B4-BE49-F238E27FC236}">
                <a16:creationId xmlns:a16="http://schemas.microsoft.com/office/drawing/2014/main" id="{E3FF5D76-E7FD-00D7-AC78-5314E0057A0A}"/>
              </a:ext>
            </a:extLst>
          </p:cNvPr>
          <p:cNvSpPr txBox="1"/>
          <p:nvPr/>
        </p:nvSpPr>
        <p:spPr>
          <a:xfrm>
            <a:off x="6997508" y="2771760"/>
            <a:ext cx="827876" cy="240066"/>
          </a:xfrm>
          <a:prstGeom prst="rect">
            <a:avLst/>
          </a:prstGeom>
        </p:spPr>
        <p:txBody>
          <a:bodyPr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Members</a:t>
            </a:r>
          </a:p>
        </p:txBody>
      </p:sp>
      <p:sp>
        <p:nvSpPr>
          <p:cNvPr id="138" name="TextBox 109">
            <a:extLst>
              <a:ext uri="{FF2B5EF4-FFF2-40B4-BE49-F238E27FC236}">
                <a16:creationId xmlns:a16="http://schemas.microsoft.com/office/drawing/2014/main" id="{58A80163-4F05-70E4-561A-38CB63608F22}"/>
              </a:ext>
            </a:extLst>
          </p:cNvPr>
          <p:cNvSpPr txBox="1"/>
          <p:nvPr/>
        </p:nvSpPr>
        <p:spPr>
          <a:xfrm>
            <a:off x="9414297" y="2805740"/>
            <a:ext cx="120105" cy="264560"/>
          </a:xfrm>
          <a:prstGeom prst="rect">
            <a:avLst/>
          </a:prstGeom>
        </p:spPr>
        <p:txBody>
          <a:bodyPr wrap="square" lIns="0" tIns="0" rIns="0" bIns="0" rtlCol="0" anchor="t">
            <a:spAutoFit/>
          </a:bodyPr>
          <a:lstStyle/>
          <a:p>
            <a:pPr algn="ctr">
              <a:lnSpc>
                <a:spcPts val="2239"/>
              </a:lnSpc>
              <a:spcBef>
                <a:spcPct val="0"/>
              </a:spcBef>
            </a:pPr>
            <a:r>
              <a:rPr lang="en-US" sz="1599" dirty="0">
                <a:solidFill>
                  <a:srgbClr val="000000"/>
                </a:solidFill>
                <a:latin typeface="Canva Sans"/>
                <a:ea typeface="Canva Sans"/>
                <a:cs typeface="Canva Sans"/>
                <a:sym typeface="Canva Sans"/>
              </a:rPr>
              <a:t>+</a:t>
            </a:r>
          </a:p>
        </p:txBody>
      </p:sp>
      <p:grpSp>
        <p:nvGrpSpPr>
          <p:cNvPr id="139" name="Group 111">
            <a:extLst>
              <a:ext uri="{FF2B5EF4-FFF2-40B4-BE49-F238E27FC236}">
                <a16:creationId xmlns:a16="http://schemas.microsoft.com/office/drawing/2014/main" id="{7018B94D-1E43-570B-43D1-F8A46B06DAD0}"/>
              </a:ext>
            </a:extLst>
          </p:cNvPr>
          <p:cNvGrpSpPr/>
          <p:nvPr/>
        </p:nvGrpSpPr>
        <p:grpSpPr>
          <a:xfrm>
            <a:off x="8860908" y="853894"/>
            <a:ext cx="201735" cy="176518"/>
            <a:chOff x="0" y="0"/>
            <a:chExt cx="812800" cy="711200"/>
          </a:xfrm>
        </p:grpSpPr>
        <p:sp>
          <p:nvSpPr>
            <p:cNvPr id="140" name="Freeform 112">
              <a:extLst>
                <a:ext uri="{FF2B5EF4-FFF2-40B4-BE49-F238E27FC236}">
                  <a16:creationId xmlns:a16="http://schemas.microsoft.com/office/drawing/2014/main" id="{84A544E9-5675-E812-CE7B-239B3FBA0703}"/>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141" name="TextBox 113">
              <a:extLst>
                <a:ext uri="{FF2B5EF4-FFF2-40B4-BE49-F238E27FC236}">
                  <a16:creationId xmlns:a16="http://schemas.microsoft.com/office/drawing/2014/main" id="{A86B1646-B1DF-AEA0-50B5-EED317312CB8}"/>
                </a:ext>
              </a:extLst>
            </p:cNvPr>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a:p>
          </p:txBody>
        </p:sp>
      </p:grpSp>
      <p:grpSp>
        <p:nvGrpSpPr>
          <p:cNvPr id="142" name="Group 114">
            <a:extLst>
              <a:ext uri="{FF2B5EF4-FFF2-40B4-BE49-F238E27FC236}">
                <a16:creationId xmlns:a16="http://schemas.microsoft.com/office/drawing/2014/main" id="{87530FB5-9501-2889-5E9E-8BCD30412C61}"/>
              </a:ext>
            </a:extLst>
          </p:cNvPr>
          <p:cNvGrpSpPr/>
          <p:nvPr/>
        </p:nvGrpSpPr>
        <p:grpSpPr>
          <a:xfrm>
            <a:off x="8114634" y="2181666"/>
            <a:ext cx="1318749" cy="478428"/>
            <a:chOff x="0" y="0"/>
            <a:chExt cx="465121" cy="168741"/>
          </a:xfrm>
        </p:grpSpPr>
        <p:sp>
          <p:nvSpPr>
            <p:cNvPr id="143" name="Freeform 115">
              <a:extLst>
                <a:ext uri="{FF2B5EF4-FFF2-40B4-BE49-F238E27FC236}">
                  <a16:creationId xmlns:a16="http://schemas.microsoft.com/office/drawing/2014/main" id="{99620D76-E72C-53CE-9810-42CDD1153DC7}"/>
                </a:ext>
              </a:extLst>
            </p:cNvPr>
            <p:cNvSpPr/>
            <p:nvPr/>
          </p:nvSpPr>
          <p:spPr>
            <a:xfrm>
              <a:off x="0" y="0"/>
              <a:ext cx="465121" cy="168741"/>
            </a:xfrm>
            <a:custGeom>
              <a:avLst/>
              <a:gdLst/>
              <a:ahLst/>
              <a:cxnLst/>
              <a:rect l="l" t="t" r="r" b="b"/>
              <a:pathLst>
                <a:path w="465121" h="168741">
                  <a:moveTo>
                    <a:pt x="0" y="0"/>
                  </a:moveTo>
                  <a:lnTo>
                    <a:pt x="465121" y="0"/>
                  </a:lnTo>
                  <a:lnTo>
                    <a:pt x="465121" y="168741"/>
                  </a:lnTo>
                  <a:lnTo>
                    <a:pt x="0" y="168741"/>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144" name="TextBox 116">
              <a:extLst>
                <a:ext uri="{FF2B5EF4-FFF2-40B4-BE49-F238E27FC236}">
                  <a16:creationId xmlns:a16="http://schemas.microsoft.com/office/drawing/2014/main" id="{3EBC2158-4A69-D863-C9C8-9CADF49192A8}"/>
                </a:ext>
              </a:extLst>
            </p:cNvPr>
            <p:cNvSpPr txBox="1"/>
            <p:nvPr/>
          </p:nvSpPr>
          <p:spPr>
            <a:xfrm>
              <a:off x="0" y="-28575"/>
              <a:ext cx="465121" cy="197316"/>
            </a:xfrm>
            <a:prstGeom prst="rect">
              <a:avLst/>
            </a:prstGeom>
          </p:spPr>
          <p:txBody>
            <a:bodyPr lIns="40638" tIns="40638" rIns="40638" bIns="40638" rtlCol="0" anchor="ctr"/>
            <a:lstStyle/>
            <a:p>
              <a:pPr algn="ctr">
                <a:lnSpc>
                  <a:spcPts val="2016"/>
                </a:lnSpc>
              </a:pPr>
              <a:endParaRPr sz="1088"/>
            </a:p>
          </p:txBody>
        </p:sp>
      </p:grpSp>
      <p:grpSp>
        <p:nvGrpSpPr>
          <p:cNvPr id="145" name="Group 117">
            <a:extLst>
              <a:ext uri="{FF2B5EF4-FFF2-40B4-BE49-F238E27FC236}">
                <a16:creationId xmlns:a16="http://schemas.microsoft.com/office/drawing/2014/main" id="{EBA6B599-39DC-E31B-6180-4525D1081587}"/>
              </a:ext>
            </a:extLst>
          </p:cNvPr>
          <p:cNvGrpSpPr/>
          <p:nvPr/>
        </p:nvGrpSpPr>
        <p:grpSpPr>
          <a:xfrm>
            <a:off x="9414295" y="2186555"/>
            <a:ext cx="406432" cy="478712"/>
            <a:chOff x="0" y="0"/>
            <a:chExt cx="143348" cy="168841"/>
          </a:xfrm>
        </p:grpSpPr>
        <p:sp>
          <p:nvSpPr>
            <p:cNvPr id="146" name="Freeform 118">
              <a:extLst>
                <a:ext uri="{FF2B5EF4-FFF2-40B4-BE49-F238E27FC236}">
                  <a16:creationId xmlns:a16="http://schemas.microsoft.com/office/drawing/2014/main" id="{BFDE0DED-4571-CD5D-07F5-33D9B533983A}"/>
                </a:ext>
              </a:extLst>
            </p:cNvPr>
            <p:cNvSpPr/>
            <p:nvPr/>
          </p:nvSpPr>
          <p:spPr>
            <a:xfrm>
              <a:off x="0" y="0"/>
              <a:ext cx="143348" cy="168841"/>
            </a:xfrm>
            <a:custGeom>
              <a:avLst/>
              <a:gdLst/>
              <a:ahLst/>
              <a:cxnLst/>
              <a:rect l="l" t="t" r="r" b="b"/>
              <a:pathLst>
                <a:path w="143348" h="168841">
                  <a:moveTo>
                    <a:pt x="0" y="0"/>
                  </a:moveTo>
                  <a:lnTo>
                    <a:pt x="143348" y="0"/>
                  </a:lnTo>
                  <a:lnTo>
                    <a:pt x="143348" y="168841"/>
                  </a:lnTo>
                  <a:lnTo>
                    <a:pt x="0" y="168841"/>
                  </a:lnTo>
                  <a:close/>
                </a:path>
              </a:pathLst>
            </a:custGeom>
            <a:solidFill>
              <a:srgbClr val="FDFDFD">
                <a:alpha val="38824"/>
              </a:srgbClr>
            </a:solidFill>
            <a:ln w="9525" cap="sq">
              <a:solidFill>
                <a:srgbClr val="000000">
                  <a:alpha val="38824"/>
                </a:srgbClr>
              </a:solidFill>
              <a:prstDash val="solid"/>
              <a:miter/>
            </a:ln>
          </p:spPr>
          <p:txBody>
            <a:bodyPr/>
            <a:lstStyle/>
            <a:p>
              <a:endParaRPr lang="en-SG" sz="1088"/>
            </a:p>
          </p:txBody>
        </p:sp>
        <p:sp>
          <p:nvSpPr>
            <p:cNvPr id="147" name="TextBox 119">
              <a:extLst>
                <a:ext uri="{FF2B5EF4-FFF2-40B4-BE49-F238E27FC236}">
                  <a16:creationId xmlns:a16="http://schemas.microsoft.com/office/drawing/2014/main" id="{A6117342-FC69-53A5-3978-B1C4A336190E}"/>
                </a:ext>
              </a:extLst>
            </p:cNvPr>
            <p:cNvSpPr txBox="1"/>
            <p:nvPr/>
          </p:nvSpPr>
          <p:spPr>
            <a:xfrm>
              <a:off x="0" y="-28575"/>
              <a:ext cx="143348" cy="197416"/>
            </a:xfrm>
            <a:prstGeom prst="rect">
              <a:avLst/>
            </a:prstGeom>
          </p:spPr>
          <p:txBody>
            <a:bodyPr lIns="40638" tIns="40638" rIns="40638" bIns="40638" rtlCol="0" anchor="ctr"/>
            <a:lstStyle/>
            <a:p>
              <a:pPr algn="ctr">
                <a:lnSpc>
                  <a:spcPts val="2016"/>
                </a:lnSpc>
              </a:pPr>
              <a:endParaRPr sz="1088"/>
            </a:p>
          </p:txBody>
        </p:sp>
      </p:grpSp>
      <p:sp>
        <p:nvSpPr>
          <p:cNvPr id="148" name="TextBox 120">
            <a:extLst>
              <a:ext uri="{FF2B5EF4-FFF2-40B4-BE49-F238E27FC236}">
                <a16:creationId xmlns:a16="http://schemas.microsoft.com/office/drawing/2014/main" id="{1D57A0D4-8298-F4A3-4FB2-9999BA8F9B36}"/>
              </a:ext>
            </a:extLst>
          </p:cNvPr>
          <p:cNvSpPr txBox="1"/>
          <p:nvPr/>
        </p:nvSpPr>
        <p:spPr>
          <a:xfrm>
            <a:off x="8315205" y="2320825"/>
            <a:ext cx="803441" cy="264240"/>
          </a:xfrm>
          <a:prstGeom prst="rect">
            <a:avLst/>
          </a:prstGeom>
        </p:spPr>
        <p:txBody>
          <a:bodyPr wrap="square" lIns="0" tIns="0" rIns="0" bIns="0" rtlCol="0" anchor="t">
            <a:spAutoFit/>
          </a:bodyPr>
          <a:lstStyle/>
          <a:p>
            <a:pPr algn="ctr">
              <a:lnSpc>
                <a:spcPts val="2226"/>
              </a:lnSpc>
              <a:spcBef>
                <a:spcPct val="0"/>
              </a:spcBef>
            </a:pPr>
            <a:r>
              <a:rPr lang="en-US" sz="1590" dirty="0">
                <a:solidFill>
                  <a:srgbClr val="000000"/>
                </a:solidFill>
                <a:latin typeface="Canva Sans"/>
                <a:ea typeface="Canva Sans"/>
                <a:cs typeface="Canva Sans"/>
                <a:sym typeface="Canva Sans"/>
              </a:rPr>
              <a:t>Family</a:t>
            </a:r>
          </a:p>
        </p:txBody>
      </p:sp>
      <p:grpSp>
        <p:nvGrpSpPr>
          <p:cNvPr id="149" name="Group 121">
            <a:extLst>
              <a:ext uri="{FF2B5EF4-FFF2-40B4-BE49-F238E27FC236}">
                <a16:creationId xmlns:a16="http://schemas.microsoft.com/office/drawing/2014/main" id="{1CB880DE-8B07-DEF8-5834-2392193CD3BF}"/>
              </a:ext>
            </a:extLst>
          </p:cNvPr>
          <p:cNvGrpSpPr/>
          <p:nvPr/>
        </p:nvGrpSpPr>
        <p:grpSpPr>
          <a:xfrm>
            <a:off x="9562201" y="2366699"/>
            <a:ext cx="203378" cy="177955"/>
            <a:chOff x="0" y="0"/>
            <a:chExt cx="812800" cy="711200"/>
          </a:xfrm>
        </p:grpSpPr>
        <p:sp>
          <p:nvSpPr>
            <p:cNvPr id="150" name="Freeform 122">
              <a:extLst>
                <a:ext uri="{FF2B5EF4-FFF2-40B4-BE49-F238E27FC236}">
                  <a16:creationId xmlns:a16="http://schemas.microsoft.com/office/drawing/2014/main" id="{F9758B54-D71F-E89B-0495-18674B0C8EC9}"/>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151" name="TextBox 123">
              <a:extLst>
                <a:ext uri="{FF2B5EF4-FFF2-40B4-BE49-F238E27FC236}">
                  <a16:creationId xmlns:a16="http://schemas.microsoft.com/office/drawing/2014/main" id="{A33ABA3C-6873-8D16-CB89-F2AFA3E62EF5}"/>
                </a:ext>
              </a:extLst>
            </p:cNvPr>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a:p>
          </p:txBody>
        </p:sp>
      </p:grpSp>
      <p:sp>
        <p:nvSpPr>
          <p:cNvPr id="152" name="TextBox 124">
            <a:extLst>
              <a:ext uri="{FF2B5EF4-FFF2-40B4-BE49-F238E27FC236}">
                <a16:creationId xmlns:a16="http://schemas.microsoft.com/office/drawing/2014/main" id="{A7645CAC-4E10-E626-80F7-D330A3313D2C}"/>
              </a:ext>
            </a:extLst>
          </p:cNvPr>
          <p:cNvSpPr txBox="1"/>
          <p:nvPr/>
        </p:nvSpPr>
        <p:spPr>
          <a:xfrm>
            <a:off x="7398757" y="1840116"/>
            <a:ext cx="339398" cy="264560"/>
          </a:xfrm>
          <a:prstGeom prst="rect">
            <a:avLst/>
          </a:prstGeom>
        </p:spPr>
        <p:txBody>
          <a:bodyPr wrap="square" lIns="0" tIns="0" rIns="0" bIns="0" rtlCol="0" anchor="t">
            <a:spAutoFit/>
          </a:bodyPr>
          <a:lstStyle/>
          <a:p>
            <a:pPr algn="ctr">
              <a:lnSpc>
                <a:spcPts val="2239"/>
              </a:lnSpc>
              <a:spcBef>
                <a:spcPct val="0"/>
              </a:spcBef>
            </a:pPr>
            <a:r>
              <a:rPr lang="en-US" sz="1599" dirty="0">
                <a:solidFill>
                  <a:srgbClr val="000000"/>
                </a:solidFill>
                <a:latin typeface="Canva Sans"/>
                <a:ea typeface="Canva Sans"/>
                <a:cs typeface="Canva Sans"/>
                <a:sym typeface="Canva Sans"/>
              </a:rPr>
              <a:t>25</a:t>
            </a:r>
          </a:p>
        </p:txBody>
      </p:sp>
      <p:sp>
        <p:nvSpPr>
          <p:cNvPr id="153" name="TextBox 125">
            <a:extLst>
              <a:ext uri="{FF2B5EF4-FFF2-40B4-BE49-F238E27FC236}">
                <a16:creationId xmlns:a16="http://schemas.microsoft.com/office/drawing/2014/main" id="{376E4964-586D-3388-81FD-401B0696C6E8}"/>
              </a:ext>
            </a:extLst>
          </p:cNvPr>
          <p:cNvSpPr txBox="1"/>
          <p:nvPr/>
        </p:nvSpPr>
        <p:spPr>
          <a:xfrm>
            <a:off x="8860908" y="2774369"/>
            <a:ext cx="120105" cy="264560"/>
          </a:xfrm>
          <a:prstGeom prst="rect">
            <a:avLst/>
          </a:prstGeom>
        </p:spPr>
        <p:txBody>
          <a:bodyPr lIns="0" tIns="0" rIns="0" bIns="0" rtlCol="0" anchor="t">
            <a:spAutoFit/>
          </a:bodyPr>
          <a:lstStyle/>
          <a:p>
            <a:pPr algn="ctr">
              <a:lnSpc>
                <a:spcPts val="2239"/>
              </a:lnSpc>
              <a:spcBef>
                <a:spcPct val="0"/>
              </a:spcBef>
            </a:pPr>
            <a:r>
              <a:rPr lang="en-US" sz="1599">
                <a:solidFill>
                  <a:srgbClr val="000000"/>
                </a:solidFill>
                <a:latin typeface="Canva Sans"/>
                <a:ea typeface="Canva Sans"/>
                <a:cs typeface="Canva Sans"/>
                <a:sym typeface="Canva Sans"/>
              </a:rPr>
              <a:t>5</a:t>
            </a:r>
          </a:p>
        </p:txBody>
      </p:sp>
      <p:grpSp>
        <p:nvGrpSpPr>
          <p:cNvPr id="154" name="Group 78">
            <a:extLst>
              <a:ext uri="{FF2B5EF4-FFF2-40B4-BE49-F238E27FC236}">
                <a16:creationId xmlns:a16="http://schemas.microsoft.com/office/drawing/2014/main" id="{625D8497-F470-83C8-7012-9CBB274B40E1}"/>
              </a:ext>
            </a:extLst>
          </p:cNvPr>
          <p:cNvGrpSpPr/>
          <p:nvPr/>
        </p:nvGrpSpPr>
        <p:grpSpPr>
          <a:xfrm>
            <a:off x="8535385" y="2739323"/>
            <a:ext cx="633172" cy="483514"/>
            <a:chOff x="0" y="0"/>
            <a:chExt cx="243864" cy="166854"/>
          </a:xfrm>
        </p:grpSpPr>
        <p:sp>
          <p:nvSpPr>
            <p:cNvPr id="155" name="Freeform 79">
              <a:extLst>
                <a:ext uri="{FF2B5EF4-FFF2-40B4-BE49-F238E27FC236}">
                  <a16:creationId xmlns:a16="http://schemas.microsoft.com/office/drawing/2014/main" id="{4E2A0B27-C959-99C0-79FE-6FE377B55CAA}"/>
                </a:ext>
              </a:extLst>
            </p:cNvPr>
            <p:cNvSpPr/>
            <p:nvPr/>
          </p:nvSpPr>
          <p:spPr>
            <a:xfrm>
              <a:off x="0" y="0"/>
              <a:ext cx="243864" cy="166854"/>
            </a:xfrm>
            <a:custGeom>
              <a:avLst/>
              <a:gdLst/>
              <a:ahLst/>
              <a:cxnLst/>
              <a:rect l="l" t="t" r="r" b="b"/>
              <a:pathLst>
                <a:path w="243864" h="166854">
                  <a:moveTo>
                    <a:pt x="0" y="0"/>
                  </a:moveTo>
                  <a:lnTo>
                    <a:pt x="243864" y="0"/>
                  </a:lnTo>
                  <a:lnTo>
                    <a:pt x="243864" y="166854"/>
                  </a:lnTo>
                  <a:lnTo>
                    <a:pt x="0" y="166854"/>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156" name="TextBox 80">
              <a:extLst>
                <a:ext uri="{FF2B5EF4-FFF2-40B4-BE49-F238E27FC236}">
                  <a16:creationId xmlns:a16="http://schemas.microsoft.com/office/drawing/2014/main" id="{C4E62499-409C-5054-88CF-1C59A2EE86D0}"/>
                </a:ext>
              </a:extLst>
            </p:cNvPr>
            <p:cNvSpPr txBox="1"/>
            <p:nvPr/>
          </p:nvSpPr>
          <p:spPr>
            <a:xfrm>
              <a:off x="0" y="-28575"/>
              <a:ext cx="243864" cy="195429"/>
            </a:xfrm>
            <a:prstGeom prst="rect">
              <a:avLst/>
            </a:prstGeom>
          </p:spPr>
          <p:txBody>
            <a:bodyPr lIns="40638" tIns="40638" rIns="40638" bIns="40638" rtlCol="0" anchor="ctr"/>
            <a:lstStyle/>
            <a:p>
              <a:pPr algn="ctr">
                <a:lnSpc>
                  <a:spcPts val="2016"/>
                </a:lnSpc>
              </a:pPr>
              <a:endParaRPr sz="1088"/>
            </a:p>
          </p:txBody>
        </p:sp>
      </p:grpSp>
    </p:spTree>
    <p:extLst>
      <p:ext uri="{BB962C8B-B14F-4D97-AF65-F5344CB8AC3E}">
        <p14:creationId xmlns:p14="http://schemas.microsoft.com/office/powerpoint/2010/main" val="20156911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0CCDD-288C-5FC8-4272-CFB13BF9B7D8}"/>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4EAADCCB-A110-9E27-B9A7-3316E9865458}"/>
              </a:ext>
            </a:extLst>
          </p:cNvPr>
          <p:cNvGraphicFramePr>
            <a:graphicFrameLocks noGrp="1"/>
          </p:cNvGraphicFramePr>
          <p:nvPr/>
        </p:nvGraphicFramePr>
        <p:xfrm>
          <a:off x="0" y="551790"/>
          <a:ext cx="6562164" cy="6895011"/>
        </p:xfrm>
        <a:graphic>
          <a:graphicData uri="http://schemas.openxmlformats.org/drawingml/2006/table">
            <a:tbl>
              <a:tblPr/>
              <a:tblGrid>
                <a:gridCol w="6562164">
                  <a:extLst>
                    <a:ext uri="{9D8B030D-6E8A-4147-A177-3AD203B41FA5}">
                      <a16:colId xmlns:a16="http://schemas.microsoft.com/office/drawing/2014/main" val="20000"/>
                    </a:ext>
                  </a:extLst>
                </a:gridCol>
              </a:tblGrid>
              <a:tr h="83462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59366">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96679">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5686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61871">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6187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86187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861871">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3" name="Group 3">
            <a:extLst>
              <a:ext uri="{FF2B5EF4-FFF2-40B4-BE49-F238E27FC236}">
                <a16:creationId xmlns:a16="http://schemas.microsoft.com/office/drawing/2014/main" id="{206E7426-1DC0-6A6A-2A82-8F378A0ABF9A}"/>
              </a:ext>
            </a:extLst>
          </p:cNvPr>
          <p:cNvGrpSpPr/>
          <p:nvPr/>
        </p:nvGrpSpPr>
        <p:grpSpPr>
          <a:xfrm>
            <a:off x="-5123" y="-12803"/>
            <a:ext cx="6663176" cy="564773"/>
            <a:chOff x="0" y="0"/>
            <a:chExt cx="2594982" cy="812800"/>
          </a:xfrm>
        </p:grpSpPr>
        <p:sp>
          <p:nvSpPr>
            <p:cNvPr id="4" name="Freeform 4">
              <a:extLst>
                <a:ext uri="{FF2B5EF4-FFF2-40B4-BE49-F238E27FC236}">
                  <a16:creationId xmlns:a16="http://schemas.microsoft.com/office/drawing/2014/main" id="{E95B0D57-0676-2538-64FB-A73E4E01B4CF}"/>
                </a:ext>
              </a:extLst>
            </p:cNvPr>
            <p:cNvSpPr/>
            <p:nvPr/>
          </p:nvSpPr>
          <p:spPr>
            <a:xfrm>
              <a:off x="0" y="0"/>
              <a:ext cx="2594982" cy="812800"/>
            </a:xfrm>
            <a:custGeom>
              <a:avLst/>
              <a:gdLst/>
              <a:ahLst/>
              <a:cxnLst/>
              <a:rect l="l" t="t" r="r" b="b"/>
              <a:pathLst>
                <a:path w="2594982" h="812800">
                  <a:moveTo>
                    <a:pt x="0" y="0"/>
                  </a:moveTo>
                  <a:lnTo>
                    <a:pt x="2594982" y="0"/>
                  </a:lnTo>
                  <a:lnTo>
                    <a:pt x="2594982" y="812800"/>
                  </a:lnTo>
                  <a:lnTo>
                    <a:pt x="0" y="812800"/>
                  </a:lnTo>
                  <a:close/>
                </a:path>
              </a:pathLst>
            </a:custGeom>
            <a:solidFill>
              <a:srgbClr val="F34336"/>
            </a:solidFill>
          </p:spPr>
          <p:txBody>
            <a:bodyPr/>
            <a:lstStyle/>
            <a:p>
              <a:endParaRPr lang="en-SG" sz="1088"/>
            </a:p>
          </p:txBody>
        </p:sp>
        <p:sp>
          <p:nvSpPr>
            <p:cNvPr id="5" name="TextBox 5">
              <a:extLst>
                <a:ext uri="{FF2B5EF4-FFF2-40B4-BE49-F238E27FC236}">
                  <a16:creationId xmlns:a16="http://schemas.microsoft.com/office/drawing/2014/main" id="{8CCAB599-08E3-E8D8-425A-AF029E62A054}"/>
                </a:ext>
              </a:extLst>
            </p:cNvPr>
            <p:cNvSpPr txBox="1"/>
            <p:nvPr/>
          </p:nvSpPr>
          <p:spPr>
            <a:xfrm>
              <a:off x="0" y="-28575"/>
              <a:ext cx="2594982" cy="841375"/>
            </a:xfrm>
            <a:prstGeom prst="rect">
              <a:avLst/>
            </a:prstGeom>
          </p:spPr>
          <p:txBody>
            <a:bodyPr lIns="40638" tIns="40638" rIns="40638" bIns="40638" rtlCol="0" anchor="ctr"/>
            <a:lstStyle/>
            <a:p>
              <a:pPr algn="ctr">
                <a:lnSpc>
                  <a:spcPts val="2016"/>
                </a:lnSpc>
              </a:pPr>
              <a:endParaRPr sz="1088"/>
            </a:p>
          </p:txBody>
        </p:sp>
      </p:grpSp>
      <p:sp>
        <p:nvSpPr>
          <p:cNvPr id="6" name="Freeform 6">
            <a:extLst>
              <a:ext uri="{FF2B5EF4-FFF2-40B4-BE49-F238E27FC236}">
                <a16:creationId xmlns:a16="http://schemas.microsoft.com/office/drawing/2014/main" id="{63D5AAB7-904A-AF99-4C18-88469CD78C4C}"/>
              </a:ext>
            </a:extLst>
          </p:cNvPr>
          <p:cNvSpPr/>
          <p:nvPr/>
        </p:nvSpPr>
        <p:spPr>
          <a:xfrm>
            <a:off x="5176804" y="88494"/>
            <a:ext cx="332501" cy="269253"/>
          </a:xfrm>
          <a:custGeom>
            <a:avLst/>
            <a:gdLst/>
            <a:ahLst/>
            <a:cxnLst/>
            <a:rect l="l" t="t" r="r" b="b"/>
            <a:pathLst>
              <a:path w="472691" h="394697">
                <a:moveTo>
                  <a:pt x="0" y="0"/>
                </a:moveTo>
                <a:lnTo>
                  <a:pt x="472691" y="0"/>
                </a:lnTo>
                <a:lnTo>
                  <a:pt x="472691" y="394697"/>
                </a:lnTo>
                <a:lnTo>
                  <a:pt x="0" y="3946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SG" sz="1088"/>
          </a:p>
        </p:txBody>
      </p:sp>
      <p:sp>
        <p:nvSpPr>
          <p:cNvPr id="7" name="Freeform 7">
            <a:extLst>
              <a:ext uri="{FF2B5EF4-FFF2-40B4-BE49-F238E27FC236}">
                <a16:creationId xmlns:a16="http://schemas.microsoft.com/office/drawing/2014/main" id="{5DDE5993-A725-6B02-B3DB-3C2114BC25C3}"/>
              </a:ext>
            </a:extLst>
          </p:cNvPr>
          <p:cNvSpPr/>
          <p:nvPr/>
        </p:nvSpPr>
        <p:spPr>
          <a:xfrm>
            <a:off x="187237" y="125054"/>
            <a:ext cx="370152" cy="183592"/>
          </a:xfrm>
          <a:custGeom>
            <a:avLst/>
            <a:gdLst/>
            <a:ahLst/>
            <a:cxnLst/>
            <a:rect l="l" t="t" r="r" b="b"/>
            <a:pathLst>
              <a:path w="583453" h="390383">
                <a:moveTo>
                  <a:pt x="0" y="0"/>
                </a:moveTo>
                <a:lnTo>
                  <a:pt x="583453" y="0"/>
                </a:lnTo>
                <a:lnTo>
                  <a:pt x="583453" y="390383"/>
                </a:lnTo>
                <a:lnTo>
                  <a:pt x="0" y="39038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8" name="Freeform 8">
            <a:extLst>
              <a:ext uri="{FF2B5EF4-FFF2-40B4-BE49-F238E27FC236}">
                <a16:creationId xmlns:a16="http://schemas.microsoft.com/office/drawing/2014/main" id="{0EEECC15-9AE4-312F-86EA-5CFD35783AD4}"/>
              </a:ext>
            </a:extLst>
          </p:cNvPr>
          <p:cNvSpPr/>
          <p:nvPr/>
        </p:nvSpPr>
        <p:spPr>
          <a:xfrm>
            <a:off x="601805" y="120167"/>
            <a:ext cx="368457" cy="177419"/>
          </a:xfrm>
          <a:custGeom>
            <a:avLst/>
            <a:gdLst/>
            <a:ahLst/>
            <a:cxnLst/>
            <a:rect l="l" t="t" r="r" b="b"/>
            <a:pathLst>
              <a:path w="585247" h="392648">
                <a:moveTo>
                  <a:pt x="0" y="0"/>
                </a:moveTo>
                <a:lnTo>
                  <a:pt x="585247" y="0"/>
                </a:lnTo>
                <a:lnTo>
                  <a:pt x="585247" y="392647"/>
                </a:lnTo>
                <a:lnTo>
                  <a:pt x="0" y="39264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SG" sz="1088"/>
          </a:p>
        </p:txBody>
      </p:sp>
      <p:sp>
        <p:nvSpPr>
          <p:cNvPr id="9" name="Freeform 9">
            <a:extLst>
              <a:ext uri="{FF2B5EF4-FFF2-40B4-BE49-F238E27FC236}">
                <a16:creationId xmlns:a16="http://schemas.microsoft.com/office/drawing/2014/main" id="{890E11E8-3B50-7EDC-7060-71510C045CAC}"/>
              </a:ext>
            </a:extLst>
          </p:cNvPr>
          <p:cNvSpPr/>
          <p:nvPr/>
        </p:nvSpPr>
        <p:spPr>
          <a:xfrm>
            <a:off x="6031025" y="86246"/>
            <a:ext cx="242908" cy="271500"/>
          </a:xfrm>
          <a:custGeom>
            <a:avLst/>
            <a:gdLst/>
            <a:ahLst/>
            <a:cxnLst/>
            <a:rect l="l" t="t" r="r" b="b"/>
            <a:pathLst>
              <a:path w="365278" h="392772">
                <a:moveTo>
                  <a:pt x="0" y="0"/>
                </a:moveTo>
                <a:lnTo>
                  <a:pt x="365278" y="0"/>
                </a:lnTo>
                <a:lnTo>
                  <a:pt x="365278" y="392772"/>
                </a:lnTo>
                <a:lnTo>
                  <a:pt x="0" y="39277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SG" sz="1088"/>
          </a:p>
        </p:txBody>
      </p:sp>
      <p:sp>
        <p:nvSpPr>
          <p:cNvPr id="10" name="Freeform 10">
            <a:extLst>
              <a:ext uri="{FF2B5EF4-FFF2-40B4-BE49-F238E27FC236}">
                <a16:creationId xmlns:a16="http://schemas.microsoft.com/office/drawing/2014/main" id="{09974AF7-9559-BB84-364F-A9235BFBA9DB}"/>
              </a:ext>
            </a:extLst>
          </p:cNvPr>
          <p:cNvSpPr/>
          <p:nvPr/>
        </p:nvSpPr>
        <p:spPr>
          <a:xfrm>
            <a:off x="4386672" y="100843"/>
            <a:ext cx="268412" cy="274566"/>
          </a:xfrm>
          <a:custGeom>
            <a:avLst/>
            <a:gdLst/>
            <a:ahLst/>
            <a:cxnLst/>
            <a:rect l="l" t="t" r="r" b="b"/>
            <a:pathLst>
              <a:path w="399295" h="414852">
                <a:moveTo>
                  <a:pt x="0" y="0"/>
                </a:moveTo>
                <a:lnTo>
                  <a:pt x="399295" y="0"/>
                </a:lnTo>
                <a:lnTo>
                  <a:pt x="399295" y="414852"/>
                </a:lnTo>
                <a:lnTo>
                  <a:pt x="0" y="41485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SG" sz="1088"/>
          </a:p>
        </p:txBody>
      </p:sp>
      <p:sp>
        <p:nvSpPr>
          <p:cNvPr id="11" name="Freeform 11">
            <a:hlinkClick r:id="rId12" action="ppaction://hlinksldjump"/>
            <a:extLst>
              <a:ext uri="{FF2B5EF4-FFF2-40B4-BE49-F238E27FC236}">
                <a16:creationId xmlns:a16="http://schemas.microsoft.com/office/drawing/2014/main" id="{07E5A543-D645-1669-77DC-3CEE679A0AF9}"/>
              </a:ext>
            </a:extLst>
          </p:cNvPr>
          <p:cNvSpPr/>
          <p:nvPr/>
        </p:nvSpPr>
        <p:spPr>
          <a:xfrm>
            <a:off x="9024846" y="79763"/>
            <a:ext cx="332501" cy="332501"/>
          </a:xfrm>
          <a:custGeom>
            <a:avLst/>
            <a:gdLst/>
            <a:ahLst/>
            <a:cxnLst/>
            <a:rect l="l" t="t" r="r" b="b"/>
            <a:pathLst>
              <a:path w="415644" h="415644">
                <a:moveTo>
                  <a:pt x="0" y="0"/>
                </a:moveTo>
                <a:lnTo>
                  <a:pt x="415645" y="0"/>
                </a:lnTo>
                <a:lnTo>
                  <a:pt x="415645" y="415644"/>
                </a:lnTo>
                <a:lnTo>
                  <a:pt x="0" y="415644"/>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SG" sz="1088"/>
          </a:p>
        </p:txBody>
      </p:sp>
      <p:sp>
        <p:nvSpPr>
          <p:cNvPr id="12" name="Freeform 12">
            <a:hlinkClick r:id="rId15" action="ppaction://hlinksldjump"/>
            <a:extLst>
              <a:ext uri="{FF2B5EF4-FFF2-40B4-BE49-F238E27FC236}">
                <a16:creationId xmlns:a16="http://schemas.microsoft.com/office/drawing/2014/main" id="{EA111A80-8626-0128-A702-02014290F75E}"/>
              </a:ext>
            </a:extLst>
          </p:cNvPr>
          <p:cNvSpPr/>
          <p:nvPr/>
        </p:nvSpPr>
        <p:spPr>
          <a:xfrm>
            <a:off x="9612312" y="74852"/>
            <a:ext cx="394835" cy="394835"/>
          </a:xfrm>
          <a:custGeom>
            <a:avLst/>
            <a:gdLst/>
            <a:ahLst/>
            <a:cxnLst/>
            <a:rect l="l" t="t" r="r" b="b"/>
            <a:pathLst>
              <a:path w="493565" h="493565">
                <a:moveTo>
                  <a:pt x="0" y="0"/>
                </a:moveTo>
                <a:lnTo>
                  <a:pt x="493565" y="0"/>
                </a:lnTo>
                <a:lnTo>
                  <a:pt x="493565" y="493565"/>
                </a:lnTo>
                <a:lnTo>
                  <a:pt x="0" y="493565"/>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dirty="0"/>
          </a:p>
        </p:txBody>
      </p:sp>
      <p:grpSp>
        <p:nvGrpSpPr>
          <p:cNvPr id="13" name="Group 13">
            <a:extLst>
              <a:ext uri="{FF2B5EF4-FFF2-40B4-BE49-F238E27FC236}">
                <a16:creationId xmlns:a16="http://schemas.microsoft.com/office/drawing/2014/main" id="{3F252556-6E08-4230-823E-99DEE61C4DAC}"/>
              </a:ext>
            </a:extLst>
          </p:cNvPr>
          <p:cNvGrpSpPr/>
          <p:nvPr/>
        </p:nvGrpSpPr>
        <p:grpSpPr>
          <a:xfrm>
            <a:off x="6787113" y="3133272"/>
            <a:ext cx="1546440" cy="447075"/>
            <a:chOff x="0" y="0"/>
            <a:chExt cx="812800" cy="234980"/>
          </a:xfrm>
        </p:grpSpPr>
        <p:sp>
          <p:nvSpPr>
            <p:cNvPr id="14" name="Freeform 14">
              <a:extLst>
                <a:ext uri="{FF2B5EF4-FFF2-40B4-BE49-F238E27FC236}">
                  <a16:creationId xmlns:a16="http://schemas.microsoft.com/office/drawing/2014/main" id="{7DB30C74-FDA7-509C-44D2-879FB4DA5A2A}"/>
                </a:ext>
              </a:extLst>
            </p:cNvPr>
            <p:cNvSpPr/>
            <p:nvPr/>
          </p:nvSpPr>
          <p:spPr>
            <a:xfrm>
              <a:off x="0" y="0"/>
              <a:ext cx="812800" cy="234980"/>
            </a:xfrm>
            <a:custGeom>
              <a:avLst/>
              <a:gdLst/>
              <a:ahLst/>
              <a:cxnLst/>
              <a:rect l="l" t="t" r="r" b="b"/>
              <a:pathLst>
                <a:path w="812800" h="234980">
                  <a:moveTo>
                    <a:pt x="117490" y="0"/>
                  </a:moveTo>
                  <a:lnTo>
                    <a:pt x="695310" y="0"/>
                  </a:lnTo>
                  <a:cubicBezTo>
                    <a:pt x="726470" y="0"/>
                    <a:pt x="756354" y="12378"/>
                    <a:pt x="778388" y="34412"/>
                  </a:cubicBezTo>
                  <a:cubicBezTo>
                    <a:pt x="800422" y="56446"/>
                    <a:pt x="812800" y="86330"/>
                    <a:pt x="812800" y="117490"/>
                  </a:cubicBezTo>
                  <a:lnTo>
                    <a:pt x="812800" y="117490"/>
                  </a:lnTo>
                  <a:cubicBezTo>
                    <a:pt x="812800" y="148650"/>
                    <a:pt x="800422" y="178534"/>
                    <a:pt x="778388" y="200568"/>
                  </a:cubicBezTo>
                  <a:cubicBezTo>
                    <a:pt x="756354" y="222602"/>
                    <a:pt x="726470" y="234980"/>
                    <a:pt x="695310" y="234980"/>
                  </a:cubicBezTo>
                  <a:lnTo>
                    <a:pt x="117490" y="234980"/>
                  </a:lnTo>
                  <a:cubicBezTo>
                    <a:pt x="86330" y="234980"/>
                    <a:pt x="56446" y="222602"/>
                    <a:pt x="34412" y="200568"/>
                  </a:cubicBezTo>
                  <a:cubicBezTo>
                    <a:pt x="12378" y="178534"/>
                    <a:pt x="0" y="148650"/>
                    <a:pt x="0" y="117490"/>
                  </a:cubicBezTo>
                  <a:lnTo>
                    <a:pt x="0" y="117490"/>
                  </a:lnTo>
                  <a:cubicBezTo>
                    <a:pt x="0" y="86330"/>
                    <a:pt x="12378" y="56446"/>
                    <a:pt x="34412" y="34412"/>
                  </a:cubicBezTo>
                  <a:cubicBezTo>
                    <a:pt x="56446" y="12378"/>
                    <a:pt x="86330" y="0"/>
                    <a:pt x="117490" y="0"/>
                  </a:cubicBezTo>
                  <a:close/>
                </a:path>
              </a:pathLst>
            </a:custGeom>
            <a:solidFill>
              <a:srgbClr val="F34336"/>
            </a:solidFill>
          </p:spPr>
          <p:txBody>
            <a:bodyPr/>
            <a:lstStyle/>
            <a:p>
              <a:endParaRPr lang="en-SG" sz="1088"/>
            </a:p>
          </p:txBody>
        </p:sp>
        <p:sp>
          <p:nvSpPr>
            <p:cNvPr id="15" name="TextBox 15">
              <a:extLst>
                <a:ext uri="{FF2B5EF4-FFF2-40B4-BE49-F238E27FC236}">
                  <a16:creationId xmlns:a16="http://schemas.microsoft.com/office/drawing/2014/main" id="{7A60834E-87DB-63B6-31C9-C367F2518F36}"/>
                </a:ext>
              </a:extLst>
            </p:cNvPr>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sp>
        <p:nvSpPr>
          <p:cNvPr id="19" name="Freeform 19">
            <a:extLst>
              <a:ext uri="{FF2B5EF4-FFF2-40B4-BE49-F238E27FC236}">
                <a16:creationId xmlns:a16="http://schemas.microsoft.com/office/drawing/2014/main" id="{2AE00959-1265-E44A-76B1-E481D94888E4}"/>
              </a:ext>
            </a:extLst>
          </p:cNvPr>
          <p:cNvSpPr/>
          <p:nvPr/>
        </p:nvSpPr>
        <p:spPr>
          <a:xfrm>
            <a:off x="7680306" y="5295111"/>
            <a:ext cx="216450" cy="216450"/>
          </a:xfrm>
          <a:custGeom>
            <a:avLst/>
            <a:gdLst/>
            <a:ahLst/>
            <a:cxnLst/>
            <a:rect l="l" t="t" r="r" b="b"/>
            <a:pathLst>
              <a:path w="270575" h="270575">
                <a:moveTo>
                  <a:pt x="0" y="0"/>
                </a:moveTo>
                <a:lnTo>
                  <a:pt x="270574" y="0"/>
                </a:lnTo>
                <a:lnTo>
                  <a:pt x="270574" y="270574"/>
                </a:lnTo>
                <a:lnTo>
                  <a:pt x="0" y="27057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20" name="Freeform 20">
            <a:extLst>
              <a:ext uri="{FF2B5EF4-FFF2-40B4-BE49-F238E27FC236}">
                <a16:creationId xmlns:a16="http://schemas.microsoft.com/office/drawing/2014/main" id="{591B562B-AA43-038D-DDEE-57B18DCA4D35}"/>
              </a:ext>
            </a:extLst>
          </p:cNvPr>
          <p:cNvSpPr/>
          <p:nvPr/>
        </p:nvSpPr>
        <p:spPr>
          <a:xfrm>
            <a:off x="8608" y="3267982"/>
            <a:ext cx="629155" cy="314578"/>
          </a:xfrm>
          <a:custGeom>
            <a:avLst/>
            <a:gdLst/>
            <a:ahLst/>
            <a:cxnLst/>
            <a:rect l="l" t="t" r="r" b="b"/>
            <a:pathLst>
              <a:path w="786479" h="393240">
                <a:moveTo>
                  <a:pt x="0" y="0"/>
                </a:moveTo>
                <a:lnTo>
                  <a:pt x="786480" y="0"/>
                </a:lnTo>
                <a:lnTo>
                  <a:pt x="786480" y="393239"/>
                </a:lnTo>
                <a:lnTo>
                  <a:pt x="0" y="39323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21" name="Freeform 21">
            <a:extLst>
              <a:ext uri="{FF2B5EF4-FFF2-40B4-BE49-F238E27FC236}">
                <a16:creationId xmlns:a16="http://schemas.microsoft.com/office/drawing/2014/main" id="{8084E277-B181-98CC-1114-B14EC5CC4E0E}"/>
              </a:ext>
            </a:extLst>
          </p:cNvPr>
          <p:cNvSpPr/>
          <p:nvPr/>
        </p:nvSpPr>
        <p:spPr>
          <a:xfrm>
            <a:off x="12730" y="876927"/>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22" name="Freeform 22">
            <a:extLst>
              <a:ext uri="{FF2B5EF4-FFF2-40B4-BE49-F238E27FC236}">
                <a16:creationId xmlns:a16="http://schemas.microsoft.com/office/drawing/2014/main" id="{40845178-4F7A-DDE1-309B-BDF2A3C12714}"/>
              </a:ext>
            </a:extLst>
          </p:cNvPr>
          <p:cNvSpPr/>
          <p:nvPr/>
        </p:nvSpPr>
        <p:spPr>
          <a:xfrm>
            <a:off x="0" y="4285270"/>
            <a:ext cx="629155" cy="314578"/>
          </a:xfrm>
          <a:custGeom>
            <a:avLst/>
            <a:gdLst/>
            <a:ahLst/>
            <a:cxnLst/>
            <a:rect l="l" t="t" r="r" b="b"/>
            <a:pathLst>
              <a:path w="786479" h="393240">
                <a:moveTo>
                  <a:pt x="0" y="0"/>
                </a:moveTo>
                <a:lnTo>
                  <a:pt x="786480" y="0"/>
                </a:lnTo>
                <a:lnTo>
                  <a:pt x="786480" y="393240"/>
                </a:lnTo>
                <a:lnTo>
                  <a:pt x="0" y="39324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dirty="0"/>
          </a:p>
        </p:txBody>
      </p:sp>
      <p:sp>
        <p:nvSpPr>
          <p:cNvPr id="23" name="Freeform 23">
            <a:extLst>
              <a:ext uri="{FF2B5EF4-FFF2-40B4-BE49-F238E27FC236}">
                <a16:creationId xmlns:a16="http://schemas.microsoft.com/office/drawing/2014/main" id="{802B6DDE-4D2D-9BBC-1FB1-DE1CFA1B1E99}"/>
              </a:ext>
            </a:extLst>
          </p:cNvPr>
          <p:cNvSpPr/>
          <p:nvPr/>
        </p:nvSpPr>
        <p:spPr>
          <a:xfrm>
            <a:off x="23365" y="5070263"/>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24" name="Freeform 24">
            <a:extLst>
              <a:ext uri="{FF2B5EF4-FFF2-40B4-BE49-F238E27FC236}">
                <a16:creationId xmlns:a16="http://schemas.microsoft.com/office/drawing/2014/main" id="{DEE8D753-364E-ED20-E4FD-0757AAD32589}"/>
              </a:ext>
            </a:extLst>
          </p:cNvPr>
          <p:cNvSpPr/>
          <p:nvPr/>
        </p:nvSpPr>
        <p:spPr>
          <a:xfrm>
            <a:off x="9178" y="5953122"/>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25" name="Freeform 25">
            <a:extLst>
              <a:ext uri="{FF2B5EF4-FFF2-40B4-BE49-F238E27FC236}">
                <a16:creationId xmlns:a16="http://schemas.microsoft.com/office/drawing/2014/main" id="{E7F3B178-F1E6-6D2B-F96D-55AA73BCE029}"/>
              </a:ext>
            </a:extLst>
          </p:cNvPr>
          <p:cNvSpPr/>
          <p:nvPr/>
        </p:nvSpPr>
        <p:spPr>
          <a:xfrm>
            <a:off x="-5123" y="6716050"/>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dirty="0"/>
          </a:p>
        </p:txBody>
      </p:sp>
      <p:sp>
        <p:nvSpPr>
          <p:cNvPr id="26" name="Freeform 26">
            <a:extLst>
              <a:ext uri="{FF2B5EF4-FFF2-40B4-BE49-F238E27FC236}">
                <a16:creationId xmlns:a16="http://schemas.microsoft.com/office/drawing/2014/main" id="{F20074E2-EA9E-3BF1-A42C-E4DA47EDCDAB}"/>
              </a:ext>
            </a:extLst>
          </p:cNvPr>
          <p:cNvSpPr/>
          <p:nvPr/>
        </p:nvSpPr>
        <p:spPr>
          <a:xfrm>
            <a:off x="23366" y="2521781"/>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27" name="Freeform 27">
            <a:extLst>
              <a:ext uri="{FF2B5EF4-FFF2-40B4-BE49-F238E27FC236}">
                <a16:creationId xmlns:a16="http://schemas.microsoft.com/office/drawing/2014/main" id="{CEEDDDD6-F3F9-1C52-C87D-433CBDA06B2D}"/>
              </a:ext>
            </a:extLst>
          </p:cNvPr>
          <p:cNvSpPr/>
          <p:nvPr/>
        </p:nvSpPr>
        <p:spPr>
          <a:xfrm>
            <a:off x="22061" y="1747651"/>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dirty="0"/>
          </a:p>
        </p:txBody>
      </p:sp>
      <p:sp>
        <p:nvSpPr>
          <p:cNvPr id="28" name="Freeform 28">
            <a:extLst>
              <a:ext uri="{FF2B5EF4-FFF2-40B4-BE49-F238E27FC236}">
                <a16:creationId xmlns:a16="http://schemas.microsoft.com/office/drawing/2014/main" id="{06095531-58F0-80F2-A61C-C7BF21EF6B11}"/>
              </a:ext>
            </a:extLst>
          </p:cNvPr>
          <p:cNvSpPr/>
          <p:nvPr/>
        </p:nvSpPr>
        <p:spPr>
          <a:xfrm>
            <a:off x="6117783" y="6800762"/>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29" name="Freeform 29">
            <a:extLst>
              <a:ext uri="{FF2B5EF4-FFF2-40B4-BE49-F238E27FC236}">
                <a16:creationId xmlns:a16="http://schemas.microsoft.com/office/drawing/2014/main" id="{86CF7B9E-E186-9D36-0237-1C4B7D022C3A}"/>
              </a:ext>
            </a:extLst>
          </p:cNvPr>
          <p:cNvSpPr/>
          <p:nvPr/>
        </p:nvSpPr>
        <p:spPr>
          <a:xfrm>
            <a:off x="6117783" y="2497084"/>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0" name="Freeform 30">
            <a:extLst>
              <a:ext uri="{FF2B5EF4-FFF2-40B4-BE49-F238E27FC236}">
                <a16:creationId xmlns:a16="http://schemas.microsoft.com/office/drawing/2014/main" id="{B4E3DCF6-C49B-A689-EFD6-903A4679CDF6}"/>
              </a:ext>
            </a:extLst>
          </p:cNvPr>
          <p:cNvSpPr/>
          <p:nvPr/>
        </p:nvSpPr>
        <p:spPr>
          <a:xfrm>
            <a:off x="6117783" y="1577123"/>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1" name="Freeform 31">
            <a:extLst>
              <a:ext uri="{FF2B5EF4-FFF2-40B4-BE49-F238E27FC236}">
                <a16:creationId xmlns:a16="http://schemas.microsoft.com/office/drawing/2014/main" id="{44C4D8DE-4C65-EE6A-959C-5003C30972DF}"/>
              </a:ext>
            </a:extLst>
          </p:cNvPr>
          <p:cNvSpPr/>
          <p:nvPr/>
        </p:nvSpPr>
        <p:spPr>
          <a:xfrm>
            <a:off x="6117783" y="747423"/>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2" name="Freeform 32">
            <a:extLst>
              <a:ext uri="{FF2B5EF4-FFF2-40B4-BE49-F238E27FC236}">
                <a16:creationId xmlns:a16="http://schemas.microsoft.com/office/drawing/2014/main" id="{98EA8893-5DBD-673A-9CC0-39BA2ABAE0E1}"/>
              </a:ext>
            </a:extLst>
          </p:cNvPr>
          <p:cNvSpPr/>
          <p:nvPr/>
        </p:nvSpPr>
        <p:spPr>
          <a:xfrm>
            <a:off x="6117783" y="5127544"/>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3" name="Freeform 33">
            <a:extLst>
              <a:ext uri="{FF2B5EF4-FFF2-40B4-BE49-F238E27FC236}">
                <a16:creationId xmlns:a16="http://schemas.microsoft.com/office/drawing/2014/main" id="{6D1E68D8-8255-EE17-F73A-9CB31292040E}"/>
              </a:ext>
            </a:extLst>
          </p:cNvPr>
          <p:cNvSpPr/>
          <p:nvPr/>
        </p:nvSpPr>
        <p:spPr>
          <a:xfrm>
            <a:off x="6085923" y="4173866"/>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4" name="Freeform 34">
            <a:extLst>
              <a:ext uri="{FF2B5EF4-FFF2-40B4-BE49-F238E27FC236}">
                <a16:creationId xmlns:a16="http://schemas.microsoft.com/office/drawing/2014/main" id="{7D049375-06D7-0333-0F46-EC5095219BFA}"/>
              </a:ext>
            </a:extLst>
          </p:cNvPr>
          <p:cNvSpPr/>
          <p:nvPr/>
        </p:nvSpPr>
        <p:spPr>
          <a:xfrm>
            <a:off x="6117783" y="3310972"/>
            <a:ext cx="312305" cy="312305"/>
          </a:xfrm>
          <a:custGeom>
            <a:avLst/>
            <a:gdLst/>
            <a:ahLst/>
            <a:cxnLst/>
            <a:rect l="l" t="t" r="r" b="b"/>
            <a:pathLst>
              <a:path w="390399" h="390399">
                <a:moveTo>
                  <a:pt x="0" y="0"/>
                </a:moveTo>
                <a:lnTo>
                  <a:pt x="390399" y="0"/>
                </a:lnTo>
                <a:lnTo>
                  <a:pt x="390399" y="390398"/>
                </a:lnTo>
                <a:lnTo>
                  <a:pt x="0" y="390398"/>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5" name="Freeform 35">
            <a:extLst>
              <a:ext uri="{FF2B5EF4-FFF2-40B4-BE49-F238E27FC236}">
                <a16:creationId xmlns:a16="http://schemas.microsoft.com/office/drawing/2014/main" id="{8DD25989-A0FC-E020-29A2-31240BD2FB82}"/>
              </a:ext>
            </a:extLst>
          </p:cNvPr>
          <p:cNvSpPr/>
          <p:nvPr/>
        </p:nvSpPr>
        <p:spPr>
          <a:xfrm>
            <a:off x="6085923" y="5931862"/>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grpSp>
        <p:nvGrpSpPr>
          <p:cNvPr id="45" name="Group 45">
            <a:extLst>
              <a:ext uri="{FF2B5EF4-FFF2-40B4-BE49-F238E27FC236}">
                <a16:creationId xmlns:a16="http://schemas.microsoft.com/office/drawing/2014/main" id="{DFCA8FE3-DAD0-9BEF-9417-3F09A1C2AEDD}"/>
              </a:ext>
            </a:extLst>
          </p:cNvPr>
          <p:cNvGrpSpPr/>
          <p:nvPr/>
        </p:nvGrpSpPr>
        <p:grpSpPr>
          <a:xfrm>
            <a:off x="6506698" y="551792"/>
            <a:ext cx="110934" cy="7887829"/>
            <a:chOff x="0" y="0"/>
            <a:chExt cx="184898" cy="13146961"/>
          </a:xfrm>
        </p:grpSpPr>
        <p:grpSp>
          <p:nvGrpSpPr>
            <p:cNvPr id="46" name="Group 46">
              <a:extLst>
                <a:ext uri="{FF2B5EF4-FFF2-40B4-BE49-F238E27FC236}">
                  <a16:creationId xmlns:a16="http://schemas.microsoft.com/office/drawing/2014/main" id="{5C4367D7-35C8-E234-9946-67F27AFCAB95}"/>
                </a:ext>
              </a:extLst>
            </p:cNvPr>
            <p:cNvGrpSpPr/>
            <p:nvPr/>
          </p:nvGrpSpPr>
          <p:grpSpPr>
            <a:xfrm>
              <a:off x="9132" y="3875"/>
              <a:ext cx="175766" cy="507612"/>
              <a:chOff x="0" y="0"/>
              <a:chExt cx="37497" cy="108291"/>
            </a:xfrm>
          </p:grpSpPr>
          <p:sp>
            <p:nvSpPr>
              <p:cNvPr id="47" name="Freeform 47">
                <a:extLst>
                  <a:ext uri="{FF2B5EF4-FFF2-40B4-BE49-F238E27FC236}">
                    <a16:creationId xmlns:a16="http://schemas.microsoft.com/office/drawing/2014/main" id="{8C9A46E8-962F-5076-DD58-990B39B9A3CD}"/>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48" name="TextBox 48">
                <a:extLst>
                  <a:ext uri="{FF2B5EF4-FFF2-40B4-BE49-F238E27FC236}">
                    <a16:creationId xmlns:a16="http://schemas.microsoft.com/office/drawing/2014/main" id="{22AF6C64-4688-3537-9D67-644F16331BD6}"/>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49" name="Group 49">
              <a:extLst>
                <a:ext uri="{FF2B5EF4-FFF2-40B4-BE49-F238E27FC236}">
                  <a16:creationId xmlns:a16="http://schemas.microsoft.com/office/drawing/2014/main" id="{98BFEAC1-E730-03B0-B9DE-640BD3954E67}"/>
                </a:ext>
              </a:extLst>
            </p:cNvPr>
            <p:cNvGrpSpPr/>
            <p:nvPr/>
          </p:nvGrpSpPr>
          <p:grpSpPr>
            <a:xfrm>
              <a:off x="9132" y="0"/>
              <a:ext cx="175766" cy="13146961"/>
              <a:chOff x="0" y="0"/>
              <a:chExt cx="37497" cy="2804685"/>
            </a:xfrm>
          </p:grpSpPr>
          <p:sp>
            <p:nvSpPr>
              <p:cNvPr id="50" name="Freeform 50">
                <a:extLst>
                  <a:ext uri="{FF2B5EF4-FFF2-40B4-BE49-F238E27FC236}">
                    <a16:creationId xmlns:a16="http://schemas.microsoft.com/office/drawing/2014/main" id="{050A6641-B651-C1B2-2CF1-2017D999808C}"/>
                  </a:ext>
                </a:extLst>
              </p:cNvPr>
              <p:cNvSpPr/>
              <p:nvPr/>
            </p:nvSpPr>
            <p:spPr>
              <a:xfrm>
                <a:off x="0" y="0"/>
                <a:ext cx="37497" cy="2804685"/>
              </a:xfrm>
              <a:custGeom>
                <a:avLst/>
                <a:gdLst/>
                <a:ahLst/>
                <a:cxnLst/>
                <a:rect l="l" t="t" r="r" b="b"/>
                <a:pathLst>
                  <a:path w="37497" h="2804685">
                    <a:moveTo>
                      <a:pt x="0" y="0"/>
                    </a:moveTo>
                    <a:lnTo>
                      <a:pt x="37497" y="0"/>
                    </a:lnTo>
                    <a:lnTo>
                      <a:pt x="37497" y="2804685"/>
                    </a:lnTo>
                    <a:lnTo>
                      <a:pt x="0" y="2804685"/>
                    </a:lnTo>
                    <a:close/>
                  </a:path>
                </a:pathLst>
              </a:custGeom>
              <a:solidFill>
                <a:srgbClr val="FDFDFD"/>
              </a:solidFill>
              <a:ln w="9525" cap="sq">
                <a:solidFill>
                  <a:srgbClr val="000000"/>
                </a:solidFill>
                <a:prstDash val="solid"/>
                <a:miter/>
              </a:ln>
            </p:spPr>
            <p:txBody>
              <a:bodyPr/>
              <a:lstStyle/>
              <a:p>
                <a:endParaRPr lang="en-SG" sz="1088"/>
              </a:p>
            </p:txBody>
          </p:sp>
          <p:sp>
            <p:nvSpPr>
              <p:cNvPr id="51" name="TextBox 51">
                <a:extLst>
                  <a:ext uri="{FF2B5EF4-FFF2-40B4-BE49-F238E27FC236}">
                    <a16:creationId xmlns:a16="http://schemas.microsoft.com/office/drawing/2014/main" id="{B8B78456-D94A-EBA3-E8B3-C226136760DA}"/>
                  </a:ext>
                </a:extLst>
              </p:cNvPr>
              <p:cNvSpPr txBox="1"/>
              <p:nvPr/>
            </p:nvSpPr>
            <p:spPr>
              <a:xfrm>
                <a:off x="0" y="-28575"/>
                <a:ext cx="37497" cy="2833260"/>
              </a:xfrm>
              <a:prstGeom prst="rect">
                <a:avLst/>
              </a:prstGeom>
            </p:spPr>
            <p:txBody>
              <a:bodyPr lIns="40638" tIns="40638" rIns="40638" bIns="40638" rtlCol="0" anchor="ctr"/>
              <a:lstStyle/>
              <a:p>
                <a:pPr algn="ctr">
                  <a:lnSpc>
                    <a:spcPts val="2016"/>
                  </a:lnSpc>
                </a:pPr>
                <a:endParaRPr sz="1088"/>
              </a:p>
            </p:txBody>
          </p:sp>
        </p:grpSp>
        <p:grpSp>
          <p:nvGrpSpPr>
            <p:cNvPr id="52" name="Group 52">
              <a:extLst>
                <a:ext uri="{FF2B5EF4-FFF2-40B4-BE49-F238E27FC236}">
                  <a16:creationId xmlns:a16="http://schemas.microsoft.com/office/drawing/2014/main" id="{49846F26-D310-A7F1-C284-31A5064FFABE}"/>
                </a:ext>
              </a:extLst>
            </p:cNvPr>
            <p:cNvGrpSpPr/>
            <p:nvPr/>
          </p:nvGrpSpPr>
          <p:grpSpPr>
            <a:xfrm>
              <a:off x="9132" y="2726176"/>
              <a:ext cx="165100" cy="2140734"/>
              <a:chOff x="0" y="0"/>
              <a:chExt cx="35221" cy="456690"/>
            </a:xfrm>
          </p:grpSpPr>
          <p:sp>
            <p:nvSpPr>
              <p:cNvPr id="53" name="Freeform 53">
                <a:extLst>
                  <a:ext uri="{FF2B5EF4-FFF2-40B4-BE49-F238E27FC236}">
                    <a16:creationId xmlns:a16="http://schemas.microsoft.com/office/drawing/2014/main" id="{79BF54CB-22BD-67DE-EC10-8A12F764E52B}"/>
                  </a:ext>
                </a:extLst>
              </p:cNvPr>
              <p:cNvSpPr/>
              <p:nvPr/>
            </p:nvSpPr>
            <p:spPr>
              <a:xfrm>
                <a:off x="0" y="0"/>
                <a:ext cx="35221" cy="456690"/>
              </a:xfrm>
              <a:custGeom>
                <a:avLst/>
                <a:gdLst/>
                <a:ahLst/>
                <a:cxnLst/>
                <a:rect l="l" t="t" r="r" b="b"/>
                <a:pathLst>
                  <a:path w="35221" h="456690">
                    <a:moveTo>
                      <a:pt x="0" y="0"/>
                    </a:moveTo>
                    <a:lnTo>
                      <a:pt x="35221" y="0"/>
                    </a:lnTo>
                    <a:lnTo>
                      <a:pt x="35221" y="456690"/>
                    </a:lnTo>
                    <a:lnTo>
                      <a:pt x="0" y="456690"/>
                    </a:lnTo>
                    <a:close/>
                  </a:path>
                </a:pathLst>
              </a:custGeom>
              <a:solidFill>
                <a:srgbClr val="F34336"/>
              </a:solidFill>
              <a:ln cap="sq">
                <a:noFill/>
                <a:prstDash val="solid"/>
                <a:miter/>
              </a:ln>
            </p:spPr>
            <p:txBody>
              <a:bodyPr/>
              <a:lstStyle/>
              <a:p>
                <a:endParaRPr lang="en-SG" sz="1088"/>
              </a:p>
            </p:txBody>
          </p:sp>
          <p:sp>
            <p:nvSpPr>
              <p:cNvPr id="54" name="TextBox 54">
                <a:extLst>
                  <a:ext uri="{FF2B5EF4-FFF2-40B4-BE49-F238E27FC236}">
                    <a16:creationId xmlns:a16="http://schemas.microsoft.com/office/drawing/2014/main" id="{A8D3FAC0-F311-957C-1AE4-291AD4CD17DB}"/>
                  </a:ext>
                </a:extLst>
              </p:cNvPr>
              <p:cNvSpPr txBox="1"/>
              <p:nvPr/>
            </p:nvSpPr>
            <p:spPr>
              <a:xfrm>
                <a:off x="0" y="-28575"/>
                <a:ext cx="35221" cy="485265"/>
              </a:xfrm>
              <a:prstGeom prst="rect">
                <a:avLst/>
              </a:prstGeom>
            </p:spPr>
            <p:txBody>
              <a:bodyPr lIns="40638" tIns="40638" rIns="40638" bIns="40638" rtlCol="0" anchor="ctr"/>
              <a:lstStyle/>
              <a:p>
                <a:pPr algn="ctr">
                  <a:lnSpc>
                    <a:spcPts val="2016"/>
                  </a:lnSpc>
                </a:pPr>
                <a:endParaRPr sz="1088"/>
              </a:p>
            </p:txBody>
          </p:sp>
        </p:grpSp>
        <p:grpSp>
          <p:nvGrpSpPr>
            <p:cNvPr id="55" name="Group 55">
              <a:extLst>
                <a:ext uri="{FF2B5EF4-FFF2-40B4-BE49-F238E27FC236}">
                  <a16:creationId xmlns:a16="http://schemas.microsoft.com/office/drawing/2014/main" id="{8F569069-8D23-FC2C-8481-F0A7CE8C3843}"/>
                </a:ext>
              </a:extLst>
            </p:cNvPr>
            <p:cNvGrpSpPr/>
            <p:nvPr/>
          </p:nvGrpSpPr>
          <p:grpSpPr>
            <a:xfrm>
              <a:off x="9132" y="10883818"/>
              <a:ext cx="175766" cy="507612"/>
              <a:chOff x="0" y="0"/>
              <a:chExt cx="37497" cy="108291"/>
            </a:xfrm>
          </p:grpSpPr>
          <p:sp>
            <p:nvSpPr>
              <p:cNvPr id="56" name="Freeform 56">
                <a:extLst>
                  <a:ext uri="{FF2B5EF4-FFF2-40B4-BE49-F238E27FC236}">
                    <a16:creationId xmlns:a16="http://schemas.microsoft.com/office/drawing/2014/main" id="{48EB7E2B-49BA-39E5-0B37-A5A44A081F5B}"/>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57" name="TextBox 57">
                <a:extLst>
                  <a:ext uri="{FF2B5EF4-FFF2-40B4-BE49-F238E27FC236}">
                    <a16:creationId xmlns:a16="http://schemas.microsoft.com/office/drawing/2014/main" id="{5F30DFB3-CB4A-0076-E41F-13CE2DE5FA81}"/>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58" name="Group 58">
              <a:extLst>
                <a:ext uri="{FF2B5EF4-FFF2-40B4-BE49-F238E27FC236}">
                  <a16:creationId xmlns:a16="http://schemas.microsoft.com/office/drawing/2014/main" id="{A1B8D34D-54F5-3A64-F2C8-73EBE601754C}"/>
                </a:ext>
              </a:extLst>
            </p:cNvPr>
            <p:cNvGrpSpPr/>
            <p:nvPr/>
          </p:nvGrpSpPr>
          <p:grpSpPr>
            <a:xfrm>
              <a:off x="45096" y="175561"/>
              <a:ext cx="139802" cy="122326"/>
              <a:chOff x="0" y="0"/>
              <a:chExt cx="812800" cy="711200"/>
            </a:xfrm>
          </p:grpSpPr>
          <p:sp>
            <p:nvSpPr>
              <p:cNvPr id="59" name="Freeform 59">
                <a:extLst>
                  <a:ext uri="{FF2B5EF4-FFF2-40B4-BE49-F238E27FC236}">
                    <a16:creationId xmlns:a16="http://schemas.microsoft.com/office/drawing/2014/main" id="{F043CCCC-9F24-09A8-2715-AC596932AA03}"/>
                  </a:ext>
                </a:extLst>
              </p:cNvPr>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34336"/>
              </a:solidFill>
            </p:spPr>
            <p:txBody>
              <a:bodyPr/>
              <a:lstStyle/>
              <a:p>
                <a:endParaRPr lang="en-SG" sz="1088"/>
              </a:p>
            </p:txBody>
          </p:sp>
          <p:sp>
            <p:nvSpPr>
              <p:cNvPr id="60" name="TextBox 60">
                <a:extLst>
                  <a:ext uri="{FF2B5EF4-FFF2-40B4-BE49-F238E27FC236}">
                    <a16:creationId xmlns:a16="http://schemas.microsoft.com/office/drawing/2014/main" id="{9EDB3CC5-8B0F-CFE0-C556-76BAF0A0A89F}"/>
                  </a:ext>
                </a:extLst>
              </p:cNvPr>
              <p:cNvSpPr txBox="1"/>
              <p:nvPr/>
            </p:nvSpPr>
            <p:spPr>
              <a:xfrm>
                <a:off x="127000" y="301625"/>
                <a:ext cx="558800" cy="358775"/>
              </a:xfrm>
              <a:prstGeom prst="rect">
                <a:avLst/>
              </a:prstGeom>
            </p:spPr>
            <p:txBody>
              <a:bodyPr lIns="40638" tIns="40638" rIns="40638" bIns="40638" rtlCol="0" anchor="ctr"/>
              <a:lstStyle/>
              <a:p>
                <a:pPr algn="ctr">
                  <a:lnSpc>
                    <a:spcPts val="2016"/>
                  </a:lnSpc>
                </a:pPr>
                <a:endParaRPr sz="1088"/>
              </a:p>
            </p:txBody>
          </p:sp>
        </p:grpSp>
        <p:grpSp>
          <p:nvGrpSpPr>
            <p:cNvPr id="61" name="Group 61">
              <a:extLst>
                <a:ext uri="{FF2B5EF4-FFF2-40B4-BE49-F238E27FC236}">
                  <a16:creationId xmlns:a16="http://schemas.microsoft.com/office/drawing/2014/main" id="{FB913E2F-45ED-12CC-2344-F49E493705F8}"/>
                </a:ext>
              </a:extLst>
            </p:cNvPr>
            <p:cNvGrpSpPr/>
            <p:nvPr/>
          </p:nvGrpSpPr>
          <p:grpSpPr>
            <a:xfrm>
              <a:off x="0" y="11085671"/>
              <a:ext cx="174232" cy="152453"/>
              <a:chOff x="0" y="0"/>
              <a:chExt cx="812800" cy="711200"/>
            </a:xfrm>
          </p:grpSpPr>
          <p:sp>
            <p:nvSpPr>
              <p:cNvPr id="62" name="Freeform 62">
                <a:extLst>
                  <a:ext uri="{FF2B5EF4-FFF2-40B4-BE49-F238E27FC236}">
                    <a16:creationId xmlns:a16="http://schemas.microsoft.com/office/drawing/2014/main" id="{064A4DBE-E8C4-C68C-451D-89DF22CB3FBF}"/>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63" name="TextBox 63">
                <a:extLst>
                  <a:ext uri="{FF2B5EF4-FFF2-40B4-BE49-F238E27FC236}">
                    <a16:creationId xmlns:a16="http://schemas.microsoft.com/office/drawing/2014/main" id="{5342D980-6942-CA61-DD43-6278268789DB}"/>
                  </a:ext>
                </a:extLst>
              </p:cNvPr>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a:p>
            </p:txBody>
          </p:sp>
        </p:grpSp>
      </p:grpSp>
      <p:sp>
        <p:nvSpPr>
          <p:cNvPr id="67" name="TextBox 67">
            <a:extLst>
              <a:ext uri="{FF2B5EF4-FFF2-40B4-BE49-F238E27FC236}">
                <a16:creationId xmlns:a16="http://schemas.microsoft.com/office/drawing/2014/main" id="{0A03E0F6-CAE4-4336-F938-B7D56A0359FB}"/>
              </a:ext>
            </a:extLst>
          </p:cNvPr>
          <p:cNvSpPr txBox="1"/>
          <p:nvPr/>
        </p:nvSpPr>
        <p:spPr>
          <a:xfrm>
            <a:off x="2003318" y="86246"/>
            <a:ext cx="1798472" cy="420884"/>
          </a:xfrm>
          <a:prstGeom prst="rect">
            <a:avLst/>
          </a:prstGeom>
        </p:spPr>
        <p:txBody>
          <a:bodyPr lIns="0" tIns="0" rIns="0" bIns="0" rtlCol="0" anchor="t">
            <a:spAutoFit/>
          </a:bodyPr>
          <a:lstStyle/>
          <a:p>
            <a:pPr>
              <a:lnSpc>
                <a:spcPts val="3414"/>
              </a:lnSpc>
              <a:spcBef>
                <a:spcPct val="0"/>
              </a:spcBef>
            </a:pPr>
            <a:r>
              <a:rPr lang="en-US" sz="2439" dirty="0">
                <a:solidFill>
                  <a:srgbClr val="FFFFFF"/>
                </a:solidFill>
                <a:latin typeface="League Spartan"/>
                <a:ea typeface="League Spartan"/>
                <a:cs typeface="League Spartan"/>
                <a:sym typeface="League Spartan"/>
              </a:rPr>
              <a:t>Plan Trip</a:t>
            </a:r>
          </a:p>
        </p:txBody>
      </p:sp>
      <p:sp>
        <p:nvSpPr>
          <p:cNvPr id="68" name="TextBox 68">
            <a:extLst>
              <a:ext uri="{FF2B5EF4-FFF2-40B4-BE49-F238E27FC236}">
                <a16:creationId xmlns:a16="http://schemas.microsoft.com/office/drawing/2014/main" id="{06CB9952-CAF2-7F38-799F-A6091E432483}"/>
              </a:ext>
            </a:extLst>
          </p:cNvPr>
          <p:cNvSpPr txBox="1"/>
          <p:nvPr/>
        </p:nvSpPr>
        <p:spPr>
          <a:xfrm>
            <a:off x="7280124" y="3223639"/>
            <a:ext cx="680217" cy="248594"/>
          </a:xfrm>
          <a:prstGeom prst="rect">
            <a:avLst/>
          </a:prstGeom>
        </p:spPr>
        <p:txBody>
          <a:bodyPr wrap="square" lIns="0" tIns="0" rIns="0" bIns="0" rtlCol="0" anchor="t">
            <a:spAutoFit/>
          </a:bodyPr>
          <a:lstStyle/>
          <a:p>
            <a:pPr algn="ctr">
              <a:lnSpc>
                <a:spcPts val="2046"/>
              </a:lnSpc>
              <a:spcBef>
                <a:spcPct val="0"/>
              </a:spcBef>
            </a:pPr>
            <a:r>
              <a:rPr lang="en-US" sz="1461" dirty="0">
                <a:solidFill>
                  <a:srgbClr val="FFFFFF"/>
                </a:solidFill>
                <a:latin typeface="League Spartan"/>
                <a:ea typeface="League Spartan"/>
                <a:cs typeface="League Spartan"/>
                <a:sym typeface="League Spartan"/>
              </a:rPr>
              <a:t>Reset</a:t>
            </a:r>
          </a:p>
        </p:txBody>
      </p:sp>
      <p:sp>
        <p:nvSpPr>
          <p:cNvPr id="69" name="TextBox 69">
            <a:extLst>
              <a:ext uri="{FF2B5EF4-FFF2-40B4-BE49-F238E27FC236}">
                <a16:creationId xmlns:a16="http://schemas.microsoft.com/office/drawing/2014/main" id="{5181455C-6F7F-D44C-082E-4B138080E80F}"/>
              </a:ext>
            </a:extLst>
          </p:cNvPr>
          <p:cNvSpPr txBox="1"/>
          <p:nvPr/>
        </p:nvSpPr>
        <p:spPr>
          <a:xfrm>
            <a:off x="9024846" y="3224558"/>
            <a:ext cx="587466" cy="248466"/>
          </a:xfrm>
          <a:prstGeom prst="rect">
            <a:avLst/>
          </a:prstGeom>
        </p:spPr>
        <p:txBody>
          <a:bodyPr wrap="square" lIns="0" tIns="0" rIns="0" bIns="0" rtlCol="0" anchor="t">
            <a:spAutoFit/>
          </a:bodyPr>
          <a:lstStyle/>
          <a:p>
            <a:pPr algn="ctr">
              <a:lnSpc>
                <a:spcPts val="2040"/>
              </a:lnSpc>
              <a:spcBef>
                <a:spcPct val="0"/>
              </a:spcBef>
            </a:pPr>
            <a:r>
              <a:rPr lang="en-US" sz="1457" dirty="0">
                <a:solidFill>
                  <a:srgbClr val="FFFFFF"/>
                </a:solidFill>
                <a:latin typeface="League Spartan"/>
                <a:ea typeface="League Spartan"/>
                <a:cs typeface="League Spartan"/>
                <a:sym typeface="League Spartan"/>
              </a:rPr>
              <a:t>Save</a:t>
            </a:r>
          </a:p>
        </p:txBody>
      </p:sp>
      <p:sp>
        <p:nvSpPr>
          <p:cNvPr id="71" name="TextBox 71">
            <a:extLst>
              <a:ext uri="{FF2B5EF4-FFF2-40B4-BE49-F238E27FC236}">
                <a16:creationId xmlns:a16="http://schemas.microsoft.com/office/drawing/2014/main" id="{4DE86E95-B85B-1EB8-1ACA-79F4B58D1C1B}"/>
              </a:ext>
            </a:extLst>
          </p:cNvPr>
          <p:cNvSpPr txBox="1"/>
          <p:nvPr/>
        </p:nvSpPr>
        <p:spPr>
          <a:xfrm>
            <a:off x="1075681" y="913288"/>
            <a:ext cx="1855276"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Burger Queen</a:t>
            </a:r>
          </a:p>
        </p:txBody>
      </p:sp>
      <p:sp>
        <p:nvSpPr>
          <p:cNvPr id="72" name="TextBox 72">
            <a:extLst>
              <a:ext uri="{FF2B5EF4-FFF2-40B4-BE49-F238E27FC236}">
                <a16:creationId xmlns:a16="http://schemas.microsoft.com/office/drawing/2014/main" id="{24BABBB2-3F22-52EC-318B-E4702F795105}"/>
              </a:ext>
            </a:extLst>
          </p:cNvPr>
          <p:cNvSpPr txBox="1"/>
          <p:nvPr/>
        </p:nvSpPr>
        <p:spPr>
          <a:xfrm>
            <a:off x="1075681" y="4262895"/>
            <a:ext cx="1508265"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Music Show</a:t>
            </a:r>
          </a:p>
        </p:txBody>
      </p:sp>
      <p:sp>
        <p:nvSpPr>
          <p:cNvPr id="73" name="TextBox 73">
            <a:extLst>
              <a:ext uri="{FF2B5EF4-FFF2-40B4-BE49-F238E27FC236}">
                <a16:creationId xmlns:a16="http://schemas.microsoft.com/office/drawing/2014/main" id="{A873AF36-420D-070D-B0B0-AB0361D73E77}"/>
              </a:ext>
            </a:extLst>
          </p:cNvPr>
          <p:cNvSpPr txBox="1"/>
          <p:nvPr/>
        </p:nvSpPr>
        <p:spPr>
          <a:xfrm>
            <a:off x="1078431" y="2688680"/>
            <a:ext cx="1558581"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Bumper cars</a:t>
            </a:r>
          </a:p>
        </p:txBody>
      </p:sp>
      <p:sp>
        <p:nvSpPr>
          <p:cNvPr id="74" name="TextBox 74">
            <a:extLst>
              <a:ext uri="{FF2B5EF4-FFF2-40B4-BE49-F238E27FC236}">
                <a16:creationId xmlns:a16="http://schemas.microsoft.com/office/drawing/2014/main" id="{F9957E48-BF24-006F-8938-83AB33EA1DE7}"/>
              </a:ext>
            </a:extLst>
          </p:cNvPr>
          <p:cNvSpPr txBox="1"/>
          <p:nvPr/>
        </p:nvSpPr>
        <p:spPr>
          <a:xfrm>
            <a:off x="1111633" y="5183403"/>
            <a:ext cx="1783371"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Ferris wheels</a:t>
            </a:r>
          </a:p>
        </p:txBody>
      </p:sp>
      <p:sp>
        <p:nvSpPr>
          <p:cNvPr id="75" name="TextBox 75">
            <a:extLst>
              <a:ext uri="{FF2B5EF4-FFF2-40B4-BE49-F238E27FC236}">
                <a16:creationId xmlns:a16="http://schemas.microsoft.com/office/drawing/2014/main" id="{D7F395B4-CD8E-625C-ACD3-0D3BC416BB75}"/>
              </a:ext>
            </a:extLst>
          </p:cNvPr>
          <p:cNvSpPr txBox="1"/>
          <p:nvPr/>
        </p:nvSpPr>
        <p:spPr>
          <a:xfrm>
            <a:off x="1075681" y="6716050"/>
            <a:ext cx="1332514"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Fireworks</a:t>
            </a:r>
          </a:p>
        </p:txBody>
      </p:sp>
      <p:sp>
        <p:nvSpPr>
          <p:cNvPr id="76" name="TextBox 76">
            <a:extLst>
              <a:ext uri="{FF2B5EF4-FFF2-40B4-BE49-F238E27FC236}">
                <a16:creationId xmlns:a16="http://schemas.microsoft.com/office/drawing/2014/main" id="{51A8CB5B-A884-47A2-6F14-466917763ADB}"/>
              </a:ext>
            </a:extLst>
          </p:cNvPr>
          <p:cNvSpPr txBox="1"/>
          <p:nvPr/>
        </p:nvSpPr>
        <p:spPr>
          <a:xfrm>
            <a:off x="1040338" y="5970511"/>
            <a:ext cx="1810425"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Ice Cream Corner</a:t>
            </a:r>
          </a:p>
        </p:txBody>
      </p:sp>
      <p:sp>
        <p:nvSpPr>
          <p:cNvPr id="77" name="TextBox 77">
            <a:extLst>
              <a:ext uri="{FF2B5EF4-FFF2-40B4-BE49-F238E27FC236}">
                <a16:creationId xmlns:a16="http://schemas.microsoft.com/office/drawing/2014/main" id="{04875473-D5DB-A96E-311E-3C47DA3B6AB7}"/>
              </a:ext>
            </a:extLst>
          </p:cNvPr>
          <p:cNvSpPr txBox="1"/>
          <p:nvPr/>
        </p:nvSpPr>
        <p:spPr>
          <a:xfrm>
            <a:off x="1160710" y="3475787"/>
            <a:ext cx="1183620"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Pizza House</a:t>
            </a:r>
          </a:p>
        </p:txBody>
      </p:sp>
      <p:sp>
        <p:nvSpPr>
          <p:cNvPr id="78" name="TextBox 78">
            <a:extLst>
              <a:ext uri="{FF2B5EF4-FFF2-40B4-BE49-F238E27FC236}">
                <a16:creationId xmlns:a16="http://schemas.microsoft.com/office/drawing/2014/main" id="{7F14C525-5511-06F7-256C-CE01C32AEE78}"/>
              </a:ext>
            </a:extLst>
          </p:cNvPr>
          <p:cNvSpPr txBox="1"/>
          <p:nvPr/>
        </p:nvSpPr>
        <p:spPr>
          <a:xfrm>
            <a:off x="1137773" y="1818906"/>
            <a:ext cx="1871248"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Castle Playtime</a:t>
            </a:r>
          </a:p>
        </p:txBody>
      </p:sp>
      <p:sp>
        <p:nvSpPr>
          <p:cNvPr id="79" name="TextBox 79">
            <a:extLst>
              <a:ext uri="{FF2B5EF4-FFF2-40B4-BE49-F238E27FC236}">
                <a16:creationId xmlns:a16="http://schemas.microsoft.com/office/drawing/2014/main" id="{8BC7F244-7E37-B524-1856-88765A65C468}"/>
              </a:ext>
            </a:extLst>
          </p:cNvPr>
          <p:cNvSpPr txBox="1"/>
          <p:nvPr/>
        </p:nvSpPr>
        <p:spPr>
          <a:xfrm>
            <a:off x="737481" y="934550"/>
            <a:ext cx="167347"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1.</a:t>
            </a:r>
          </a:p>
        </p:txBody>
      </p:sp>
      <p:sp>
        <p:nvSpPr>
          <p:cNvPr id="80" name="TextBox 80">
            <a:extLst>
              <a:ext uri="{FF2B5EF4-FFF2-40B4-BE49-F238E27FC236}">
                <a16:creationId xmlns:a16="http://schemas.microsoft.com/office/drawing/2014/main" id="{A7C288B6-4C87-579B-52D8-26A070625815}"/>
              </a:ext>
            </a:extLst>
          </p:cNvPr>
          <p:cNvSpPr txBox="1"/>
          <p:nvPr/>
        </p:nvSpPr>
        <p:spPr>
          <a:xfrm>
            <a:off x="739574" y="1797669"/>
            <a:ext cx="169252"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2.</a:t>
            </a:r>
          </a:p>
        </p:txBody>
      </p:sp>
      <p:sp>
        <p:nvSpPr>
          <p:cNvPr id="81" name="TextBox 81">
            <a:extLst>
              <a:ext uri="{FF2B5EF4-FFF2-40B4-BE49-F238E27FC236}">
                <a16:creationId xmlns:a16="http://schemas.microsoft.com/office/drawing/2014/main" id="{ADE4CADA-9254-559D-78A8-20311A989C33}"/>
              </a:ext>
            </a:extLst>
          </p:cNvPr>
          <p:cNvSpPr txBox="1"/>
          <p:nvPr/>
        </p:nvSpPr>
        <p:spPr>
          <a:xfrm>
            <a:off x="667840" y="2626429"/>
            <a:ext cx="236987"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3.</a:t>
            </a:r>
          </a:p>
        </p:txBody>
      </p:sp>
      <p:sp>
        <p:nvSpPr>
          <p:cNvPr id="82" name="TextBox 82">
            <a:extLst>
              <a:ext uri="{FF2B5EF4-FFF2-40B4-BE49-F238E27FC236}">
                <a16:creationId xmlns:a16="http://schemas.microsoft.com/office/drawing/2014/main" id="{4F905D1A-CC07-6F1B-07C7-DAC42C760E28}"/>
              </a:ext>
            </a:extLst>
          </p:cNvPr>
          <p:cNvSpPr txBox="1"/>
          <p:nvPr/>
        </p:nvSpPr>
        <p:spPr>
          <a:xfrm>
            <a:off x="667853" y="6842483"/>
            <a:ext cx="226131" cy="264624"/>
          </a:xfrm>
          <a:prstGeom prst="rect">
            <a:avLst/>
          </a:prstGeom>
        </p:spPr>
        <p:txBody>
          <a:bodyPr wrap="square" lIns="0" tIns="0" rIns="0" bIns="0" rtlCol="0" anchor="t">
            <a:spAutoFit/>
          </a:bodyPr>
          <a:lstStyle/>
          <a:p>
            <a:pPr>
              <a:lnSpc>
                <a:spcPts val="2240"/>
              </a:lnSpc>
              <a:spcBef>
                <a:spcPct val="0"/>
              </a:spcBef>
            </a:pPr>
            <a:r>
              <a:rPr lang="en-US" sz="1600" b="1" dirty="0">
                <a:solidFill>
                  <a:srgbClr val="000000"/>
                </a:solidFill>
                <a:latin typeface="Canva Sans Bold"/>
                <a:ea typeface="Canva Sans Bold"/>
                <a:cs typeface="Canva Sans Bold"/>
                <a:sym typeface="Canva Sans Bold"/>
              </a:rPr>
              <a:t>8.</a:t>
            </a:r>
          </a:p>
        </p:txBody>
      </p:sp>
      <p:sp>
        <p:nvSpPr>
          <p:cNvPr id="83" name="TextBox 83">
            <a:extLst>
              <a:ext uri="{FF2B5EF4-FFF2-40B4-BE49-F238E27FC236}">
                <a16:creationId xmlns:a16="http://schemas.microsoft.com/office/drawing/2014/main" id="{2F3553CA-4C63-3782-3B40-D0A967F8A900}"/>
              </a:ext>
            </a:extLst>
          </p:cNvPr>
          <p:cNvSpPr txBox="1"/>
          <p:nvPr/>
        </p:nvSpPr>
        <p:spPr>
          <a:xfrm>
            <a:off x="678422" y="5994356"/>
            <a:ext cx="167446"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7.</a:t>
            </a:r>
          </a:p>
        </p:txBody>
      </p:sp>
      <p:sp>
        <p:nvSpPr>
          <p:cNvPr id="84" name="TextBox 84">
            <a:extLst>
              <a:ext uri="{FF2B5EF4-FFF2-40B4-BE49-F238E27FC236}">
                <a16:creationId xmlns:a16="http://schemas.microsoft.com/office/drawing/2014/main" id="{33D063FF-9726-89B1-7E30-125A8E675F3C}"/>
              </a:ext>
            </a:extLst>
          </p:cNvPr>
          <p:cNvSpPr txBox="1"/>
          <p:nvPr/>
        </p:nvSpPr>
        <p:spPr>
          <a:xfrm>
            <a:off x="711874" y="5148677"/>
            <a:ext cx="288403"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6.</a:t>
            </a:r>
          </a:p>
        </p:txBody>
      </p:sp>
      <p:sp>
        <p:nvSpPr>
          <p:cNvPr id="85" name="TextBox 85">
            <a:extLst>
              <a:ext uri="{FF2B5EF4-FFF2-40B4-BE49-F238E27FC236}">
                <a16:creationId xmlns:a16="http://schemas.microsoft.com/office/drawing/2014/main" id="{09BAA283-E9CB-C795-49D3-00ABD967C7B8}"/>
              </a:ext>
            </a:extLst>
          </p:cNvPr>
          <p:cNvSpPr txBox="1"/>
          <p:nvPr/>
        </p:nvSpPr>
        <p:spPr>
          <a:xfrm>
            <a:off x="702545" y="4311654"/>
            <a:ext cx="191439"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5.</a:t>
            </a:r>
          </a:p>
        </p:txBody>
      </p:sp>
      <p:sp>
        <p:nvSpPr>
          <p:cNvPr id="86" name="TextBox 86">
            <a:extLst>
              <a:ext uri="{FF2B5EF4-FFF2-40B4-BE49-F238E27FC236}">
                <a16:creationId xmlns:a16="http://schemas.microsoft.com/office/drawing/2014/main" id="{6D972089-27B5-F2C4-6C04-62BAF7177243}"/>
              </a:ext>
            </a:extLst>
          </p:cNvPr>
          <p:cNvSpPr txBox="1"/>
          <p:nvPr/>
        </p:nvSpPr>
        <p:spPr>
          <a:xfrm>
            <a:off x="681858" y="3432202"/>
            <a:ext cx="288404"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4.</a:t>
            </a:r>
          </a:p>
        </p:txBody>
      </p:sp>
      <p:sp>
        <p:nvSpPr>
          <p:cNvPr id="87" name="TextBox 87">
            <a:extLst>
              <a:ext uri="{FF2B5EF4-FFF2-40B4-BE49-F238E27FC236}">
                <a16:creationId xmlns:a16="http://schemas.microsoft.com/office/drawing/2014/main" id="{2F68CD72-429D-2104-129D-E9AF71948353}"/>
              </a:ext>
            </a:extLst>
          </p:cNvPr>
          <p:cNvSpPr txBox="1"/>
          <p:nvPr/>
        </p:nvSpPr>
        <p:spPr>
          <a:xfrm>
            <a:off x="4988361" y="5298968"/>
            <a:ext cx="553188"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500 m </a:t>
            </a:r>
          </a:p>
        </p:txBody>
      </p:sp>
      <p:sp>
        <p:nvSpPr>
          <p:cNvPr id="88" name="TextBox 88">
            <a:extLst>
              <a:ext uri="{FF2B5EF4-FFF2-40B4-BE49-F238E27FC236}">
                <a16:creationId xmlns:a16="http://schemas.microsoft.com/office/drawing/2014/main" id="{ADE99A11-8ABE-7725-943E-302B2FDB5B99}"/>
              </a:ext>
            </a:extLst>
          </p:cNvPr>
          <p:cNvSpPr txBox="1"/>
          <p:nvPr/>
        </p:nvSpPr>
        <p:spPr>
          <a:xfrm>
            <a:off x="4960702" y="2728637"/>
            <a:ext cx="414224" cy="215444"/>
          </a:xfrm>
          <a:prstGeom prst="rect">
            <a:avLst/>
          </a:prstGeom>
        </p:spPr>
        <p:txBody>
          <a:bodyPr lIns="0" tIns="0" rIns="0" bIns="0" rtlCol="0" anchor="t">
            <a:spAutoFit/>
          </a:bodyPr>
          <a:lstStyle/>
          <a:p>
            <a:pPr>
              <a:lnSpc>
                <a:spcPts val="1791"/>
              </a:lnSpc>
              <a:spcBef>
                <a:spcPct val="0"/>
              </a:spcBef>
            </a:pPr>
            <a:r>
              <a:rPr lang="en-US" sz="1279" dirty="0">
                <a:solidFill>
                  <a:srgbClr val="000000"/>
                </a:solidFill>
                <a:latin typeface="Canva Sans"/>
                <a:ea typeface="Canva Sans"/>
                <a:cs typeface="Canva Sans"/>
                <a:sym typeface="Canva Sans"/>
              </a:rPr>
              <a:t>25 m </a:t>
            </a:r>
          </a:p>
        </p:txBody>
      </p:sp>
      <p:sp>
        <p:nvSpPr>
          <p:cNvPr id="89" name="TextBox 89">
            <a:extLst>
              <a:ext uri="{FF2B5EF4-FFF2-40B4-BE49-F238E27FC236}">
                <a16:creationId xmlns:a16="http://schemas.microsoft.com/office/drawing/2014/main" id="{B90BEDE7-1B54-C193-5F1E-42D9E2E6C945}"/>
              </a:ext>
            </a:extLst>
          </p:cNvPr>
          <p:cNvSpPr txBox="1"/>
          <p:nvPr/>
        </p:nvSpPr>
        <p:spPr>
          <a:xfrm>
            <a:off x="4950065" y="4451811"/>
            <a:ext cx="528329"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250 m </a:t>
            </a:r>
          </a:p>
        </p:txBody>
      </p:sp>
      <p:sp>
        <p:nvSpPr>
          <p:cNvPr id="90" name="TextBox 90">
            <a:extLst>
              <a:ext uri="{FF2B5EF4-FFF2-40B4-BE49-F238E27FC236}">
                <a16:creationId xmlns:a16="http://schemas.microsoft.com/office/drawing/2014/main" id="{F014B0A2-9A14-651D-8734-4C01DABBD987}"/>
              </a:ext>
            </a:extLst>
          </p:cNvPr>
          <p:cNvSpPr txBox="1"/>
          <p:nvPr/>
        </p:nvSpPr>
        <p:spPr>
          <a:xfrm>
            <a:off x="4943875" y="3597805"/>
            <a:ext cx="540711"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100 m </a:t>
            </a:r>
          </a:p>
        </p:txBody>
      </p:sp>
      <p:sp>
        <p:nvSpPr>
          <p:cNvPr id="91" name="TextBox 91">
            <a:extLst>
              <a:ext uri="{FF2B5EF4-FFF2-40B4-BE49-F238E27FC236}">
                <a16:creationId xmlns:a16="http://schemas.microsoft.com/office/drawing/2014/main" id="{76A85F04-8274-3146-F1E9-5D975252CC16}"/>
              </a:ext>
            </a:extLst>
          </p:cNvPr>
          <p:cNvSpPr txBox="1"/>
          <p:nvPr/>
        </p:nvSpPr>
        <p:spPr>
          <a:xfrm>
            <a:off x="4928207" y="1919522"/>
            <a:ext cx="423177"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70 m </a:t>
            </a:r>
          </a:p>
        </p:txBody>
      </p:sp>
      <p:sp>
        <p:nvSpPr>
          <p:cNvPr id="92" name="TextBox 92">
            <a:extLst>
              <a:ext uri="{FF2B5EF4-FFF2-40B4-BE49-F238E27FC236}">
                <a16:creationId xmlns:a16="http://schemas.microsoft.com/office/drawing/2014/main" id="{190E71C4-AC27-D2D2-FBE8-F28D5984E181}"/>
              </a:ext>
            </a:extLst>
          </p:cNvPr>
          <p:cNvSpPr txBox="1"/>
          <p:nvPr/>
        </p:nvSpPr>
        <p:spPr>
          <a:xfrm>
            <a:off x="4988361" y="1048873"/>
            <a:ext cx="411462"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15 m </a:t>
            </a:r>
          </a:p>
        </p:txBody>
      </p:sp>
      <p:sp>
        <p:nvSpPr>
          <p:cNvPr id="93" name="TextBox 93">
            <a:extLst>
              <a:ext uri="{FF2B5EF4-FFF2-40B4-BE49-F238E27FC236}">
                <a16:creationId xmlns:a16="http://schemas.microsoft.com/office/drawing/2014/main" id="{A27FBF14-975D-2ABD-EA73-6C335885B9EC}"/>
              </a:ext>
            </a:extLst>
          </p:cNvPr>
          <p:cNvSpPr txBox="1"/>
          <p:nvPr/>
        </p:nvSpPr>
        <p:spPr>
          <a:xfrm>
            <a:off x="5042971" y="6859328"/>
            <a:ext cx="518804"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120 m </a:t>
            </a:r>
          </a:p>
        </p:txBody>
      </p:sp>
      <p:sp>
        <p:nvSpPr>
          <p:cNvPr id="94" name="TextBox 94">
            <a:extLst>
              <a:ext uri="{FF2B5EF4-FFF2-40B4-BE49-F238E27FC236}">
                <a16:creationId xmlns:a16="http://schemas.microsoft.com/office/drawing/2014/main" id="{1DEA817F-E7A1-654D-1EC8-BB58A7E1A9BF}"/>
              </a:ext>
            </a:extLst>
          </p:cNvPr>
          <p:cNvSpPr txBox="1"/>
          <p:nvPr/>
        </p:nvSpPr>
        <p:spPr>
          <a:xfrm>
            <a:off x="5017063" y="6180525"/>
            <a:ext cx="642433"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2500 m </a:t>
            </a:r>
          </a:p>
        </p:txBody>
      </p:sp>
      <p:sp>
        <p:nvSpPr>
          <p:cNvPr id="95" name="TextBox 95">
            <a:extLst>
              <a:ext uri="{FF2B5EF4-FFF2-40B4-BE49-F238E27FC236}">
                <a16:creationId xmlns:a16="http://schemas.microsoft.com/office/drawing/2014/main" id="{45B81A80-2F0E-BF6D-6D82-5EE45B8E7A6D}"/>
              </a:ext>
            </a:extLst>
          </p:cNvPr>
          <p:cNvSpPr txBox="1"/>
          <p:nvPr/>
        </p:nvSpPr>
        <p:spPr>
          <a:xfrm>
            <a:off x="3111507" y="1059728"/>
            <a:ext cx="1168667"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10:00 - 10:30</a:t>
            </a:r>
          </a:p>
        </p:txBody>
      </p:sp>
      <p:sp>
        <p:nvSpPr>
          <p:cNvPr id="96" name="TextBox 96">
            <a:extLst>
              <a:ext uri="{FF2B5EF4-FFF2-40B4-BE49-F238E27FC236}">
                <a16:creationId xmlns:a16="http://schemas.microsoft.com/office/drawing/2014/main" id="{F49DC96A-7AEC-52ED-D5FF-7B4EDB25DC6C}"/>
              </a:ext>
            </a:extLst>
          </p:cNvPr>
          <p:cNvSpPr txBox="1"/>
          <p:nvPr/>
        </p:nvSpPr>
        <p:spPr>
          <a:xfrm>
            <a:off x="3112728" y="1932199"/>
            <a:ext cx="1228589"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10:35 - 11:30</a:t>
            </a:r>
          </a:p>
        </p:txBody>
      </p:sp>
      <p:sp>
        <p:nvSpPr>
          <p:cNvPr id="97" name="TextBox 97">
            <a:extLst>
              <a:ext uri="{FF2B5EF4-FFF2-40B4-BE49-F238E27FC236}">
                <a16:creationId xmlns:a16="http://schemas.microsoft.com/office/drawing/2014/main" id="{5629FFD0-0E01-53A7-2345-7A30BADA5B8C}"/>
              </a:ext>
            </a:extLst>
          </p:cNvPr>
          <p:cNvSpPr txBox="1"/>
          <p:nvPr/>
        </p:nvSpPr>
        <p:spPr>
          <a:xfrm>
            <a:off x="3049178" y="2804670"/>
            <a:ext cx="1168667"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11:35 - 12:05</a:t>
            </a:r>
          </a:p>
        </p:txBody>
      </p:sp>
      <p:sp>
        <p:nvSpPr>
          <p:cNvPr id="98" name="TextBox 98">
            <a:extLst>
              <a:ext uri="{FF2B5EF4-FFF2-40B4-BE49-F238E27FC236}">
                <a16:creationId xmlns:a16="http://schemas.microsoft.com/office/drawing/2014/main" id="{7AC97979-1C12-9C81-CAA6-B140E384B64E}"/>
              </a:ext>
            </a:extLst>
          </p:cNvPr>
          <p:cNvSpPr txBox="1"/>
          <p:nvPr/>
        </p:nvSpPr>
        <p:spPr>
          <a:xfrm>
            <a:off x="3121069" y="3658237"/>
            <a:ext cx="1271153"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12:10 - 12:50</a:t>
            </a:r>
          </a:p>
        </p:txBody>
      </p:sp>
      <p:sp>
        <p:nvSpPr>
          <p:cNvPr id="99" name="TextBox 99">
            <a:extLst>
              <a:ext uri="{FF2B5EF4-FFF2-40B4-BE49-F238E27FC236}">
                <a16:creationId xmlns:a16="http://schemas.microsoft.com/office/drawing/2014/main" id="{17442359-6D78-A6C5-66C0-CCC751ABC4B8}"/>
              </a:ext>
            </a:extLst>
          </p:cNvPr>
          <p:cNvSpPr txBox="1"/>
          <p:nvPr/>
        </p:nvSpPr>
        <p:spPr>
          <a:xfrm>
            <a:off x="3049781" y="4511804"/>
            <a:ext cx="1363638"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12:55 - 13.30</a:t>
            </a:r>
          </a:p>
        </p:txBody>
      </p:sp>
      <p:sp>
        <p:nvSpPr>
          <p:cNvPr id="100" name="TextBox 100">
            <a:extLst>
              <a:ext uri="{FF2B5EF4-FFF2-40B4-BE49-F238E27FC236}">
                <a16:creationId xmlns:a16="http://schemas.microsoft.com/office/drawing/2014/main" id="{692741D7-73EF-C869-9453-6F3A68EB8172}"/>
              </a:ext>
            </a:extLst>
          </p:cNvPr>
          <p:cNvSpPr txBox="1"/>
          <p:nvPr/>
        </p:nvSpPr>
        <p:spPr>
          <a:xfrm>
            <a:off x="3102299" y="5315683"/>
            <a:ext cx="1264864"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13:40 - 14.30</a:t>
            </a:r>
          </a:p>
        </p:txBody>
      </p:sp>
      <p:sp>
        <p:nvSpPr>
          <p:cNvPr id="101" name="TextBox 101">
            <a:extLst>
              <a:ext uri="{FF2B5EF4-FFF2-40B4-BE49-F238E27FC236}">
                <a16:creationId xmlns:a16="http://schemas.microsoft.com/office/drawing/2014/main" id="{C64A64DD-638A-CA62-E63B-53D79F597340}"/>
              </a:ext>
            </a:extLst>
          </p:cNvPr>
          <p:cNvSpPr txBox="1"/>
          <p:nvPr/>
        </p:nvSpPr>
        <p:spPr>
          <a:xfrm>
            <a:off x="3121808" y="6140691"/>
            <a:ext cx="1264864"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14:35 - 14.55</a:t>
            </a:r>
          </a:p>
        </p:txBody>
      </p:sp>
      <p:sp>
        <p:nvSpPr>
          <p:cNvPr id="102" name="TextBox 102">
            <a:extLst>
              <a:ext uri="{FF2B5EF4-FFF2-40B4-BE49-F238E27FC236}">
                <a16:creationId xmlns:a16="http://schemas.microsoft.com/office/drawing/2014/main" id="{F31B2920-F099-D16F-B9AD-6AF32387819A}"/>
              </a:ext>
            </a:extLst>
          </p:cNvPr>
          <p:cNvSpPr txBox="1"/>
          <p:nvPr/>
        </p:nvSpPr>
        <p:spPr>
          <a:xfrm>
            <a:off x="3124507" y="6780346"/>
            <a:ext cx="126216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18:00 - 19:00</a:t>
            </a:r>
          </a:p>
        </p:txBody>
      </p:sp>
      <p:grpSp>
        <p:nvGrpSpPr>
          <p:cNvPr id="107" name="Group 107">
            <a:extLst>
              <a:ext uri="{FF2B5EF4-FFF2-40B4-BE49-F238E27FC236}">
                <a16:creationId xmlns:a16="http://schemas.microsoft.com/office/drawing/2014/main" id="{061FBA8B-1C05-6DC4-EE9E-F4C982A0F60A}"/>
              </a:ext>
            </a:extLst>
          </p:cNvPr>
          <p:cNvGrpSpPr/>
          <p:nvPr/>
        </p:nvGrpSpPr>
        <p:grpSpPr>
          <a:xfrm>
            <a:off x="6932608" y="5921383"/>
            <a:ext cx="3124661" cy="1285914"/>
            <a:chOff x="0" y="0"/>
            <a:chExt cx="1111039" cy="457234"/>
          </a:xfrm>
        </p:grpSpPr>
        <p:sp>
          <p:nvSpPr>
            <p:cNvPr id="108" name="Freeform 108">
              <a:extLst>
                <a:ext uri="{FF2B5EF4-FFF2-40B4-BE49-F238E27FC236}">
                  <a16:creationId xmlns:a16="http://schemas.microsoft.com/office/drawing/2014/main" id="{E6434ACD-A6D7-5C14-952B-D3585F5E850C}"/>
                </a:ext>
              </a:extLst>
            </p:cNvPr>
            <p:cNvSpPr/>
            <p:nvPr/>
          </p:nvSpPr>
          <p:spPr>
            <a:xfrm>
              <a:off x="0" y="0"/>
              <a:ext cx="1111039" cy="457234"/>
            </a:xfrm>
            <a:custGeom>
              <a:avLst/>
              <a:gdLst/>
              <a:ahLst/>
              <a:cxnLst/>
              <a:rect l="l" t="t" r="r" b="b"/>
              <a:pathLst>
                <a:path w="1111039" h="457234">
                  <a:moveTo>
                    <a:pt x="67390" y="0"/>
                  </a:moveTo>
                  <a:lnTo>
                    <a:pt x="1043649" y="0"/>
                  </a:lnTo>
                  <a:cubicBezTo>
                    <a:pt x="1061522" y="0"/>
                    <a:pt x="1078663" y="7100"/>
                    <a:pt x="1091301" y="19738"/>
                  </a:cubicBezTo>
                  <a:cubicBezTo>
                    <a:pt x="1103939" y="32376"/>
                    <a:pt x="1111039" y="49517"/>
                    <a:pt x="1111039" y="67390"/>
                  </a:cubicBezTo>
                  <a:lnTo>
                    <a:pt x="1111039" y="389844"/>
                  </a:lnTo>
                  <a:cubicBezTo>
                    <a:pt x="1111039" y="427062"/>
                    <a:pt x="1080868" y="457234"/>
                    <a:pt x="1043649" y="457234"/>
                  </a:cubicBezTo>
                  <a:lnTo>
                    <a:pt x="67390" y="457234"/>
                  </a:lnTo>
                  <a:cubicBezTo>
                    <a:pt x="49517" y="457234"/>
                    <a:pt x="32376" y="450134"/>
                    <a:pt x="19738" y="437496"/>
                  </a:cubicBezTo>
                  <a:cubicBezTo>
                    <a:pt x="7100" y="424858"/>
                    <a:pt x="0" y="407717"/>
                    <a:pt x="0" y="389844"/>
                  </a:cubicBezTo>
                  <a:lnTo>
                    <a:pt x="0" y="67390"/>
                  </a:lnTo>
                  <a:cubicBezTo>
                    <a:pt x="0" y="49517"/>
                    <a:pt x="7100" y="32376"/>
                    <a:pt x="19738" y="19738"/>
                  </a:cubicBezTo>
                  <a:cubicBezTo>
                    <a:pt x="32376" y="7100"/>
                    <a:pt x="49517" y="0"/>
                    <a:pt x="67390" y="0"/>
                  </a:cubicBezTo>
                  <a:close/>
                </a:path>
              </a:pathLst>
            </a:custGeom>
            <a:solidFill>
              <a:srgbClr val="FFD775"/>
            </a:solidFill>
          </p:spPr>
          <p:txBody>
            <a:bodyPr/>
            <a:lstStyle/>
            <a:p>
              <a:endParaRPr lang="en-SG" sz="1088"/>
            </a:p>
          </p:txBody>
        </p:sp>
        <p:sp>
          <p:nvSpPr>
            <p:cNvPr id="109" name="TextBox 109">
              <a:extLst>
                <a:ext uri="{FF2B5EF4-FFF2-40B4-BE49-F238E27FC236}">
                  <a16:creationId xmlns:a16="http://schemas.microsoft.com/office/drawing/2014/main" id="{92EFAFA4-98F4-901F-DE86-EF65136DE4B7}"/>
                </a:ext>
              </a:extLst>
            </p:cNvPr>
            <p:cNvSpPr txBox="1"/>
            <p:nvPr/>
          </p:nvSpPr>
          <p:spPr>
            <a:xfrm>
              <a:off x="0" y="-28575"/>
              <a:ext cx="1111039" cy="485809"/>
            </a:xfrm>
            <a:prstGeom prst="rect">
              <a:avLst/>
            </a:prstGeom>
          </p:spPr>
          <p:txBody>
            <a:bodyPr lIns="40638" tIns="40638" rIns="40638" bIns="40638" rtlCol="0" anchor="ctr"/>
            <a:lstStyle/>
            <a:p>
              <a:pPr algn="ctr">
                <a:lnSpc>
                  <a:spcPts val="2016"/>
                </a:lnSpc>
              </a:pPr>
              <a:endParaRPr sz="1088"/>
            </a:p>
          </p:txBody>
        </p:sp>
      </p:grpSp>
      <p:sp>
        <p:nvSpPr>
          <p:cNvPr id="110" name="Freeform 110">
            <a:extLst>
              <a:ext uri="{FF2B5EF4-FFF2-40B4-BE49-F238E27FC236}">
                <a16:creationId xmlns:a16="http://schemas.microsoft.com/office/drawing/2014/main" id="{9A7999BB-A93C-D9E5-7B6B-547640D41EBB}"/>
              </a:ext>
            </a:extLst>
          </p:cNvPr>
          <p:cNvSpPr/>
          <p:nvPr/>
        </p:nvSpPr>
        <p:spPr>
          <a:xfrm>
            <a:off x="6584191" y="5159675"/>
            <a:ext cx="1422164" cy="1108025"/>
          </a:xfrm>
          <a:custGeom>
            <a:avLst/>
            <a:gdLst/>
            <a:ahLst/>
            <a:cxnLst/>
            <a:rect l="l" t="t" r="r" b="b"/>
            <a:pathLst>
              <a:path w="1777784" h="1385092">
                <a:moveTo>
                  <a:pt x="0" y="0"/>
                </a:moveTo>
                <a:lnTo>
                  <a:pt x="1777784" y="0"/>
                </a:lnTo>
                <a:lnTo>
                  <a:pt x="1777784" y="1385092"/>
                </a:lnTo>
                <a:lnTo>
                  <a:pt x="0" y="1385092"/>
                </a:lnTo>
                <a:lnTo>
                  <a:pt x="0" y="0"/>
                </a:lnTo>
                <a:close/>
              </a:path>
            </a:pathLst>
          </a:custGeom>
          <a:blipFill>
            <a:blip r:embed="rId24"/>
            <a:stretch>
              <a:fillRect t="-6394" b="-6394"/>
            </a:stretch>
          </a:blipFill>
          <a:ln cap="sq">
            <a:noFill/>
            <a:prstDash val="solid"/>
            <a:miter/>
          </a:ln>
        </p:spPr>
        <p:txBody>
          <a:bodyPr/>
          <a:lstStyle/>
          <a:p>
            <a:endParaRPr lang="en-SG" sz="1088"/>
          </a:p>
        </p:txBody>
      </p:sp>
      <p:sp>
        <p:nvSpPr>
          <p:cNvPr id="111" name="TextBox 111">
            <a:extLst>
              <a:ext uri="{FF2B5EF4-FFF2-40B4-BE49-F238E27FC236}">
                <a16:creationId xmlns:a16="http://schemas.microsoft.com/office/drawing/2014/main" id="{0072E83A-9617-4291-CE9B-5C9620E8F9EB}"/>
              </a:ext>
            </a:extLst>
          </p:cNvPr>
          <p:cNvSpPr txBox="1"/>
          <p:nvPr/>
        </p:nvSpPr>
        <p:spPr>
          <a:xfrm>
            <a:off x="7088052" y="6149333"/>
            <a:ext cx="2907820" cy="494366"/>
          </a:xfrm>
          <a:prstGeom prst="rect">
            <a:avLst/>
          </a:prstGeom>
        </p:spPr>
        <p:txBody>
          <a:bodyPr lIns="0" tIns="0" rIns="0" bIns="0" rtlCol="0" anchor="t">
            <a:spAutoFit/>
          </a:bodyPr>
          <a:lstStyle/>
          <a:p>
            <a:pPr algn="ctr">
              <a:lnSpc>
                <a:spcPts val="2016"/>
              </a:lnSpc>
              <a:spcBef>
                <a:spcPct val="0"/>
              </a:spcBef>
            </a:pPr>
            <a:r>
              <a:rPr lang="en-US" sz="1440">
                <a:solidFill>
                  <a:srgbClr val="000000"/>
                </a:solidFill>
                <a:latin typeface="Roboto Mono"/>
                <a:ea typeface="Roboto Mono"/>
                <a:cs typeface="Roboto Mono"/>
                <a:sym typeface="Roboto Mono"/>
              </a:rPr>
              <a:t>Let Kiki help you plan quickly.</a:t>
            </a:r>
          </a:p>
        </p:txBody>
      </p:sp>
      <p:sp>
        <p:nvSpPr>
          <p:cNvPr id="112" name="TextBox 112">
            <a:extLst>
              <a:ext uri="{FF2B5EF4-FFF2-40B4-BE49-F238E27FC236}">
                <a16:creationId xmlns:a16="http://schemas.microsoft.com/office/drawing/2014/main" id="{1BF249C8-F4D4-C065-BDD8-F4D4C0183EAF}"/>
              </a:ext>
            </a:extLst>
          </p:cNvPr>
          <p:cNvSpPr txBox="1"/>
          <p:nvPr/>
        </p:nvSpPr>
        <p:spPr>
          <a:xfrm>
            <a:off x="8820763" y="6791778"/>
            <a:ext cx="347793" cy="163122"/>
          </a:xfrm>
          <a:prstGeom prst="rect">
            <a:avLst/>
          </a:prstGeom>
        </p:spPr>
        <p:txBody>
          <a:bodyPr lIns="0" tIns="0" rIns="0" bIns="0" rtlCol="0" anchor="t">
            <a:spAutoFit/>
          </a:bodyPr>
          <a:lstStyle/>
          <a:p>
            <a:pPr algn="ctr">
              <a:lnSpc>
                <a:spcPts val="1224"/>
              </a:lnSpc>
            </a:pPr>
            <a:r>
              <a:rPr lang="en-US" sz="1440">
                <a:solidFill>
                  <a:srgbClr val="000000"/>
                </a:solidFill>
                <a:latin typeface="Canva Sans"/>
                <a:ea typeface="Canva Sans"/>
                <a:cs typeface="Canva Sans"/>
                <a:sym typeface="Canva Sans"/>
              </a:rPr>
              <a:t>Yes</a:t>
            </a:r>
          </a:p>
        </p:txBody>
      </p:sp>
      <p:sp>
        <p:nvSpPr>
          <p:cNvPr id="113" name="TextBox 113">
            <a:extLst>
              <a:ext uri="{FF2B5EF4-FFF2-40B4-BE49-F238E27FC236}">
                <a16:creationId xmlns:a16="http://schemas.microsoft.com/office/drawing/2014/main" id="{B2EE0EC5-5AE3-557B-8C11-59FC5B4D781B}"/>
              </a:ext>
            </a:extLst>
          </p:cNvPr>
          <p:cNvSpPr txBox="1"/>
          <p:nvPr/>
        </p:nvSpPr>
        <p:spPr>
          <a:xfrm>
            <a:off x="7456590" y="6791778"/>
            <a:ext cx="284546" cy="163122"/>
          </a:xfrm>
          <a:prstGeom prst="rect">
            <a:avLst/>
          </a:prstGeom>
        </p:spPr>
        <p:txBody>
          <a:bodyPr lIns="0" tIns="0" rIns="0" bIns="0" rtlCol="0" anchor="t">
            <a:spAutoFit/>
          </a:bodyPr>
          <a:lstStyle/>
          <a:p>
            <a:pPr algn="ctr">
              <a:lnSpc>
                <a:spcPts val="1224"/>
              </a:lnSpc>
            </a:pPr>
            <a:r>
              <a:rPr lang="en-US" sz="1440">
                <a:solidFill>
                  <a:srgbClr val="000000"/>
                </a:solidFill>
                <a:latin typeface="Canva Sans"/>
                <a:ea typeface="Canva Sans"/>
                <a:cs typeface="Canva Sans"/>
                <a:sym typeface="Canva Sans"/>
              </a:rPr>
              <a:t>No</a:t>
            </a:r>
          </a:p>
        </p:txBody>
      </p:sp>
      <p:grpSp>
        <p:nvGrpSpPr>
          <p:cNvPr id="116" name="Group 116">
            <a:extLst>
              <a:ext uri="{FF2B5EF4-FFF2-40B4-BE49-F238E27FC236}">
                <a16:creationId xmlns:a16="http://schemas.microsoft.com/office/drawing/2014/main" id="{D461E6B3-90A6-8278-44B6-CD4A82A140A6}"/>
              </a:ext>
            </a:extLst>
          </p:cNvPr>
          <p:cNvGrpSpPr/>
          <p:nvPr/>
        </p:nvGrpSpPr>
        <p:grpSpPr>
          <a:xfrm>
            <a:off x="7088052" y="6678277"/>
            <a:ext cx="969888" cy="336728"/>
            <a:chOff x="0" y="0"/>
            <a:chExt cx="344864" cy="119731"/>
          </a:xfrm>
        </p:grpSpPr>
        <p:sp>
          <p:nvSpPr>
            <p:cNvPr id="117" name="Freeform 117">
              <a:hlinkClick r:id="rId25" action="ppaction://hlinksldjump"/>
              <a:extLst>
                <a:ext uri="{FF2B5EF4-FFF2-40B4-BE49-F238E27FC236}">
                  <a16:creationId xmlns:a16="http://schemas.microsoft.com/office/drawing/2014/main" id="{77361CF2-A980-B841-C356-048CE17F10AC}"/>
                </a:ext>
              </a:extLst>
            </p:cNvPr>
            <p:cNvSpPr/>
            <p:nvPr/>
          </p:nvSpPr>
          <p:spPr>
            <a:xfrm>
              <a:off x="0" y="0"/>
              <a:ext cx="344864" cy="119731"/>
            </a:xfrm>
            <a:custGeom>
              <a:avLst/>
              <a:gdLst/>
              <a:ahLst/>
              <a:cxnLst/>
              <a:rect l="l" t="t" r="r" b="b"/>
              <a:pathLst>
                <a:path w="344864" h="119731">
                  <a:moveTo>
                    <a:pt x="59866" y="0"/>
                  </a:moveTo>
                  <a:lnTo>
                    <a:pt x="284999" y="0"/>
                  </a:lnTo>
                  <a:cubicBezTo>
                    <a:pt x="318062" y="0"/>
                    <a:pt x="344864" y="26803"/>
                    <a:pt x="344864" y="59866"/>
                  </a:cubicBezTo>
                  <a:lnTo>
                    <a:pt x="344864" y="59866"/>
                  </a:lnTo>
                  <a:cubicBezTo>
                    <a:pt x="344864" y="75743"/>
                    <a:pt x="338557" y="90970"/>
                    <a:pt x="327330" y="102197"/>
                  </a:cubicBezTo>
                  <a:cubicBezTo>
                    <a:pt x="316103" y="113424"/>
                    <a:pt x="300876" y="119731"/>
                    <a:pt x="284999" y="119731"/>
                  </a:cubicBezTo>
                  <a:lnTo>
                    <a:pt x="59866" y="119731"/>
                  </a:lnTo>
                  <a:cubicBezTo>
                    <a:pt x="43988" y="119731"/>
                    <a:pt x="28761" y="113424"/>
                    <a:pt x="17534" y="102197"/>
                  </a:cubicBezTo>
                  <a:cubicBezTo>
                    <a:pt x="6307" y="90970"/>
                    <a:pt x="0" y="75743"/>
                    <a:pt x="0" y="59866"/>
                  </a:cubicBezTo>
                  <a:lnTo>
                    <a:pt x="0" y="59866"/>
                  </a:lnTo>
                  <a:cubicBezTo>
                    <a:pt x="0" y="43988"/>
                    <a:pt x="6307" y="28761"/>
                    <a:pt x="17534" y="17534"/>
                  </a:cubicBezTo>
                  <a:cubicBezTo>
                    <a:pt x="28761" y="6307"/>
                    <a:pt x="43988" y="0"/>
                    <a:pt x="59866" y="0"/>
                  </a:cubicBezTo>
                  <a:close/>
                </a:path>
              </a:pathLst>
            </a:custGeom>
            <a:solidFill>
              <a:srgbClr val="000000">
                <a:alpha val="0"/>
              </a:srgbClr>
            </a:solidFill>
            <a:ln w="9525" cap="rnd">
              <a:solidFill>
                <a:srgbClr val="F34336"/>
              </a:solidFill>
              <a:prstDash val="solid"/>
              <a:round/>
            </a:ln>
          </p:spPr>
          <p:txBody>
            <a:bodyPr/>
            <a:lstStyle/>
            <a:p>
              <a:endParaRPr lang="en-SG" sz="1088"/>
            </a:p>
          </p:txBody>
        </p:sp>
        <p:sp>
          <p:nvSpPr>
            <p:cNvPr id="118" name="TextBox 118">
              <a:extLst>
                <a:ext uri="{FF2B5EF4-FFF2-40B4-BE49-F238E27FC236}">
                  <a16:creationId xmlns:a16="http://schemas.microsoft.com/office/drawing/2014/main" id="{225E06F8-F52F-BAF9-0006-D034868C6BB9}"/>
                </a:ext>
              </a:extLst>
            </p:cNvPr>
            <p:cNvSpPr txBox="1"/>
            <p:nvPr/>
          </p:nvSpPr>
          <p:spPr>
            <a:xfrm>
              <a:off x="0" y="-28575"/>
              <a:ext cx="344864" cy="148306"/>
            </a:xfrm>
            <a:prstGeom prst="rect">
              <a:avLst/>
            </a:prstGeom>
          </p:spPr>
          <p:txBody>
            <a:bodyPr lIns="40638" tIns="40638" rIns="40638" bIns="40638" rtlCol="0" anchor="ctr"/>
            <a:lstStyle/>
            <a:p>
              <a:pPr algn="ctr">
                <a:lnSpc>
                  <a:spcPts val="2016"/>
                </a:lnSpc>
              </a:pPr>
              <a:endParaRPr sz="1088"/>
            </a:p>
          </p:txBody>
        </p:sp>
      </p:grpSp>
      <p:grpSp>
        <p:nvGrpSpPr>
          <p:cNvPr id="119" name="Group 119">
            <a:extLst>
              <a:ext uri="{FF2B5EF4-FFF2-40B4-BE49-F238E27FC236}">
                <a16:creationId xmlns:a16="http://schemas.microsoft.com/office/drawing/2014/main" id="{4ADE03EA-D729-570C-BF10-041D6138C7FC}"/>
              </a:ext>
            </a:extLst>
          </p:cNvPr>
          <p:cNvGrpSpPr/>
          <p:nvPr/>
        </p:nvGrpSpPr>
        <p:grpSpPr>
          <a:xfrm>
            <a:off x="8539903" y="6691650"/>
            <a:ext cx="969888" cy="323355"/>
            <a:chOff x="0" y="0"/>
            <a:chExt cx="344864" cy="114975"/>
          </a:xfrm>
        </p:grpSpPr>
        <p:sp>
          <p:nvSpPr>
            <p:cNvPr id="120" name="Freeform 120">
              <a:hlinkClick r:id="rId26" action="ppaction://hlinksldjump"/>
              <a:extLst>
                <a:ext uri="{FF2B5EF4-FFF2-40B4-BE49-F238E27FC236}">
                  <a16:creationId xmlns:a16="http://schemas.microsoft.com/office/drawing/2014/main" id="{E523C91D-16AB-B300-546A-5F43D8DD7519}"/>
                </a:ext>
              </a:extLst>
            </p:cNvPr>
            <p:cNvSpPr/>
            <p:nvPr/>
          </p:nvSpPr>
          <p:spPr>
            <a:xfrm>
              <a:off x="0" y="0"/>
              <a:ext cx="344864" cy="114975"/>
            </a:xfrm>
            <a:custGeom>
              <a:avLst/>
              <a:gdLst/>
              <a:ahLst/>
              <a:cxnLst/>
              <a:rect l="l" t="t" r="r" b="b"/>
              <a:pathLst>
                <a:path w="344864" h="114975">
                  <a:moveTo>
                    <a:pt x="57488" y="0"/>
                  </a:moveTo>
                  <a:lnTo>
                    <a:pt x="287377" y="0"/>
                  </a:lnTo>
                  <a:cubicBezTo>
                    <a:pt x="319126" y="0"/>
                    <a:pt x="344864" y="25738"/>
                    <a:pt x="344864" y="57488"/>
                  </a:cubicBezTo>
                  <a:lnTo>
                    <a:pt x="344864" y="57488"/>
                  </a:lnTo>
                  <a:cubicBezTo>
                    <a:pt x="344864" y="89237"/>
                    <a:pt x="319126" y="114975"/>
                    <a:pt x="287377" y="114975"/>
                  </a:cubicBezTo>
                  <a:lnTo>
                    <a:pt x="57488" y="114975"/>
                  </a:lnTo>
                  <a:cubicBezTo>
                    <a:pt x="25738" y="114975"/>
                    <a:pt x="0" y="89237"/>
                    <a:pt x="0" y="57488"/>
                  </a:cubicBezTo>
                  <a:lnTo>
                    <a:pt x="0" y="57488"/>
                  </a:lnTo>
                  <a:cubicBezTo>
                    <a:pt x="0" y="25738"/>
                    <a:pt x="25738" y="0"/>
                    <a:pt x="57488" y="0"/>
                  </a:cubicBezTo>
                  <a:close/>
                </a:path>
              </a:pathLst>
            </a:custGeom>
            <a:solidFill>
              <a:srgbClr val="000000">
                <a:alpha val="0"/>
              </a:srgbClr>
            </a:solidFill>
            <a:ln w="9525" cap="rnd">
              <a:solidFill>
                <a:srgbClr val="F34336"/>
              </a:solidFill>
              <a:prstDash val="solid"/>
              <a:round/>
            </a:ln>
          </p:spPr>
          <p:txBody>
            <a:bodyPr/>
            <a:lstStyle/>
            <a:p>
              <a:endParaRPr lang="en-SG" sz="1088"/>
            </a:p>
          </p:txBody>
        </p:sp>
        <p:sp>
          <p:nvSpPr>
            <p:cNvPr id="121" name="TextBox 121">
              <a:extLst>
                <a:ext uri="{FF2B5EF4-FFF2-40B4-BE49-F238E27FC236}">
                  <a16:creationId xmlns:a16="http://schemas.microsoft.com/office/drawing/2014/main" id="{66740B67-2CD3-E581-ABA4-19829A27F655}"/>
                </a:ext>
              </a:extLst>
            </p:cNvPr>
            <p:cNvSpPr txBox="1"/>
            <p:nvPr/>
          </p:nvSpPr>
          <p:spPr>
            <a:xfrm>
              <a:off x="0" y="-28575"/>
              <a:ext cx="344864" cy="143550"/>
            </a:xfrm>
            <a:prstGeom prst="rect">
              <a:avLst/>
            </a:prstGeom>
          </p:spPr>
          <p:txBody>
            <a:bodyPr lIns="40638" tIns="40638" rIns="40638" bIns="40638" rtlCol="0" anchor="ctr"/>
            <a:lstStyle/>
            <a:p>
              <a:pPr algn="ctr">
                <a:lnSpc>
                  <a:spcPts val="2016"/>
                </a:lnSpc>
              </a:pPr>
              <a:endParaRPr sz="1088"/>
            </a:p>
          </p:txBody>
        </p:sp>
      </p:grpSp>
      <p:grpSp>
        <p:nvGrpSpPr>
          <p:cNvPr id="122" name="Group 35">
            <a:extLst>
              <a:ext uri="{FF2B5EF4-FFF2-40B4-BE49-F238E27FC236}">
                <a16:creationId xmlns:a16="http://schemas.microsoft.com/office/drawing/2014/main" id="{1DC2C5AE-DB8E-7DAD-27EB-81CC50CA8036}"/>
              </a:ext>
            </a:extLst>
          </p:cNvPr>
          <p:cNvGrpSpPr/>
          <p:nvPr/>
        </p:nvGrpSpPr>
        <p:grpSpPr>
          <a:xfrm>
            <a:off x="6898458" y="708264"/>
            <a:ext cx="1840568" cy="474563"/>
            <a:chOff x="0" y="0"/>
            <a:chExt cx="654453" cy="168741"/>
          </a:xfrm>
        </p:grpSpPr>
        <p:sp>
          <p:nvSpPr>
            <p:cNvPr id="123" name="Freeform 36">
              <a:extLst>
                <a:ext uri="{FF2B5EF4-FFF2-40B4-BE49-F238E27FC236}">
                  <a16:creationId xmlns:a16="http://schemas.microsoft.com/office/drawing/2014/main" id="{7BEA3375-F9D5-DE0B-43FD-5F6AE9D7B78A}"/>
                </a:ext>
              </a:extLst>
            </p:cNvPr>
            <p:cNvSpPr/>
            <p:nvPr/>
          </p:nvSpPr>
          <p:spPr>
            <a:xfrm>
              <a:off x="0" y="0"/>
              <a:ext cx="654453" cy="168741"/>
            </a:xfrm>
            <a:custGeom>
              <a:avLst/>
              <a:gdLst/>
              <a:ahLst/>
              <a:cxnLst/>
              <a:rect l="l" t="t" r="r" b="b"/>
              <a:pathLst>
                <a:path w="654453" h="168741">
                  <a:moveTo>
                    <a:pt x="0" y="0"/>
                  </a:moveTo>
                  <a:lnTo>
                    <a:pt x="654453" y="0"/>
                  </a:lnTo>
                  <a:lnTo>
                    <a:pt x="654453" y="168741"/>
                  </a:lnTo>
                  <a:lnTo>
                    <a:pt x="0" y="168741"/>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124" name="TextBox 37">
              <a:extLst>
                <a:ext uri="{FF2B5EF4-FFF2-40B4-BE49-F238E27FC236}">
                  <a16:creationId xmlns:a16="http://schemas.microsoft.com/office/drawing/2014/main" id="{8DE22E70-851C-72F6-993E-984D2902DC9C}"/>
                </a:ext>
              </a:extLst>
            </p:cNvPr>
            <p:cNvSpPr txBox="1"/>
            <p:nvPr/>
          </p:nvSpPr>
          <p:spPr>
            <a:xfrm>
              <a:off x="0" y="-28575"/>
              <a:ext cx="654453" cy="197316"/>
            </a:xfrm>
            <a:prstGeom prst="rect">
              <a:avLst/>
            </a:prstGeom>
          </p:spPr>
          <p:txBody>
            <a:bodyPr lIns="40638" tIns="40638" rIns="40638" bIns="40638" rtlCol="0" anchor="ctr"/>
            <a:lstStyle/>
            <a:p>
              <a:pPr algn="ctr">
                <a:lnSpc>
                  <a:spcPts val="2016"/>
                </a:lnSpc>
              </a:pPr>
              <a:endParaRPr sz="1088"/>
            </a:p>
          </p:txBody>
        </p:sp>
      </p:grpSp>
      <p:sp>
        <p:nvSpPr>
          <p:cNvPr id="125" name="TextBox 74">
            <a:extLst>
              <a:ext uri="{FF2B5EF4-FFF2-40B4-BE49-F238E27FC236}">
                <a16:creationId xmlns:a16="http://schemas.microsoft.com/office/drawing/2014/main" id="{AFC0143F-B192-3AD0-16DC-F37D00589242}"/>
              </a:ext>
            </a:extLst>
          </p:cNvPr>
          <p:cNvSpPr txBox="1"/>
          <p:nvPr/>
        </p:nvSpPr>
        <p:spPr>
          <a:xfrm>
            <a:off x="6880095" y="1378045"/>
            <a:ext cx="2068295" cy="240066"/>
          </a:xfrm>
          <a:prstGeom prst="rect">
            <a:avLst/>
          </a:prstGeom>
        </p:spPr>
        <p:txBody>
          <a:bodyPr wrap="square"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Average Waiting Time</a:t>
            </a:r>
          </a:p>
        </p:txBody>
      </p:sp>
      <p:grpSp>
        <p:nvGrpSpPr>
          <p:cNvPr id="126" name="Group 75">
            <a:extLst>
              <a:ext uri="{FF2B5EF4-FFF2-40B4-BE49-F238E27FC236}">
                <a16:creationId xmlns:a16="http://schemas.microsoft.com/office/drawing/2014/main" id="{1DEF9B62-C83D-A429-1AD8-A2B0C6BDD169}"/>
              </a:ext>
            </a:extLst>
          </p:cNvPr>
          <p:cNvGrpSpPr/>
          <p:nvPr/>
        </p:nvGrpSpPr>
        <p:grpSpPr>
          <a:xfrm>
            <a:off x="8735316" y="708264"/>
            <a:ext cx="403148" cy="474845"/>
            <a:chOff x="0" y="0"/>
            <a:chExt cx="143348" cy="168841"/>
          </a:xfrm>
        </p:grpSpPr>
        <p:sp>
          <p:nvSpPr>
            <p:cNvPr id="127" name="Freeform 76">
              <a:extLst>
                <a:ext uri="{FF2B5EF4-FFF2-40B4-BE49-F238E27FC236}">
                  <a16:creationId xmlns:a16="http://schemas.microsoft.com/office/drawing/2014/main" id="{9E81EF17-5CBE-A926-3EF6-59D4453DB027}"/>
                </a:ext>
              </a:extLst>
            </p:cNvPr>
            <p:cNvSpPr/>
            <p:nvPr/>
          </p:nvSpPr>
          <p:spPr>
            <a:xfrm>
              <a:off x="0" y="0"/>
              <a:ext cx="143348" cy="168841"/>
            </a:xfrm>
            <a:custGeom>
              <a:avLst/>
              <a:gdLst/>
              <a:ahLst/>
              <a:cxnLst/>
              <a:rect l="l" t="t" r="r" b="b"/>
              <a:pathLst>
                <a:path w="143348" h="168841">
                  <a:moveTo>
                    <a:pt x="0" y="0"/>
                  </a:moveTo>
                  <a:lnTo>
                    <a:pt x="143348" y="0"/>
                  </a:lnTo>
                  <a:lnTo>
                    <a:pt x="143348" y="168841"/>
                  </a:lnTo>
                  <a:lnTo>
                    <a:pt x="0" y="168841"/>
                  </a:lnTo>
                  <a:close/>
                </a:path>
              </a:pathLst>
            </a:custGeom>
            <a:solidFill>
              <a:srgbClr val="FDFDFD">
                <a:alpha val="38824"/>
              </a:srgbClr>
            </a:solidFill>
            <a:ln w="9525" cap="sq">
              <a:solidFill>
                <a:srgbClr val="000000">
                  <a:alpha val="38824"/>
                </a:srgbClr>
              </a:solidFill>
              <a:prstDash val="solid"/>
              <a:miter/>
            </a:ln>
          </p:spPr>
          <p:txBody>
            <a:bodyPr/>
            <a:lstStyle/>
            <a:p>
              <a:endParaRPr lang="en-SG" sz="1088"/>
            </a:p>
          </p:txBody>
        </p:sp>
        <p:sp>
          <p:nvSpPr>
            <p:cNvPr id="128" name="TextBox 77">
              <a:extLst>
                <a:ext uri="{FF2B5EF4-FFF2-40B4-BE49-F238E27FC236}">
                  <a16:creationId xmlns:a16="http://schemas.microsoft.com/office/drawing/2014/main" id="{8F06F7C1-0B13-6776-E954-E6708442D246}"/>
                </a:ext>
              </a:extLst>
            </p:cNvPr>
            <p:cNvSpPr txBox="1"/>
            <p:nvPr/>
          </p:nvSpPr>
          <p:spPr>
            <a:xfrm>
              <a:off x="0" y="-28575"/>
              <a:ext cx="143348" cy="197416"/>
            </a:xfrm>
            <a:prstGeom prst="rect">
              <a:avLst/>
            </a:prstGeom>
          </p:spPr>
          <p:txBody>
            <a:bodyPr lIns="40638" tIns="40638" rIns="40638" bIns="40638" rtlCol="0" anchor="ctr"/>
            <a:lstStyle/>
            <a:p>
              <a:pPr algn="ctr">
                <a:lnSpc>
                  <a:spcPts val="2016"/>
                </a:lnSpc>
              </a:pPr>
              <a:endParaRPr sz="1088"/>
            </a:p>
          </p:txBody>
        </p:sp>
      </p:grpSp>
      <p:grpSp>
        <p:nvGrpSpPr>
          <p:cNvPr id="129" name="Group 78">
            <a:extLst>
              <a:ext uri="{FF2B5EF4-FFF2-40B4-BE49-F238E27FC236}">
                <a16:creationId xmlns:a16="http://schemas.microsoft.com/office/drawing/2014/main" id="{BAC9DCDD-9111-464C-AC10-3A1315BB2EC9}"/>
              </a:ext>
            </a:extLst>
          </p:cNvPr>
          <p:cNvGrpSpPr/>
          <p:nvPr/>
        </p:nvGrpSpPr>
        <p:grpSpPr>
          <a:xfrm>
            <a:off x="7161008" y="1706821"/>
            <a:ext cx="685837" cy="469257"/>
            <a:chOff x="0" y="0"/>
            <a:chExt cx="243864" cy="166854"/>
          </a:xfrm>
        </p:grpSpPr>
        <p:sp>
          <p:nvSpPr>
            <p:cNvPr id="130" name="Freeform 79">
              <a:extLst>
                <a:ext uri="{FF2B5EF4-FFF2-40B4-BE49-F238E27FC236}">
                  <a16:creationId xmlns:a16="http://schemas.microsoft.com/office/drawing/2014/main" id="{6DDB745F-2BEE-F776-B91E-B19F6487B585}"/>
                </a:ext>
              </a:extLst>
            </p:cNvPr>
            <p:cNvSpPr/>
            <p:nvPr/>
          </p:nvSpPr>
          <p:spPr>
            <a:xfrm>
              <a:off x="0" y="0"/>
              <a:ext cx="243864" cy="166854"/>
            </a:xfrm>
            <a:custGeom>
              <a:avLst/>
              <a:gdLst/>
              <a:ahLst/>
              <a:cxnLst/>
              <a:rect l="l" t="t" r="r" b="b"/>
              <a:pathLst>
                <a:path w="243864" h="166854">
                  <a:moveTo>
                    <a:pt x="0" y="0"/>
                  </a:moveTo>
                  <a:lnTo>
                    <a:pt x="243864" y="0"/>
                  </a:lnTo>
                  <a:lnTo>
                    <a:pt x="243864" y="166854"/>
                  </a:lnTo>
                  <a:lnTo>
                    <a:pt x="0" y="166854"/>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131" name="TextBox 80">
              <a:extLst>
                <a:ext uri="{FF2B5EF4-FFF2-40B4-BE49-F238E27FC236}">
                  <a16:creationId xmlns:a16="http://schemas.microsoft.com/office/drawing/2014/main" id="{D03C8F12-F703-956D-43CE-DA9BE73F5B6D}"/>
                </a:ext>
              </a:extLst>
            </p:cNvPr>
            <p:cNvSpPr txBox="1"/>
            <p:nvPr/>
          </p:nvSpPr>
          <p:spPr>
            <a:xfrm>
              <a:off x="0" y="-28575"/>
              <a:ext cx="243864" cy="195429"/>
            </a:xfrm>
            <a:prstGeom prst="rect">
              <a:avLst/>
            </a:prstGeom>
          </p:spPr>
          <p:txBody>
            <a:bodyPr lIns="40638" tIns="40638" rIns="40638" bIns="40638" rtlCol="0" anchor="ctr"/>
            <a:lstStyle/>
            <a:p>
              <a:pPr algn="ctr">
                <a:lnSpc>
                  <a:spcPts val="2016"/>
                </a:lnSpc>
              </a:pPr>
              <a:endParaRPr sz="1088"/>
            </a:p>
          </p:txBody>
        </p:sp>
      </p:grpSp>
      <p:sp>
        <p:nvSpPr>
          <p:cNvPr id="132" name="TextBox 81">
            <a:extLst>
              <a:ext uri="{FF2B5EF4-FFF2-40B4-BE49-F238E27FC236}">
                <a16:creationId xmlns:a16="http://schemas.microsoft.com/office/drawing/2014/main" id="{1751DFD8-25F2-8949-6142-7C248BC6FDAA}"/>
              </a:ext>
            </a:extLst>
          </p:cNvPr>
          <p:cNvSpPr txBox="1"/>
          <p:nvPr/>
        </p:nvSpPr>
        <p:spPr>
          <a:xfrm>
            <a:off x="7956449" y="1840116"/>
            <a:ext cx="149129" cy="264560"/>
          </a:xfrm>
          <a:prstGeom prst="rect">
            <a:avLst/>
          </a:prstGeom>
        </p:spPr>
        <p:txBody>
          <a:bodyPr wrap="square" lIns="0" tIns="0" rIns="0" bIns="0" rtlCol="0" anchor="t">
            <a:spAutoFit/>
          </a:bodyPr>
          <a:lstStyle/>
          <a:p>
            <a:pPr algn="ctr">
              <a:lnSpc>
                <a:spcPts val="2239"/>
              </a:lnSpc>
              <a:spcBef>
                <a:spcPct val="0"/>
              </a:spcBef>
            </a:pPr>
            <a:r>
              <a:rPr lang="en-US" sz="1599" dirty="0">
                <a:solidFill>
                  <a:srgbClr val="000000"/>
                </a:solidFill>
                <a:latin typeface="Canva Sans"/>
                <a:ea typeface="Canva Sans"/>
                <a:cs typeface="Canva Sans"/>
                <a:sym typeface="Canva Sans"/>
              </a:rPr>
              <a:t>+</a:t>
            </a:r>
          </a:p>
        </p:txBody>
      </p:sp>
      <p:sp>
        <p:nvSpPr>
          <p:cNvPr id="133" name="TextBox 82">
            <a:extLst>
              <a:ext uri="{FF2B5EF4-FFF2-40B4-BE49-F238E27FC236}">
                <a16:creationId xmlns:a16="http://schemas.microsoft.com/office/drawing/2014/main" id="{634B2DF0-163D-45DA-46D2-F3BD4A108F2D}"/>
              </a:ext>
            </a:extLst>
          </p:cNvPr>
          <p:cNvSpPr txBox="1"/>
          <p:nvPr/>
        </p:nvSpPr>
        <p:spPr>
          <a:xfrm>
            <a:off x="6868622" y="1667952"/>
            <a:ext cx="162712" cy="563872"/>
          </a:xfrm>
          <a:prstGeom prst="rect">
            <a:avLst/>
          </a:prstGeom>
        </p:spPr>
        <p:txBody>
          <a:bodyPr lIns="0" tIns="0" rIns="0" bIns="0" rtlCol="0" anchor="t">
            <a:spAutoFit/>
          </a:bodyPr>
          <a:lstStyle/>
          <a:p>
            <a:pPr algn="ctr">
              <a:lnSpc>
                <a:spcPts val="4730"/>
              </a:lnSpc>
              <a:spcBef>
                <a:spcPct val="0"/>
              </a:spcBef>
            </a:pPr>
            <a:r>
              <a:rPr lang="en-US" sz="3378" dirty="0">
                <a:solidFill>
                  <a:srgbClr val="000000"/>
                </a:solidFill>
                <a:latin typeface="Canva Sans"/>
                <a:ea typeface="Canva Sans"/>
                <a:cs typeface="Canva Sans"/>
                <a:sym typeface="Canva Sans"/>
              </a:rPr>
              <a:t>-</a:t>
            </a:r>
          </a:p>
        </p:txBody>
      </p:sp>
      <p:sp>
        <p:nvSpPr>
          <p:cNvPr id="134" name="TextBox 83">
            <a:extLst>
              <a:ext uri="{FF2B5EF4-FFF2-40B4-BE49-F238E27FC236}">
                <a16:creationId xmlns:a16="http://schemas.microsoft.com/office/drawing/2014/main" id="{B0EEC96B-B1CE-D474-FAA2-4189A565004B}"/>
              </a:ext>
            </a:extLst>
          </p:cNvPr>
          <p:cNvSpPr txBox="1"/>
          <p:nvPr/>
        </p:nvSpPr>
        <p:spPr>
          <a:xfrm>
            <a:off x="8169132" y="1891470"/>
            <a:ext cx="421272" cy="240066"/>
          </a:xfrm>
          <a:prstGeom prst="rect">
            <a:avLst/>
          </a:prstGeom>
        </p:spPr>
        <p:txBody>
          <a:bodyPr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mins</a:t>
            </a:r>
          </a:p>
        </p:txBody>
      </p:sp>
      <p:sp>
        <p:nvSpPr>
          <p:cNvPr id="135" name="TextBox 103">
            <a:extLst>
              <a:ext uri="{FF2B5EF4-FFF2-40B4-BE49-F238E27FC236}">
                <a16:creationId xmlns:a16="http://schemas.microsoft.com/office/drawing/2014/main" id="{CC53BB42-0004-2192-70D0-3FF48644ADE3}"/>
              </a:ext>
            </a:extLst>
          </p:cNvPr>
          <p:cNvSpPr txBox="1"/>
          <p:nvPr/>
        </p:nvSpPr>
        <p:spPr>
          <a:xfrm>
            <a:off x="6910003" y="825126"/>
            <a:ext cx="868604" cy="263790"/>
          </a:xfrm>
          <a:prstGeom prst="rect">
            <a:avLst/>
          </a:prstGeom>
        </p:spPr>
        <p:txBody>
          <a:bodyPr wrap="square" lIns="0" tIns="0" rIns="0" bIns="0" rtlCol="0" anchor="t">
            <a:spAutoFit/>
          </a:bodyPr>
          <a:lstStyle/>
          <a:p>
            <a:pPr algn="ctr">
              <a:lnSpc>
                <a:spcPts val="2207"/>
              </a:lnSpc>
              <a:spcBef>
                <a:spcPct val="0"/>
              </a:spcBef>
            </a:pPr>
            <a:r>
              <a:rPr lang="en-US" sz="1577" dirty="0">
                <a:solidFill>
                  <a:srgbClr val="000000"/>
                </a:solidFill>
                <a:latin typeface="Canva Sans"/>
                <a:ea typeface="Canva Sans"/>
                <a:cs typeface="Canva Sans"/>
                <a:sym typeface="Canva Sans"/>
              </a:rPr>
              <a:t>Group</a:t>
            </a:r>
          </a:p>
        </p:txBody>
      </p:sp>
      <p:sp>
        <p:nvSpPr>
          <p:cNvPr id="136" name="TextBox 104">
            <a:extLst>
              <a:ext uri="{FF2B5EF4-FFF2-40B4-BE49-F238E27FC236}">
                <a16:creationId xmlns:a16="http://schemas.microsoft.com/office/drawing/2014/main" id="{1608A5EF-35AA-C4D4-F24E-ADC0F3FEA44F}"/>
              </a:ext>
            </a:extLst>
          </p:cNvPr>
          <p:cNvSpPr txBox="1"/>
          <p:nvPr/>
        </p:nvSpPr>
        <p:spPr>
          <a:xfrm>
            <a:off x="6869413" y="2343842"/>
            <a:ext cx="1124105" cy="240066"/>
          </a:xfrm>
          <a:prstGeom prst="rect">
            <a:avLst/>
          </a:prstGeom>
        </p:spPr>
        <p:txBody>
          <a:bodyPr wrap="square"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Group Type</a:t>
            </a:r>
          </a:p>
        </p:txBody>
      </p:sp>
      <p:sp>
        <p:nvSpPr>
          <p:cNvPr id="137" name="TextBox 105">
            <a:extLst>
              <a:ext uri="{FF2B5EF4-FFF2-40B4-BE49-F238E27FC236}">
                <a16:creationId xmlns:a16="http://schemas.microsoft.com/office/drawing/2014/main" id="{28496351-6FE3-49C5-5B6B-AF37FDE815CB}"/>
              </a:ext>
            </a:extLst>
          </p:cNvPr>
          <p:cNvSpPr txBox="1"/>
          <p:nvPr/>
        </p:nvSpPr>
        <p:spPr>
          <a:xfrm>
            <a:off x="6997508" y="2771760"/>
            <a:ext cx="827876" cy="240066"/>
          </a:xfrm>
          <a:prstGeom prst="rect">
            <a:avLst/>
          </a:prstGeom>
        </p:spPr>
        <p:txBody>
          <a:bodyPr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Members</a:t>
            </a:r>
          </a:p>
        </p:txBody>
      </p:sp>
      <p:grpSp>
        <p:nvGrpSpPr>
          <p:cNvPr id="139" name="Group 111">
            <a:extLst>
              <a:ext uri="{FF2B5EF4-FFF2-40B4-BE49-F238E27FC236}">
                <a16:creationId xmlns:a16="http://schemas.microsoft.com/office/drawing/2014/main" id="{397393FB-1B4C-8E32-DCD8-3EC4B7760736}"/>
              </a:ext>
            </a:extLst>
          </p:cNvPr>
          <p:cNvGrpSpPr/>
          <p:nvPr/>
        </p:nvGrpSpPr>
        <p:grpSpPr>
          <a:xfrm>
            <a:off x="8860908" y="853894"/>
            <a:ext cx="201735" cy="176518"/>
            <a:chOff x="0" y="0"/>
            <a:chExt cx="812800" cy="711200"/>
          </a:xfrm>
        </p:grpSpPr>
        <p:sp>
          <p:nvSpPr>
            <p:cNvPr id="140" name="Freeform 112">
              <a:extLst>
                <a:ext uri="{FF2B5EF4-FFF2-40B4-BE49-F238E27FC236}">
                  <a16:creationId xmlns:a16="http://schemas.microsoft.com/office/drawing/2014/main" id="{FC7C401D-BE50-3171-9063-445551CDB216}"/>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141" name="TextBox 113">
              <a:extLst>
                <a:ext uri="{FF2B5EF4-FFF2-40B4-BE49-F238E27FC236}">
                  <a16:creationId xmlns:a16="http://schemas.microsoft.com/office/drawing/2014/main" id="{FA8EBCAC-5E4F-0400-20B6-0CF4E478655E}"/>
                </a:ext>
              </a:extLst>
            </p:cNvPr>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a:p>
          </p:txBody>
        </p:sp>
      </p:grpSp>
      <p:grpSp>
        <p:nvGrpSpPr>
          <p:cNvPr id="142" name="Group 114">
            <a:extLst>
              <a:ext uri="{FF2B5EF4-FFF2-40B4-BE49-F238E27FC236}">
                <a16:creationId xmlns:a16="http://schemas.microsoft.com/office/drawing/2014/main" id="{F83D21BB-39A8-F8CD-CFE7-B04F23C5F57E}"/>
              </a:ext>
            </a:extLst>
          </p:cNvPr>
          <p:cNvGrpSpPr/>
          <p:nvPr/>
        </p:nvGrpSpPr>
        <p:grpSpPr>
          <a:xfrm>
            <a:off x="8114634" y="2181666"/>
            <a:ext cx="1318749" cy="478428"/>
            <a:chOff x="0" y="0"/>
            <a:chExt cx="465121" cy="168741"/>
          </a:xfrm>
        </p:grpSpPr>
        <p:sp>
          <p:nvSpPr>
            <p:cNvPr id="143" name="Freeform 115">
              <a:extLst>
                <a:ext uri="{FF2B5EF4-FFF2-40B4-BE49-F238E27FC236}">
                  <a16:creationId xmlns:a16="http://schemas.microsoft.com/office/drawing/2014/main" id="{16C71913-8C09-9255-4CE1-4485A2951D73}"/>
                </a:ext>
              </a:extLst>
            </p:cNvPr>
            <p:cNvSpPr/>
            <p:nvPr/>
          </p:nvSpPr>
          <p:spPr>
            <a:xfrm>
              <a:off x="0" y="0"/>
              <a:ext cx="465121" cy="168741"/>
            </a:xfrm>
            <a:custGeom>
              <a:avLst/>
              <a:gdLst/>
              <a:ahLst/>
              <a:cxnLst/>
              <a:rect l="l" t="t" r="r" b="b"/>
              <a:pathLst>
                <a:path w="465121" h="168741">
                  <a:moveTo>
                    <a:pt x="0" y="0"/>
                  </a:moveTo>
                  <a:lnTo>
                    <a:pt x="465121" y="0"/>
                  </a:lnTo>
                  <a:lnTo>
                    <a:pt x="465121" y="168741"/>
                  </a:lnTo>
                  <a:lnTo>
                    <a:pt x="0" y="168741"/>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144" name="TextBox 116">
              <a:extLst>
                <a:ext uri="{FF2B5EF4-FFF2-40B4-BE49-F238E27FC236}">
                  <a16:creationId xmlns:a16="http://schemas.microsoft.com/office/drawing/2014/main" id="{F9A6C22F-9872-EE49-66C1-ACDD35D62938}"/>
                </a:ext>
              </a:extLst>
            </p:cNvPr>
            <p:cNvSpPr txBox="1"/>
            <p:nvPr/>
          </p:nvSpPr>
          <p:spPr>
            <a:xfrm>
              <a:off x="0" y="-28575"/>
              <a:ext cx="465121" cy="197316"/>
            </a:xfrm>
            <a:prstGeom prst="rect">
              <a:avLst/>
            </a:prstGeom>
          </p:spPr>
          <p:txBody>
            <a:bodyPr lIns="40638" tIns="40638" rIns="40638" bIns="40638" rtlCol="0" anchor="ctr"/>
            <a:lstStyle/>
            <a:p>
              <a:pPr algn="ctr">
                <a:lnSpc>
                  <a:spcPts val="2016"/>
                </a:lnSpc>
              </a:pPr>
              <a:endParaRPr sz="1088"/>
            </a:p>
          </p:txBody>
        </p:sp>
      </p:grpSp>
      <p:grpSp>
        <p:nvGrpSpPr>
          <p:cNvPr id="145" name="Group 117">
            <a:extLst>
              <a:ext uri="{FF2B5EF4-FFF2-40B4-BE49-F238E27FC236}">
                <a16:creationId xmlns:a16="http://schemas.microsoft.com/office/drawing/2014/main" id="{CDA20EF0-69AB-778F-0E52-ED76111C508F}"/>
              </a:ext>
            </a:extLst>
          </p:cNvPr>
          <p:cNvGrpSpPr/>
          <p:nvPr/>
        </p:nvGrpSpPr>
        <p:grpSpPr>
          <a:xfrm>
            <a:off x="9414295" y="2186555"/>
            <a:ext cx="406432" cy="478712"/>
            <a:chOff x="0" y="0"/>
            <a:chExt cx="143348" cy="168841"/>
          </a:xfrm>
        </p:grpSpPr>
        <p:sp>
          <p:nvSpPr>
            <p:cNvPr id="146" name="Freeform 118">
              <a:extLst>
                <a:ext uri="{FF2B5EF4-FFF2-40B4-BE49-F238E27FC236}">
                  <a16:creationId xmlns:a16="http://schemas.microsoft.com/office/drawing/2014/main" id="{77272CA1-83DB-4F2B-6BD4-629411E587D6}"/>
                </a:ext>
              </a:extLst>
            </p:cNvPr>
            <p:cNvSpPr/>
            <p:nvPr/>
          </p:nvSpPr>
          <p:spPr>
            <a:xfrm>
              <a:off x="0" y="0"/>
              <a:ext cx="143348" cy="168841"/>
            </a:xfrm>
            <a:custGeom>
              <a:avLst/>
              <a:gdLst/>
              <a:ahLst/>
              <a:cxnLst/>
              <a:rect l="l" t="t" r="r" b="b"/>
              <a:pathLst>
                <a:path w="143348" h="168841">
                  <a:moveTo>
                    <a:pt x="0" y="0"/>
                  </a:moveTo>
                  <a:lnTo>
                    <a:pt x="143348" y="0"/>
                  </a:lnTo>
                  <a:lnTo>
                    <a:pt x="143348" y="168841"/>
                  </a:lnTo>
                  <a:lnTo>
                    <a:pt x="0" y="168841"/>
                  </a:lnTo>
                  <a:close/>
                </a:path>
              </a:pathLst>
            </a:custGeom>
            <a:solidFill>
              <a:srgbClr val="FDFDFD">
                <a:alpha val="38824"/>
              </a:srgbClr>
            </a:solidFill>
            <a:ln w="9525" cap="sq">
              <a:solidFill>
                <a:srgbClr val="000000">
                  <a:alpha val="38824"/>
                </a:srgbClr>
              </a:solidFill>
              <a:prstDash val="solid"/>
              <a:miter/>
            </a:ln>
          </p:spPr>
          <p:txBody>
            <a:bodyPr/>
            <a:lstStyle/>
            <a:p>
              <a:endParaRPr lang="en-SG" sz="1088"/>
            </a:p>
          </p:txBody>
        </p:sp>
        <p:sp>
          <p:nvSpPr>
            <p:cNvPr id="147" name="TextBox 119">
              <a:extLst>
                <a:ext uri="{FF2B5EF4-FFF2-40B4-BE49-F238E27FC236}">
                  <a16:creationId xmlns:a16="http://schemas.microsoft.com/office/drawing/2014/main" id="{EB052908-1599-36AD-4E2E-BF67F0AFD8E7}"/>
                </a:ext>
              </a:extLst>
            </p:cNvPr>
            <p:cNvSpPr txBox="1"/>
            <p:nvPr/>
          </p:nvSpPr>
          <p:spPr>
            <a:xfrm>
              <a:off x="0" y="-28575"/>
              <a:ext cx="143348" cy="197416"/>
            </a:xfrm>
            <a:prstGeom prst="rect">
              <a:avLst/>
            </a:prstGeom>
          </p:spPr>
          <p:txBody>
            <a:bodyPr lIns="40638" tIns="40638" rIns="40638" bIns="40638" rtlCol="0" anchor="ctr"/>
            <a:lstStyle/>
            <a:p>
              <a:pPr algn="ctr">
                <a:lnSpc>
                  <a:spcPts val="2016"/>
                </a:lnSpc>
              </a:pPr>
              <a:endParaRPr sz="1088"/>
            </a:p>
          </p:txBody>
        </p:sp>
      </p:grpSp>
      <p:sp>
        <p:nvSpPr>
          <p:cNvPr id="148" name="TextBox 120">
            <a:extLst>
              <a:ext uri="{FF2B5EF4-FFF2-40B4-BE49-F238E27FC236}">
                <a16:creationId xmlns:a16="http://schemas.microsoft.com/office/drawing/2014/main" id="{90EF8EB9-F7B6-DBB0-0F94-637EBD608E15}"/>
              </a:ext>
            </a:extLst>
          </p:cNvPr>
          <p:cNvSpPr txBox="1"/>
          <p:nvPr/>
        </p:nvSpPr>
        <p:spPr>
          <a:xfrm>
            <a:off x="8315205" y="2320825"/>
            <a:ext cx="803441" cy="264240"/>
          </a:xfrm>
          <a:prstGeom prst="rect">
            <a:avLst/>
          </a:prstGeom>
        </p:spPr>
        <p:txBody>
          <a:bodyPr wrap="square" lIns="0" tIns="0" rIns="0" bIns="0" rtlCol="0" anchor="t">
            <a:spAutoFit/>
          </a:bodyPr>
          <a:lstStyle/>
          <a:p>
            <a:pPr algn="ctr">
              <a:lnSpc>
                <a:spcPts val="2226"/>
              </a:lnSpc>
              <a:spcBef>
                <a:spcPct val="0"/>
              </a:spcBef>
            </a:pPr>
            <a:r>
              <a:rPr lang="en-US" sz="1590" dirty="0">
                <a:solidFill>
                  <a:srgbClr val="000000"/>
                </a:solidFill>
                <a:latin typeface="Canva Sans"/>
                <a:ea typeface="Canva Sans"/>
                <a:cs typeface="Canva Sans"/>
                <a:sym typeface="Canva Sans"/>
              </a:rPr>
              <a:t>Family</a:t>
            </a:r>
          </a:p>
        </p:txBody>
      </p:sp>
      <p:grpSp>
        <p:nvGrpSpPr>
          <p:cNvPr id="149" name="Group 121">
            <a:extLst>
              <a:ext uri="{FF2B5EF4-FFF2-40B4-BE49-F238E27FC236}">
                <a16:creationId xmlns:a16="http://schemas.microsoft.com/office/drawing/2014/main" id="{219B2B68-BDB2-666E-1BAC-B2B7878AE77B}"/>
              </a:ext>
            </a:extLst>
          </p:cNvPr>
          <p:cNvGrpSpPr/>
          <p:nvPr/>
        </p:nvGrpSpPr>
        <p:grpSpPr>
          <a:xfrm rot="10800000">
            <a:off x="9562201" y="2366699"/>
            <a:ext cx="203378" cy="177955"/>
            <a:chOff x="0" y="0"/>
            <a:chExt cx="812800" cy="711200"/>
          </a:xfrm>
        </p:grpSpPr>
        <p:sp>
          <p:nvSpPr>
            <p:cNvPr id="150" name="Freeform 122">
              <a:extLst>
                <a:ext uri="{FF2B5EF4-FFF2-40B4-BE49-F238E27FC236}">
                  <a16:creationId xmlns:a16="http://schemas.microsoft.com/office/drawing/2014/main" id="{F805D18E-EAB3-D87C-CD72-614E5B6BF285}"/>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151" name="TextBox 123">
              <a:extLst>
                <a:ext uri="{FF2B5EF4-FFF2-40B4-BE49-F238E27FC236}">
                  <a16:creationId xmlns:a16="http://schemas.microsoft.com/office/drawing/2014/main" id="{B3436049-2333-FE24-803E-5F68D40E1A92}"/>
                </a:ext>
              </a:extLst>
            </p:cNvPr>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a:p>
          </p:txBody>
        </p:sp>
      </p:grpSp>
      <p:sp>
        <p:nvSpPr>
          <p:cNvPr id="152" name="TextBox 124">
            <a:extLst>
              <a:ext uri="{FF2B5EF4-FFF2-40B4-BE49-F238E27FC236}">
                <a16:creationId xmlns:a16="http://schemas.microsoft.com/office/drawing/2014/main" id="{17B8E5CA-188B-B880-96D4-FA0FE910D1CC}"/>
              </a:ext>
            </a:extLst>
          </p:cNvPr>
          <p:cNvSpPr txBox="1"/>
          <p:nvPr/>
        </p:nvSpPr>
        <p:spPr>
          <a:xfrm>
            <a:off x="7398757" y="1840116"/>
            <a:ext cx="339398" cy="264560"/>
          </a:xfrm>
          <a:prstGeom prst="rect">
            <a:avLst/>
          </a:prstGeom>
        </p:spPr>
        <p:txBody>
          <a:bodyPr wrap="square" lIns="0" tIns="0" rIns="0" bIns="0" rtlCol="0" anchor="t">
            <a:spAutoFit/>
          </a:bodyPr>
          <a:lstStyle/>
          <a:p>
            <a:pPr algn="ctr">
              <a:lnSpc>
                <a:spcPts val="2239"/>
              </a:lnSpc>
              <a:spcBef>
                <a:spcPct val="0"/>
              </a:spcBef>
            </a:pPr>
            <a:r>
              <a:rPr lang="en-US" sz="1599" dirty="0">
                <a:solidFill>
                  <a:srgbClr val="000000"/>
                </a:solidFill>
                <a:latin typeface="Canva Sans"/>
                <a:ea typeface="Canva Sans"/>
                <a:cs typeface="Canva Sans"/>
                <a:sym typeface="Canva Sans"/>
              </a:rPr>
              <a:t>25</a:t>
            </a:r>
          </a:p>
        </p:txBody>
      </p:sp>
      <p:sp>
        <p:nvSpPr>
          <p:cNvPr id="36" name="TextBox 41">
            <a:extLst>
              <a:ext uri="{FF2B5EF4-FFF2-40B4-BE49-F238E27FC236}">
                <a16:creationId xmlns:a16="http://schemas.microsoft.com/office/drawing/2014/main" id="{99045981-3639-B6B5-E4ED-024446ECAF41}"/>
              </a:ext>
            </a:extLst>
          </p:cNvPr>
          <p:cNvSpPr txBox="1"/>
          <p:nvPr/>
        </p:nvSpPr>
        <p:spPr>
          <a:xfrm>
            <a:off x="9058935" y="3818074"/>
            <a:ext cx="424356" cy="240579"/>
          </a:xfrm>
          <a:prstGeom prst="rect">
            <a:avLst/>
          </a:prstGeom>
        </p:spPr>
        <p:txBody>
          <a:bodyPr lIns="0" tIns="0" rIns="0" bIns="0" rtlCol="0" anchor="t">
            <a:spAutoFit/>
          </a:bodyPr>
          <a:lstStyle/>
          <a:p>
            <a:pPr algn="ctr">
              <a:lnSpc>
                <a:spcPts val="2040"/>
              </a:lnSpc>
              <a:spcBef>
                <a:spcPct val="0"/>
              </a:spcBef>
            </a:pPr>
            <a:r>
              <a:rPr lang="en-US" sz="1457" dirty="0">
                <a:solidFill>
                  <a:srgbClr val="000000"/>
                </a:solidFill>
                <a:latin typeface="Canva Sans"/>
                <a:ea typeface="Canva Sans"/>
                <a:cs typeface="Canva Sans"/>
                <a:sym typeface="Canva Sans"/>
              </a:rPr>
              <a:t>Sav</a:t>
            </a:r>
          </a:p>
        </p:txBody>
      </p:sp>
      <p:graphicFrame>
        <p:nvGraphicFramePr>
          <p:cNvPr id="37" name="Table 127">
            <a:extLst>
              <a:ext uri="{FF2B5EF4-FFF2-40B4-BE49-F238E27FC236}">
                <a16:creationId xmlns:a16="http://schemas.microsoft.com/office/drawing/2014/main" id="{E2429B05-976A-C010-3ED0-77D0829A50E1}"/>
              </a:ext>
            </a:extLst>
          </p:cNvPr>
          <p:cNvGraphicFramePr>
            <a:graphicFrameLocks noGrp="1"/>
          </p:cNvGraphicFramePr>
          <p:nvPr>
            <p:extLst>
              <p:ext uri="{D42A27DB-BD31-4B8C-83A1-F6EECF244321}">
                <p14:modId xmlns:p14="http://schemas.microsoft.com/office/powerpoint/2010/main" val="4092213222"/>
              </p:ext>
            </p:extLst>
          </p:nvPr>
        </p:nvGraphicFramePr>
        <p:xfrm>
          <a:off x="8115503" y="2643293"/>
          <a:ext cx="1285140" cy="2278003"/>
        </p:xfrm>
        <a:graphic>
          <a:graphicData uri="http://schemas.openxmlformats.org/drawingml/2006/table">
            <a:tbl>
              <a:tblPr/>
              <a:tblGrid>
                <a:gridCol w="1285140">
                  <a:extLst>
                    <a:ext uri="{9D8B030D-6E8A-4147-A177-3AD203B41FA5}">
                      <a16:colId xmlns:a16="http://schemas.microsoft.com/office/drawing/2014/main" val="20000"/>
                    </a:ext>
                  </a:extLst>
                </a:gridCol>
              </a:tblGrid>
              <a:tr h="297885">
                <a:tc>
                  <a:txBody>
                    <a:bodyPr/>
                    <a:lstStyle/>
                    <a:p>
                      <a:pPr algn="ctr">
                        <a:lnSpc>
                          <a:spcPts val="1891"/>
                        </a:lnSpc>
                        <a:defRPr/>
                      </a:pPr>
                      <a:endParaRPr lang="en-US" sz="900"/>
                    </a:p>
                  </a:txBody>
                  <a:tcPr marL="40025" marR="40025" marT="40025" marB="40025" anchor="ctr">
                    <a:lnL w="5364" cap="flat" cmpd="sng" algn="ctr">
                      <a:solidFill>
                        <a:srgbClr val="A6A6A6"/>
                      </a:solidFill>
                      <a:prstDash val="solid"/>
                      <a:round/>
                      <a:headEnd type="none" w="med" len="med"/>
                      <a:tailEnd type="none" w="med" len="med"/>
                    </a:lnL>
                    <a:lnR w="5364" cap="flat" cmpd="sng" algn="ctr">
                      <a:solidFill>
                        <a:srgbClr val="A6A6A6"/>
                      </a:solidFill>
                      <a:prstDash val="solid"/>
                      <a:round/>
                      <a:headEnd type="none" w="med" len="med"/>
                      <a:tailEnd type="none" w="med" len="med"/>
                    </a:lnR>
                    <a:lnT w="5364" cap="flat" cmpd="sng" algn="ctr">
                      <a:solidFill>
                        <a:srgbClr val="A6A6A6"/>
                      </a:solidFill>
                      <a:prstDash val="solid"/>
                      <a:round/>
                      <a:headEnd type="none" w="med" len="med"/>
                      <a:tailEnd type="none" w="med" len="med"/>
                    </a:lnT>
                    <a:lnB w="5364"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36687">
                <a:tc>
                  <a:txBody>
                    <a:bodyPr/>
                    <a:lstStyle/>
                    <a:p>
                      <a:pPr algn="ctr">
                        <a:lnSpc>
                          <a:spcPts val="1891"/>
                        </a:lnSpc>
                        <a:defRPr/>
                      </a:pPr>
                      <a:endParaRPr lang="en-US" sz="900" dirty="0"/>
                    </a:p>
                  </a:txBody>
                  <a:tcPr marL="40025" marR="40025" marT="40025" marB="40025" anchor="ctr">
                    <a:lnL w="5364" cap="flat" cmpd="sng" algn="ctr">
                      <a:solidFill>
                        <a:srgbClr val="A6A6A6"/>
                      </a:solidFill>
                      <a:prstDash val="solid"/>
                      <a:round/>
                      <a:headEnd type="none" w="med" len="med"/>
                      <a:tailEnd type="none" w="med" len="med"/>
                    </a:lnL>
                    <a:lnR w="5364" cap="flat" cmpd="sng" algn="ctr">
                      <a:solidFill>
                        <a:srgbClr val="A6A6A6"/>
                      </a:solidFill>
                      <a:prstDash val="solid"/>
                      <a:round/>
                      <a:headEnd type="none" w="med" len="med"/>
                      <a:tailEnd type="none" w="med" len="med"/>
                    </a:lnR>
                    <a:lnT w="5364" cap="flat" cmpd="sng" algn="ctr">
                      <a:solidFill>
                        <a:srgbClr val="A6A6A6"/>
                      </a:solidFill>
                      <a:prstDash val="solid"/>
                      <a:round/>
                      <a:headEnd type="none" w="med" len="med"/>
                      <a:tailEnd type="none" w="med" len="med"/>
                    </a:lnT>
                    <a:lnB w="5364"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7885">
                <a:tc>
                  <a:txBody>
                    <a:bodyPr/>
                    <a:lstStyle/>
                    <a:p>
                      <a:pPr algn="ctr">
                        <a:lnSpc>
                          <a:spcPts val="1891"/>
                        </a:lnSpc>
                        <a:defRPr/>
                      </a:pPr>
                      <a:endParaRPr lang="en-US" sz="900" dirty="0"/>
                    </a:p>
                  </a:txBody>
                  <a:tcPr marL="40025" marR="40025" marT="40025" marB="40025" anchor="ctr">
                    <a:lnL w="5364" cap="flat" cmpd="sng" algn="ctr">
                      <a:solidFill>
                        <a:srgbClr val="A6A6A6"/>
                      </a:solidFill>
                      <a:prstDash val="solid"/>
                      <a:round/>
                      <a:headEnd type="none" w="med" len="med"/>
                      <a:tailEnd type="none" w="med" len="med"/>
                    </a:lnL>
                    <a:lnR w="5364" cap="flat" cmpd="sng" algn="ctr">
                      <a:solidFill>
                        <a:srgbClr val="A6A6A6"/>
                      </a:solidFill>
                      <a:prstDash val="solid"/>
                      <a:round/>
                      <a:headEnd type="none" w="med" len="med"/>
                      <a:tailEnd type="none" w="med" len="med"/>
                    </a:lnR>
                    <a:lnT w="5364" cap="flat" cmpd="sng" algn="ctr">
                      <a:solidFill>
                        <a:srgbClr val="A6A6A6"/>
                      </a:solidFill>
                      <a:prstDash val="solid"/>
                      <a:round/>
                      <a:headEnd type="none" w="med" len="med"/>
                      <a:tailEnd type="none" w="med" len="med"/>
                    </a:lnT>
                    <a:lnB w="5364"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6768">
                <a:tc>
                  <a:txBody>
                    <a:bodyPr/>
                    <a:lstStyle/>
                    <a:p>
                      <a:pPr algn="ctr">
                        <a:lnSpc>
                          <a:spcPts val="1891"/>
                        </a:lnSpc>
                        <a:defRPr/>
                      </a:pPr>
                      <a:endParaRPr lang="en-US" sz="900"/>
                    </a:p>
                  </a:txBody>
                  <a:tcPr marL="40025" marR="40025" marT="40025" marB="40025" anchor="ctr">
                    <a:lnL w="5364" cap="flat" cmpd="sng" algn="ctr">
                      <a:solidFill>
                        <a:srgbClr val="A6A6A6"/>
                      </a:solidFill>
                      <a:prstDash val="solid"/>
                      <a:round/>
                      <a:headEnd type="none" w="med" len="med"/>
                      <a:tailEnd type="none" w="med" len="med"/>
                    </a:lnL>
                    <a:lnR w="5364" cap="flat" cmpd="sng" algn="ctr">
                      <a:solidFill>
                        <a:srgbClr val="A6A6A6"/>
                      </a:solidFill>
                      <a:prstDash val="solid"/>
                      <a:round/>
                      <a:headEnd type="none" w="med" len="med"/>
                      <a:tailEnd type="none" w="med" len="med"/>
                    </a:lnR>
                    <a:lnT w="5364" cap="flat" cmpd="sng" algn="ctr">
                      <a:solidFill>
                        <a:srgbClr val="A6A6A6"/>
                      </a:solidFill>
                      <a:prstDash val="solid"/>
                      <a:round/>
                      <a:headEnd type="none" w="med" len="med"/>
                      <a:tailEnd type="none" w="med" len="med"/>
                    </a:lnT>
                    <a:lnB w="5364"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738">
                <a:tc>
                  <a:txBody>
                    <a:bodyPr/>
                    <a:lstStyle/>
                    <a:p>
                      <a:pPr algn="ctr">
                        <a:lnSpc>
                          <a:spcPts val="1891"/>
                        </a:lnSpc>
                        <a:defRPr/>
                      </a:pPr>
                      <a:endParaRPr lang="en-US" sz="900" dirty="0"/>
                    </a:p>
                  </a:txBody>
                  <a:tcPr marL="40025" marR="40025" marT="40025" marB="40025" anchor="ctr">
                    <a:lnL w="5364" cap="flat" cmpd="sng" algn="ctr">
                      <a:solidFill>
                        <a:srgbClr val="A6A6A6"/>
                      </a:solidFill>
                      <a:prstDash val="solid"/>
                      <a:round/>
                      <a:headEnd type="none" w="med" len="med"/>
                      <a:tailEnd type="none" w="med" len="med"/>
                    </a:lnL>
                    <a:lnR w="5364" cap="flat" cmpd="sng" algn="ctr">
                      <a:solidFill>
                        <a:srgbClr val="A6A6A6"/>
                      </a:solidFill>
                      <a:prstDash val="solid"/>
                      <a:round/>
                      <a:headEnd type="none" w="med" len="med"/>
                      <a:tailEnd type="none" w="med" len="med"/>
                    </a:lnR>
                    <a:lnT w="5364" cap="flat" cmpd="sng" algn="ctr">
                      <a:solidFill>
                        <a:srgbClr val="A6A6A6"/>
                      </a:solidFill>
                      <a:prstDash val="solid"/>
                      <a:round/>
                      <a:headEnd type="none" w="med" len="med"/>
                      <a:tailEnd type="none" w="med" len="med"/>
                    </a:lnT>
                    <a:lnB w="5364"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1040">
                <a:tc>
                  <a:txBody>
                    <a:bodyPr/>
                    <a:lstStyle/>
                    <a:p>
                      <a:pPr algn="ctr">
                        <a:lnSpc>
                          <a:spcPts val="1891"/>
                        </a:lnSpc>
                        <a:defRPr/>
                      </a:pPr>
                      <a:endParaRPr lang="en-US" sz="900" dirty="0"/>
                    </a:p>
                  </a:txBody>
                  <a:tcPr marL="40025" marR="40025" marT="40025" marB="40025" anchor="ctr">
                    <a:lnL w="5364" cap="flat" cmpd="sng" algn="ctr">
                      <a:solidFill>
                        <a:srgbClr val="A6A6A6"/>
                      </a:solidFill>
                      <a:prstDash val="solid"/>
                      <a:round/>
                      <a:headEnd type="none" w="med" len="med"/>
                      <a:tailEnd type="none" w="med" len="med"/>
                    </a:lnL>
                    <a:lnR w="5364" cap="flat" cmpd="sng" algn="ctr">
                      <a:solidFill>
                        <a:srgbClr val="A6A6A6"/>
                      </a:solidFill>
                      <a:prstDash val="solid"/>
                      <a:round/>
                      <a:headEnd type="none" w="med" len="med"/>
                      <a:tailEnd type="none" w="med" len="med"/>
                    </a:lnR>
                    <a:lnT w="5364" cap="flat" cmpd="sng" algn="ctr">
                      <a:solidFill>
                        <a:srgbClr val="A6A6A6"/>
                      </a:solidFill>
                      <a:prstDash val="solid"/>
                      <a:round/>
                      <a:headEnd type="none" w="med" len="med"/>
                      <a:tailEnd type="none" w="med" len="med"/>
                    </a:lnT>
                    <a:lnB w="5364"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38" name="TextBox 128">
            <a:extLst>
              <a:ext uri="{FF2B5EF4-FFF2-40B4-BE49-F238E27FC236}">
                <a16:creationId xmlns:a16="http://schemas.microsoft.com/office/drawing/2014/main" id="{C6A8635F-8297-F655-D4B2-0563EF68B19A}"/>
              </a:ext>
            </a:extLst>
          </p:cNvPr>
          <p:cNvSpPr txBox="1"/>
          <p:nvPr/>
        </p:nvSpPr>
        <p:spPr>
          <a:xfrm>
            <a:off x="8166388" y="2758709"/>
            <a:ext cx="1101074" cy="180049"/>
          </a:xfrm>
          <a:prstGeom prst="rect">
            <a:avLst/>
          </a:prstGeom>
        </p:spPr>
        <p:txBody>
          <a:bodyPr wrap="square" lIns="0" tIns="0" rIns="0" bIns="0" rtlCol="0" anchor="t">
            <a:spAutoFit/>
          </a:bodyPr>
          <a:lstStyle/>
          <a:p>
            <a:pPr algn="ctr">
              <a:lnSpc>
                <a:spcPts val="1513"/>
              </a:lnSpc>
              <a:spcBef>
                <a:spcPct val="0"/>
              </a:spcBef>
            </a:pPr>
            <a:r>
              <a:rPr lang="en-US" sz="1080" dirty="0">
                <a:solidFill>
                  <a:srgbClr val="000000"/>
                </a:solidFill>
                <a:latin typeface="Canva Sans"/>
                <a:ea typeface="Canva Sans"/>
                <a:cs typeface="Canva Sans"/>
                <a:sym typeface="Canva Sans"/>
              </a:rPr>
              <a:t>Corporate</a:t>
            </a:r>
          </a:p>
        </p:txBody>
      </p:sp>
      <p:grpSp>
        <p:nvGrpSpPr>
          <p:cNvPr id="39" name="Group 129">
            <a:extLst>
              <a:ext uri="{FF2B5EF4-FFF2-40B4-BE49-F238E27FC236}">
                <a16:creationId xmlns:a16="http://schemas.microsoft.com/office/drawing/2014/main" id="{1899D9FD-D6C8-D762-BB62-219A7D1F2A33}"/>
              </a:ext>
            </a:extLst>
          </p:cNvPr>
          <p:cNvGrpSpPr/>
          <p:nvPr/>
        </p:nvGrpSpPr>
        <p:grpSpPr>
          <a:xfrm>
            <a:off x="8115503" y="3296879"/>
            <a:ext cx="1288610" cy="386969"/>
            <a:chOff x="0" y="0"/>
            <a:chExt cx="619466" cy="186025"/>
          </a:xfrm>
        </p:grpSpPr>
        <p:sp>
          <p:nvSpPr>
            <p:cNvPr id="40" name="Freeform 130">
              <a:extLst>
                <a:ext uri="{FF2B5EF4-FFF2-40B4-BE49-F238E27FC236}">
                  <a16:creationId xmlns:a16="http://schemas.microsoft.com/office/drawing/2014/main" id="{8D194F89-0B35-3808-7CF0-BAAFDE9E6BD4}"/>
                </a:ext>
              </a:extLst>
            </p:cNvPr>
            <p:cNvSpPr/>
            <p:nvPr/>
          </p:nvSpPr>
          <p:spPr>
            <a:xfrm>
              <a:off x="0" y="0"/>
              <a:ext cx="619466" cy="186025"/>
            </a:xfrm>
            <a:custGeom>
              <a:avLst/>
              <a:gdLst/>
              <a:ahLst/>
              <a:cxnLst/>
              <a:rect l="l" t="t" r="r" b="b"/>
              <a:pathLst>
                <a:path w="619466" h="186025">
                  <a:moveTo>
                    <a:pt x="0" y="0"/>
                  </a:moveTo>
                  <a:lnTo>
                    <a:pt x="619466" y="0"/>
                  </a:lnTo>
                  <a:lnTo>
                    <a:pt x="619466" y="186025"/>
                  </a:lnTo>
                  <a:lnTo>
                    <a:pt x="0" y="186025"/>
                  </a:lnTo>
                  <a:close/>
                </a:path>
              </a:pathLst>
            </a:custGeom>
            <a:solidFill>
              <a:srgbClr val="FFF1EF"/>
            </a:solidFill>
            <a:ln w="9525" cap="sq">
              <a:solidFill>
                <a:srgbClr val="A6A6A6"/>
              </a:solidFill>
              <a:prstDash val="solid"/>
              <a:miter/>
            </a:ln>
          </p:spPr>
          <p:txBody>
            <a:bodyPr/>
            <a:lstStyle/>
            <a:p>
              <a:endParaRPr lang="en-SG" sz="1088"/>
            </a:p>
          </p:txBody>
        </p:sp>
        <p:sp>
          <p:nvSpPr>
            <p:cNvPr id="41" name="TextBox 131">
              <a:extLst>
                <a:ext uri="{FF2B5EF4-FFF2-40B4-BE49-F238E27FC236}">
                  <a16:creationId xmlns:a16="http://schemas.microsoft.com/office/drawing/2014/main" id="{2C700BE3-5037-09CB-9B46-C99F8E7B9799}"/>
                </a:ext>
              </a:extLst>
            </p:cNvPr>
            <p:cNvSpPr txBox="1"/>
            <p:nvPr/>
          </p:nvSpPr>
          <p:spPr>
            <a:xfrm>
              <a:off x="0" y="-28575"/>
              <a:ext cx="619466" cy="214600"/>
            </a:xfrm>
            <a:prstGeom prst="rect">
              <a:avLst/>
            </a:prstGeom>
          </p:spPr>
          <p:txBody>
            <a:bodyPr lIns="40638" tIns="40638" rIns="40638" bIns="40638" rtlCol="0" anchor="ctr"/>
            <a:lstStyle/>
            <a:p>
              <a:pPr algn="ctr">
                <a:lnSpc>
                  <a:spcPts val="2016"/>
                </a:lnSpc>
              </a:pPr>
              <a:endParaRPr sz="1088"/>
            </a:p>
          </p:txBody>
        </p:sp>
      </p:grpSp>
      <p:sp>
        <p:nvSpPr>
          <p:cNvPr id="42" name="TextBox 132">
            <a:extLst>
              <a:ext uri="{FF2B5EF4-FFF2-40B4-BE49-F238E27FC236}">
                <a16:creationId xmlns:a16="http://schemas.microsoft.com/office/drawing/2014/main" id="{C433C2CD-8505-A6CE-D5DE-E87C5CC8A9E0}"/>
              </a:ext>
            </a:extLst>
          </p:cNvPr>
          <p:cNvSpPr txBox="1"/>
          <p:nvPr/>
        </p:nvSpPr>
        <p:spPr>
          <a:xfrm>
            <a:off x="8397606" y="3086837"/>
            <a:ext cx="472078" cy="180049"/>
          </a:xfrm>
          <a:prstGeom prst="rect">
            <a:avLst/>
          </a:prstGeom>
        </p:spPr>
        <p:txBody>
          <a:bodyPr lIns="0" tIns="0" rIns="0" bIns="0" rtlCol="0" anchor="t">
            <a:spAutoFit/>
          </a:bodyPr>
          <a:lstStyle/>
          <a:p>
            <a:pPr algn="ctr">
              <a:lnSpc>
                <a:spcPts val="1513"/>
              </a:lnSpc>
              <a:spcBef>
                <a:spcPct val="0"/>
              </a:spcBef>
            </a:pPr>
            <a:r>
              <a:rPr lang="en-US" sz="1080" dirty="0">
                <a:solidFill>
                  <a:srgbClr val="000000"/>
                </a:solidFill>
                <a:latin typeface="Canva Sans"/>
                <a:ea typeface="Canva Sans"/>
                <a:cs typeface="Canva Sans"/>
                <a:sym typeface="Canva Sans"/>
              </a:rPr>
              <a:t>Couple</a:t>
            </a:r>
          </a:p>
        </p:txBody>
      </p:sp>
      <p:sp>
        <p:nvSpPr>
          <p:cNvPr id="43" name="TextBox 133">
            <a:extLst>
              <a:ext uri="{FF2B5EF4-FFF2-40B4-BE49-F238E27FC236}">
                <a16:creationId xmlns:a16="http://schemas.microsoft.com/office/drawing/2014/main" id="{E4348E76-6154-5DD9-2C4C-92996307AFB7}"/>
              </a:ext>
            </a:extLst>
          </p:cNvPr>
          <p:cNvSpPr txBox="1"/>
          <p:nvPr/>
        </p:nvSpPr>
        <p:spPr>
          <a:xfrm>
            <a:off x="8274633" y="3412930"/>
            <a:ext cx="718024" cy="180049"/>
          </a:xfrm>
          <a:prstGeom prst="rect">
            <a:avLst/>
          </a:prstGeom>
        </p:spPr>
        <p:txBody>
          <a:bodyPr wrap="square" lIns="0" tIns="0" rIns="0" bIns="0" rtlCol="0" anchor="t">
            <a:spAutoFit/>
          </a:bodyPr>
          <a:lstStyle/>
          <a:p>
            <a:pPr algn="ctr">
              <a:lnSpc>
                <a:spcPts val="1513"/>
              </a:lnSpc>
              <a:spcBef>
                <a:spcPct val="0"/>
              </a:spcBef>
            </a:pPr>
            <a:r>
              <a:rPr lang="en-US" sz="1080" dirty="0">
                <a:solidFill>
                  <a:srgbClr val="000000"/>
                </a:solidFill>
                <a:latin typeface="Canva Sans"/>
                <a:ea typeface="Canva Sans"/>
                <a:cs typeface="Canva Sans"/>
                <a:sym typeface="Canva Sans"/>
              </a:rPr>
              <a:t>Family</a:t>
            </a:r>
          </a:p>
        </p:txBody>
      </p:sp>
      <p:sp>
        <p:nvSpPr>
          <p:cNvPr id="44" name="TextBox 134">
            <a:extLst>
              <a:ext uri="{FF2B5EF4-FFF2-40B4-BE49-F238E27FC236}">
                <a16:creationId xmlns:a16="http://schemas.microsoft.com/office/drawing/2014/main" id="{4520A563-49CD-2BA5-BF17-869548DBDEEA}"/>
              </a:ext>
            </a:extLst>
          </p:cNvPr>
          <p:cNvSpPr txBox="1"/>
          <p:nvPr/>
        </p:nvSpPr>
        <p:spPr>
          <a:xfrm>
            <a:off x="8298240" y="3766223"/>
            <a:ext cx="629954" cy="180049"/>
          </a:xfrm>
          <a:prstGeom prst="rect">
            <a:avLst/>
          </a:prstGeom>
        </p:spPr>
        <p:txBody>
          <a:bodyPr wrap="square" lIns="0" tIns="0" rIns="0" bIns="0" rtlCol="0" anchor="t">
            <a:spAutoFit/>
          </a:bodyPr>
          <a:lstStyle/>
          <a:p>
            <a:pPr algn="ctr">
              <a:lnSpc>
                <a:spcPts val="1513"/>
              </a:lnSpc>
              <a:spcBef>
                <a:spcPct val="0"/>
              </a:spcBef>
            </a:pPr>
            <a:r>
              <a:rPr lang="en-US" sz="1080" dirty="0">
                <a:solidFill>
                  <a:srgbClr val="000000"/>
                </a:solidFill>
                <a:latin typeface="Canva Sans"/>
                <a:ea typeface="Canva Sans"/>
                <a:cs typeface="Canva Sans"/>
                <a:sym typeface="Canva Sans"/>
              </a:rPr>
              <a:t>Friends</a:t>
            </a:r>
          </a:p>
        </p:txBody>
      </p:sp>
      <p:sp>
        <p:nvSpPr>
          <p:cNvPr id="64" name="TextBox 135">
            <a:extLst>
              <a:ext uri="{FF2B5EF4-FFF2-40B4-BE49-F238E27FC236}">
                <a16:creationId xmlns:a16="http://schemas.microsoft.com/office/drawing/2014/main" id="{FAC2278E-06FC-FC4A-5850-8A11AA7BB46A}"/>
              </a:ext>
            </a:extLst>
          </p:cNvPr>
          <p:cNvSpPr txBox="1"/>
          <p:nvPr/>
        </p:nvSpPr>
        <p:spPr>
          <a:xfrm>
            <a:off x="8353883" y="4246341"/>
            <a:ext cx="559524" cy="180049"/>
          </a:xfrm>
          <a:prstGeom prst="rect">
            <a:avLst/>
          </a:prstGeom>
        </p:spPr>
        <p:txBody>
          <a:bodyPr wrap="square" lIns="0" tIns="0" rIns="0" bIns="0" rtlCol="0" anchor="t">
            <a:spAutoFit/>
          </a:bodyPr>
          <a:lstStyle/>
          <a:p>
            <a:pPr algn="ctr">
              <a:lnSpc>
                <a:spcPts val="1513"/>
              </a:lnSpc>
              <a:spcBef>
                <a:spcPct val="0"/>
              </a:spcBef>
            </a:pPr>
            <a:r>
              <a:rPr lang="en-US" sz="1080" dirty="0">
                <a:solidFill>
                  <a:srgbClr val="000000"/>
                </a:solidFill>
                <a:latin typeface="Canva Sans"/>
                <a:ea typeface="Canva Sans"/>
                <a:cs typeface="Canva Sans"/>
                <a:sym typeface="Canva Sans"/>
              </a:rPr>
              <a:t>Seniors</a:t>
            </a:r>
          </a:p>
        </p:txBody>
      </p:sp>
      <p:sp>
        <p:nvSpPr>
          <p:cNvPr id="65" name="TextBox 136">
            <a:extLst>
              <a:ext uri="{FF2B5EF4-FFF2-40B4-BE49-F238E27FC236}">
                <a16:creationId xmlns:a16="http://schemas.microsoft.com/office/drawing/2014/main" id="{2943E5CF-ED7D-FF9C-0D83-5AD8806CB602}"/>
              </a:ext>
            </a:extLst>
          </p:cNvPr>
          <p:cNvSpPr txBox="1"/>
          <p:nvPr/>
        </p:nvSpPr>
        <p:spPr>
          <a:xfrm>
            <a:off x="8288181" y="4636045"/>
            <a:ext cx="736665" cy="180049"/>
          </a:xfrm>
          <a:prstGeom prst="rect">
            <a:avLst/>
          </a:prstGeom>
        </p:spPr>
        <p:txBody>
          <a:bodyPr wrap="square" lIns="0" tIns="0" rIns="0" bIns="0" rtlCol="0" anchor="t">
            <a:spAutoFit/>
          </a:bodyPr>
          <a:lstStyle/>
          <a:p>
            <a:pPr algn="ctr">
              <a:lnSpc>
                <a:spcPts val="1513"/>
              </a:lnSpc>
              <a:spcBef>
                <a:spcPct val="0"/>
              </a:spcBef>
            </a:pPr>
            <a:r>
              <a:rPr lang="en-US" sz="1080" dirty="0">
                <a:solidFill>
                  <a:srgbClr val="000000"/>
                </a:solidFill>
                <a:latin typeface="Canva Sans"/>
                <a:ea typeface="Canva Sans"/>
                <a:cs typeface="Canva Sans"/>
                <a:sym typeface="Canva Sans"/>
              </a:rPr>
              <a:t>Others</a:t>
            </a:r>
          </a:p>
        </p:txBody>
      </p:sp>
    </p:spTree>
    <p:extLst>
      <p:ext uri="{BB962C8B-B14F-4D97-AF65-F5344CB8AC3E}">
        <p14:creationId xmlns:p14="http://schemas.microsoft.com/office/powerpoint/2010/main" val="20524239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0514C-C438-CDD4-BE21-5C072D0769AB}"/>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34CFC6B0-CFB6-FF8C-AB6D-B96E9E8247C8}"/>
              </a:ext>
            </a:extLst>
          </p:cNvPr>
          <p:cNvGraphicFramePr>
            <a:graphicFrameLocks noGrp="1"/>
          </p:cNvGraphicFramePr>
          <p:nvPr/>
        </p:nvGraphicFramePr>
        <p:xfrm>
          <a:off x="43953" y="546470"/>
          <a:ext cx="6562164" cy="6895011"/>
        </p:xfrm>
        <a:graphic>
          <a:graphicData uri="http://schemas.openxmlformats.org/drawingml/2006/table">
            <a:tbl>
              <a:tblPr/>
              <a:tblGrid>
                <a:gridCol w="6562164">
                  <a:extLst>
                    <a:ext uri="{9D8B030D-6E8A-4147-A177-3AD203B41FA5}">
                      <a16:colId xmlns:a16="http://schemas.microsoft.com/office/drawing/2014/main" val="20000"/>
                    </a:ext>
                  </a:extLst>
                </a:gridCol>
              </a:tblGrid>
              <a:tr h="83462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59366">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96679">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5686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6187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6187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861871">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861871">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3" name="Group 3">
            <a:extLst>
              <a:ext uri="{FF2B5EF4-FFF2-40B4-BE49-F238E27FC236}">
                <a16:creationId xmlns:a16="http://schemas.microsoft.com/office/drawing/2014/main" id="{DF81AA45-E31C-0F36-5322-2B15779ADE22}"/>
              </a:ext>
            </a:extLst>
          </p:cNvPr>
          <p:cNvGrpSpPr/>
          <p:nvPr/>
        </p:nvGrpSpPr>
        <p:grpSpPr>
          <a:xfrm>
            <a:off x="-5123" y="-20469"/>
            <a:ext cx="6663176" cy="572439"/>
            <a:chOff x="0" y="0"/>
            <a:chExt cx="2594982" cy="812800"/>
          </a:xfrm>
        </p:grpSpPr>
        <p:sp>
          <p:nvSpPr>
            <p:cNvPr id="4" name="Freeform 4">
              <a:extLst>
                <a:ext uri="{FF2B5EF4-FFF2-40B4-BE49-F238E27FC236}">
                  <a16:creationId xmlns:a16="http://schemas.microsoft.com/office/drawing/2014/main" id="{8D4D014E-C959-0EA6-8547-795D8BC22339}"/>
                </a:ext>
              </a:extLst>
            </p:cNvPr>
            <p:cNvSpPr/>
            <p:nvPr/>
          </p:nvSpPr>
          <p:spPr>
            <a:xfrm>
              <a:off x="0" y="0"/>
              <a:ext cx="2594982" cy="812800"/>
            </a:xfrm>
            <a:custGeom>
              <a:avLst/>
              <a:gdLst/>
              <a:ahLst/>
              <a:cxnLst/>
              <a:rect l="l" t="t" r="r" b="b"/>
              <a:pathLst>
                <a:path w="2594982" h="812800">
                  <a:moveTo>
                    <a:pt x="0" y="0"/>
                  </a:moveTo>
                  <a:lnTo>
                    <a:pt x="2594982" y="0"/>
                  </a:lnTo>
                  <a:lnTo>
                    <a:pt x="2594982" y="812800"/>
                  </a:lnTo>
                  <a:lnTo>
                    <a:pt x="0" y="812800"/>
                  </a:lnTo>
                  <a:close/>
                </a:path>
              </a:pathLst>
            </a:custGeom>
            <a:solidFill>
              <a:srgbClr val="F34336"/>
            </a:solidFill>
          </p:spPr>
          <p:txBody>
            <a:bodyPr/>
            <a:lstStyle/>
            <a:p>
              <a:endParaRPr lang="en-SG" sz="1088"/>
            </a:p>
          </p:txBody>
        </p:sp>
        <p:sp>
          <p:nvSpPr>
            <p:cNvPr id="5" name="TextBox 5">
              <a:extLst>
                <a:ext uri="{FF2B5EF4-FFF2-40B4-BE49-F238E27FC236}">
                  <a16:creationId xmlns:a16="http://schemas.microsoft.com/office/drawing/2014/main" id="{13C06F1B-D117-CF65-7D41-4DC34AF2E008}"/>
                </a:ext>
              </a:extLst>
            </p:cNvPr>
            <p:cNvSpPr txBox="1"/>
            <p:nvPr/>
          </p:nvSpPr>
          <p:spPr>
            <a:xfrm>
              <a:off x="0" y="-28575"/>
              <a:ext cx="2594982" cy="841375"/>
            </a:xfrm>
            <a:prstGeom prst="rect">
              <a:avLst/>
            </a:prstGeom>
          </p:spPr>
          <p:txBody>
            <a:bodyPr lIns="40638" tIns="40638" rIns="40638" bIns="40638" rtlCol="0" anchor="ctr"/>
            <a:lstStyle/>
            <a:p>
              <a:pPr algn="ctr">
                <a:lnSpc>
                  <a:spcPts val="2016"/>
                </a:lnSpc>
              </a:pPr>
              <a:endParaRPr sz="1088"/>
            </a:p>
          </p:txBody>
        </p:sp>
      </p:grpSp>
      <p:sp>
        <p:nvSpPr>
          <p:cNvPr id="6" name="Freeform 6">
            <a:extLst>
              <a:ext uri="{FF2B5EF4-FFF2-40B4-BE49-F238E27FC236}">
                <a16:creationId xmlns:a16="http://schemas.microsoft.com/office/drawing/2014/main" id="{5B493E7D-56F9-312A-20F1-531C4E8110CB}"/>
              </a:ext>
            </a:extLst>
          </p:cNvPr>
          <p:cNvSpPr/>
          <p:nvPr/>
        </p:nvSpPr>
        <p:spPr>
          <a:xfrm>
            <a:off x="5176804" y="88494"/>
            <a:ext cx="332501" cy="269253"/>
          </a:xfrm>
          <a:custGeom>
            <a:avLst/>
            <a:gdLst/>
            <a:ahLst/>
            <a:cxnLst/>
            <a:rect l="l" t="t" r="r" b="b"/>
            <a:pathLst>
              <a:path w="472691" h="394697">
                <a:moveTo>
                  <a:pt x="0" y="0"/>
                </a:moveTo>
                <a:lnTo>
                  <a:pt x="472691" y="0"/>
                </a:lnTo>
                <a:lnTo>
                  <a:pt x="472691" y="394697"/>
                </a:lnTo>
                <a:lnTo>
                  <a:pt x="0" y="3946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SG" sz="1088"/>
          </a:p>
        </p:txBody>
      </p:sp>
      <p:sp>
        <p:nvSpPr>
          <p:cNvPr id="7" name="Freeform 7">
            <a:extLst>
              <a:ext uri="{FF2B5EF4-FFF2-40B4-BE49-F238E27FC236}">
                <a16:creationId xmlns:a16="http://schemas.microsoft.com/office/drawing/2014/main" id="{4136C276-5558-F311-426C-9E4E5C1E817B}"/>
              </a:ext>
            </a:extLst>
          </p:cNvPr>
          <p:cNvSpPr/>
          <p:nvPr/>
        </p:nvSpPr>
        <p:spPr>
          <a:xfrm>
            <a:off x="187237" y="125054"/>
            <a:ext cx="370152" cy="183592"/>
          </a:xfrm>
          <a:custGeom>
            <a:avLst/>
            <a:gdLst/>
            <a:ahLst/>
            <a:cxnLst/>
            <a:rect l="l" t="t" r="r" b="b"/>
            <a:pathLst>
              <a:path w="583453" h="390383">
                <a:moveTo>
                  <a:pt x="0" y="0"/>
                </a:moveTo>
                <a:lnTo>
                  <a:pt x="583453" y="0"/>
                </a:lnTo>
                <a:lnTo>
                  <a:pt x="583453" y="390383"/>
                </a:lnTo>
                <a:lnTo>
                  <a:pt x="0" y="39038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8" name="Freeform 8">
            <a:extLst>
              <a:ext uri="{FF2B5EF4-FFF2-40B4-BE49-F238E27FC236}">
                <a16:creationId xmlns:a16="http://schemas.microsoft.com/office/drawing/2014/main" id="{B6BC588B-7B2A-945A-0B53-726E926536FB}"/>
              </a:ext>
            </a:extLst>
          </p:cNvPr>
          <p:cNvSpPr/>
          <p:nvPr/>
        </p:nvSpPr>
        <p:spPr>
          <a:xfrm>
            <a:off x="601805" y="120167"/>
            <a:ext cx="368457" cy="177419"/>
          </a:xfrm>
          <a:custGeom>
            <a:avLst/>
            <a:gdLst/>
            <a:ahLst/>
            <a:cxnLst/>
            <a:rect l="l" t="t" r="r" b="b"/>
            <a:pathLst>
              <a:path w="585247" h="392648">
                <a:moveTo>
                  <a:pt x="0" y="0"/>
                </a:moveTo>
                <a:lnTo>
                  <a:pt x="585247" y="0"/>
                </a:lnTo>
                <a:lnTo>
                  <a:pt x="585247" y="392647"/>
                </a:lnTo>
                <a:lnTo>
                  <a:pt x="0" y="39264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SG" sz="1088"/>
          </a:p>
        </p:txBody>
      </p:sp>
      <p:sp>
        <p:nvSpPr>
          <p:cNvPr id="9" name="Freeform 9">
            <a:extLst>
              <a:ext uri="{FF2B5EF4-FFF2-40B4-BE49-F238E27FC236}">
                <a16:creationId xmlns:a16="http://schemas.microsoft.com/office/drawing/2014/main" id="{2452F6FB-DD21-7256-9121-E1DBF4E340A7}"/>
              </a:ext>
            </a:extLst>
          </p:cNvPr>
          <p:cNvSpPr/>
          <p:nvPr/>
        </p:nvSpPr>
        <p:spPr>
          <a:xfrm>
            <a:off x="6031025" y="86246"/>
            <a:ext cx="242908" cy="271500"/>
          </a:xfrm>
          <a:custGeom>
            <a:avLst/>
            <a:gdLst/>
            <a:ahLst/>
            <a:cxnLst/>
            <a:rect l="l" t="t" r="r" b="b"/>
            <a:pathLst>
              <a:path w="365278" h="392772">
                <a:moveTo>
                  <a:pt x="0" y="0"/>
                </a:moveTo>
                <a:lnTo>
                  <a:pt x="365278" y="0"/>
                </a:lnTo>
                <a:lnTo>
                  <a:pt x="365278" y="392772"/>
                </a:lnTo>
                <a:lnTo>
                  <a:pt x="0" y="39277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SG" sz="1088"/>
          </a:p>
        </p:txBody>
      </p:sp>
      <p:sp>
        <p:nvSpPr>
          <p:cNvPr id="10" name="Freeform 10">
            <a:extLst>
              <a:ext uri="{FF2B5EF4-FFF2-40B4-BE49-F238E27FC236}">
                <a16:creationId xmlns:a16="http://schemas.microsoft.com/office/drawing/2014/main" id="{8F5F2C13-AAAE-AF68-1B95-D3A950C966D0}"/>
              </a:ext>
            </a:extLst>
          </p:cNvPr>
          <p:cNvSpPr/>
          <p:nvPr/>
        </p:nvSpPr>
        <p:spPr>
          <a:xfrm>
            <a:off x="4386672" y="100843"/>
            <a:ext cx="268412" cy="274566"/>
          </a:xfrm>
          <a:custGeom>
            <a:avLst/>
            <a:gdLst/>
            <a:ahLst/>
            <a:cxnLst/>
            <a:rect l="l" t="t" r="r" b="b"/>
            <a:pathLst>
              <a:path w="399295" h="414852">
                <a:moveTo>
                  <a:pt x="0" y="0"/>
                </a:moveTo>
                <a:lnTo>
                  <a:pt x="399295" y="0"/>
                </a:lnTo>
                <a:lnTo>
                  <a:pt x="399295" y="414852"/>
                </a:lnTo>
                <a:lnTo>
                  <a:pt x="0" y="41485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SG" sz="1088"/>
          </a:p>
        </p:txBody>
      </p:sp>
      <p:sp>
        <p:nvSpPr>
          <p:cNvPr id="11" name="Freeform 11">
            <a:hlinkClick r:id="rId12" action="ppaction://hlinksldjump"/>
            <a:extLst>
              <a:ext uri="{FF2B5EF4-FFF2-40B4-BE49-F238E27FC236}">
                <a16:creationId xmlns:a16="http://schemas.microsoft.com/office/drawing/2014/main" id="{3EA648B2-3634-60ED-0C10-7465B4FD752D}"/>
              </a:ext>
            </a:extLst>
          </p:cNvPr>
          <p:cNvSpPr/>
          <p:nvPr/>
        </p:nvSpPr>
        <p:spPr>
          <a:xfrm>
            <a:off x="9024846" y="79763"/>
            <a:ext cx="332501" cy="332501"/>
          </a:xfrm>
          <a:custGeom>
            <a:avLst/>
            <a:gdLst/>
            <a:ahLst/>
            <a:cxnLst/>
            <a:rect l="l" t="t" r="r" b="b"/>
            <a:pathLst>
              <a:path w="415644" h="415644">
                <a:moveTo>
                  <a:pt x="0" y="0"/>
                </a:moveTo>
                <a:lnTo>
                  <a:pt x="415645" y="0"/>
                </a:lnTo>
                <a:lnTo>
                  <a:pt x="415645" y="415644"/>
                </a:lnTo>
                <a:lnTo>
                  <a:pt x="0" y="415644"/>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SG" sz="1088"/>
          </a:p>
        </p:txBody>
      </p:sp>
      <p:sp>
        <p:nvSpPr>
          <p:cNvPr id="12" name="Freeform 12">
            <a:hlinkClick r:id="rId15" action="ppaction://hlinksldjump"/>
            <a:extLst>
              <a:ext uri="{FF2B5EF4-FFF2-40B4-BE49-F238E27FC236}">
                <a16:creationId xmlns:a16="http://schemas.microsoft.com/office/drawing/2014/main" id="{D2270A39-ED46-71B5-E57E-964AA8F2DDD3}"/>
              </a:ext>
            </a:extLst>
          </p:cNvPr>
          <p:cNvSpPr/>
          <p:nvPr/>
        </p:nvSpPr>
        <p:spPr>
          <a:xfrm>
            <a:off x="9635967" y="64714"/>
            <a:ext cx="394835" cy="394835"/>
          </a:xfrm>
          <a:custGeom>
            <a:avLst/>
            <a:gdLst/>
            <a:ahLst/>
            <a:cxnLst/>
            <a:rect l="l" t="t" r="r" b="b"/>
            <a:pathLst>
              <a:path w="493565" h="493565">
                <a:moveTo>
                  <a:pt x="0" y="0"/>
                </a:moveTo>
                <a:lnTo>
                  <a:pt x="493565" y="0"/>
                </a:lnTo>
                <a:lnTo>
                  <a:pt x="493565" y="493565"/>
                </a:lnTo>
                <a:lnTo>
                  <a:pt x="0" y="493565"/>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SG" sz="1088"/>
          </a:p>
        </p:txBody>
      </p:sp>
      <p:grpSp>
        <p:nvGrpSpPr>
          <p:cNvPr id="13" name="Group 13">
            <a:extLst>
              <a:ext uri="{FF2B5EF4-FFF2-40B4-BE49-F238E27FC236}">
                <a16:creationId xmlns:a16="http://schemas.microsoft.com/office/drawing/2014/main" id="{EAFA69A2-197E-E2D0-7EC5-B30373E97153}"/>
              </a:ext>
            </a:extLst>
          </p:cNvPr>
          <p:cNvGrpSpPr/>
          <p:nvPr/>
        </p:nvGrpSpPr>
        <p:grpSpPr>
          <a:xfrm>
            <a:off x="6787113" y="3133272"/>
            <a:ext cx="1546440" cy="447075"/>
            <a:chOff x="0" y="0"/>
            <a:chExt cx="812800" cy="234980"/>
          </a:xfrm>
        </p:grpSpPr>
        <p:sp>
          <p:nvSpPr>
            <p:cNvPr id="14" name="Freeform 14">
              <a:extLst>
                <a:ext uri="{FF2B5EF4-FFF2-40B4-BE49-F238E27FC236}">
                  <a16:creationId xmlns:a16="http://schemas.microsoft.com/office/drawing/2014/main" id="{7FF518DF-0F85-E05D-9522-FD71F561EAE7}"/>
                </a:ext>
              </a:extLst>
            </p:cNvPr>
            <p:cNvSpPr/>
            <p:nvPr/>
          </p:nvSpPr>
          <p:spPr>
            <a:xfrm>
              <a:off x="0" y="0"/>
              <a:ext cx="812800" cy="234980"/>
            </a:xfrm>
            <a:custGeom>
              <a:avLst/>
              <a:gdLst/>
              <a:ahLst/>
              <a:cxnLst/>
              <a:rect l="l" t="t" r="r" b="b"/>
              <a:pathLst>
                <a:path w="812800" h="234980">
                  <a:moveTo>
                    <a:pt x="117490" y="0"/>
                  </a:moveTo>
                  <a:lnTo>
                    <a:pt x="695310" y="0"/>
                  </a:lnTo>
                  <a:cubicBezTo>
                    <a:pt x="726470" y="0"/>
                    <a:pt x="756354" y="12378"/>
                    <a:pt x="778388" y="34412"/>
                  </a:cubicBezTo>
                  <a:cubicBezTo>
                    <a:pt x="800422" y="56446"/>
                    <a:pt x="812800" y="86330"/>
                    <a:pt x="812800" y="117490"/>
                  </a:cubicBezTo>
                  <a:lnTo>
                    <a:pt x="812800" y="117490"/>
                  </a:lnTo>
                  <a:cubicBezTo>
                    <a:pt x="812800" y="148650"/>
                    <a:pt x="800422" y="178534"/>
                    <a:pt x="778388" y="200568"/>
                  </a:cubicBezTo>
                  <a:cubicBezTo>
                    <a:pt x="756354" y="222602"/>
                    <a:pt x="726470" y="234980"/>
                    <a:pt x="695310" y="234980"/>
                  </a:cubicBezTo>
                  <a:lnTo>
                    <a:pt x="117490" y="234980"/>
                  </a:lnTo>
                  <a:cubicBezTo>
                    <a:pt x="86330" y="234980"/>
                    <a:pt x="56446" y="222602"/>
                    <a:pt x="34412" y="200568"/>
                  </a:cubicBezTo>
                  <a:cubicBezTo>
                    <a:pt x="12378" y="178534"/>
                    <a:pt x="0" y="148650"/>
                    <a:pt x="0" y="117490"/>
                  </a:cubicBezTo>
                  <a:lnTo>
                    <a:pt x="0" y="117490"/>
                  </a:lnTo>
                  <a:cubicBezTo>
                    <a:pt x="0" y="86330"/>
                    <a:pt x="12378" y="56446"/>
                    <a:pt x="34412" y="34412"/>
                  </a:cubicBezTo>
                  <a:cubicBezTo>
                    <a:pt x="56446" y="12378"/>
                    <a:pt x="86330" y="0"/>
                    <a:pt x="117490" y="0"/>
                  </a:cubicBezTo>
                  <a:close/>
                </a:path>
              </a:pathLst>
            </a:custGeom>
            <a:solidFill>
              <a:srgbClr val="F34336"/>
            </a:solidFill>
          </p:spPr>
          <p:txBody>
            <a:bodyPr/>
            <a:lstStyle/>
            <a:p>
              <a:endParaRPr lang="en-SG" sz="1088"/>
            </a:p>
          </p:txBody>
        </p:sp>
        <p:sp>
          <p:nvSpPr>
            <p:cNvPr id="15" name="TextBox 15">
              <a:extLst>
                <a:ext uri="{FF2B5EF4-FFF2-40B4-BE49-F238E27FC236}">
                  <a16:creationId xmlns:a16="http://schemas.microsoft.com/office/drawing/2014/main" id="{06E07966-6AAA-7DD7-D3DF-61A9D63E44AE}"/>
                </a:ext>
              </a:extLst>
            </p:cNvPr>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grpSp>
        <p:nvGrpSpPr>
          <p:cNvPr id="16" name="Group 16">
            <a:extLst>
              <a:ext uri="{FF2B5EF4-FFF2-40B4-BE49-F238E27FC236}">
                <a16:creationId xmlns:a16="http://schemas.microsoft.com/office/drawing/2014/main" id="{F171E34A-ABCD-6A9C-997A-C11774EB1DCA}"/>
              </a:ext>
            </a:extLst>
          </p:cNvPr>
          <p:cNvGrpSpPr/>
          <p:nvPr/>
        </p:nvGrpSpPr>
        <p:grpSpPr>
          <a:xfrm>
            <a:off x="8515090" y="3134505"/>
            <a:ext cx="1542181" cy="445844"/>
            <a:chOff x="0" y="0"/>
            <a:chExt cx="812800" cy="234980"/>
          </a:xfrm>
        </p:grpSpPr>
        <p:sp>
          <p:nvSpPr>
            <p:cNvPr id="17" name="Freeform 17">
              <a:extLst>
                <a:ext uri="{FF2B5EF4-FFF2-40B4-BE49-F238E27FC236}">
                  <a16:creationId xmlns:a16="http://schemas.microsoft.com/office/drawing/2014/main" id="{D2D2ED73-B3B9-FF55-E3A2-66BF1E1FB582}"/>
                </a:ext>
              </a:extLst>
            </p:cNvPr>
            <p:cNvSpPr/>
            <p:nvPr/>
          </p:nvSpPr>
          <p:spPr>
            <a:xfrm>
              <a:off x="0" y="0"/>
              <a:ext cx="812800" cy="234980"/>
            </a:xfrm>
            <a:custGeom>
              <a:avLst/>
              <a:gdLst/>
              <a:ahLst/>
              <a:cxnLst/>
              <a:rect l="l" t="t" r="r" b="b"/>
              <a:pathLst>
                <a:path w="812800" h="234980">
                  <a:moveTo>
                    <a:pt x="117490" y="0"/>
                  </a:moveTo>
                  <a:lnTo>
                    <a:pt x="695310" y="0"/>
                  </a:lnTo>
                  <a:cubicBezTo>
                    <a:pt x="726470" y="0"/>
                    <a:pt x="756354" y="12378"/>
                    <a:pt x="778388" y="34412"/>
                  </a:cubicBezTo>
                  <a:cubicBezTo>
                    <a:pt x="800422" y="56446"/>
                    <a:pt x="812800" y="86330"/>
                    <a:pt x="812800" y="117490"/>
                  </a:cubicBezTo>
                  <a:lnTo>
                    <a:pt x="812800" y="117490"/>
                  </a:lnTo>
                  <a:cubicBezTo>
                    <a:pt x="812800" y="148650"/>
                    <a:pt x="800422" y="178534"/>
                    <a:pt x="778388" y="200568"/>
                  </a:cubicBezTo>
                  <a:cubicBezTo>
                    <a:pt x="756354" y="222602"/>
                    <a:pt x="726470" y="234980"/>
                    <a:pt x="695310" y="234980"/>
                  </a:cubicBezTo>
                  <a:lnTo>
                    <a:pt x="117490" y="234980"/>
                  </a:lnTo>
                  <a:cubicBezTo>
                    <a:pt x="86330" y="234980"/>
                    <a:pt x="56446" y="222602"/>
                    <a:pt x="34412" y="200568"/>
                  </a:cubicBezTo>
                  <a:cubicBezTo>
                    <a:pt x="12378" y="178534"/>
                    <a:pt x="0" y="148650"/>
                    <a:pt x="0" y="117490"/>
                  </a:cubicBezTo>
                  <a:lnTo>
                    <a:pt x="0" y="117490"/>
                  </a:lnTo>
                  <a:cubicBezTo>
                    <a:pt x="0" y="86330"/>
                    <a:pt x="12378" y="56446"/>
                    <a:pt x="34412" y="34412"/>
                  </a:cubicBezTo>
                  <a:cubicBezTo>
                    <a:pt x="56446" y="12378"/>
                    <a:pt x="86330" y="0"/>
                    <a:pt x="117490" y="0"/>
                  </a:cubicBezTo>
                  <a:close/>
                </a:path>
              </a:pathLst>
            </a:custGeom>
            <a:solidFill>
              <a:srgbClr val="F34336"/>
            </a:solidFill>
          </p:spPr>
          <p:txBody>
            <a:bodyPr/>
            <a:lstStyle/>
            <a:p>
              <a:endParaRPr lang="en-SG" sz="1088"/>
            </a:p>
          </p:txBody>
        </p:sp>
        <p:sp>
          <p:nvSpPr>
            <p:cNvPr id="18" name="TextBox 18">
              <a:extLst>
                <a:ext uri="{FF2B5EF4-FFF2-40B4-BE49-F238E27FC236}">
                  <a16:creationId xmlns:a16="http://schemas.microsoft.com/office/drawing/2014/main" id="{472CD03C-AAC2-F78E-3A0E-7078A390C6B7}"/>
                </a:ext>
              </a:extLst>
            </p:cNvPr>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sp>
        <p:nvSpPr>
          <p:cNvPr id="19" name="Freeform 19">
            <a:extLst>
              <a:ext uri="{FF2B5EF4-FFF2-40B4-BE49-F238E27FC236}">
                <a16:creationId xmlns:a16="http://schemas.microsoft.com/office/drawing/2014/main" id="{311E9F6D-B177-4032-E4A5-D089E3B4E2CC}"/>
              </a:ext>
            </a:extLst>
          </p:cNvPr>
          <p:cNvSpPr/>
          <p:nvPr/>
        </p:nvSpPr>
        <p:spPr>
          <a:xfrm>
            <a:off x="7680306" y="5295111"/>
            <a:ext cx="216450" cy="216450"/>
          </a:xfrm>
          <a:custGeom>
            <a:avLst/>
            <a:gdLst/>
            <a:ahLst/>
            <a:cxnLst/>
            <a:rect l="l" t="t" r="r" b="b"/>
            <a:pathLst>
              <a:path w="270575" h="270575">
                <a:moveTo>
                  <a:pt x="0" y="0"/>
                </a:moveTo>
                <a:lnTo>
                  <a:pt x="270574" y="0"/>
                </a:lnTo>
                <a:lnTo>
                  <a:pt x="270574" y="270574"/>
                </a:lnTo>
                <a:lnTo>
                  <a:pt x="0" y="27057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SG" sz="1088"/>
          </a:p>
        </p:txBody>
      </p:sp>
      <p:sp>
        <p:nvSpPr>
          <p:cNvPr id="20" name="Freeform 20">
            <a:extLst>
              <a:ext uri="{FF2B5EF4-FFF2-40B4-BE49-F238E27FC236}">
                <a16:creationId xmlns:a16="http://schemas.microsoft.com/office/drawing/2014/main" id="{7B11A2BC-36BE-6C21-7622-D2A51D250DC4}"/>
              </a:ext>
            </a:extLst>
          </p:cNvPr>
          <p:cNvSpPr/>
          <p:nvPr/>
        </p:nvSpPr>
        <p:spPr>
          <a:xfrm>
            <a:off x="8608" y="3267982"/>
            <a:ext cx="629155" cy="314578"/>
          </a:xfrm>
          <a:custGeom>
            <a:avLst/>
            <a:gdLst/>
            <a:ahLst/>
            <a:cxnLst/>
            <a:rect l="l" t="t" r="r" b="b"/>
            <a:pathLst>
              <a:path w="786479" h="393240">
                <a:moveTo>
                  <a:pt x="0" y="0"/>
                </a:moveTo>
                <a:lnTo>
                  <a:pt x="786480" y="0"/>
                </a:lnTo>
                <a:lnTo>
                  <a:pt x="786480" y="393239"/>
                </a:lnTo>
                <a:lnTo>
                  <a:pt x="0" y="39323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21" name="Freeform 21">
            <a:extLst>
              <a:ext uri="{FF2B5EF4-FFF2-40B4-BE49-F238E27FC236}">
                <a16:creationId xmlns:a16="http://schemas.microsoft.com/office/drawing/2014/main" id="{71AC5EC9-F6CD-36BC-5309-A333836FD837}"/>
              </a:ext>
            </a:extLst>
          </p:cNvPr>
          <p:cNvSpPr/>
          <p:nvPr/>
        </p:nvSpPr>
        <p:spPr>
          <a:xfrm>
            <a:off x="12730" y="876927"/>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22" name="Freeform 22">
            <a:extLst>
              <a:ext uri="{FF2B5EF4-FFF2-40B4-BE49-F238E27FC236}">
                <a16:creationId xmlns:a16="http://schemas.microsoft.com/office/drawing/2014/main" id="{6E339448-7CB7-2076-CEAF-385FB709837A}"/>
              </a:ext>
            </a:extLst>
          </p:cNvPr>
          <p:cNvSpPr/>
          <p:nvPr/>
        </p:nvSpPr>
        <p:spPr>
          <a:xfrm>
            <a:off x="0" y="4285270"/>
            <a:ext cx="629155" cy="314578"/>
          </a:xfrm>
          <a:custGeom>
            <a:avLst/>
            <a:gdLst/>
            <a:ahLst/>
            <a:cxnLst/>
            <a:rect l="l" t="t" r="r" b="b"/>
            <a:pathLst>
              <a:path w="786479" h="393240">
                <a:moveTo>
                  <a:pt x="0" y="0"/>
                </a:moveTo>
                <a:lnTo>
                  <a:pt x="786480" y="0"/>
                </a:lnTo>
                <a:lnTo>
                  <a:pt x="786480" y="393240"/>
                </a:lnTo>
                <a:lnTo>
                  <a:pt x="0" y="39324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dirty="0"/>
          </a:p>
        </p:txBody>
      </p:sp>
      <p:sp>
        <p:nvSpPr>
          <p:cNvPr id="23" name="Freeform 23">
            <a:extLst>
              <a:ext uri="{FF2B5EF4-FFF2-40B4-BE49-F238E27FC236}">
                <a16:creationId xmlns:a16="http://schemas.microsoft.com/office/drawing/2014/main" id="{E2BCCD18-4766-D963-F9C6-4FFE09153DD0}"/>
              </a:ext>
            </a:extLst>
          </p:cNvPr>
          <p:cNvSpPr/>
          <p:nvPr/>
        </p:nvSpPr>
        <p:spPr>
          <a:xfrm>
            <a:off x="23365" y="5070263"/>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24" name="Freeform 24">
            <a:extLst>
              <a:ext uri="{FF2B5EF4-FFF2-40B4-BE49-F238E27FC236}">
                <a16:creationId xmlns:a16="http://schemas.microsoft.com/office/drawing/2014/main" id="{DC8D5E53-7FD3-1574-08BE-C902F401F364}"/>
              </a:ext>
            </a:extLst>
          </p:cNvPr>
          <p:cNvSpPr/>
          <p:nvPr/>
        </p:nvSpPr>
        <p:spPr>
          <a:xfrm>
            <a:off x="9178" y="5953122"/>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25" name="Freeform 25">
            <a:extLst>
              <a:ext uri="{FF2B5EF4-FFF2-40B4-BE49-F238E27FC236}">
                <a16:creationId xmlns:a16="http://schemas.microsoft.com/office/drawing/2014/main" id="{2C20C74A-7056-070A-04C1-DE39A4E6D8AF}"/>
              </a:ext>
            </a:extLst>
          </p:cNvPr>
          <p:cNvSpPr/>
          <p:nvPr/>
        </p:nvSpPr>
        <p:spPr>
          <a:xfrm>
            <a:off x="-5123" y="6716050"/>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dirty="0"/>
          </a:p>
        </p:txBody>
      </p:sp>
      <p:sp>
        <p:nvSpPr>
          <p:cNvPr id="26" name="Freeform 26">
            <a:extLst>
              <a:ext uri="{FF2B5EF4-FFF2-40B4-BE49-F238E27FC236}">
                <a16:creationId xmlns:a16="http://schemas.microsoft.com/office/drawing/2014/main" id="{EC9FD714-8F91-ACE3-5FB1-0983F236F359}"/>
              </a:ext>
            </a:extLst>
          </p:cNvPr>
          <p:cNvSpPr/>
          <p:nvPr/>
        </p:nvSpPr>
        <p:spPr>
          <a:xfrm>
            <a:off x="23366" y="2521781"/>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27" name="Freeform 27">
            <a:extLst>
              <a:ext uri="{FF2B5EF4-FFF2-40B4-BE49-F238E27FC236}">
                <a16:creationId xmlns:a16="http://schemas.microsoft.com/office/drawing/2014/main" id="{192B0CA1-C9C7-D82F-3177-DD87B666709C}"/>
              </a:ext>
            </a:extLst>
          </p:cNvPr>
          <p:cNvSpPr/>
          <p:nvPr/>
        </p:nvSpPr>
        <p:spPr>
          <a:xfrm>
            <a:off x="22061" y="1747651"/>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dirty="0"/>
          </a:p>
        </p:txBody>
      </p:sp>
      <p:sp>
        <p:nvSpPr>
          <p:cNvPr id="28" name="Freeform 28">
            <a:extLst>
              <a:ext uri="{FF2B5EF4-FFF2-40B4-BE49-F238E27FC236}">
                <a16:creationId xmlns:a16="http://schemas.microsoft.com/office/drawing/2014/main" id="{D26E7CA0-6637-AF65-C388-86D795D61EFB}"/>
              </a:ext>
            </a:extLst>
          </p:cNvPr>
          <p:cNvSpPr/>
          <p:nvPr/>
        </p:nvSpPr>
        <p:spPr>
          <a:xfrm>
            <a:off x="6117783" y="6800762"/>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29" name="Freeform 29">
            <a:extLst>
              <a:ext uri="{FF2B5EF4-FFF2-40B4-BE49-F238E27FC236}">
                <a16:creationId xmlns:a16="http://schemas.microsoft.com/office/drawing/2014/main" id="{B2A840C3-EDEC-6BC7-A2F5-BBEA7F25E3E6}"/>
              </a:ext>
            </a:extLst>
          </p:cNvPr>
          <p:cNvSpPr/>
          <p:nvPr/>
        </p:nvSpPr>
        <p:spPr>
          <a:xfrm>
            <a:off x="6117783" y="2497084"/>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0" name="Freeform 30">
            <a:extLst>
              <a:ext uri="{FF2B5EF4-FFF2-40B4-BE49-F238E27FC236}">
                <a16:creationId xmlns:a16="http://schemas.microsoft.com/office/drawing/2014/main" id="{6543AFAA-C1C1-CED8-02A9-93FA468AEA15}"/>
              </a:ext>
            </a:extLst>
          </p:cNvPr>
          <p:cNvSpPr/>
          <p:nvPr/>
        </p:nvSpPr>
        <p:spPr>
          <a:xfrm>
            <a:off x="6117783" y="1577123"/>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1" name="Freeform 31">
            <a:extLst>
              <a:ext uri="{FF2B5EF4-FFF2-40B4-BE49-F238E27FC236}">
                <a16:creationId xmlns:a16="http://schemas.microsoft.com/office/drawing/2014/main" id="{4AEE7719-9A18-6722-8EE8-B0C030D4E762}"/>
              </a:ext>
            </a:extLst>
          </p:cNvPr>
          <p:cNvSpPr/>
          <p:nvPr/>
        </p:nvSpPr>
        <p:spPr>
          <a:xfrm>
            <a:off x="6117783" y="747423"/>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2" name="Freeform 32">
            <a:extLst>
              <a:ext uri="{FF2B5EF4-FFF2-40B4-BE49-F238E27FC236}">
                <a16:creationId xmlns:a16="http://schemas.microsoft.com/office/drawing/2014/main" id="{36E07FC8-31B8-C74D-5373-A53BC027ADB2}"/>
              </a:ext>
            </a:extLst>
          </p:cNvPr>
          <p:cNvSpPr/>
          <p:nvPr/>
        </p:nvSpPr>
        <p:spPr>
          <a:xfrm>
            <a:off x="6117783" y="5127544"/>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3" name="Freeform 33">
            <a:extLst>
              <a:ext uri="{FF2B5EF4-FFF2-40B4-BE49-F238E27FC236}">
                <a16:creationId xmlns:a16="http://schemas.microsoft.com/office/drawing/2014/main" id="{72560A21-963E-AE66-B1E3-AD545D5B00F5}"/>
              </a:ext>
            </a:extLst>
          </p:cNvPr>
          <p:cNvSpPr/>
          <p:nvPr/>
        </p:nvSpPr>
        <p:spPr>
          <a:xfrm>
            <a:off x="6085923" y="4173866"/>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4" name="Freeform 34">
            <a:extLst>
              <a:ext uri="{FF2B5EF4-FFF2-40B4-BE49-F238E27FC236}">
                <a16:creationId xmlns:a16="http://schemas.microsoft.com/office/drawing/2014/main" id="{F0750418-5C2B-44BF-AF44-993D8F1330C6}"/>
              </a:ext>
            </a:extLst>
          </p:cNvPr>
          <p:cNvSpPr/>
          <p:nvPr/>
        </p:nvSpPr>
        <p:spPr>
          <a:xfrm>
            <a:off x="6117783" y="3310972"/>
            <a:ext cx="312305" cy="312305"/>
          </a:xfrm>
          <a:custGeom>
            <a:avLst/>
            <a:gdLst/>
            <a:ahLst/>
            <a:cxnLst/>
            <a:rect l="l" t="t" r="r" b="b"/>
            <a:pathLst>
              <a:path w="390399" h="390399">
                <a:moveTo>
                  <a:pt x="0" y="0"/>
                </a:moveTo>
                <a:lnTo>
                  <a:pt x="390399" y="0"/>
                </a:lnTo>
                <a:lnTo>
                  <a:pt x="390399" y="390398"/>
                </a:lnTo>
                <a:lnTo>
                  <a:pt x="0" y="390398"/>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5" name="Freeform 35">
            <a:extLst>
              <a:ext uri="{FF2B5EF4-FFF2-40B4-BE49-F238E27FC236}">
                <a16:creationId xmlns:a16="http://schemas.microsoft.com/office/drawing/2014/main" id="{10355603-AC83-7B7D-140F-0A3C792EB362}"/>
              </a:ext>
            </a:extLst>
          </p:cNvPr>
          <p:cNvSpPr/>
          <p:nvPr/>
        </p:nvSpPr>
        <p:spPr>
          <a:xfrm>
            <a:off x="6085923" y="5931862"/>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grpSp>
        <p:nvGrpSpPr>
          <p:cNvPr id="36" name="Group 36">
            <a:extLst>
              <a:ext uri="{FF2B5EF4-FFF2-40B4-BE49-F238E27FC236}">
                <a16:creationId xmlns:a16="http://schemas.microsoft.com/office/drawing/2014/main" id="{FD3DBBEA-0990-F402-19BA-97A75C191490}"/>
              </a:ext>
            </a:extLst>
          </p:cNvPr>
          <p:cNvGrpSpPr/>
          <p:nvPr/>
        </p:nvGrpSpPr>
        <p:grpSpPr>
          <a:xfrm>
            <a:off x="6995959" y="1102558"/>
            <a:ext cx="1792975" cy="474845"/>
            <a:chOff x="0" y="0"/>
            <a:chExt cx="654453" cy="168841"/>
          </a:xfrm>
        </p:grpSpPr>
        <p:sp>
          <p:nvSpPr>
            <p:cNvPr id="37" name="Freeform 37">
              <a:extLst>
                <a:ext uri="{FF2B5EF4-FFF2-40B4-BE49-F238E27FC236}">
                  <a16:creationId xmlns:a16="http://schemas.microsoft.com/office/drawing/2014/main" id="{596880C7-EF24-0778-E2CB-BB204DCFB013}"/>
                </a:ext>
              </a:extLst>
            </p:cNvPr>
            <p:cNvSpPr/>
            <p:nvPr/>
          </p:nvSpPr>
          <p:spPr>
            <a:xfrm>
              <a:off x="0" y="0"/>
              <a:ext cx="654453" cy="168841"/>
            </a:xfrm>
            <a:custGeom>
              <a:avLst/>
              <a:gdLst/>
              <a:ahLst/>
              <a:cxnLst/>
              <a:rect l="l" t="t" r="r" b="b"/>
              <a:pathLst>
                <a:path w="654453" h="168841">
                  <a:moveTo>
                    <a:pt x="0" y="0"/>
                  </a:moveTo>
                  <a:lnTo>
                    <a:pt x="654453" y="0"/>
                  </a:lnTo>
                  <a:lnTo>
                    <a:pt x="654453" y="168841"/>
                  </a:lnTo>
                  <a:lnTo>
                    <a:pt x="0" y="168841"/>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38" name="TextBox 38">
              <a:extLst>
                <a:ext uri="{FF2B5EF4-FFF2-40B4-BE49-F238E27FC236}">
                  <a16:creationId xmlns:a16="http://schemas.microsoft.com/office/drawing/2014/main" id="{E16F8AFA-1D6D-E233-BBA5-EAFBB207B36A}"/>
                </a:ext>
              </a:extLst>
            </p:cNvPr>
            <p:cNvSpPr txBox="1"/>
            <p:nvPr/>
          </p:nvSpPr>
          <p:spPr>
            <a:xfrm>
              <a:off x="0" y="-28575"/>
              <a:ext cx="654453" cy="197416"/>
            </a:xfrm>
            <a:prstGeom prst="rect">
              <a:avLst/>
            </a:prstGeom>
          </p:spPr>
          <p:txBody>
            <a:bodyPr lIns="40638" tIns="40638" rIns="40638" bIns="40638" rtlCol="0" anchor="ctr"/>
            <a:lstStyle/>
            <a:p>
              <a:pPr algn="ctr">
                <a:lnSpc>
                  <a:spcPts val="2016"/>
                </a:lnSpc>
              </a:pPr>
              <a:endParaRPr sz="1088"/>
            </a:p>
          </p:txBody>
        </p:sp>
      </p:grpSp>
      <p:grpSp>
        <p:nvGrpSpPr>
          <p:cNvPr id="39" name="Group 39">
            <a:extLst>
              <a:ext uri="{FF2B5EF4-FFF2-40B4-BE49-F238E27FC236}">
                <a16:creationId xmlns:a16="http://schemas.microsoft.com/office/drawing/2014/main" id="{D705483C-674B-6B1C-563B-DB69CD958763}"/>
              </a:ext>
            </a:extLst>
          </p:cNvPr>
          <p:cNvGrpSpPr/>
          <p:nvPr/>
        </p:nvGrpSpPr>
        <p:grpSpPr>
          <a:xfrm>
            <a:off x="8785225" y="1102558"/>
            <a:ext cx="403148" cy="474845"/>
            <a:chOff x="0" y="0"/>
            <a:chExt cx="143348" cy="168841"/>
          </a:xfrm>
        </p:grpSpPr>
        <p:sp>
          <p:nvSpPr>
            <p:cNvPr id="40" name="Freeform 40">
              <a:extLst>
                <a:ext uri="{FF2B5EF4-FFF2-40B4-BE49-F238E27FC236}">
                  <a16:creationId xmlns:a16="http://schemas.microsoft.com/office/drawing/2014/main" id="{20857A3C-E27F-1CD4-7DC8-CE0B27745FCE}"/>
                </a:ext>
              </a:extLst>
            </p:cNvPr>
            <p:cNvSpPr/>
            <p:nvPr/>
          </p:nvSpPr>
          <p:spPr>
            <a:xfrm>
              <a:off x="0" y="0"/>
              <a:ext cx="143348" cy="168841"/>
            </a:xfrm>
            <a:custGeom>
              <a:avLst/>
              <a:gdLst/>
              <a:ahLst/>
              <a:cxnLst/>
              <a:rect l="l" t="t" r="r" b="b"/>
              <a:pathLst>
                <a:path w="143348" h="168841">
                  <a:moveTo>
                    <a:pt x="0" y="0"/>
                  </a:moveTo>
                  <a:lnTo>
                    <a:pt x="143348" y="0"/>
                  </a:lnTo>
                  <a:lnTo>
                    <a:pt x="143348" y="168841"/>
                  </a:lnTo>
                  <a:lnTo>
                    <a:pt x="0" y="168841"/>
                  </a:lnTo>
                  <a:close/>
                </a:path>
              </a:pathLst>
            </a:custGeom>
            <a:solidFill>
              <a:srgbClr val="FDFDFD">
                <a:alpha val="38824"/>
              </a:srgbClr>
            </a:solidFill>
            <a:ln w="9525" cap="sq">
              <a:solidFill>
                <a:srgbClr val="000000">
                  <a:alpha val="38824"/>
                </a:srgbClr>
              </a:solidFill>
              <a:prstDash val="solid"/>
              <a:miter/>
            </a:ln>
          </p:spPr>
          <p:txBody>
            <a:bodyPr/>
            <a:lstStyle/>
            <a:p>
              <a:endParaRPr lang="en-SG" sz="1088"/>
            </a:p>
          </p:txBody>
        </p:sp>
        <p:sp>
          <p:nvSpPr>
            <p:cNvPr id="41" name="TextBox 41">
              <a:extLst>
                <a:ext uri="{FF2B5EF4-FFF2-40B4-BE49-F238E27FC236}">
                  <a16:creationId xmlns:a16="http://schemas.microsoft.com/office/drawing/2014/main" id="{9B001F6B-567B-C942-3A1F-DA95076C13EC}"/>
                </a:ext>
              </a:extLst>
            </p:cNvPr>
            <p:cNvSpPr txBox="1"/>
            <p:nvPr/>
          </p:nvSpPr>
          <p:spPr>
            <a:xfrm>
              <a:off x="0" y="-28575"/>
              <a:ext cx="143348" cy="197416"/>
            </a:xfrm>
            <a:prstGeom prst="rect">
              <a:avLst/>
            </a:prstGeom>
          </p:spPr>
          <p:txBody>
            <a:bodyPr lIns="40638" tIns="40638" rIns="40638" bIns="40638" rtlCol="0" anchor="ctr"/>
            <a:lstStyle/>
            <a:p>
              <a:pPr algn="ctr">
                <a:lnSpc>
                  <a:spcPts val="2016"/>
                </a:lnSpc>
              </a:pPr>
              <a:endParaRPr sz="1088"/>
            </a:p>
          </p:txBody>
        </p:sp>
      </p:grpSp>
      <p:grpSp>
        <p:nvGrpSpPr>
          <p:cNvPr id="45" name="Group 45">
            <a:extLst>
              <a:ext uri="{FF2B5EF4-FFF2-40B4-BE49-F238E27FC236}">
                <a16:creationId xmlns:a16="http://schemas.microsoft.com/office/drawing/2014/main" id="{03A60416-A3A4-522D-FAA2-9444FB6510E6}"/>
              </a:ext>
            </a:extLst>
          </p:cNvPr>
          <p:cNvGrpSpPr/>
          <p:nvPr/>
        </p:nvGrpSpPr>
        <p:grpSpPr>
          <a:xfrm>
            <a:off x="6506698" y="551792"/>
            <a:ext cx="110934" cy="7887829"/>
            <a:chOff x="0" y="0"/>
            <a:chExt cx="184898" cy="13146961"/>
          </a:xfrm>
        </p:grpSpPr>
        <p:grpSp>
          <p:nvGrpSpPr>
            <p:cNvPr id="46" name="Group 46">
              <a:extLst>
                <a:ext uri="{FF2B5EF4-FFF2-40B4-BE49-F238E27FC236}">
                  <a16:creationId xmlns:a16="http://schemas.microsoft.com/office/drawing/2014/main" id="{7D63772F-6A19-A0D3-5394-99585F05973F}"/>
                </a:ext>
              </a:extLst>
            </p:cNvPr>
            <p:cNvGrpSpPr/>
            <p:nvPr/>
          </p:nvGrpSpPr>
          <p:grpSpPr>
            <a:xfrm>
              <a:off x="9132" y="3875"/>
              <a:ext cx="175766" cy="507612"/>
              <a:chOff x="0" y="0"/>
              <a:chExt cx="37497" cy="108291"/>
            </a:xfrm>
          </p:grpSpPr>
          <p:sp>
            <p:nvSpPr>
              <p:cNvPr id="47" name="Freeform 47">
                <a:extLst>
                  <a:ext uri="{FF2B5EF4-FFF2-40B4-BE49-F238E27FC236}">
                    <a16:creationId xmlns:a16="http://schemas.microsoft.com/office/drawing/2014/main" id="{BB3E79EA-C342-99F7-E65E-BBC48518DE76}"/>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48" name="TextBox 48">
                <a:extLst>
                  <a:ext uri="{FF2B5EF4-FFF2-40B4-BE49-F238E27FC236}">
                    <a16:creationId xmlns:a16="http://schemas.microsoft.com/office/drawing/2014/main" id="{12FABD7E-E968-7DE7-61E5-ED1BA3A2592C}"/>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49" name="Group 49">
              <a:extLst>
                <a:ext uri="{FF2B5EF4-FFF2-40B4-BE49-F238E27FC236}">
                  <a16:creationId xmlns:a16="http://schemas.microsoft.com/office/drawing/2014/main" id="{C8B85022-0F5B-F3E9-21BE-532700DC3FCD}"/>
                </a:ext>
              </a:extLst>
            </p:cNvPr>
            <p:cNvGrpSpPr/>
            <p:nvPr/>
          </p:nvGrpSpPr>
          <p:grpSpPr>
            <a:xfrm>
              <a:off x="9132" y="0"/>
              <a:ext cx="175766" cy="13146961"/>
              <a:chOff x="0" y="0"/>
              <a:chExt cx="37497" cy="2804685"/>
            </a:xfrm>
          </p:grpSpPr>
          <p:sp>
            <p:nvSpPr>
              <p:cNvPr id="50" name="Freeform 50">
                <a:extLst>
                  <a:ext uri="{FF2B5EF4-FFF2-40B4-BE49-F238E27FC236}">
                    <a16:creationId xmlns:a16="http://schemas.microsoft.com/office/drawing/2014/main" id="{10B5FFAB-B13B-FC98-A973-1F62E7397EA2}"/>
                  </a:ext>
                </a:extLst>
              </p:cNvPr>
              <p:cNvSpPr/>
              <p:nvPr/>
            </p:nvSpPr>
            <p:spPr>
              <a:xfrm>
                <a:off x="0" y="0"/>
                <a:ext cx="37497" cy="2804685"/>
              </a:xfrm>
              <a:custGeom>
                <a:avLst/>
                <a:gdLst/>
                <a:ahLst/>
                <a:cxnLst/>
                <a:rect l="l" t="t" r="r" b="b"/>
                <a:pathLst>
                  <a:path w="37497" h="2804685">
                    <a:moveTo>
                      <a:pt x="0" y="0"/>
                    </a:moveTo>
                    <a:lnTo>
                      <a:pt x="37497" y="0"/>
                    </a:lnTo>
                    <a:lnTo>
                      <a:pt x="37497" y="2804685"/>
                    </a:lnTo>
                    <a:lnTo>
                      <a:pt x="0" y="2804685"/>
                    </a:lnTo>
                    <a:close/>
                  </a:path>
                </a:pathLst>
              </a:custGeom>
              <a:solidFill>
                <a:srgbClr val="FDFDFD"/>
              </a:solidFill>
              <a:ln w="9525" cap="sq">
                <a:solidFill>
                  <a:srgbClr val="000000"/>
                </a:solidFill>
                <a:prstDash val="solid"/>
                <a:miter/>
              </a:ln>
            </p:spPr>
            <p:txBody>
              <a:bodyPr/>
              <a:lstStyle/>
              <a:p>
                <a:endParaRPr lang="en-SG" sz="1088"/>
              </a:p>
            </p:txBody>
          </p:sp>
          <p:sp>
            <p:nvSpPr>
              <p:cNvPr id="51" name="TextBox 51">
                <a:extLst>
                  <a:ext uri="{FF2B5EF4-FFF2-40B4-BE49-F238E27FC236}">
                    <a16:creationId xmlns:a16="http://schemas.microsoft.com/office/drawing/2014/main" id="{F18B3D27-F632-42CB-5E8C-D444DA2F688F}"/>
                  </a:ext>
                </a:extLst>
              </p:cNvPr>
              <p:cNvSpPr txBox="1"/>
              <p:nvPr/>
            </p:nvSpPr>
            <p:spPr>
              <a:xfrm>
                <a:off x="0" y="-28575"/>
                <a:ext cx="37497" cy="2833260"/>
              </a:xfrm>
              <a:prstGeom prst="rect">
                <a:avLst/>
              </a:prstGeom>
            </p:spPr>
            <p:txBody>
              <a:bodyPr lIns="40638" tIns="40638" rIns="40638" bIns="40638" rtlCol="0" anchor="ctr"/>
              <a:lstStyle/>
              <a:p>
                <a:pPr algn="ctr">
                  <a:lnSpc>
                    <a:spcPts val="2016"/>
                  </a:lnSpc>
                </a:pPr>
                <a:endParaRPr sz="1088"/>
              </a:p>
            </p:txBody>
          </p:sp>
        </p:grpSp>
        <p:grpSp>
          <p:nvGrpSpPr>
            <p:cNvPr id="52" name="Group 52">
              <a:extLst>
                <a:ext uri="{FF2B5EF4-FFF2-40B4-BE49-F238E27FC236}">
                  <a16:creationId xmlns:a16="http://schemas.microsoft.com/office/drawing/2014/main" id="{0FE2FA50-B7E7-517B-CB50-57A8E1918B18}"/>
                </a:ext>
              </a:extLst>
            </p:cNvPr>
            <p:cNvGrpSpPr/>
            <p:nvPr/>
          </p:nvGrpSpPr>
          <p:grpSpPr>
            <a:xfrm>
              <a:off x="9132" y="2726176"/>
              <a:ext cx="165100" cy="2140734"/>
              <a:chOff x="0" y="0"/>
              <a:chExt cx="35221" cy="456690"/>
            </a:xfrm>
          </p:grpSpPr>
          <p:sp>
            <p:nvSpPr>
              <p:cNvPr id="53" name="Freeform 53">
                <a:extLst>
                  <a:ext uri="{FF2B5EF4-FFF2-40B4-BE49-F238E27FC236}">
                    <a16:creationId xmlns:a16="http://schemas.microsoft.com/office/drawing/2014/main" id="{544A2FEC-CE93-85B7-7787-52AC8AFCF5DB}"/>
                  </a:ext>
                </a:extLst>
              </p:cNvPr>
              <p:cNvSpPr/>
              <p:nvPr/>
            </p:nvSpPr>
            <p:spPr>
              <a:xfrm>
                <a:off x="0" y="0"/>
                <a:ext cx="35221" cy="456690"/>
              </a:xfrm>
              <a:custGeom>
                <a:avLst/>
                <a:gdLst/>
                <a:ahLst/>
                <a:cxnLst/>
                <a:rect l="l" t="t" r="r" b="b"/>
                <a:pathLst>
                  <a:path w="35221" h="456690">
                    <a:moveTo>
                      <a:pt x="0" y="0"/>
                    </a:moveTo>
                    <a:lnTo>
                      <a:pt x="35221" y="0"/>
                    </a:lnTo>
                    <a:lnTo>
                      <a:pt x="35221" y="456690"/>
                    </a:lnTo>
                    <a:lnTo>
                      <a:pt x="0" y="456690"/>
                    </a:lnTo>
                    <a:close/>
                  </a:path>
                </a:pathLst>
              </a:custGeom>
              <a:solidFill>
                <a:srgbClr val="F34336"/>
              </a:solidFill>
              <a:ln cap="sq">
                <a:noFill/>
                <a:prstDash val="solid"/>
                <a:miter/>
              </a:ln>
            </p:spPr>
            <p:txBody>
              <a:bodyPr/>
              <a:lstStyle/>
              <a:p>
                <a:endParaRPr lang="en-SG" sz="1088"/>
              </a:p>
            </p:txBody>
          </p:sp>
          <p:sp>
            <p:nvSpPr>
              <p:cNvPr id="54" name="TextBox 54">
                <a:extLst>
                  <a:ext uri="{FF2B5EF4-FFF2-40B4-BE49-F238E27FC236}">
                    <a16:creationId xmlns:a16="http://schemas.microsoft.com/office/drawing/2014/main" id="{A7E7F3D9-F2AE-582D-1DC0-F2480BB6ECC8}"/>
                  </a:ext>
                </a:extLst>
              </p:cNvPr>
              <p:cNvSpPr txBox="1"/>
              <p:nvPr/>
            </p:nvSpPr>
            <p:spPr>
              <a:xfrm>
                <a:off x="0" y="-28575"/>
                <a:ext cx="35221" cy="485265"/>
              </a:xfrm>
              <a:prstGeom prst="rect">
                <a:avLst/>
              </a:prstGeom>
            </p:spPr>
            <p:txBody>
              <a:bodyPr lIns="40638" tIns="40638" rIns="40638" bIns="40638" rtlCol="0" anchor="ctr"/>
              <a:lstStyle/>
              <a:p>
                <a:pPr algn="ctr">
                  <a:lnSpc>
                    <a:spcPts val="2016"/>
                  </a:lnSpc>
                </a:pPr>
                <a:endParaRPr sz="1088"/>
              </a:p>
            </p:txBody>
          </p:sp>
        </p:grpSp>
        <p:grpSp>
          <p:nvGrpSpPr>
            <p:cNvPr id="55" name="Group 55">
              <a:extLst>
                <a:ext uri="{FF2B5EF4-FFF2-40B4-BE49-F238E27FC236}">
                  <a16:creationId xmlns:a16="http://schemas.microsoft.com/office/drawing/2014/main" id="{7497CD75-3BAB-CC6C-0AE6-B54EE38328CE}"/>
                </a:ext>
              </a:extLst>
            </p:cNvPr>
            <p:cNvGrpSpPr/>
            <p:nvPr/>
          </p:nvGrpSpPr>
          <p:grpSpPr>
            <a:xfrm>
              <a:off x="9132" y="10883818"/>
              <a:ext cx="175766" cy="507612"/>
              <a:chOff x="0" y="0"/>
              <a:chExt cx="37497" cy="108291"/>
            </a:xfrm>
          </p:grpSpPr>
          <p:sp>
            <p:nvSpPr>
              <p:cNvPr id="56" name="Freeform 56">
                <a:extLst>
                  <a:ext uri="{FF2B5EF4-FFF2-40B4-BE49-F238E27FC236}">
                    <a16:creationId xmlns:a16="http://schemas.microsoft.com/office/drawing/2014/main" id="{9320C5B5-4A77-588C-A302-28A7094C9E87}"/>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57" name="TextBox 57">
                <a:extLst>
                  <a:ext uri="{FF2B5EF4-FFF2-40B4-BE49-F238E27FC236}">
                    <a16:creationId xmlns:a16="http://schemas.microsoft.com/office/drawing/2014/main" id="{B5E098F1-B9F3-7757-5BC5-99D308D17985}"/>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58" name="Group 58">
              <a:extLst>
                <a:ext uri="{FF2B5EF4-FFF2-40B4-BE49-F238E27FC236}">
                  <a16:creationId xmlns:a16="http://schemas.microsoft.com/office/drawing/2014/main" id="{F3756685-1087-FE4D-8C8E-DC9EDA372B6C}"/>
                </a:ext>
              </a:extLst>
            </p:cNvPr>
            <p:cNvGrpSpPr/>
            <p:nvPr/>
          </p:nvGrpSpPr>
          <p:grpSpPr>
            <a:xfrm>
              <a:off x="45096" y="175561"/>
              <a:ext cx="139802" cy="122326"/>
              <a:chOff x="0" y="0"/>
              <a:chExt cx="812800" cy="711200"/>
            </a:xfrm>
          </p:grpSpPr>
          <p:sp>
            <p:nvSpPr>
              <p:cNvPr id="59" name="Freeform 59">
                <a:extLst>
                  <a:ext uri="{FF2B5EF4-FFF2-40B4-BE49-F238E27FC236}">
                    <a16:creationId xmlns:a16="http://schemas.microsoft.com/office/drawing/2014/main" id="{0059E056-3899-96F6-B913-9854AD4DD1C8}"/>
                  </a:ext>
                </a:extLst>
              </p:cNvPr>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34336"/>
              </a:solidFill>
            </p:spPr>
            <p:txBody>
              <a:bodyPr/>
              <a:lstStyle/>
              <a:p>
                <a:endParaRPr lang="en-SG" sz="1088"/>
              </a:p>
            </p:txBody>
          </p:sp>
          <p:sp>
            <p:nvSpPr>
              <p:cNvPr id="60" name="TextBox 60">
                <a:extLst>
                  <a:ext uri="{FF2B5EF4-FFF2-40B4-BE49-F238E27FC236}">
                    <a16:creationId xmlns:a16="http://schemas.microsoft.com/office/drawing/2014/main" id="{6C670734-9476-F70A-C2D9-56063963C07F}"/>
                  </a:ext>
                </a:extLst>
              </p:cNvPr>
              <p:cNvSpPr txBox="1"/>
              <p:nvPr/>
            </p:nvSpPr>
            <p:spPr>
              <a:xfrm>
                <a:off x="127000" y="301625"/>
                <a:ext cx="558800" cy="358775"/>
              </a:xfrm>
              <a:prstGeom prst="rect">
                <a:avLst/>
              </a:prstGeom>
            </p:spPr>
            <p:txBody>
              <a:bodyPr lIns="40638" tIns="40638" rIns="40638" bIns="40638" rtlCol="0" anchor="ctr"/>
              <a:lstStyle/>
              <a:p>
                <a:pPr algn="ctr">
                  <a:lnSpc>
                    <a:spcPts val="2016"/>
                  </a:lnSpc>
                </a:pPr>
                <a:endParaRPr sz="1088"/>
              </a:p>
            </p:txBody>
          </p:sp>
        </p:grpSp>
        <p:grpSp>
          <p:nvGrpSpPr>
            <p:cNvPr id="61" name="Group 61">
              <a:extLst>
                <a:ext uri="{FF2B5EF4-FFF2-40B4-BE49-F238E27FC236}">
                  <a16:creationId xmlns:a16="http://schemas.microsoft.com/office/drawing/2014/main" id="{E01B9234-FD3D-48DC-823B-2E2E38BAEB83}"/>
                </a:ext>
              </a:extLst>
            </p:cNvPr>
            <p:cNvGrpSpPr/>
            <p:nvPr/>
          </p:nvGrpSpPr>
          <p:grpSpPr>
            <a:xfrm>
              <a:off x="0" y="11085671"/>
              <a:ext cx="174232" cy="152453"/>
              <a:chOff x="0" y="0"/>
              <a:chExt cx="812800" cy="711200"/>
            </a:xfrm>
          </p:grpSpPr>
          <p:sp>
            <p:nvSpPr>
              <p:cNvPr id="62" name="Freeform 62">
                <a:extLst>
                  <a:ext uri="{FF2B5EF4-FFF2-40B4-BE49-F238E27FC236}">
                    <a16:creationId xmlns:a16="http://schemas.microsoft.com/office/drawing/2014/main" id="{4AB866E1-333C-FF10-9C5C-82ED33ACFED8}"/>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63" name="TextBox 63">
                <a:extLst>
                  <a:ext uri="{FF2B5EF4-FFF2-40B4-BE49-F238E27FC236}">
                    <a16:creationId xmlns:a16="http://schemas.microsoft.com/office/drawing/2014/main" id="{5088C1EB-AA2C-C8FE-7FEC-78BD5C30EFEB}"/>
                  </a:ext>
                </a:extLst>
              </p:cNvPr>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a:p>
            </p:txBody>
          </p:sp>
        </p:grpSp>
      </p:grpSp>
      <p:sp>
        <p:nvSpPr>
          <p:cNvPr id="67" name="TextBox 67">
            <a:extLst>
              <a:ext uri="{FF2B5EF4-FFF2-40B4-BE49-F238E27FC236}">
                <a16:creationId xmlns:a16="http://schemas.microsoft.com/office/drawing/2014/main" id="{9B82FC0F-E954-3B98-0C58-7386818AA00A}"/>
              </a:ext>
            </a:extLst>
          </p:cNvPr>
          <p:cNvSpPr txBox="1"/>
          <p:nvPr/>
        </p:nvSpPr>
        <p:spPr>
          <a:xfrm>
            <a:off x="1955768" y="38665"/>
            <a:ext cx="1798472" cy="420884"/>
          </a:xfrm>
          <a:prstGeom prst="rect">
            <a:avLst/>
          </a:prstGeom>
        </p:spPr>
        <p:txBody>
          <a:bodyPr lIns="0" tIns="0" rIns="0" bIns="0" rtlCol="0" anchor="t">
            <a:spAutoFit/>
          </a:bodyPr>
          <a:lstStyle/>
          <a:p>
            <a:pPr>
              <a:lnSpc>
                <a:spcPts val="3414"/>
              </a:lnSpc>
              <a:spcBef>
                <a:spcPct val="0"/>
              </a:spcBef>
            </a:pPr>
            <a:r>
              <a:rPr lang="en-US" sz="2439" dirty="0">
                <a:solidFill>
                  <a:srgbClr val="FFFFFF"/>
                </a:solidFill>
                <a:latin typeface="League Spartan"/>
                <a:ea typeface="League Spartan"/>
                <a:cs typeface="League Spartan"/>
                <a:sym typeface="League Spartan"/>
              </a:rPr>
              <a:t>Plan Trip</a:t>
            </a:r>
          </a:p>
        </p:txBody>
      </p:sp>
      <p:sp>
        <p:nvSpPr>
          <p:cNvPr id="68" name="TextBox 68">
            <a:extLst>
              <a:ext uri="{FF2B5EF4-FFF2-40B4-BE49-F238E27FC236}">
                <a16:creationId xmlns:a16="http://schemas.microsoft.com/office/drawing/2014/main" id="{9E0DBC5C-8AE5-9F9C-355C-977B2564B3E4}"/>
              </a:ext>
            </a:extLst>
          </p:cNvPr>
          <p:cNvSpPr txBox="1"/>
          <p:nvPr/>
        </p:nvSpPr>
        <p:spPr>
          <a:xfrm>
            <a:off x="7280124" y="3223639"/>
            <a:ext cx="680217" cy="248594"/>
          </a:xfrm>
          <a:prstGeom prst="rect">
            <a:avLst/>
          </a:prstGeom>
        </p:spPr>
        <p:txBody>
          <a:bodyPr wrap="square" lIns="0" tIns="0" rIns="0" bIns="0" rtlCol="0" anchor="t">
            <a:spAutoFit/>
          </a:bodyPr>
          <a:lstStyle/>
          <a:p>
            <a:pPr algn="ctr">
              <a:lnSpc>
                <a:spcPts val="2046"/>
              </a:lnSpc>
              <a:spcBef>
                <a:spcPct val="0"/>
              </a:spcBef>
            </a:pPr>
            <a:r>
              <a:rPr lang="en-US" sz="1461" dirty="0">
                <a:solidFill>
                  <a:srgbClr val="FFFFFF"/>
                </a:solidFill>
                <a:latin typeface="League Spartan"/>
                <a:ea typeface="League Spartan"/>
                <a:cs typeface="League Spartan"/>
                <a:sym typeface="League Spartan"/>
              </a:rPr>
              <a:t>Reset</a:t>
            </a:r>
          </a:p>
        </p:txBody>
      </p:sp>
      <p:sp>
        <p:nvSpPr>
          <p:cNvPr id="70" name="TextBox 70">
            <a:extLst>
              <a:ext uri="{FF2B5EF4-FFF2-40B4-BE49-F238E27FC236}">
                <a16:creationId xmlns:a16="http://schemas.microsoft.com/office/drawing/2014/main" id="{E1B1FF6E-08C3-49E4-B323-101C81E39BB8}"/>
              </a:ext>
            </a:extLst>
          </p:cNvPr>
          <p:cNvSpPr txBox="1"/>
          <p:nvPr/>
        </p:nvSpPr>
        <p:spPr>
          <a:xfrm>
            <a:off x="6948366" y="746560"/>
            <a:ext cx="731939" cy="240066"/>
          </a:xfrm>
          <a:prstGeom prst="rect">
            <a:avLst/>
          </a:prstGeom>
        </p:spPr>
        <p:txBody>
          <a:bodyPr wrap="square"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Type</a:t>
            </a:r>
          </a:p>
        </p:txBody>
      </p:sp>
      <p:sp>
        <p:nvSpPr>
          <p:cNvPr id="71" name="TextBox 71">
            <a:extLst>
              <a:ext uri="{FF2B5EF4-FFF2-40B4-BE49-F238E27FC236}">
                <a16:creationId xmlns:a16="http://schemas.microsoft.com/office/drawing/2014/main" id="{0556A6C7-9A48-2099-CDC6-5D900065DA88}"/>
              </a:ext>
            </a:extLst>
          </p:cNvPr>
          <p:cNvSpPr txBox="1"/>
          <p:nvPr/>
        </p:nvSpPr>
        <p:spPr>
          <a:xfrm>
            <a:off x="1075681" y="913288"/>
            <a:ext cx="1855276"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Burger Queen</a:t>
            </a:r>
          </a:p>
        </p:txBody>
      </p:sp>
      <p:sp>
        <p:nvSpPr>
          <p:cNvPr id="72" name="TextBox 72">
            <a:extLst>
              <a:ext uri="{FF2B5EF4-FFF2-40B4-BE49-F238E27FC236}">
                <a16:creationId xmlns:a16="http://schemas.microsoft.com/office/drawing/2014/main" id="{E387B8D5-A998-F51F-16B7-1139273358A4}"/>
              </a:ext>
            </a:extLst>
          </p:cNvPr>
          <p:cNvSpPr txBox="1"/>
          <p:nvPr/>
        </p:nvSpPr>
        <p:spPr>
          <a:xfrm>
            <a:off x="1075681" y="4262895"/>
            <a:ext cx="1508265"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Music Show</a:t>
            </a:r>
          </a:p>
        </p:txBody>
      </p:sp>
      <p:sp>
        <p:nvSpPr>
          <p:cNvPr id="73" name="TextBox 73">
            <a:extLst>
              <a:ext uri="{FF2B5EF4-FFF2-40B4-BE49-F238E27FC236}">
                <a16:creationId xmlns:a16="http://schemas.microsoft.com/office/drawing/2014/main" id="{A5BE49F7-B512-CBAB-A7E5-15B3E8001AB5}"/>
              </a:ext>
            </a:extLst>
          </p:cNvPr>
          <p:cNvSpPr txBox="1"/>
          <p:nvPr/>
        </p:nvSpPr>
        <p:spPr>
          <a:xfrm>
            <a:off x="1078431" y="2688680"/>
            <a:ext cx="1558581"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Bumper cars</a:t>
            </a:r>
          </a:p>
        </p:txBody>
      </p:sp>
      <p:sp>
        <p:nvSpPr>
          <p:cNvPr id="74" name="TextBox 74">
            <a:extLst>
              <a:ext uri="{FF2B5EF4-FFF2-40B4-BE49-F238E27FC236}">
                <a16:creationId xmlns:a16="http://schemas.microsoft.com/office/drawing/2014/main" id="{6DF96BB3-C2D2-ABFB-65F3-0EB2967611F2}"/>
              </a:ext>
            </a:extLst>
          </p:cNvPr>
          <p:cNvSpPr txBox="1"/>
          <p:nvPr/>
        </p:nvSpPr>
        <p:spPr>
          <a:xfrm>
            <a:off x="1111633" y="5183403"/>
            <a:ext cx="1783371"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Ferris wheels</a:t>
            </a:r>
          </a:p>
        </p:txBody>
      </p:sp>
      <p:sp>
        <p:nvSpPr>
          <p:cNvPr id="75" name="TextBox 75">
            <a:extLst>
              <a:ext uri="{FF2B5EF4-FFF2-40B4-BE49-F238E27FC236}">
                <a16:creationId xmlns:a16="http://schemas.microsoft.com/office/drawing/2014/main" id="{0D910AED-61D8-02E6-3A90-0568A69FCF8C}"/>
              </a:ext>
            </a:extLst>
          </p:cNvPr>
          <p:cNvSpPr txBox="1"/>
          <p:nvPr/>
        </p:nvSpPr>
        <p:spPr>
          <a:xfrm>
            <a:off x="1075681" y="6716050"/>
            <a:ext cx="1332514"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Fireworks</a:t>
            </a:r>
          </a:p>
        </p:txBody>
      </p:sp>
      <p:sp>
        <p:nvSpPr>
          <p:cNvPr id="76" name="TextBox 76">
            <a:extLst>
              <a:ext uri="{FF2B5EF4-FFF2-40B4-BE49-F238E27FC236}">
                <a16:creationId xmlns:a16="http://schemas.microsoft.com/office/drawing/2014/main" id="{F23B7C76-9E2B-F447-F6BD-F221F3FE8123}"/>
              </a:ext>
            </a:extLst>
          </p:cNvPr>
          <p:cNvSpPr txBox="1"/>
          <p:nvPr/>
        </p:nvSpPr>
        <p:spPr>
          <a:xfrm>
            <a:off x="1040338" y="5970511"/>
            <a:ext cx="1810425"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Ice Cream Corner</a:t>
            </a:r>
          </a:p>
        </p:txBody>
      </p:sp>
      <p:sp>
        <p:nvSpPr>
          <p:cNvPr id="77" name="TextBox 77">
            <a:extLst>
              <a:ext uri="{FF2B5EF4-FFF2-40B4-BE49-F238E27FC236}">
                <a16:creationId xmlns:a16="http://schemas.microsoft.com/office/drawing/2014/main" id="{97C884FB-6EC9-A44A-913F-C60F77366C56}"/>
              </a:ext>
            </a:extLst>
          </p:cNvPr>
          <p:cNvSpPr txBox="1"/>
          <p:nvPr/>
        </p:nvSpPr>
        <p:spPr>
          <a:xfrm>
            <a:off x="1160710" y="3475787"/>
            <a:ext cx="1183620"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Pizza House</a:t>
            </a:r>
          </a:p>
        </p:txBody>
      </p:sp>
      <p:sp>
        <p:nvSpPr>
          <p:cNvPr id="78" name="TextBox 78">
            <a:extLst>
              <a:ext uri="{FF2B5EF4-FFF2-40B4-BE49-F238E27FC236}">
                <a16:creationId xmlns:a16="http://schemas.microsoft.com/office/drawing/2014/main" id="{EF4ECB25-FC1B-A39C-0B6E-745A458EE238}"/>
              </a:ext>
            </a:extLst>
          </p:cNvPr>
          <p:cNvSpPr txBox="1"/>
          <p:nvPr/>
        </p:nvSpPr>
        <p:spPr>
          <a:xfrm>
            <a:off x="1137773" y="1818906"/>
            <a:ext cx="1871248"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Castle Playtime</a:t>
            </a:r>
          </a:p>
        </p:txBody>
      </p:sp>
      <p:sp>
        <p:nvSpPr>
          <p:cNvPr id="79" name="TextBox 79">
            <a:extLst>
              <a:ext uri="{FF2B5EF4-FFF2-40B4-BE49-F238E27FC236}">
                <a16:creationId xmlns:a16="http://schemas.microsoft.com/office/drawing/2014/main" id="{25A3616A-806C-2BC2-3427-11E12B246E46}"/>
              </a:ext>
            </a:extLst>
          </p:cNvPr>
          <p:cNvSpPr txBox="1"/>
          <p:nvPr/>
        </p:nvSpPr>
        <p:spPr>
          <a:xfrm>
            <a:off x="737481" y="934550"/>
            <a:ext cx="167347"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1.</a:t>
            </a:r>
          </a:p>
        </p:txBody>
      </p:sp>
      <p:sp>
        <p:nvSpPr>
          <p:cNvPr id="80" name="TextBox 80">
            <a:extLst>
              <a:ext uri="{FF2B5EF4-FFF2-40B4-BE49-F238E27FC236}">
                <a16:creationId xmlns:a16="http://schemas.microsoft.com/office/drawing/2014/main" id="{62A5D3A1-3305-FDCB-8118-958DD24D14C0}"/>
              </a:ext>
            </a:extLst>
          </p:cNvPr>
          <p:cNvSpPr txBox="1"/>
          <p:nvPr/>
        </p:nvSpPr>
        <p:spPr>
          <a:xfrm>
            <a:off x="739574" y="1797669"/>
            <a:ext cx="169252"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2.</a:t>
            </a:r>
          </a:p>
        </p:txBody>
      </p:sp>
      <p:sp>
        <p:nvSpPr>
          <p:cNvPr id="81" name="TextBox 81">
            <a:extLst>
              <a:ext uri="{FF2B5EF4-FFF2-40B4-BE49-F238E27FC236}">
                <a16:creationId xmlns:a16="http://schemas.microsoft.com/office/drawing/2014/main" id="{2ECFC194-BE80-6519-C657-3DFF10A5BA5C}"/>
              </a:ext>
            </a:extLst>
          </p:cNvPr>
          <p:cNvSpPr txBox="1"/>
          <p:nvPr/>
        </p:nvSpPr>
        <p:spPr>
          <a:xfrm>
            <a:off x="667841" y="2626429"/>
            <a:ext cx="226144"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3.</a:t>
            </a:r>
          </a:p>
        </p:txBody>
      </p:sp>
      <p:sp>
        <p:nvSpPr>
          <p:cNvPr id="82" name="TextBox 82">
            <a:extLst>
              <a:ext uri="{FF2B5EF4-FFF2-40B4-BE49-F238E27FC236}">
                <a16:creationId xmlns:a16="http://schemas.microsoft.com/office/drawing/2014/main" id="{C91EF264-64A0-B730-7B3F-EAE9A9C85AC4}"/>
              </a:ext>
            </a:extLst>
          </p:cNvPr>
          <p:cNvSpPr txBox="1"/>
          <p:nvPr/>
        </p:nvSpPr>
        <p:spPr>
          <a:xfrm>
            <a:off x="667853" y="6842483"/>
            <a:ext cx="257663" cy="264624"/>
          </a:xfrm>
          <a:prstGeom prst="rect">
            <a:avLst/>
          </a:prstGeom>
        </p:spPr>
        <p:txBody>
          <a:bodyPr wrap="square" lIns="0" tIns="0" rIns="0" bIns="0" rtlCol="0" anchor="t">
            <a:spAutoFit/>
          </a:bodyPr>
          <a:lstStyle/>
          <a:p>
            <a:pPr>
              <a:lnSpc>
                <a:spcPts val="2240"/>
              </a:lnSpc>
              <a:spcBef>
                <a:spcPct val="0"/>
              </a:spcBef>
            </a:pPr>
            <a:r>
              <a:rPr lang="en-US" sz="1600" b="1" dirty="0">
                <a:solidFill>
                  <a:srgbClr val="000000"/>
                </a:solidFill>
                <a:latin typeface="Canva Sans Bold"/>
                <a:ea typeface="Canva Sans Bold"/>
                <a:cs typeface="Canva Sans Bold"/>
                <a:sym typeface="Canva Sans Bold"/>
              </a:rPr>
              <a:t>8.</a:t>
            </a:r>
          </a:p>
        </p:txBody>
      </p:sp>
      <p:sp>
        <p:nvSpPr>
          <p:cNvPr id="83" name="TextBox 83">
            <a:extLst>
              <a:ext uri="{FF2B5EF4-FFF2-40B4-BE49-F238E27FC236}">
                <a16:creationId xmlns:a16="http://schemas.microsoft.com/office/drawing/2014/main" id="{2189F64C-9047-1206-FAB4-EC96D6BD7436}"/>
              </a:ext>
            </a:extLst>
          </p:cNvPr>
          <p:cNvSpPr txBox="1"/>
          <p:nvPr/>
        </p:nvSpPr>
        <p:spPr>
          <a:xfrm>
            <a:off x="678422" y="5994356"/>
            <a:ext cx="247094"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7.</a:t>
            </a:r>
          </a:p>
        </p:txBody>
      </p:sp>
      <p:sp>
        <p:nvSpPr>
          <p:cNvPr id="84" name="TextBox 84">
            <a:extLst>
              <a:ext uri="{FF2B5EF4-FFF2-40B4-BE49-F238E27FC236}">
                <a16:creationId xmlns:a16="http://schemas.microsoft.com/office/drawing/2014/main" id="{174E9FDB-2363-A2FA-85B9-CE662547C6C2}"/>
              </a:ext>
            </a:extLst>
          </p:cNvPr>
          <p:cNvSpPr txBox="1"/>
          <p:nvPr/>
        </p:nvSpPr>
        <p:spPr>
          <a:xfrm>
            <a:off x="711874" y="5148677"/>
            <a:ext cx="223729"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6.</a:t>
            </a:r>
          </a:p>
        </p:txBody>
      </p:sp>
      <p:sp>
        <p:nvSpPr>
          <p:cNvPr id="85" name="TextBox 85">
            <a:extLst>
              <a:ext uri="{FF2B5EF4-FFF2-40B4-BE49-F238E27FC236}">
                <a16:creationId xmlns:a16="http://schemas.microsoft.com/office/drawing/2014/main" id="{C7BB319A-7D8C-1196-4477-C3282D191AB2}"/>
              </a:ext>
            </a:extLst>
          </p:cNvPr>
          <p:cNvSpPr txBox="1"/>
          <p:nvPr/>
        </p:nvSpPr>
        <p:spPr>
          <a:xfrm>
            <a:off x="702546" y="4311654"/>
            <a:ext cx="222970"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5.</a:t>
            </a:r>
          </a:p>
        </p:txBody>
      </p:sp>
      <p:sp>
        <p:nvSpPr>
          <p:cNvPr id="86" name="TextBox 86">
            <a:extLst>
              <a:ext uri="{FF2B5EF4-FFF2-40B4-BE49-F238E27FC236}">
                <a16:creationId xmlns:a16="http://schemas.microsoft.com/office/drawing/2014/main" id="{4F44FB40-6F37-91F7-F99E-96290C811598}"/>
              </a:ext>
            </a:extLst>
          </p:cNvPr>
          <p:cNvSpPr txBox="1"/>
          <p:nvPr/>
        </p:nvSpPr>
        <p:spPr>
          <a:xfrm>
            <a:off x="681858" y="3432202"/>
            <a:ext cx="222970"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4.</a:t>
            </a:r>
          </a:p>
        </p:txBody>
      </p:sp>
      <p:sp>
        <p:nvSpPr>
          <p:cNvPr id="87" name="TextBox 87">
            <a:extLst>
              <a:ext uri="{FF2B5EF4-FFF2-40B4-BE49-F238E27FC236}">
                <a16:creationId xmlns:a16="http://schemas.microsoft.com/office/drawing/2014/main" id="{E590AE58-62E8-5CC2-EC11-3FE606DF4AA9}"/>
              </a:ext>
            </a:extLst>
          </p:cNvPr>
          <p:cNvSpPr txBox="1"/>
          <p:nvPr/>
        </p:nvSpPr>
        <p:spPr>
          <a:xfrm>
            <a:off x="4988361" y="5298968"/>
            <a:ext cx="553188"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500 m </a:t>
            </a:r>
          </a:p>
        </p:txBody>
      </p:sp>
      <p:sp>
        <p:nvSpPr>
          <p:cNvPr id="88" name="TextBox 88">
            <a:extLst>
              <a:ext uri="{FF2B5EF4-FFF2-40B4-BE49-F238E27FC236}">
                <a16:creationId xmlns:a16="http://schemas.microsoft.com/office/drawing/2014/main" id="{AD797AA5-0112-5E69-FD18-81CD95145591}"/>
              </a:ext>
            </a:extLst>
          </p:cNvPr>
          <p:cNvSpPr txBox="1"/>
          <p:nvPr/>
        </p:nvSpPr>
        <p:spPr>
          <a:xfrm>
            <a:off x="4960702" y="2728637"/>
            <a:ext cx="414224" cy="215444"/>
          </a:xfrm>
          <a:prstGeom prst="rect">
            <a:avLst/>
          </a:prstGeom>
        </p:spPr>
        <p:txBody>
          <a:bodyPr lIns="0" tIns="0" rIns="0" bIns="0" rtlCol="0" anchor="t">
            <a:spAutoFit/>
          </a:bodyPr>
          <a:lstStyle/>
          <a:p>
            <a:pPr>
              <a:lnSpc>
                <a:spcPts val="1791"/>
              </a:lnSpc>
              <a:spcBef>
                <a:spcPct val="0"/>
              </a:spcBef>
            </a:pPr>
            <a:r>
              <a:rPr lang="en-US" sz="1279" dirty="0">
                <a:solidFill>
                  <a:srgbClr val="000000"/>
                </a:solidFill>
                <a:latin typeface="Canva Sans"/>
                <a:ea typeface="Canva Sans"/>
                <a:cs typeface="Canva Sans"/>
                <a:sym typeface="Canva Sans"/>
              </a:rPr>
              <a:t>25 m </a:t>
            </a:r>
          </a:p>
        </p:txBody>
      </p:sp>
      <p:sp>
        <p:nvSpPr>
          <p:cNvPr id="89" name="TextBox 89">
            <a:extLst>
              <a:ext uri="{FF2B5EF4-FFF2-40B4-BE49-F238E27FC236}">
                <a16:creationId xmlns:a16="http://schemas.microsoft.com/office/drawing/2014/main" id="{8ABDA984-1BB0-BC46-3DF2-FF5C820C34CC}"/>
              </a:ext>
            </a:extLst>
          </p:cNvPr>
          <p:cNvSpPr txBox="1"/>
          <p:nvPr/>
        </p:nvSpPr>
        <p:spPr>
          <a:xfrm>
            <a:off x="4950065" y="4451811"/>
            <a:ext cx="528329"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250 m </a:t>
            </a:r>
          </a:p>
        </p:txBody>
      </p:sp>
      <p:sp>
        <p:nvSpPr>
          <p:cNvPr id="90" name="TextBox 90">
            <a:extLst>
              <a:ext uri="{FF2B5EF4-FFF2-40B4-BE49-F238E27FC236}">
                <a16:creationId xmlns:a16="http://schemas.microsoft.com/office/drawing/2014/main" id="{9D13A4AF-94DB-A0FE-3758-5715544028C3}"/>
              </a:ext>
            </a:extLst>
          </p:cNvPr>
          <p:cNvSpPr txBox="1"/>
          <p:nvPr/>
        </p:nvSpPr>
        <p:spPr>
          <a:xfrm>
            <a:off x="4943875" y="3597805"/>
            <a:ext cx="540711"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100 m </a:t>
            </a:r>
          </a:p>
        </p:txBody>
      </p:sp>
      <p:sp>
        <p:nvSpPr>
          <p:cNvPr id="91" name="TextBox 91">
            <a:extLst>
              <a:ext uri="{FF2B5EF4-FFF2-40B4-BE49-F238E27FC236}">
                <a16:creationId xmlns:a16="http://schemas.microsoft.com/office/drawing/2014/main" id="{26709FDB-65AD-CEBA-17BB-71218F40C33D}"/>
              </a:ext>
            </a:extLst>
          </p:cNvPr>
          <p:cNvSpPr txBox="1"/>
          <p:nvPr/>
        </p:nvSpPr>
        <p:spPr>
          <a:xfrm>
            <a:off x="4928207" y="1919522"/>
            <a:ext cx="423177"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70 m </a:t>
            </a:r>
          </a:p>
        </p:txBody>
      </p:sp>
      <p:sp>
        <p:nvSpPr>
          <p:cNvPr id="92" name="TextBox 92">
            <a:extLst>
              <a:ext uri="{FF2B5EF4-FFF2-40B4-BE49-F238E27FC236}">
                <a16:creationId xmlns:a16="http://schemas.microsoft.com/office/drawing/2014/main" id="{73D548AE-0269-AF0B-73F4-DF6C8F84CA45}"/>
              </a:ext>
            </a:extLst>
          </p:cNvPr>
          <p:cNvSpPr txBox="1"/>
          <p:nvPr/>
        </p:nvSpPr>
        <p:spPr>
          <a:xfrm>
            <a:off x="4988361" y="1048873"/>
            <a:ext cx="411462"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15 m </a:t>
            </a:r>
          </a:p>
        </p:txBody>
      </p:sp>
      <p:sp>
        <p:nvSpPr>
          <p:cNvPr id="93" name="TextBox 93">
            <a:extLst>
              <a:ext uri="{FF2B5EF4-FFF2-40B4-BE49-F238E27FC236}">
                <a16:creationId xmlns:a16="http://schemas.microsoft.com/office/drawing/2014/main" id="{28140A18-163A-61EC-7680-B3B1CC034303}"/>
              </a:ext>
            </a:extLst>
          </p:cNvPr>
          <p:cNvSpPr txBox="1"/>
          <p:nvPr/>
        </p:nvSpPr>
        <p:spPr>
          <a:xfrm>
            <a:off x="5042971" y="6859328"/>
            <a:ext cx="518804"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120 m </a:t>
            </a:r>
          </a:p>
        </p:txBody>
      </p:sp>
      <p:sp>
        <p:nvSpPr>
          <p:cNvPr id="94" name="TextBox 94">
            <a:extLst>
              <a:ext uri="{FF2B5EF4-FFF2-40B4-BE49-F238E27FC236}">
                <a16:creationId xmlns:a16="http://schemas.microsoft.com/office/drawing/2014/main" id="{BD442485-184A-DE9A-15DB-2AC5439CFA16}"/>
              </a:ext>
            </a:extLst>
          </p:cNvPr>
          <p:cNvSpPr txBox="1"/>
          <p:nvPr/>
        </p:nvSpPr>
        <p:spPr>
          <a:xfrm>
            <a:off x="5017063" y="6180525"/>
            <a:ext cx="642433"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2500 m </a:t>
            </a:r>
          </a:p>
        </p:txBody>
      </p:sp>
      <p:sp>
        <p:nvSpPr>
          <p:cNvPr id="95" name="TextBox 95">
            <a:extLst>
              <a:ext uri="{FF2B5EF4-FFF2-40B4-BE49-F238E27FC236}">
                <a16:creationId xmlns:a16="http://schemas.microsoft.com/office/drawing/2014/main" id="{AFC3D048-C405-B3B3-4629-964A43038F3C}"/>
              </a:ext>
            </a:extLst>
          </p:cNvPr>
          <p:cNvSpPr txBox="1"/>
          <p:nvPr/>
        </p:nvSpPr>
        <p:spPr>
          <a:xfrm>
            <a:off x="3111507" y="1059728"/>
            <a:ext cx="1168667"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10:00 - 10:30</a:t>
            </a:r>
          </a:p>
        </p:txBody>
      </p:sp>
      <p:sp>
        <p:nvSpPr>
          <p:cNvPr id="96" name="TextBox 96">
            <a:extLst>
              <a:ext uri="{FF2B5EF4-FFF2-40B4-BE49-F238E27FC236}">
                <a16:creationId xmlns:a16="http://schemas.microsoft.com/office/drawing/2014/main" id="{702E2948-9957-A269-F16B-11B56071830D}"/>
              </a:ext>
            </a:extLst>
          </p:cNvPr>
          <p:cNvSpPr txBox="1"/>
          <p:nvPr/>
        </p:nvSpPr>
        <p:spPr>
          <a:xfrm>
            <a:off x="3112728" y="1932199"/>
            <a:ext cx="1228589"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10:35 - 11:30</a:t>
            </a:r>
          </a:p>
        </p:txBody>
      </p:sp>
      <p:sp>
        <p:nvSpPr>
          <p:cNvPr id="97" name="TextBox 97">
            <a:extLst>
              <a:ext uri="{FF2B5EF4-FFF2-40B4-BE49-F238E27FC236}">
                <a16:creationId xmlns:a16="http://schemas.microsoft.com/office/drawing/2014/main" id="{35D01B43-3A2B-0574-4422-33902FC489FB}"/>
              </a:ext>
            </a:extLst>
          </p:cNvPr>
          <p:cNvSpPr txBox="1"/>
          <p:nvPr/>
        </p:nvSpPr>
        <p:spPr>
          <a:xfrm>
            <a:off x="3019021" y="2753693"/>
            <a:ext cx="1168667"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11:35 - 12:05</a:t>
            </a:r>
          </a:p>
        </p:txBody>
      </p:sp>
      <p:sp>
        <p:nvSpPr>
          <p:cNvPr id="98" name="TextBox 98">
            <a:extLst>
              <a:ext uri="{FF2B5EF4-FFF2-40B4-BE49-F238E27FC236}">
                <a16:creationId xmlns:a16="http://schemas.microsoft.com/office/drawing/2014/main" id="{44AAB19D-7226-CC7C-5D7B-E36C5324DFF0}"/>
              </a:ext>
            </a:extLst>
          </p:cNvPr>
          <p:cNvSpPr txBox="1"/>
          <p:nvPr/>
        </p:nvSpPr>
        <p:spPr>
          <a:xfrm>
            <a:off x="3009021" y="3658401"/>
            <a:ext cx="1271153"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12:10 - 12:50</a:t>
            </a:r>
          </a:p>
        </p:txBody>
      </p:sp>
      <p:sp>
        <p:nvSpPr>
          <p:cNvPr id="99" name="TextBox 99">
            <a:extLst>
              <a:ext uri="{FF2B5EF4-FFF2-40B4-BE49-F238E27FC236}">
                <a16:creationId xmlns:a16="http://schemas.microsoft.com/office/drawing/2014/main" id="{8375240B-DADE-7DC4-E363-7C6DA89AE832}"/>
              </a:ext>
            </a:extLst>
          </p:cNvPr>
          <p:cNvSpPr txBox="1"/>
          <p:nvPr/>
        </p:nvSpPr>
        <p:spPr>
          <a:xfrm>
            <a:off x="3013878" y="4511804"/>
            <a:ext cx="1363638"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12:55 - 13.30</a:t>
            </a:r>
          </a:p>
        </p:txBody>
      </p:sp>
      <p:sp>
        <p:nvSpPr>
          <p:cNvPr id="100" name="TextBox 100">
            <a:extLst>
              <a:ext uri="{FF2B5EF4-FFF2-40B4-BE49-F238E27FC236}">
                <a16:creationId xmlns:a16="http://schemas.microsoft.com/office/drawing/2014/main" id="{F725353F-DBF5-0F36-6578-C0003D5451C0}"/>
              </a:ext>
            </a:extLst>
          </p:cNvPr>
          <p:cNvSpPr txBox="1"/>
          <p:nvPr/>
        </p:nvSpPr>
        <p:spPr>
          <a:xfrm>
            <a:off x="3112652" y="5300239"/>
            <a:ext cx="1264864"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13:40 - 14.30</a:t>
            </a:r>
          </a:p>
        </p:txBody>
      </p:sp>
      <p:sp>
        <p:nvSpPr>
          <p:cNvPr id="101" name="TextBox 101">
            <a:extLst>
              <a:ext uri="{FF2B5EF4-FFF2-40B4-BE49-F238E27FC236}">
                <a16:creationId xmlns:a16="http://schemas.microsoft.com/office/drawing/2014/main" id="{3DBA704A-4FFB-9B13-D568-92B9391B8CA3}"/>
              </a:ext>
            </a:extLst>
          </p:cNvPr>
          <p:cNvSpPr txBox="1"/>
          <p:nvPr/>
        </p:nvSpPr>
        <p:spPr>
          <a:xfrm>
            <a:off x="3121808" y="6140691"/>
            <a:ext cx="1264864"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14:35 - 14.55</a:t>
            </a:r>
          </a:p>
        </p:txBody>
      </p:sp>
      <p:sp>
        <p:nvSpPr>
          <p:cNvPr id="102" name="TextBox 102">
            <a:extLst>
              <a:ext uri="{FF2B5EF4-FFF2-40B4-BE49-F238E27FC236}">
                <a16:creationId xmlns:a16="http://schemas.microsoft.com/office/drawing/2014/main" id="{8ABFB3B5-7560-FE74-B6FB-9E43142CD956}"/>
              </a:ext>
            </a:extLst>
          </p:cNvPr>
          <p:cNvSpPr txBox="1"/>
          <p:nvPr/>
        </p:nvSpPr>
        <p:spPr>
          <a:xfrm>
            <a:off x="3124507" y="6780346"/>
            <a:ext cx="126216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18:00 - 19:00</a:t>
            </a:r>
          </a:p>
        </p:txBody>
      </p:sp>
      <p:grpSp>
        <p:nvGrpSpPr>
          <p:cNvPr id="107" name="Group 107">
            <a:extLst>
              <a:ext uri="{FF2B5EF4-FFF2-40B4-BE49-F238E27FC236}">
                <a16:creationId xmlns:a16="http://schemas.microsoft.com/office/drawing/2014/main" id="{FF773CD2-D4CC-7FA9-96C2-6E87FD8BE775}"/>
              </a:ext>
            </a:extLst>
          </p:cNvPr>
          <p:cNvGrpSpPr/>
          <p:nvPr/>
        </p:nvGrpSpPr>
        <p:grpSpPr>
          <a:xfrm>
            <a:off x="6932608" y="5921383"/>
            <a:ext cx="3124661" cy="1285914"/>
            <a:chOff x="0" y="0"/>
            <a:chExt cx="1111039" cy="457234"/>
          </a:xfrm>
        </p:grpSpPr>
        <p:sp>
          <p:nvSpPr>
            <p:cNvPr id="108" name="Freeform 108">
              <a:extLst>
                <a:ext uri="{FF2B5EF4-FFF2-40B4-BE49-F238E27FC236}">
                  <a16:creationId xmlns:a16="http://schemas.microsoft.com/office/drawing/2014/main" id="{202E19FF-DAB0-93FC-73EE-F9BBB139D7C4}"/>
                </a:ext>
              </a:extLst>
            </p:cNvPr>
            <p:cNvSpPr/>
            <p:nvPr/>
          </p:nvSpPr>
          <p:spPr>
            <a:xfrm>
              <a:off x="0" y="0"/>
              <a:ext cx="1111039" cy="457234"/>
            </a:xfrm>
            <a:custGeom>
              <a:avLst/>
              <a:gdLst/>
              <a:ahLst/>
              <a:cxnLst/>
              <a:rect l="l" t="t" r="r" b="b"/>
              <a:pathLst>
                <a:path w="1111039" h="457234">
                  <a:moveTo>
                    <a:pt x="67390" y="0"/>
                  </a:moveTo>
                  <a:lnTo>
                    <a:pt x="1043649" y="0"/>
                  </a:lnTo>
                  <a:cubicBezTo>
                    <a:pt x="1061522" y="0"/>
                    <a:pt x="1078663" y="7100"/>
                    <a:pt x="1091301" y="19738"/>
                  </a:cubicBezTo>
                  <a:cubicBezTo>
                    <a:pt x="1103939" y="32376"/>
                    <a:pt x="1111039" y="49517"/>
                    <a:pt x="1111039" y="67390"/>
                  </a:cubicBezTo>
                  <a:lnTo>
                    <a:pt x="1111039" y="389844"/>
                  </a:lnTo>
                  <a:cubicBezTo>
                    <a:pt x="1111039" y="427062"/>
                    <a:pt x="1080868" y="457234"/>
                    <a:pt x="1043649" y="457234"/>
                  </a:cubicBezTo>
                  <a:lnTo>
                    <a:pt x="67390" y="457234"/>
                  </a:lnTo>
                  <a:cubicBezTo>
                    <a:pt x="49517" y="457234"/>
                    <a:pt x="32376" y="450134"/>
                    <a:pt x="19738" y="437496"/>
                  </a:cubicBezTo>
                  <a:cubicBezTo>
                    <a:pt x="7100" y="424858"/>
                    <a:pt x="0" y="407717"/>
                    <a:pt x="0" y="389844"/>
                  </a:cubicBezTo>
                  <a:lnTo>
                    <a:pt x="0" y="67390"/>
                  </a:lnTo>
                  <a:cubicBezTo>
                    <a:pt x="0" y="49517"/>
                    <a:pt x="7100" y="32376"/>
                    <a:pt x="19738" y="19738"/>
                  </a:cubicBezTo>
                  <a:cubicBezTo>
                    <a:pt x="32376" y="7100"/>
                    <a:pt x="49517" y="0"/>
                    <a:pt x="67390" y="0"/>
                  </a:cubicBezTo>
                  <a:close/>
                </a:path>
              </a:pathLst>
            </a:custGeom>
            <a:solidFill>
              <a:srgbClr val="FFD775"/>
            </a:solidFill>
          </p:spPr>
          <p:txBody>
            <a:bodyPr/>
            <a:lstStyle/>
            <a:p>
              <a:endParaRPr lang="en-SG" sz="1088"/>
            </a:p>
          </p:txBody>
        </p:sp>
        <p:sp>
          <p:nvSpPr>
            <p:cNvPr id="109" name="TextBox 109">
              <a:extLst>
                <a:ext uri="{FF2B5EF4-FFF2-40B4-BE49-F238E27FC236}">
                  <a16:creationId xmlns:a16="http://schemas.microsoft.com/office/drawing/2014/main" id="{32C0ACCB-AF47-6B58-7692-F6149E02C061}"/>
                </a:ext>
              </a:extLst>
            </p:cNvPr>
            <p:cNvSpPr txBox="1"/>
            <p:nvPr/>
          </p:nvSpPr>
          <p:spPr>
            <a:xfrm>
              <a:off x="0" y="-28575"/>
              <a:ext cx="1111039" cy="485809"/>
            </a:xfrm>
            <a:prstGeom prst="rect">
              <a:avLst/>
            </a:prstGeom>
          </p:spPr>
          <p:txBody>
            <a:bodyPr lIns="40638" tIns="40638" rIns="40638" bIns="40638" rtlCol="0" anchor="ctr"/>
            <a:lstStyle/>
            <a:p>
              <a:pPr algn="ctr">
                <a:lnSpc>
                  <a:spcPts val="2016"/>
                </a:lnSpc>
              </a:pPr>
              <a:endParaRPr sz="1088"/>
            </a:p>
          </p:txBody>
        </p:sp>
      </p:grpSp>
      <p:sp>
        <p:nvSpPr>
          <p:cNvPr id="110" name="Freeform 110">
            <a:extLst>
              <a:ext uri="{FF2B5EF4-FFF2-40B4-BE49-F238E27FC236}">
                <a16:creationId xmlns:a16="http://schemas.microsoft.com/office/drawing/2014/main" id="{3922B629-E250-E7FB-5FA6-DCCE2D8A8FFE}"/>
              </a:ext>
            </a:extLst>
          </p:cNvPr>
          <p:cNvSpPr/>
          <p:nvPr/>
        </p:nvSpPr>
        <p:spPr>
          <a:xfrm>
            <a:off x="6584191" y="5159675"/>
            <a:ext cx="1422164" cy="1108025"/>
          </a:xfrm>
          <a:custGeom>
            <a:avLst/>
            <a:gdLst/>
            <a:ahLst/>
            <a:cxnLst/>
            <a:rect l="l" t="t" r="r" b="b"/>
            <a:pathLst>
              <a:path w="1777784" h="1385092">
                <a:moveTo>
                  <a:pt x="0" y="0"/>
                </a:moveTo>
                <a:lnTo>
                  <a:pt x="1777784" y="0"/>
                </a:lnTo>
                <a:lnTo>
                  <a:pt x="1777784" y="1385092"/>
                </a:lnTo>
                <a:lnTo>
                  <a:pt x="0" y="1385092"/>
                </a:lnTo>
                <a:lnTo>
                  <a:pt x="0" y="0"/>
                </a:lnTo>
                <a:close/>
              </a:path>
            </a:pathLst>
          </a:custGeom>
          <a:blipFill>
            <a:blip r:embed="rId24"/>
            <a:stretch>
              <a:fillRect t="-6394" b="-6394"/>
            </a:stretch>
          </a:blipFill>
          <a:ln cap="sq">
            <a:noFill/>
            <a:prstDash val="solid"/>
            <a:miter/>
          </a:ln>
        </p:spPr>
        <p:txBody>
          <a:bodyPr/>
          <a:lstStyle/>
          <a:p>
            <a:endParaRPr lang="en-SG" sz="1088"/>
          </a:p>
        </p:txBody>
      </p:sp>
      <p:sp>
        <p:nvSpPr>
          <p:cNvPr id="111" name="TextBox 111">
            <a:extLst>
              <a:ext uri="{FF2B5EF4-FFF2-40B4-BE49-F238E27FC236}">
                <a16:creationId xmlns:a16="http://schemas.microsoft.com/office/drawing/2014/main" id="{2708A384-C59F-593D-B0BE-405A6BA0E6C2}"/>
              </a:ext>
            </a:extLst>
          </p:cNvPr>
          <p:cNvSpPr txBox="1"/>
          <p:nvPr/>
        </p:nvSpPr>
        <p:spPr>
          <a:xfrm>
            <a:off x="7088052" y="6149333"/>
            <a:ext cx="2907820" cy="494366"/>
          </a:xfrm>
          <a:prstGeom prst="rect">
            <a:avLst/>
          </a:prstGeom>
        </p:spPr>
        <p:txBody>
          <a:bodyPr lIns="0" tIns="0" rIns="0" bIns="0" rtlCol="0" anchor="t">
            <a:spAutoFit/>
          </a:bodyPr>
          <a:lstStyle/>
          <a:p>
            <a:pPr algn="ctr">
              <a:lnSpc>
                <a:spcPts val="2016"/>
              </a:lnSpc>
              <a:spcBef>
                <a:spcPct val="0"/>
              </a:spcBef>
            </a:pPr>
            <a:r>
              <a:rPr lang="en-US" sz="1440">
                <a:solidFill>
                  <a:srgbClr val="000000"/>
                </a:solidFill>
                <a:latin typeface="Roboto Mono"/>
                <a:ea typeface="Roboto Mono"/>
                <a:cs typeface="Roboto Mono"/>
                <a:sym typeface="Roboto Mono"/>
              </a:rPr>
              <a:t>Let Kiki help you plan quickly.</a:t>
            </a:r>
          </a:p>
        </p:txBody>
      </p:sp>
      <p:sp>
        <p:nvSpPr>
          <p:cNvPr id="112" name="TextBox 112">
            <a:extLst>
              <a:ext uri="{FF2B5EF4-FFF2-40B4-BE49-F238E27FC236}">
                <a16:creationId xmlns:a16="http://schemas.microsoft.com/office/drawing/2014/main" id="{25AAE83A-9326-1466-AE1B-5190397AC6A9}"/>
              </a:ext>
            </a:extLst>
          </p:cNvPr>
          <p:cNvSpPr txBox="1"/>
          <p:nvPr/>
        </p:nvSpPr>
        <p:spPr>
          <a:xfrm>
            <a:off x="8820763" y="6791778"/>
            <a:ext cx="347793" cy="163122"/>
          </a:xfrm>
          <a:prstGeom prst="rect">
            <a:avLst/>
          </a:prstGeom>
        </p:spPr>
        <p:txBody>
          <a:bodyPr lIns="0" tIns="0" rIns="0" bIns="0" rtlCol="0" anchor="t">
            <a:spAutoFit/>
          </a:bodyPr>
          <a:lstStyle/>
          <a:p>
            <a:pPr algn="ctr">
              <a:lnSpc>
                <a:spcPts val="1224"/>
              </a:lnSpc>
            </a:pPr>
            <a:r>
              <a:rPr lang="en-US" sz="1440">
                <a:solidFill>
                  <a:srgbClr val="000000"/>
                </a:solidFill>
                <a:latin typeface="Canva Sans"/>
                <a:ea typeface="Canva Sans"/>
                <a:cs typeface="Canva Sans"/>
                <a:sym typeface="Canva Sans"/>
              </a:rPr>
              <a:t>Yes</a:t>
            </a:r>
          </a:p>
        </p:txBody>
      </p:sp>
      <p:sp>
        <p:nvSpPr>
          <p:cNvPr id="113" name="TextBox 113">
            <a:extLst>
              <a:ext uri="{FF2B5EF4-FFF2-40B4-BE49-F238E27FC236}">
                <a16:creationId xmlns:a16="http://schemas.microsoft.com/office/drawing/2014/main" id="{3FF856EC-00A8-B9D1-E920-D7E27D5AF6A7}"/>
              </a:ext>
            </a:extLst>
          </p:cNvPr>
          <p:cNvSpPr txBox="1"/>
          <p:nvPr/>
        </p:nvSpPr>
        <p:spPr>
          <a:xfrm>
            <a:off x="7456590" y="6791778"/>
            <a:ext cx="284546" cy="163122"/>
          </a:xfrm>
          <a:prstGeom prst="rect">
            <a:avLst/>
          </a:prstGeom>
        </p:spPr>
        <p:txBody>
          <a:bodyPr lIns="0" tIns="0" rIns="0" bIns="0" rtlCol="0" anchor="t">
            <a:spAutoFit/>
          </a:bodyPr>
          <a:lstStyle/>
          <a:p>
            <a:pPr algn="ctr">
              <a:lnSpc>
                <a:spcPts val="1224"/>
              </a:lnSpc>
            </a:pPr>
            <a:r>
              <a:rPr lang="en-US" sz="1440">
                <a:solidFill>
                  <a:srgbClr val="000000"/>
                </a:solidFill>
                <a:latin typeface="Canva Sans"/>
                <a:ea typeface="Canva Sans"/>
                <a:cs typeface="Canva Sans"/>
                <a:sym typeface="Canva Sans"/>
              </a:rPr>
              <a:t>No</a:t>
            </a:r>
          </a:p>
        </p:txBody>
      </p:sp>
      <p:sp>
        <p:nvSpPr>
          <p:cNvPr id="114" name="TextBox 114">
            <a:extLst>
              <a:ext uri="{FF2B5EF4-FFF2-40B4-BE49-F238E27FC236}">
                <a16:creationId xmlns:a16="http://schemas.microsoft.com/office/drawing/2014/main" id="{DB813759-45E6-838C-F981-CDE5B39DAFF1}"/>
              </a:ext>
            </a:extLst>
          </p:cNvPr>
          <p:cNvSpPr txBox="1"/>
          <p:nvPr/>
        </p:nvSpPr>
        <p:spPr>
          <a:xfrm>
            <a:off x="7121130" y="1264381"/>
            <a:ext cx="1118349" cy="264560"/>
          </a:xfrm>
          <a:prstGeom prst="rect">
            <a:avLst/>
          </a:prstGeom>
        </p:spPr>
        <p:txBody>
          <a:bodyPr wrap="square" lIns="0" tIns="0" rIns="0" bIns="0" rtlCol="0" anchor="t">
            <a:spAutoFit/>
          </a:bodyPr>
          <a:lstStyle/>
          <a:p>
            <a:pPr algn="ctr">
              <a:lnSpc>
                <a:spcPts val="2239"/>
              </a:lnSpc>
              <a:spcBef>
                <a:spcPct val="0"/>
              </a:spcBef>
            </a:pPr>
            <a:r>
              <a:rPr lang="en-US" sz="1599" dirty="0">
                <a:solidFill>
                  <a:srgbClr val="000000"/>
                </a:solidFill>
                <a:latin typeface="Canva Sans"/>
                <a:ea typeface="Canva Sans"/>
                <a:cs typeface="Canva Sans"/>
                <a:sym typeface="Canva Sans"/>
              </a:rPr>
              <a:t>Split Group</a:t>
            </a:r>
          </a:p>
        </p:txBody>
      </p:sp>
      <p:grpSp>
        <p:nvGrpSpPr>
          <p:cNvPr id="116" name="Group 116">
            <a:extLst>
              <a:ext uri="{FF2B5EF4-FFF2-40B4-BE49-F238E27FC236}">
                <a16:creationId xmlns:a16="http://schemas.microsoft.com/office/drawing/2014/main" id="{820F5155-E660-EB2E-8D65-7B153510DC4C}"/>
              </a:ext>
            </a:extLst>
          </p:cNvPr>
          <p:cNvGrpSpPr/>
          <p:nvPr/>
        </p:nvGrpSpPr>
        <p:grpSpPr>
          <a:xfrm>
            <a:off x="7088052" y="6678277"/>
            <a:ext cx="969888" cy="336728"/>
            <a:chOff x="0" y="0"/>
            <a:chExt cx="344864" cy="119731"/>
          </a:xfrm>
        </p:grpSpPr>
        <p:sp>
          <p:nvSpPr>
            <p:cNvPr id="117" name="Freeform 117">
              <a:hlinkClick r:id="rId25" action="ppaction://hlinksldjump"/>
              <a:extLst>
                <a:ext uri="{FF2B5EF4-FFF2-40B4-BE49-F238E27FC236}">
                  <a16:creationId xmlns:a16="http://schemas.microsoft.com/office/drawing/2014/main" id="{3849F6D6-3488-56CC-FF48-6182E4E494A5}"/>
                </a:ext>
              </a:extLst>
            </p:cNvPr>
            <p:cNvSpPr/>
            <p:nvPr/>
          </p:nvSpPr>
          <p:spPr>
            <a:xfrm>
              <a:off x="0" y="0"/>
              <a:ext cx="344864" cy="119731"/>
            </a:xfrm>
            <a:custGeom>
              <a:avLst/>
              <a:gdLst/>
              <a:ahLst/>
              <a:cxnLst/>
              <a:rect l="l" t="t" r="r" b="b"/>
              <a:pathLst>
                <a:path w="344864" h="119731">
                  <a:moveTo>
                    <a:pt x="59866" y="0"/>
                  </a:moveTo>
                  <a:lnTo>
                    <a:pt x="284999" y="0"/>
                  </a:lnTo>
                  <a:cubicBezTo>
                    <a:pt x="318062" y="0"/>
                    <a:pt x="344864" y="26803"/>
                    <a:pt x="344864" y="59866"/>
                  </a:cubicBezTo>
                  <a:lnTo>
                    <a:pt x="344864" y="59866"/>
                  </a:lnTo>
                  <a:cubicBezTo>
                    <a:pt x="344864" y="75743"/>
                    <a:pt x="338557" y="90970"/>
                    <a:pt x="327330" y="102197"/>
                  </a:cubicBezTo>
                  <a:cubicBezTo>
                    <a:pt x="316103" y="113424"/>
                    <a:pt x="300876" y="119731"/>
                    <a:pt x="284999" y="119731"/>
                  </a:cubicBezTo>
                  <a:lnTo>
                    <a:pt x="59866" y="119731"/>
                  </a:lnTo>
                  <a:cubicBezTo>
                    <a:pt x="43988" y="119731"/>
                    <a:pt x="28761" y="113424"/>
                    <a:pt x="17534" y="102197"/>
                  </a:cubicBezTo>
                  <a:cubicBezTo>
                    <a:pt x="6307" y="90970"/>
                    <a:pt x="0" y="75743"/>
                    <a:pt x="0" y="59866"/>
                  </a:cubicBezTo>
                  <a:lnTo>
                    <a:pt x="0" y="59866"/>
                  </a:lnTo>
                  <a:cubicBezTo>
                    <a:pt x="0" y="43988"/>
                    <a:pt x="6307" y="28761"/>
                    <a:pt x="17534" y="17534"/>
                  </a:cubicBezTo>
                  <a:cubicBezTo>
                    <a:pt x="28761" y="6307"/>
                    <a:pt x="43988" y="0"/>
                    <a:pt x="59866" y="0"/>
                  </a:cubicBezTo>
                  <a:close/>
                </a:path>
              </a:pathLst>
            </a:custGeom>
            <a:solidFill>
              <a:srgbClr val="000000">
                <a:alpha val="0"/>
              </a:srgbClr>
            </a:solidFill>
            <a:ln w="9525" cap="rnd">
              <a:solidFill>
                <a:srgbClr val="F34336"/>
              </a:solidFill>
              <a:prstDash val="solid"/>
              <a:round/>
            </a:ln>
          </p:spPr>
          <p:txBody>
            <a:bodyPr/>
            <a:lstStyle/>
            <a:p>
              <a:endParaRPr lang="en-SG" sz="1088"/>
            </a:p>
          </p:txBody>
        </p:sp>
        <p:sp>
          <p:nvSpPr>
            <p:cNvPr id="118" name="TextBox 118">
              <a:extLst>
                <a:ext uri="{FF2B5EF4-FFF2-40B4-BE49-F238E27FC236}">
                  <a16:creationId xmlns:a16="http://schemas.microsoft.com/office/drawing/2014/main" id="{17D65321-C249-2018-993B-AD2171609AA0}"/>
                </a:ext>
              </a:extLst>
            </p:cNvPr>
            <p:cNvSpPr txBox="1"/>
            <p:nvPr/>
          </p:nvSpPr>
          <p:spPr>
            <a:xfrm>
              <a:off x="0" y="-28575"/>
              <a:ext cx="344864" cy="148306"/>
            </a:xfrm>
            <a:prstGeom prst="rect">
              <a:avLst/>
            </a:prstGeom>
          </p:spPr>
          <p:txBody>
            <a:bodyPr lIns="40638" tIns="40638" rIns="40638" bIns="40638" rtlCol="0" anchor="ctr"/>
            <a:lstStyle/>
            <a:p>
              <a:pPr algn="ctr">
                <a:lnSpc>
                  <a:spcPts val="2016"/>
                </a:lnSpc>
              </a:pPr>
              <a:endParaRPr sz="1088"/>
            </a:p>
          </p:txBody>
        </p:sp>
      </p:grpSp>
      <p:grpSp>
        <p:nvGrpSpPr>
          <p:cNvPr id="119" name="Group 119">
            <a:extLst>
              <a:ext uri="{FF2B5EF4-FFF2-40B4-BE49-F238E27FC236}">
                <a16:creationId xmlns:a16="http://schemas.microsoft.com/office/drawing/2014/main" id="{2A289EFB-E804-61CE-0AA5-422A18F58E7D}"/>
              </a:ext>
            </a:extLst>
          </p:cNvPr>
          <p:cNvGrpSpPr/>
          <p:nvPr/>
        </p:nvGrpSpPr>
        <p:grpSpPr>
          <a:xfrm>
            <a:off x="8539903" y="6691650"/>
            <a:ext cx="969888" cy="323355"/>
            <a:chOff x="0" y="0"/>
            <a:chExt cx="344864" cy="114975"/>
          </a:xfrm>
        </p:grpSpPr>
        <p:sp>
          <p:nvSpPr>
            <p:cNvPr id="120" name="Freeform 120">
              <a:hlinkClick r:id="rId26" action="ppaction://hlinksldjump"/>
              <a:extLst>
                <a:ext uri="{FF2B5EF4-FFF2-40B4-BE49-F238E27FC236}">
                  <a16:creationId xmlns:a16="http://schemas.microsoft.com/office/drawing/2014/main" id="{1145CCDA-1AA1-9C26-3C83-24BA6DDCA53E}"/>
                </a:ext>
              </a:extLst>
            </p:cNvPr>
            <p:cNvSpPr/>
            <p:nvPr/>
          </p:nvSpPr>
          <p:spPr>
            <a:xfrm>
              <a:off x="0" y="0"/>
              <a:ext cx="344864" cy="114975"/>
            </a:xfrm>
            <a:custGeom>
              <a:avLst/>
              <a:gdLst/>
              <a:ahLst/>
              <a:cxnLst/>
              <a:rect l="l" t="t" r="r" b="b"/>
              <a:pathLst>
                <a:path w="344864" h="114975">
                  <a:moveTo>
                    <a:pt x="57488" y="0"/>
                  </a:moveTo>
                  <a:lnTo>
                    <a:pt x="287377" y="0"/>
                  </a:lnTo>
                  <a:cubicBezTo>
                    <a:pt x="319126" y="0"/>
                    <a:pt x="344864" y="25738"/>
                    <a:pt x="344864" y="57488"/>
                  </a:cubicBezTo>
                  <a:lnTo>
                    <a:pt x="344864" y="57488"/>
                  </a:lnTo>
                  <a:cubicBezTo>
                    <a:pt x="344864" y="89237"/>
                    <a:pt x="319126" y="114975"/>
                    <a:pt x="287377" y="114975"/>
                  </a:cubicBezTo>
                  <a:lnTo>
                    <a:pt x="57488" y="114975"/>
                  </a:lnTo>
                  <a:cubicBezTo>
                    <a:pt x="25738" y="114975"/>
                    <a:pt x="0" y="89237"/>
                    <a:pt x="0" y="57488"/>
                  </a:cubicBezTo>
                  <a:lnTo>
                    <a:pt x="0" y="57488"/>
                  </a:lnTo>
                  <a:cubicBezTo>
                    <a:pt x="0" y="25738"/>
                    <a:pt x="25738" y="0"/>
                    <a:pt x="57488" y="0"/>
                  </a:cubicBezTo>
                  <a:close/>
                </a:path>
              </a:pathLst>
            </a:custGeom>
            <a:solidFill>
              <a:srgbClr val="000000">
                <a:alpha val="0"/>
              </a:srgbClr>
            </a:solidFill>
            <a:ln w="9525" cap="rnd">
              <a:solidFill>
                <a:srgbClr val="F34336"/>
              </a:solidFill>
              <a:prstDash val="solid"/>
              <a:round/>
            </a:ln>
          </p:spPr>
          <p:txBody>
            <a:bodyPr/>
            <a:lstStyle/>
            <a:p>
              <a:endParaRPr lang="en-SG" sz="1088"/>
            </a:p>
          </p:txBody>
        </p:sp>
        <p:sp>
          <p:nvSpPr>
            <p:cNvPr id="121" name="TextBox 121">
              <a:extLst>
                <a:ext uri="{FF2B5EF4-FFF2-40B4-BE49-F238E27FC236}">
                  <a16:creationId xmlns:a16="http://schemas.microsoft.com/office/drawing/2014/main" id="{63324F58-C55C-4D58-91A2-3EE38EA5B76D}"/>
                </a:ext>
              </a:extLst>
            </p:cNvPr>
            <p:cNvSpPr txBox="1"/>
            <p:nvPr/>
          </p:nvSpPr>
          <p:spPr>
            <a:xfrm>
              <a:off x="0" y="-28575"/>
              <a:ext cx="344864" cy="143550"/>
            </a:xfrm>
            <a:prstGeom prst="rect">
              <a:avLst/>
            </a:prstGeom>
          </p:spPr>
          <p:txBody>
            <a:bodyPr lIns="40638" tIns="40638" rIns="40638" bIns="40638" rtlCol="0" anchor="ctr"/>
            <a:lstStyle/>
            <a:p>
              <a:pPr algn="ctr">
                <a:lnSpc>
                  <a:spcPts val="2016"/>
                </a:lnSpc>
              </a:pPr>
              <a:endParaRPr sz="1088"/>
            </a:p>
          </p:txBody>
        </p:sp>
      </p:grpSp>
      <p:grpSp>
        <p:nvGrpSpPr>
          <p:cNvPr id="122" name="Group 108">
            <a:extLst>
              <a:ext uri="{FF2B5EF4-FFF2-40B4-BE49-F238E27FC236}">
                <a16:creationId xmlns:a16="http://schemas.microsoft.com/office/drawing/2014/main" id="{8C152ECD-78CD-C6E2-5DE6-9D9A6BBA5A92}"/>
              </a:ext>
            </a:extLst>
          </p:cNvPr>
          <p:cNvGrpSpPr/>
          <p:nvPr/>
        </p:nvGrpSpPr>
        <p:grpSpPr>
          <a:xfrm>
            <a:off x="7000680" y="1578600"/>
            <a:ext cx="1784544" cy="1292182"/>
            <a:chOff x="0" y="0"/>
            <a:chExt cx="643751" cy="466139"/>
          </a:xfrm>
        </p:grpSpPr>
        <p:sp>
          <p:nvSpPr>
            <p:cNvPr id="123" name="Freeform 109">
              <a:extLst>
                <a:ext uri="{FF2B5EF4-FFF2-40B4-BE49-F238E27FC236}">
                  <a16:creationId xmlns:a16="http://schemas.microsoft.com/office/drawing/2014/main" id="{02432F18-9BEF-2177-26A1-B325CEFB85B7}"/>
                </a:ext>
              </a:extLst>
            </p:cNvPr>
            <p:cNvSpPr/>
            <p:nvPr/>
          </p:nvSpPr>
          <p:spPr>
            <a:xfrm>
              <a:off x="0" y="0"/>
              <a:ext cx="643751" cy="466139"/>
            </a:xfrm>
            <a:custGeom>
              <a:avLst/>
              <a:gdLst/>
              <a:ahLst/>
              <a:cxnLst/>
              <a:rect l="l" t="t" r="r" b="b"/>
              <a:pathLst>
                <a:path w="643751" h="466139">
                  <a:moveTo>
                    <a:pt x="0" y="0"/>
                  </a:moveTo>
                  <a:lnTo>
                    <a:pt x="643751" y="0"/>
                  </a:lnTo>
                  <a:lnTo>
                    <a:pt x="643751" y="466139"/>
                  </a:lnTo>
                  <a:lnTo>
                    <a:pt x="0" y="466139"/>
                  </a:lnTo>
                  <a:close/>
                </a:path>
              </a:pathLst>
            </a:custGeom>
            <a:solidFill>
              <a:srgbClr val="FDFDFD"/>
            </a:solidFill>
            <a:ln w="9525" cap="sq">
              <a:solidFill>
                <a:srgbClr val="A6A6A6"/>
              </a:solidFill>
              <a:prstDash val="solid"/>
              <a:miter/>
            </a:ln>
          </p:spPr>
          <p:txBody>
            <a:bodyPr/>
            <a:lstStyle/>
            <a:p>
              <a:endParaRPr lang="en-SG" sz="1088"/>
            </a:p>
          </p:txBody>
        </p:sp>
        <p:sp>
          <p:nvSpPr>
            <p:cNvPr id="124" name="TextBox 110">
              <a:extLst>
                <a:ext uri="{FF2B5EF4-FFF2-40B4-BE49-F238E27FC236}">
                  <a16:creationId xmlns:a16="http://schemas.microsoft.com/office/drawing/2014/main" id="{124695D5-8752-FCDA-9D58-6C65346D58EA}"/>
                </a:ext>
              </a:extLst>
            </p:cNvPr>
            <p:cNvSpPr txBox="1"/>
            <p:nvPr/>
          </p:nvSpPr>
          <p:spPr>
            <a:xfrm>
              <a:off x="0" y="-28575"/>
              <a:ext cx="643751" cy="494714"/>
            </a:xfrm>
            <a:prstGeom prst="rect">
              <a:avLst/>
            </a:prstGeom>
          </p:spPr>
          <p:txBody>
            <a:bodyPr lIns="40638" tIns="40638" rIns="40638" bIns="40638" rtlCol="0" anchor="ctr"/>
            <a:lstStyle/>
            <a:p>
              <a:pPr algn="ctr">
                <a:lnSpc>
                  <a:spcPts val="2016"/>
                </a:lnSpc>
              </a:pPr>
              <a:endParaRPr sz="1088"/>
            </a:p>
          </p:txBody>
        </p:sp>
      </p:grpSp>
      <p:grpSp>
        <p:nvGrpSpPr>
          <p:cNvPr id="143" name="Group 41">
            <a:extLst>
              <a:ext uri="{FF2B5EF4-FFF2-40B4-BE49-F238E27FC236}">
                <a16:creationId xmlns:a16="http://schemas.microsoft.com/office/drawing/2014/main" id="{DAE59E21-26C3-EAE5-2DD4-842C5946AAB0}"/>
              </a:ext>
            </a:extLst>
          </p:cNvPr>
          <p:cNvGrpSpPr/>
          <p:nvPr/>
        </p:nvGrpSpPr>
        <p:grpSpPr>
          <a:xfrm>
            <a:off x="7210917" y="2101115"/>
            <a:ext cx="685837" cy="469257"/>
            <a:chOff x="0" y="0"/>
            <a:chExt cx="243864" cy="166854"/>
          </a:xfrm>
        </p:grpSpPr>
        <p:sp>
          <p:nvSpPr>
            <p:cNvPr id="144" name="Freeform 42">
              <a:extLst>
                <a:ext uri="{FF2B5EF4-FFF2-40B4-BE49-F238E27FC236}">
                  <a16:creationId xmlns:a16="http://schemas.microsoft.com/office/drawing/2014/main" id="{ADBD26C0-5018-A16F-9C01-7178982C095B}"/>
                </a:ext>
              </a:extLst>
            </p:cNvPr>
            <p:cNvSpPr/>
            <p:nvPr/>
          </p:nvSpPr>
          <p:spPr>
            <a:xfrm>
              <a:off x="0" y="0"/>
              <a:ext cx="243864" cy="166854"/>
            </a:xfrm>
            <a:custGeom>
              <a:avLst/>
              <a:gdLst/>
              <a:ahLst/>
              <a:cxnLst/>
              <a:rect l="l" t="t" r="r" b="b"/>
              <a:pathLst>
                <a:path w="243864" h="166854">
                  <a:moveTo>
                    <a:pt x="0" y="0"/>
                  </a:moveTo>
                  <a:lnTo>
                    <a:pt x="243864" y="0"/>
                  </a:lnTo>
                  <a:lnTo>
                    <a:pt x="243864" y="166854"/>
                  </a:lnTo>
                  <a:lnTo>
                    <a:pt x="0" y="166854"/>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145" name="TextBox 43">
              <a:extLst>
                <a:ext uri="{FF2B5EF4-FFF2-40B4-BE49-F238E27FC236}">
                  <a16:creationId xmlns:a16="http://schemas.microsoft.com/office/drawing/2014/main" id="{8BF7CE1A-5FE0-383A-6E53-33CF240171C2}"/>
                </a:ext>
              </a:extLst>
            </p:cNvPr>
            <p:cNvSpPr txBox="1"/>
            <p:nvPr/>
          </p:nvSpPr>
          <p:spPr>
            <a:xfrm>
              <a:off x="0" y="-28575"/>
              <a:ext cx="243864" cy="195429"/>
            </a:xfrm>
            <a:prstGeom prst="rect">
              <a:avLst/>
            </a:prstGeom>
          </p:spPr>
          <p:txBody>
            <a:bodyPr lIns="40638" tIns="40638" rIns="40638" bIns="40638" rtlCol="0" anchor="ctr"/>
            <a:lstStyle/>
            <a:p>
              <a:pPr algn="ctr">
                <a:lnSpc>
                  <a:spcPts val="2016"/>
                </a:lnSpc>
              </a:pPr>
              <a:endParaRPr sz="1088"/>
            </a:p>
          </p:txBody>
        </p:sp>
      </p:grpSp>
      <p:sp>
        <p:nvSpPr>
          <p:cNvPr id="146" name="TextBox 66">
            <a:extLst>
              <a:ext uri="{FF2B5EF4-FFF2-40B4-BE49-F238E27FC236}">
                <a16:creationId xmlns:a16="http://schemas.microsoft.com/office/drawing/2014/main" id="{33306062-BAD6-4811-6DDB-EEE048E46603}"/>
              </a:ext>
            </a:extLst>
          </p:cNvPr>
          <p:cNvSpPr txBox="1"/>
          <p:nvPr/>
        </p:nvSpPr>
        <p:spPr>
          <a:xfrm>
            <a:off x="6930004" y="1772339"/>
            <a:ext cx="1877295" cy="496546"/>
          </a:xfrm>
          <a:prstGeom prst="rect">
            <a:avLst/>
          </a:prstGeom>
        </p:spPr>
        <p:txBody>
          <a:bodyPr lIns="0" tIns="0" rIns="0" bIns="0" rtlCol="0" anchor="t">
            <a:spAutoFit/>
          </a:bodyPr>
          <a:lstStyle/>
          <a:p>
            <a:pPr algn="ctr">
              <a:lnSpc>
                <a:spcPts val="2016"/>
              </a:lnSpc>
              <a:spcBef>
                <a:spcPct val="0"/>
              </a:spcBef>
            </a:pPr>
            <a:r>
              <a:rPr lang="en-US" sz="1440">
                <a:solidFill>
                  <a:srgbClr val="000000"/>
                </a:solidFill>
                <a:latin typeface="Canva Sans"/>
                <a:ea typeface="Canva Sans"/>
                <a:cs typeface="Canva Sans"/>
                <a:sym typeface="Canva Sans"/>
              </a:rPr>
              <a:t>Average Waiting Time</a:t>
            </a:r>
          </a:p>
        </p:txBody>
      </p:sp>
      <p:sp>
        <p:nvSpPr>
          <p:cNvPr id="147" name="TextBox 103">
            <a:extLst>
              <a:ext uri="{FF2B5EF4-FFF2-40B4-BE49-F238E27FC236}">
                <a16:creationId xmlns:a16="http://schemas.microsoft.com/office/drawing/2014/main" id="{DC276743-E822-465E-3886-DA2E00E613A9}"/>
              </a:ext>
            </a:extLst>
          </p:cNvPr>
          <p:cNvSpPr txBox="1"/>
          <p:nvPr/>
        </p:nvSpPr>
        <p:spPr>
          <a:xfrm>
            <a:off x="8006358" y="2251730"/>
            <a:ext cx="106009" cy="264560"/>
          </a:xfrm>
          <a:prstGeom prst="rect">
            <a:avLst/>
          </a:prstGeom>
        </p:spPr>
        <p:txBody>
          <a:bodyPr lIns="0" tIns="0" rIns="0" bIns="0" rtlCol="0" anchor="t">
            <a:spAutoFit/>
          </a:bodyPr>
          <a:lstStyle/>
          <a:p>
            <a:pPr algn="ctr">
              <a:lnSpc>
                <a:spcPts val="2239"/>
              </a:lnSpc>
              <a:spcBef>
                <a:spcPct val="0"/>
              </a:spcBef>
            </a:pPr>
            <a:r>
              <a:rPr lang="en-US" sz="1599">
                <a:solidFill>
                  <a:srgbClr val="000000"/>
                </a:solidFill>
                <a:latin typeface="Canva Sans"/>
                <a:ea typeface="Canva Sans"/>
                <a:cs typeface="Canva Sans"/>
                <a:sym typeface="Canva Sans"/>
              </a:rPr>
              <a:t>+</a:t>
            </a:r>
          </a:p>
        </p:txBody>
      </p:sp>
      <p:sp>
        <p:nvSpPr>
          <p:cNvPr id="148" name="TextBox 105">
            <a:extLst>
              <a:ext uri="{FF2B5EF4-FFF2-40B4-BE49-F238E27FC236}">
                <a16:creationId xmlns:a16="http://schemas.microsoft.com/office/drawing/2014/main" id="{12F15D55-7E74-476C-7AEA-AFDCF3612BF3}"/>
              </a:ext>
            </a:extLst>
          </p:cNvPr>
          <p:cNvSpPr txBox="1"/>
          <p:nvPr/>
        </p:nvSpPr>
        <p:spPr>
          <a:xfrm>
            <a:off x="8219041" y="2285764"/>
            <a:ext cx="421272" cy="240066"/>
          </a:xfrm>
          <a:prstGeom prst="rect">
            <a:avLst/>
          </a:prstGeom>
        </p:spPr>
        <p:txBody>
          <a:bodyPr lIns="0" tIns="0" rIns="0" bIns="0" rtlCol="0" anchor="t">
            <a:spAutoFit/>
          </a:bodyPr>
          <a:lstStyle/>
          <a:p>
            <a:pPr algn="ctr">
              <a:lnSpc>
                <a:spcPts val="2016"/>
              </a:lnSpc>
              <a:spcBef>
                <a:spcPct val="0"/>
              </a:spcBef>
            </a:pPr>
            <a:r>
              <a:rPr lang="en-US" sz="1440">
                <a:solidFill>
                  <a:srgbClr val="000000"/>
                </a:solidFill>
                <a:latin typeface="Canva Sans"/>
                <a:ea typeface="Canva Sans"/>
                <a:cs typeface="Canva Sans"/>
                <a:sym typeface="Canva Sans"/>
              </a:rPr>
              <a:t>mins</a:t>
            </a:r>
          </a:p>
        </p:txBody>
      </p:sp>
      <p:sp>
        <p:nvSpPr>
          <p:cNvPr id="149" name="TextBox 107">
            <a:extLst>
              <a:ext uri="{FF2B5EF4-FFF2-40B4-BE49-F238E27FC236}">
                <a16:creationId xmlns:a16="http://schemas.microsoft.com/office/drawing/2014/main" id="{3B79EADE-681E-7A96-1F50-50F6B3FE343A}"/>
              </a:ext>
            </a:extLst>
          </p:cNvPr>
          <p:cNvSpPr txBox="1"/>
          <p:nvPr/>
        </p:nvSpPr>
        <p:spPr>
          <a:xfrm>
            <a:off x="7370211" y="2215803"/>
            <a:ext cx="231638" cy="546688"/>
          </a:xfrm>
          <a:prstGeom prst="rect">
            <a:avLst/>
          </a:prstGeom>
        </p:spPr>
        <p:txBody>
          <a:bodyPr lIns="0" tIns="0" rIns="0" bIns="0" rtlCol="0" anchor="t">
            <a:spAutoFit/>
          </a:bodyPr>
          <a:lstStyle/>
          <a:p>
            <a:pPr algn="ctr">
              <a:lnSpc>
                <a:spcPts val="2239"/>
              </a:lnSpc>
              <a:spcBef>
                <a:spcPct val="0"/>
              </a:spcBef>
            </a:pPr>
            <a:r>
              <a:rPr lang="en-US" sz="1599">
                <a:solidFill>
                  <a:srgbClr val="000000"/>
                </a:solidFill>
                <a:latin typeface="Canva Sans"/>
                <a:ea typeface="Canva Sans"/>
                <a:cs typeface="Canva Sans"/>
                <a:sym typeface="Canva Sans"/>
              </a:rPr>
              <a:t>25</a:t>
            </a:r>
          </a:p>
        </p:txBody>
      </p:sp>
      <p:grpSp>
        <p:nvGrpSpPr>
          <p:cNvPr id="150" name="Group 108">
            <a:extLst>
              <a:ext uri="{FF2B5EF4-FFF2-40B4-BE49-F238E27FC236}">
                <a16:creationId xmlns:a16="http://schemas.microsoft.com/office/drawing/2014/main" id="{796F32CA-F1CC-A127-53FB-04F841AE15C5}"/>
              </a:ext>
            </a:extLst>
          </p:cNvPr>
          <p:cNvGrpSpPr/>
          <p:nvPr/>
        </p:nvGrpSpPr>
        <p:grpSpPr>
          <a:xfrm>
            <a:off x="7000680" y="1578600"/>
            <a:ext cx="1784544" cy="1292182"/>
            <a:chOff x="0" y="0"/>
            <a:chExt cx="643751" cy="466139"/>
          </a:xfrm>
        </p:grpSpPr>
        <p:sp>
          <p:nvSpPr>
            <p:cNvPr id="151" name="Freeform 109">
              <a:extLst>
                <a:ext uri="{FF2B5EF4-FFF2-40B4-BE49-F238E27FC236}">
                  <a16:creationId xmlns:a16="http://schemas.microsoft.com/office/drawing/2014/main" id="{344250D0-98CF-FE9F-211B-DADCF5588776}"/>
                </a:ext>
              </a:extLst>
            </p:cNvPr>
            <p:cNvSpPr/>
            <p:nvPr/>
          </p:nvSpPr>
          <p:spPr>
            <a:xfrm>
              <a:off x="0" y="0"/>
              <a:ext cx="643751" cy="466139"/>
            </a:xfrm>
            <a:custGeom>
              <a:avLst/>
              <a:gdLst/>
              <a:ahLst/>
              <a:cxnLst/>
              <a:rect l="l" t="t" r="r" b="b"/>
              <a:pathLst>
                <a:path w="643751" h="466139">
                  <a:moveTo>
                    <a:pt x="0" y="0"/>
                  </a:moveTo>
                  <a:lnTo>
                    <a:pt x="643751" y="0"/>
                  </a:lnTo>
                  <a:lnTo>
                    <a:pt x="643751" y="466139"/>
                  </a:lnTo>
                  <a:lnTo>
                    <a:pt x="0" y="466139"/>
                  </a:lnTo>
                  <a:close/>
                </a:path>
              </a:pathLst>
            </a:custGeom>
            <a:solidFill>
              <a:srgbClr val="FDFDFD"/>
            </a:solidFill>
            <a:ln w="9525" cap="sq">
              <a:solidFill>
                <a:srgbClr val="A6A6A6"/>
              </a:solidFill>
              <a:prstDash val="solid"/>
              <a:miter/>
            </a:ln>
          </p:spPr>
          <p:txBody>
            <a:bodyPr/>
            <a:lstStyle/>
            <a:p>
              <a:endParaRPr lang="en-SG" sz="1088"/>
            </a:p>
          </p:txBody>
        </p:sp>
        <p:sp>
          <p:nvSpPr>
            <p:cNvPr id="152" name="TextBox 110">
              <a:extLst>
                <a:ext uri="{FF2B5EF4-FFF2-40B4-BE49-F238E27FC236}">
                  <a16:creationId xmlns:a16="http://schemas.microsoft.com/office/drawing/2014/main" id="{4206FCB8-8044-6CD4-B157-4E97A1DC48AC}"/>
                </a:ext>
              </a:extLst>
            </p:cNvPr>
            <p:cNvSpPr txBox="1"/>
            <p:nvPr/>
          </p:nvSpPr>
          <p:spPr>
            <a:xfrm>
              <a:off x="0" y="-28575"/>
              <a:ext cx="643751" cy="494714"/>
            </a:xfrm>
            <a:prstGeom prst="rect">
              <a:avLst/>
            </a:prstGeom>
          </p:spPr>
          <p:txBody>
            <a:bodyPr lIns="40638" tIns="40638" rIns="40638" bIns="40638" rtlCol="0" anchor="ctr"/>
            <a:lstStyle/>
            <a:p>
              <a:pPr algn="ctr">
                <a:lnSpc>
                  <a:spcPts val="2016"/>
                </a:lnSpc>
              </a:pPr>
              <a:endParaRPr sz="1088"/>
            </a:p>
          </p:txBody>
        </p:sp>
      </p:grpSp>
      <p:sp>
        <p:nvSpPr>
          <p:cNvPr id="153" name="AutoShape 111">
            <a:extLst>
              <a:ext uri="{FF2B5EF4-FFF2-40B4-BE49-F238E27FC236}">
                <a16:creationId xmlns:a16="http://schemas.microsoft.com/office/drawing/2014/main" id="{6EDCC493-8ED4-23CE-1778-EE567724DB17}"/>
              </a:ext>
            </a:extLst>
          </p:cNvPr>
          <p:cNvSpPr/>
          <p:nvPr/>
        </p:nvSpPr>
        <p:spPr>
          <a:xfrm flipV="1">
            <a:off x="7000680" y="2022398"/>
            <a:ext cx="1784544" cy="0"/>
          </a:xfrm>
          <a:prstGeom prst="line">
            <a:avLst/>
          </a:prstGeom>
          <a:ln w="9525" cap="flat">
            <a:solidFill>
              <a:srgbClr val="B4B4B4"/>
            </a:solidFill>
            <a:prstDash val="solid"/>
            <a:headEnd type="none" w="sm" len="sm"/>
            <a:tailEnd type="none" w="sm" len="sm"/>
          </a:ln>
        </p:spPr>
        <p:txBody>
          <a:bodyPr/>
          <a:lstStyle/>
          <a:p>
            <a:endParaRPr lang="en-SG" sz="1088"/>
          </a:p>
        </p:txBody>
      </p:sp>
      <p:sp>
        <p:nvSpPr>
          <p:cNvPr id="154" name="AutoShape 112">
            <a:extLst>
              <a:ext uri="{FF2B5EF4-FFF2-40B4-BE49-F238E27FC236}">
                <a16:creationId xmlns:a16="http://schemas.microsoft.com/office/drawing/2014/main" id="{7B67C381-44BE-CF21-9799-B9005FC38680}"/>
              </a:ext>
            </a:extLst>
          </p:cNvPr>
          <p:cNvSpPr/>
          <p:nvPr/>
        </p:nvSpPr>
        <p:spPr>
          <a:xfrm>
            <a:off x="7000680" y="2442985"/>
            <a:ext cx="1784544" cy="0"/>
          </a:xfrm>
          <a:prstGeom prst="line">
            <a:avLst/>
          </a:prstGeom>
          <a:ln w="9525" cap="flat">
            <a:solidFill>
              <a:srgbClr val="B4B4B4"/>
            </a:solidFill>
            <a:prstDash val="solid"/>
            <a:headEnd type="none" w="sm" len="sm"/>
            <a:tailEnd type="none" w="sm" len="sm"/>
          </a:ln>
        </p:spPr>
        <p:txBody>
          <a:bodyPr/>
          <a:lstStyle/>
          <a:p>
            <a:endParaRPr lang="en-SG" sz="1088"/>
          </a:p>
        </p:txBody>
      </p:sp>
      <p:grpSp>
        <p:nvGrpSpPr>
          <p:cNvPr id="155" name="Group 113">
            <a:extLst>
              <a:ext uri="{FF2B5EF4-FFF2-40B4-BE49-F238E27FC236}">
                <a16:creationId xmlns:a16="http://schemas.microsoft.com/office/drawing/2014/main" id="{2330F31A-EFB6-C5DF-9C6B-B7BA92702FCA}"/>
              </a:ext>
            </a:extLst>
          </p:cNvPr>
          <p:cNvGrpSpPr/>
          <p:nvPr/>
        </p:nvGrpSpPr>
        <p:grpSpPr>
          <a:xfrm>
            <a:off x="7000680" y="2402745"/>
            <a:ext cx="1784544" cy="433697"/>
            <a:chOff x="0" y="0"/>
            <a:chExt cx="643751" cy="156451"/>
          </a:xfrm>
        </p:grpSpPr>
        <p:sp>
          <p:nvSpPr>
            <p:cNvPr id="156" name="Freeform 114">
              <a:extLst>
                <a:ext uri="{FF2B5EF4-FFF2-40B4-BE49-F238E27FC236}">
                  <a16:creationId xmlns:a16="http://schemas.microsoft.com/office/drawing/2014/main" id="{375CB789-A555-5197-FD77-55759D231A1B}"/>
                </a:ext>
              </a:extLst>
            </p:cNvPr>
            <p:cNvSpPr/>
            <p:nvPr/>
          </p:nvSpPr>
          <p:spPr>
            <a:xfrm>
              <a:off x="0" y="0"/>
              <a:ext cx="643751" cy="156451"/>
            </a:xfrm>
            <a:custGeom>
              <a:avLst/>
              <a:gdLst/>
              <a:ahLst/>
              <a:cxnLst/>
              <a:rect l="l" t="t" r="r" b="b"/>
              <a:pathLst>
                <a:path w="643751" h="156451">
                  <a:moveTo>
                    <a:pt x="0" y="0"/>
                  </a:moveTo>
                  <a:lnTo>
                    <a:pt x="643751" y="0"/>
                  </a:lnTo>
                  <a:lnTo>
                    <a:pt x="643751" y="156451"/>
                  </a:lnTo>
                  <a:lnTo>
                    <a:pt x="0" y="156451"/>
                  </a:lnTo>
                  <a:close/>
                </a:path>
              </a:pathLst>
            </a:custGeom>
            <a:solidFill>
              <a:srgbClr val="FFF1EF"/>
            </a:solidFill>
            <a:ln w="9525" cap="sq">
              <a:solidFill>
                <a:srgbClr val="A6A6A6"/>
              </a:solidFill>
              <a:prstDash val="solid"/>
              <a:miter/>
            </a:ln>
          </p:spPr>
          <p:txBody>
            <a:bodyPr/>
            <a:lstStyle/>
            <a:p>
              <a:endParaRPr lang="en-SG" sz="1088"/>
            </a:p>
          </p:txBody>
        </p:sp>
        <p:sp>
          <p:nvSpPr>
            <p:cNvPr id="157" name="TextBox 115">
              <a:extLst>
                <a:ext uri="{FF2B5EF4-FFF2-40B4-BE49-F238E27FC236}">
                  <a16:creationId xmlns:a16="http://schemas.microsoft.com/office/drawing/2014/main" id="{53C90731-0542-2453-027B-0D75A8F40C8D}"/>
                </a:ext>
              </a:extLst>
            </p:cNvPr>
            <p:cNvSpPr txBox="1"/>
            <p:nvPr/>
          </p:nvSpPr>
          <p:spPr>
            <a:xfrm>
              <a:off x="0" y="-28575"/>
              <a:ext cx="643751" cy="185026"/>
            </a:xfrm>
            <a:prstGeom prst="rect">
              <a:avLst/>
            </a:prstGeom>
          </p:spPr>
          <p:txBody>
            <a:bodyPr lIns="40638" tIns="40638" rIns="40638" bIns="40638" rtlCol="0" anchor="ctr"/>
            <a:lstStyle/>
            <a:p>
              <a:pPr algn="ctr">
                <a:lnSpc>
                  <a:spcPts val="2016"/>
                </a:lnSpc>
              </a:pPr>
              <a:endParaRPr sz="1088"/>
            </a:p>
          </p:txBody>
        </p:sp>
      </p:grpSp>
      <p:sp>
        <p:nvSpPr>
          <p:cNvPr id="158" name="TextBox 116">
            <a:extLst>
              <a:ext uri="{FF2B5EF4-FFF2-40B4-BE49-F238E27FC236}">
                <a16:creationId xmlns:a16="http://schemas.microsoft.com/office/drawing/2014/main" id="{892AB5D5-A3A9-44D7-527A-75456C1873AB}"/>
              </a:ext>
            </a:extLst>
          </p:cNvPr>
          <p:cNvSpPr txBox="1"/>
          <p:nvPr/>
        </p:nvSpPr>
        <p:spPr>
          <a:xfrm>
            <a:off x="7178125" y="2107676"/>
            <a:ext cx="955998" cy="263790"/>
          </a:xfrm>
          <a:prstGeom prst="rect">
            <a:avLst/>
          </a:prstGeom>
        </p:spPr>
        <p:txBody>
          <a:bodyPr lIns="0" tIns="0" rIns="0" bIns="0" rtlCol="0" anchor="t">
            <a:spAutoFit/>
          </a:bodyPr>
          <a:lstStyle/>
          <a:p>
            <a:pPr algn="ctr">
              <a:lnSpc>
                <a:spcPts val="2207"/>
              </a:lnSpc>
              <a:spcBef>
                <a:spcPct val="0"/>
              </a:spcBef>
            </a:pPr>
            <a:r>
              <a:rPr lang="en-US" sz="1577" dirty="0">
                <a:solidFill>
                  <a:srgbClr val="000000"/>
                </a:solidFill>
                <a:latin typeface="Canva Sans"/>
                <a:ea typeface="Canva Sans"/>
                <a:cs typeface="Canva Sans"/>
                <a:sym typeface="Canva Sans"/>
              </a:rPr>
              <a:t>Individual</a:t>
            </a:r>
          </a:p>
        </p:txBody>
      </p:sp>
      <p:sp>
        <p:nvSpPr>
          <p:cNvPr id="159" name="TextBox 117">
            <a:extLst>
              <a:ext uri="{FF2B5EF4-FFF2-40B4-BE49-F238E27FC236}">
                <a16:creationId xmlns:a16="http://schemas.microsoft.com/office/drawing/2014/main" id="{07CDC368-B796-6384-A831-8A7C2A7C287F}"/>
              </a:ext>
            </a:extLst>
          </p:cNvPr>
          <p:cNvSpPr txBox="1"/>
          <p:nvPr/>
        </p:nvSpPr>
        <p:spPr>
          <a:xfrm>
            <a:off x="7010626" y="1717191"/>
            <a:ext cx="882326" cy="263790"/>
          </a:xfrm>
          <a:prstGeom prst="rect">
            <a:avLst/>
          </a:prstGeom>
        </p:spPr>
        <p:txBody>
          <a:bodyPr wrap="square" lIns="0" tIns="0" rIns="0" bIns="0" rtlCol="0" anchor="t">
            <a:spAutoFit/>
          </a:bodyPr>
          <a:lstStyle/>
          <a:p>
            <a:pPr algn="ctr">
              <a:lnSpc>
                <a:spcPts val="2207"/>
              </a:lnSpc>
              <a:spcBef>
                <a:spcPct val="0"/>
              </a:spcBef>
            </a:pPr>
            <a:r>
              <a:rPr lang="en-US" sz="1577" dirty="0">
                <a:solidFill>
                  <a:srgbClr val="000000"/>
                </a:solidFill>
                <a:latin typeface="Canva Sans"/>
                <a:ea typeface="Canva Sans"/>
                <a:cs typeface="Canva Sans"/>
                <a:sym typeface="Canva Sans"/>
              </a:rPr>
              <a:t>Group</a:t>
            </a:r>
          </a:p>
        </p:txBody>
      </p:sp>
      <p:sp>
        <p:nvSpPr>
          <p:cNvPr id="160" name="TextBox 118">
            <a:extLst>
              <a:ext uri="{FF2B5EF4-FFF2-40B4-BE49-F238E27FC236}">
                <a16:creationId xmlns:a16="http://schemas.microsoft.com/office/drawing/2014/main" id="{8C2CE920-37BA-5065-66CB-34E7C1EFC2A4}"/>
              </a:ext>
            </a:extLst>
          </p:cNvPr>
          <p:cNvSpPr txBox="1"/>
          <p:nvPr/>
        </p:nvSpPr>
        <p:spPr>
          <a:xfrm>
            <a:off x="7124027" y="2509590"/>
            <a:ext cx="1269085" cy="263790"/>
          </a:xfrm>
          <a:prstGeom prst="rect">
            <a:avLst/>
          </a:prstGeom>
        </p:spPr>
        <p:txBody>
          <a:bodyPr wrap="square" lIns="0" tIns="0" rIns="0" bIns="0" rtlCol="0" anchor="t">
            <a:spAutoFit/>
          </a:bodyPr>
          <a:lstStyle/>
          <a:p>
            <a:pPr algn="ctr">
              <a:lnSpc>
                <a:spcPts val="2207"/>
              </a:lnSpc>
              <a:spcBef>
                <a:spcPct val="0"/>
              </a:spcBef>
            </a:pPr>
            <a:r>
              <a:rPr lang="en-US" sz="1577" dirty="0">
                <a:solidFill>
                  <a:srgbClr val="000000"/>
                </a:solidFill>
                <a:latin typeface="Canva Sans"/>
                <a:ea typeface="Canva Sans"/>
                <a:cs typeface="Canva Sans"/>
                <a:sym typeface="Canva Sans"/>
              </a:rPr>
              <a:t>Split Group</a:t>
            </a:r>
          </a:p>
        </p:txBody>
      </p:sp>
      <p:grpSp>
        <p:nvGrpSpPr>
          <p:cNvPr id="197" name="Group 63">
            <a:extLst>
              <a:ext uri="{FF2B5EF4-FFF2-40B4-BE49-F238E27FC236}">
                <a16:creationId xmlns:a16="http://schemas.microsoft.com/office/drawing/2014/main" id="{34215E05-1935-3F56-5EC2-200854CFF0C7}"/>
              </a:ext>
            </a:extLst>
          </p:cNvPr>
          <p:cNvGrpSpPr/>
          <p:nvPr/>
        </p:nvGrpSpPr>
        <p:grpSpPr>
          <a:xfrm rot="-10653150">
            <a:off x="8892505" y="1274230"/>
            <a:ext cx="204308" cy="178770"/>
            <a:chOff x="0" y="0"/>
            <a:chExt cx="812800" cy="711200"/>
          </a:xfrm>
        </p:grpSpPr>
        <p:sp>
          <p:nvSpPr>
            <p:cNvPr id="198" name="Freeform 64">
              <a:extLst>
                <a:ext uri="{FF2B5EF4-FFF2-40B4-BE49-F238E27FC236}">
                  <a16:creationId xmlns:a16="http://schemas.microsoft.com/office/drawing/2014/main" id="{2A6F8140-C31B-F371-8356-F3F0865F69C5}"/>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dirty="0"/>
            </a:p>
          </p:txBody>
        </p:sp>
        <p:sp>
          <p:nvSpPr>
            <p:cNvPr id="199" name="TextBox 65">
              <a:extLst>
                <a:ext uri="{FF2B5EF4-FFF2-40B4-BE49-F238E27FC236}">
                  <a16:creationId xmlns:a16="http://schemas.microsoft.com/office/drawing/2014/main" id="{680B4719-D29B-C7BD-D56B-9FA2E39C1336}"/>
                </a:ext>
              </a:extLst>
            </p:cNvPr>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dirty="0"/>
            </a:p>
          </p:txBody>
        </p:sp>
      </p:grpSp>
      <p:sp>
        <p:nvSpPr>
          <p:cNvPr id="42" name="TextBox 84">
            <a:hlinkClick r:id="rId26" action="ppaction://hlinksldjump"/>
            <a:extLst>
              <a:ext uri="{FF2B5EF4-FFF2-40B4-BE49-F238E27FC236}">
                <a16:creationId xmlns:a16="http://schemas.microsoft.com/office/drawing/2014/main" id="{D8A54BC3-7F4B-80F9-D54F-478E5EA365E0}"/>
              </a:ext>
            </a:extLst>
          </p:cNvPr>
          <p:cNvSpPr txBox="1"/>
          <p:nvPr/>
        </p:nvSpPr>
        <p:spPr>
          <a:xfrm>
            <a:off x="8718723" y="3227582"/>
            <a:ext cx="944746" cy="240707"/>
          </a:xfrm>
          <a:prstGeom prst="rect">
            <a:avLst/>
          </a:prstGeom>
        </p:spPr>
        <p:txBody>
          <a:bodyPr wrap="square" lIns="0" tIns="0" rIns="0" bIns="0" rtlCol="0" anchor="t">
            <a:spAutoFit/>
          </a:bodyPr>
          <a:lstStyle/>
          <a:p>
            <a:pPr algn="ctr">
              <a:lnSpc>
                <a:spcPts val="2046"/>
              </a:lnSpc>
              <a:spcBef>
                <a:spcPct val="0"/>
              </a:spcBef>
            </a:pPr>
            <a:r>
              <a:rPr lang="en-US" sz="1461" b="1" dirty="0">
                <a:solidFill>
                  <a:srgbClr val="FFFFFF"/>
                </a:solidFill>
                <a:latin typeface="Canva Sans"/>
                <a:ea typeface="Canva Sans"/>
                <a:cs typeface="Canva Sans"/>
                <a:sym typeface="Canva Sans"/>
              </a:rPr>
              <a:t>Save</a:t>
            </a:r>
          </a:p>
        </p:txBody>
      </p:sp>
    </p:spTree>
    <p:extLst>
      <p:ext uri="{BB962C8B-B14F-4D97-AF65-F5344CB8AC3E}">
        <p14:creationId xmlns:p14="http://schemas.microsoft.com/office/powerpoint/2010/main" val="24508966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3418968946"/>
              </p:ext>
            </p:extLst>
          </p:nvPr>
        </p:nvGraphicFramePr>
        <p:xfrm>
          <a:off x="0" y="1424704"/>
          <a:ext cx="6562164" cy="5774609"/>
        </p:xfrm>
        <a:graphic>
          <a:graphicData uri="http://schemas.openxmlformats.org/drawingml/2006/table">
            <a:tbl>
              <a:tblPr/>
              <a:tblGrid>
                <a:gridCol w="6562164">
                  <a:extLst>
                    <a:ext uri="{9D8B030D-6E8A-4147-A177-3AD203B41FA5}">
                      <a16:colId xmlns:a16="http://schemas.microsoft.com/office/drawing/2014/main" val="20000"/>
                    </a:ext>
                  </a:extLst>
                </a:gridCol>
              </a:tblGrid>
              <a:tr h="702803">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23640">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23640">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21530">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25749">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725749">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725749">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725749">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3" name="Group 3"/>
          <p:cNvGrpSpPr/>
          <p:nvPr/>
        </p:nvGrpSpPr>
        <p:grpSpPr>
          <a:xfrm>
            <a:off x="0" y="15998"/>
            <a:ext cx="6605573" cy="535792"/>
            <a:chOff x="0" y="0"/>
            <a:chExt cx="2594982" cy="812800"/>
          </a:xfrm>
        </p:grpSpPr>
        <p:sp>
          <p:nvSpPr>
            <p:cNvPr id="4" name="Freeform 4"/>
            <p:cNvSpPr/>
            <p:nvPr/>
          </p:nvSpPr>
          <p:spPr>
            <a:xfrm>
              <a:off x="0" y="0"/>
              <a:ext cx="2594982" cy="812800"/>
            </a:xfrm>
            <a:custGeom>
              <a:avLst/>
              <a:gdLst/>
              <a:ahLst/>
              <a:cxnLst/>
              <a:rect l="l" t="t" r="r" b="b"/>
              <a:pathLst>
                <a:path w="2594982" h="812800">
                  <a:moveTo>
                    <a:pt x="0" y="0"/>
                  </a:moveTo>
                  <a:lnTo>
                    <a:pt x="2594982" y="0"/>
                  </a:lnTo>
                  <a:lnTo>
                    <a:pt x="2594982" y="812800"/>
                  </a:lnTo>
                  <a:lnTo>
                    <a:pt x="0" y="812800"/>
                  </a:lnTo>
                  <a:close/>
                </a:path>
              </a:pathLst>
            </a:custGeom>
            <a:solidFill>
              <a:srgbClr val="F34336"/>
            </a:solidFill>
          </p:spPr>
          <p:txBody>
            <a:bodyPr/>
            <a:lstStyle/>
            <a:p>
              <a:endParaRPr lang="en-SG" sz="1088"/>
            </a:p>
          </p:txBody>
        </p:sp>
        <p:sp>
          <p:nvSpPr>
            <p:cNvPr id="5" name="TextBox 5"/>
            <p:cNvSpPr txBox="1"/>
            <p:nvPr/>
          </p:nvSpPr>
          <p:spPr>
            <a:xfrm>
              <a:off x="0" y="-28575"/>
              <a:ext cx="2594982" cy="841375"/>
            </a:xfrm>
            <a:prstGeom prst="rect">
              <a:avLst/>
            </a:prstGeom>
          </p:spPr>
          <p:txBody>
            <a:bodyPr lIns="40638" tIns="40638" rIns="40638" bIns="40638" rtlCol="0" anchor="ctr"/>
            <a:lstStyle/>
            <a:p>
              <a:pPr algn="ctr">
                <a:lnSpc>
                  <a:spcPts val="2016"/>
                </a:lnSpc>
              </a:pPr>
              <a:endParaRPr sz="1088"/>
            </a:p>
          </p:txBody>
        </p:sp>
      </p:grpSp>
      <p:sp>
        <p:nvSpPr>
          <p:cNvPr id="6" name="Freeform 6"/>
          <p:cNvSpPr/>
          <p:nvPr/>
        </p:nvSpPr>
        <p:spPr>
          <a:xfrm>
            <a:off x="5040313" y="57689"/>
            <a:ext cx="468994" cy="300055"/>
          </a:xfrm>
          <a:custGeom>
            <a:avLst/>
            <a:gdLst/>
            <a:ahLst/>
            <a:cxnLst/>
            <a:rect l="l" t="t" r="r" b="b"/>
            <a:pathLst>
              <a:path w="582915" h="486734">
                <a:moveTo>
                  <a:pt x="0" y="0"/>
                </a:moveTo>
                <a:lnTo>
                  <a:pt x="582915" y="0"/>
                </a:lnTo>
                <a:lnTo>
                  <a:pt x="582915" y="486734"/>
                </a:lnTo>
                <a:lnTo>
                  <a:pt x="0" y="48673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SG" sz="1088"/>
          </a:p>
        </p:txBody>
      </p:sp>
      <p:sp>
        <p:nvSpPr>
          <p:cNvPr id="7" name="Freeform 7"/>
          <p:cNvSpPr/>
          <p:nvPr/>
        </p:nvSpPr>
        <p:spPr>
          <a:xfrm>
            <a:off x="61720" y="75355"/>
            <a:ext cx="274331" cy="243854"/>
          </a:xfrm>
          <a:custGeom>
            <a:avLst/>
            <a:gdLst/>
            <a:ahLst/>
            <a:cxnLst/>
            <a:rect l="l" t="t" r="r" b="b"/>
            <a:pathLst>
              <a:path w="583453" h="390383">
                <a:moveTo>
                  <a:pt x="0" y="0"/>
                </a:moveTo>
                <a:lnTo>
                  <a:pt x="583453" y="0"/>
                </a:lnTo>
                <a:lnTo>
                  <a:pt x="583453" y="390383"/>
                </a:lnTo>
                <a:lnTo>
                  <a:pt x="0" y="39038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SG" sz="1088"/>
          </a:p>
        </p:txBody>
      </p:sp>
      <p:sp>
        <p:nvSpPr>
          <p:cNvPr id="8" name="Freeform 8"/>
          <p:cNvSpPr/>
          <p:nvPr/>
        </p:nvSpPr>
        <p:spPr>
          <a:xfrm>
            <a:off x="545415" y="75355"/>
            <a:ext cx="336052" cy="222231"/>
          </a:xfrm>
          <a:custGeom>
            <a:avLst/>
            <a:gdLst/>
            <a:ahLst/>
            <a:cxnLst/>
            <a:rect l="l" t="t" r="r" b="b"/>
            <a:pathLst>
              <a:path w="585247" h="392648">
                <a:moveTo>
                  <a:pt x="0" y="0"/>
                </a:moveTo>
                <a:lnTo>
                  <a:pt x="585247" y="0"/>
                </a:lnTo>
                <a:lnTo>
                  <a:pt x="585247" y="392647"/>
                </a:lnTo>
                <a:lnTo>
                  <a:pt x="0" y="39264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SG" sz="1088"/>
          </a:p>
        </p:txBody>
      </p:sp>
      <p:sp>
        <p:nvSpPr>
          <p:cNvPr id="9" name="Freeform 9"/>
          <p:cNvSpPr/>
          <p:nvPr/>
        </p:nvSpPr>
        <p:spPr>
          <a:xfrm>
            <a:off x="5935945" y="57689"/>
            <a:ext cx="337990" cy="300056"/>
          </a:xfrm>
          <a:custGeom>
            <a:avLst/>
            <a:gdLst/>
            <a:ahLst/>
            <a:cxnLst/>
            <a:rect l="l" t="t" r="r" b="b"/>
            <a:pathLst>
              <a:path w="470053" h="505434">
                <a:moveTo>
                  <a:pt x="0" y="0"/>
                </a:moveTo>
                <a:lnTo>
                  <a:pt x="470053" y="0"/>
                </a:lnTo>
                <a:lnTo>
                  <a:pt x="470053" y="505434"/>
                </a:lnTo>
                <a:lnTo>
                  <a:pt x="0" y="50543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SG" sz="1088"/>
          </a:p>
        </p:txBody>
      </p:sp>
      <p:sp>
        <p:nvSpPr>
          <p:cNvPr id="10" name="Freeform 10"/>
          <p:cNvSpPr/>
          <p:nvPr/>
        </p:nvSpPr>
        <p:spPr>
          <a:xfrm>
            <a:off x="4279058" y="75355"/>
            <a:ext cx="376026" cy="300054"/>
          </a:xfrm>
          <a:custGeom>
            <a:avLst/>
            <a:gdLst/>
            <a:ahLst/>
            <a:cxnLst/>
            <a:rect l="l" t="t" r="r" b="b"/>
            <a:pathLst>
              <a:path w="471559" h="489932">
                <a:moveTo>
                  <a:pt x="0" y="0"/>
                </a:moveTo>
                <a:lnTo>
                  <a:pt x="471559" y="0"/>
                </a:lnTo>
                <a:lnTo>
                  <a:pt x="471559" y="489931"/>
                </a:lnTo>
                <a:lnTo>
                  <a:pt x="0" y="489931"/>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SG" sz="1088"/>
          </a:p>
        </p:txBody>
      </p:sp>
      <p:sp>
        <p:nvSpPr>
          <p:cNvPr id="11" name="Freeform 11">
            <a:hlinkClick r:id="rId13" action="ppaction://hlinksldjump"/>
          </p:cNvPr>
          <p:cNvSpPr/>
          <p:nvPr/>
        </p:nvSpPr>
        <p:spPr>
          <a:xfrm>
            <a:off x="8929880" y="123051"/>
            <a:ext cx="425297" cy="357013"/>
          </a:xfrm>
          <a:custGeom>
            <a:avLst/>
            <a:gdLst/>
            <a:ahLst/>
            <a:cxnLst/>
            <a:rect l="l" t="t" r="r" b="b"/>
            <a:pathLst>
              <a:path w="586759" h="586759">
                <a:moveTo>
                  <a:pt x="0" y="0"/>
                </a:moveTo>
                <a:lnTo>
                  <a:pt x="586759" y="0"/>
                </a:lnTo>
                <a:lnTo>
                  <a:pt x="586759" y="586760"/>
                </a:lnTo>
                <a:lnTo>
                  <a:pt x="0" y="58676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dirty="0"/>
          </a:p>
        </p:txBody>
      </p:sp>
      <p:sp>
        <p:nvSpPr>
          <p:cNvPr id="12" name="Freeform 12">
            <a:hlinkClick r:id="rId16" action="ppaction://hlinksldjump"/>
          </p:cNvPr>
          <p:cNvSpPr/>
          <p:nvPr/>
        </p:nvSpPr>
        <p:spPr>
          <a:xfrm>
            <a:off x="9624070" y="100168"/>
            <a:ext cx="394835" cy="394835"/>
          </a:xfrm>
          <a:custGeom>
            <a:avLst/>
            <a:gdLst/>
            <a:ahLst/>
            <a:cxnLst/>
            <a:rect l="l" t="t" r="r" b="b"/>
            <a:pathLst>
              <a:path w="493565" h="493565">
                <a:moveTo>
                  <a:pt x="0" y="0"/>
                </a:moveTo>
                <a:lnTo>
                  <a:pt x="493565" y="0"/>
                </a:lnTo>
                <a:lnTo>
                  <a:pt x="493565" y="493565"/>
                </a:lnTo>
                <a:lnTo>
                  <a:pt x="0" y="49356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SG" sz="1088"/>
          </a:p>
        </p:txBody>
      </p:sp>
      <p:grpSp>
        <p:nvGrpSpPr>
          <p:cNvPr id="13" name="Group 13"/>
          <p:cNvGrpSpPr/>
          <p:nvPr/>
        </p:nvGrpSpPr>
        <p:grpSpPr>
          <a:xfrm>
            <a:off x="6844985" y="4443886"/>
            <a:ext cx="1546440" cy="447075"/>
            <a:chOff x="0" y="0"/>
            <a:chExt cx="812800" cy="234980"/>
          </a:xfrm>
        </p:grpSpPr>
        <p:sp>
          <p:nvSpPr>
            <p:cNvPr id="14" name="Freeform 14"/>
            <p:cNvSpPr/>
            <p:nvPr/>
          </p:nvSpPr>
          <p:spPr>
            <a:xfrm>
              <a:off x="0" y="0"/>
              <a:ext cx="812800" cy="234980"/>
            </a:xfrm>
            <a:custGeom>
              <a:avLst/>
              <a:gdLst/>
              <a:ahLst/>
              <a:cxnLst/>
              <a:rect l="l" t="t" r="r" b="b"/>
              <a:pathLst>
                <a:path w="812800" h="234980">
                  <a:moveTo>
                    <a:pt x="117490" y="0"/>
                  </a:moveTo>
                  <a:lnTo>
                    <a:pt x="695310" y="0"/>
                  </a:lnTo>
                  <a:cubicBezTo>
                    <a:pt x="726470" y="0"/>
                    <a:pt x="756354" y="12378"/>
                    <a:pt x="778388" y="34412"/>
                  </a:cubicBezTo>
                  <a:cubicBezTo>
                    <a:pt x="800422" y="56446"/>
                    <a:pt x="812800" y="86330"/>
                    <a:pt x="812800" y="117490"/>
                  </a:cubicBezTo>
                  <a:lnTo>
                    <a:pt x="812800" y="117490"/>
                  </a:lnTo>
                  <a:cubicBezTo>
                    <a:pt x="812800" y="148650"/>
                    <a:pt x="800422" y="178534"/>
                    <a:pt x="778388" y="200568"/>
                  </a:cubicBezTo>
                  <a:cubicBezTo>
                    <a:pt x="756354" y="222602"/>
                    <a:pt x="726470" y="234980"/>
                    <a:pt x="695310" y="234980"/>
                  </a:cubicBezTo>
                  <a:lnTo>
                    <a:pt x="117490" y="234980"/>
                  </a:lnTo>
                  <a:cubicBezTo>
                    <a:pt x="86330" y="234980"/>
                    <a:pt x="56446" y="222602"/>
                    <a:pt x="34412" y="200568"/>
                  </a:cubicBezTo>
                  <a:cubicBezTo>
                    <a:pt x="12378" y="178534"/>
                    <a:pt x="0" y="148650"/>
                    <a:pt x="0" y="117490"/>
                  </a:cubicBezTo>
                  <a:lnTo>
                    <a:pt x="0" y="117490"/>
                  </a:lnTo>
                  <a:cubicBezTo>
                    <a:pt x="0" y="86330"/>
                    <a:pt x="12378" y="56446"/>
                    <a:pt x="34412" y="34412"/>
                  </a:cubicBezTo>
                  <a:cubicBezTo>
                    <a:pt x="56446" y="12378"/>
                    <a:pt x="86330" y="0"/>
                    <a:pt x="117490" y="0"/>
                  </a:cubicBezTo>
                  <a:close/>
                </a:path>
              </a:pathLst>
            </a:custGeom>
            <a:solidFill>
              <a:srgbClr val="F34336"/>
            </a:solidFill>
          </p:spPr>
          <p:txBody>
            <a:bodyPr/>
            <a:lstStyle/>
            <a:p>
              <a:endParaRPr lang="en-SG" sz="1088"/>
            </a:p>
          </p:txBody>
        </p:sp>
        <p:sp>
          <p:nvSpPr>
            <p:cNvPr id="15" name="TextBox 15"/>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grpSp>
        <p:nvGrpSpPr>
          <p:cNvPr id="16" name="Group 16"/>
          <p:cNvGrpSpPr/>
          <p:nvPr/>
        </p:nvGrpSpPr>
        <p:grpSpPr>
          <a:xfrm>
            <a:off x="8486898" y="4465288"/>
            <a:ext cx="1542181" cy="445844"/>
            <a:chOff x="0" y="0"/>
            <a:chExt cx="812800" cy="234980"/>
          </a:xfrm>
        </p:grpSpPr>
        <p:sp>
          <p:nvSpPr>
            <p:cNvPr id="17" name="Freeform 17">
              <a:hlinkClick r:id="rId19" action="ppaction://hlinksldjump"/>
            </p:cNvPr>
            <p:cNvSpPr/>
            <p:nvPr/>
          </p:nvSpPr>
          <p:spPr>
            <a:xfrm>
              <a:off x="0" y="0"/>
              <a:ext cx="812800" cy="234980"/>
            </a:xfrm>
            <a:custGeom>
              <a:avLst/>
              <a:gdLst/>
              <a:ahLst/>
              <a:cxnLst/>
              <a:rect l="l" t="t" r="r" b="b"/>
              <a:pathLst>
                <a:path w="812800" h="234980">
                  <a:moveTo>
                    <a:pt x="117490" y="0"/>
                  </a:moveTo>
                  <a:lnTo>
                    <a:pt x="695310" y="0"/>
                  </a:lnTo>
                  <a:cubicBezTo>
                    <a:pt x="726470" y="0"/>
                    <a:pt x="756354" y="12378"/>
                    <a:pt x="778388" y="34412"/>
                  </a:cubicBezTo>
                  <a:cubicBezTo>
                    <a:pt x="800422" y="56446"/>
                    <a:pt x="812800" y="86330"/>
                    <a:pt x="812800" y="117490"/>
                  </a:cubicBezTo>
                  <a:lnTo>
                    <a:pt x="812800" y="117490"/>
                  </a:lnTo>
                  <a:cubicBezTo>
                    <a:pt x="812800" y="148650"/>
                    <a:pt x="800422" y="178534"/>
                    <a:pt x="778388" y="200568"/>
                  </a:cubicBezTo>
                  <a:cubicBezTo>
                    <a:pt x="756354" y="222602"/>
                    <a:pt x="726470" y="234980"/>
                    <a:pt x="695310" y="234980"/>
                  </a:cubicBezTo>
                  <a:lnTo>
                    <a:pt x="117490" y="234980"/>
                  </a:lnTo>
                  <a:cubicBezTo>
                    <a:pt x="86330" y="234980"/>
                    <a:pt x="56446" y="222602"/>
                    <a:pt x="34412" y="200568"/>
                  </a:cubicBezTo>
                  <a:cubicBezTo>
                    <a:pt x="12378" y="178534"/>
                    <a:pt x="0" y="148650"/>
                    <a:pt x="0" y="117490"/>
                  </a:cubicBezTo>
                  <a:lnTo>
                    <a:pt x="0" y="117490"/>
                  </a:lnTo>
                  <a:cubicBezTo>
                    <a:pt x="0" y="86330"/>
                    <a:pt x="12378" y="56446"/>
                    <a:pt x="34412" y="34412"/>
                  </a:cubicBezTo>
                  <a:cubicBezTo>
                    <a:pt x="56446" y="12378"/>
                    <a:pt x="86330" y="0"/>
                    <a:pt x="117490" y="0"/>
                  </a:cubicBezTo>
                  <a:close/>
                </a:path>
              </a:pathLst>
            </a:custGeom>
            <a:solidFill>
              <a:srgbClr val="F34336"/>
            </a:solidFill>
          </p:spPr>
          <p:txBody>
            <a:bodyPr/>
            <a:lstStyle/>
            <a:p>
              <a:endParaRPr lang="en-SG" sz="1088"/>
            </a:p>
          </p:txBody>
        </p:sp>
        <p:sp>
          <p:nvSpPr>
            <p:cNvPr id="18" name="TextBox 18"/>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sp>
        <p:nvSpPr>
          <p:cNvPr id="19" name="Freeform 19"/>
          <p:cNvSpPr/>
          <p:nvPr/>
        </p:nvSpPr>
        <p:spPr>
          <a:xfrm>
            <a:off x="-34231" y="3817717"/>
            <a:ext cx="629155" cy="314578"/>
          </a:xfrm>
          <a:custGeom>
            <a:avLst/>
            <a:gdLst/>
            <a:ahLst/>
            <a:cxnLst/>
            <a:rect l="l" t="t" r="r" b="b"/>
            <a:pathLst>
              <a:path w="786479" h="393240">
                <a:moveTo>
                  <a:pt x="0" y="0"/>
                </a:moveTo>
                <a:lnTo>
                  <a:pt x="786480" y="0"/>
                </a:lnTo>
                <a:lnTo>
                  <a:pt x="786480" y="393239"/>
                </a:lnTo>
                <a:lnTo>
                  <a:pt x="0" y="39323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20" name="Freeform 20"/>
          <p:cNvSpPr/>
          <p:nvPr/>
        </p:nvSpPr>
        <p:spPr>
          <a:xfrm>
            <a:off x="9146" y="1672132"/>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21" name="Freeform 21"/>
          <p:cNvSpPr/>
          <p:nvPr/>
        </p:nvSpPr>
        <p:spPr>
          <a:xfrm>
            <a:off x="-53714" y="5177892"/>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22" name="Freeform 22"/>
          <p:cNvSpPr/>
          <p:nvPr/>
        </p:nvSpPr>
        <p:spPr>
          <a:xfrm>
            <a:off x="-37435" y="5910903"/>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23" name="Freeform 23"/>
          <p:cNvSpPr/>
          <p:nvPr/>
        </p:nvSpPr>
        <p:spPr>
          <a:xfrm>
            <a:off x="53132" y="6702276"/>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dirty="0"/>
          </a:p>
        </p:txBody>
      </p:sp>
      <p:sp>
        <p:nvSpPr>
          <p:cNvPr id="24" name="Freeform 24"/>
          <p:cNvSpPr/>
          <p:nvPr/>
        </p:nvSpPr>
        <p:spPr>
          <a:xfrm>
            <a:off x="-24711" y="3108638"/>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25" name="Freeform 25"/>
          <p:cNvSpPr/>
          <p:nvPr/>
        </p:nvSpPr>
        <p:spPr>
          <a:xfrm>
            <a:off x="-8500" y="2393207"/>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26" name="Freeform 26"/>
          <p:cNvSpPr/>
          <p:nvPr/>
        </p:nvSpPr>
        <p:spPr>
          <a:xfrm>
            <a:off x="6117783" y="3369998"/>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27" name="Freeform 27"/>
          <p:cNvSpPr/>
          <p:nvPr/>
        </p:nvSpPr>
        <p:spPr>
          <a:xfrm>
            <a:off x="6117783" y="2450037"/>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28" name="Freeform 28"/>
          <p:cNvSpPr/>
          <p:nvPr/>
        </p:nvSpPr>
        <p:spPr>
          <a:xfrm>
            <a:off x="6117783" y="1620337"/>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29" name="Freeform 29"/>
          <p:cNvSpPr/>
          <p:nvPr/>
        </p:nvSpPr>
        <p:spPr>
          <a:xfrm>
            <a:off x="6117783" y="6000457"/>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0" name="Freeform 30"/>
          <p:cNvSpPr/>
          <p:nvPr/>
        </p:nvSpPr>
        <p:spPr>
          <a:xfrm>
            <a:off x="6085923" y="5046779"/>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1" name="Freeform 31"/>
          <p:cNvSpPr/>
          <p:nvPr/>
        </p:nvSpPr>
        <p:spPr>
          <a:xfrm>
            <a:off x="6117783" y="4183885"/>
            <a:ext cx="312305" cy="312305"/>
          </a:xfrm>
          <a:custGeom>
            <a:avLst/>
            <a:gdLst/>
            <a:ahLst/>
            <a:cxnLst/>
            <a:rect l="l" t="t" r="r" b="b"/>
            <a:pathLst>
              <a:path w="390399" h="390399">
                <a:moveTo>
                  <a:pt x="0" y="0"/>
                </a:moveTo>
                <a:lnTo>
                  <a:pt x="390399" y="0"/>
                </a:lnTo>
                <a:lnTo>
                  <a:pt x="390399" y="390398"/>
                </a:lnTo>
                <a:lnTo>
                  <a:pt x="0" y="390398"/>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2" name="Freeform 32"/>
          <p:cNvSpPr/>
          <p:nvPr/>
        </p:nvSpPr>
        <p:spPr>
          <a:xfrm>
            <a:off x="6085923" y="6804775"/>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grpSp>
        <p:nvGrpSpPr>
          <p:cNvPr id="33" name="Group 33"/>
          <p:cNvGrpSpPr/>
          <p:nvPr/>
        </p:nvGrpSpPr>
        <p:grpSpPr>
          <a:xfrm>
            <a:off x="6948367" y="1102558"/>
            <a:ext cx="1840568" cy="474563"/>
            <a:chOff x="0" y="0"/>
            <a:chExt cx="654453" cy="168741"/>
          </a:xfrm>
        </p:grpSpPr>
        <p:sp>
          <p:nvSpPr>
            <p:cNvPr id="34" name="Freeform 34"/>
            <p:cNvSpPr/>
            <p:nvPr/>
          </p:nvSpPr>
          <p:spPr>
            <a:xfrm>
              <a:off x="0" y="0"/>
              <a:ext cx="654453" cy="168741"/>
            </a:xfrm>
            <a:custGeom>
              <a:avLst/>
              <a:gdLst/>
              <a:ahLst/>
              <a:cxnLst/>
              <a:rect l="l" t="t" r="r" b="b"/>
              <a:pathLst>
                <a:path w="654453" h="168741">
                  <a:moveTo>
                    <a:pt x="0" y="0"/>
                  </a:moveTo>
                  <a:lnTo>
                    <a:pt x="654453" y="0"/>
                  </a:lnTo>
                  <a:lnTo>
                    <a:pt x="654453" y="168741"/>
                  </a:lnTo>
                  <a:lnTo>
                    <a:pt x="0" y="168741"/>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35" name="TextBox 35"/>
            <p:cNvSpPr txBox="1"/>
            <p:nvPr/>
          </p:nvSpPr>
          <p:spPr>
            <a:xfrm>
              <a:off x="0" y="-28575"/>
              <a:ext cx="654453" cy="197316"/>
            </a:xfrm>
            <a:prstGeom prst="rect">
              <a:avLst/>
            </a:prstGeom>
          </p:spPr>
          <p:txBody>
            <a:bodyPr lIns="40638" tIns="40638" rIns="40638" bIns="40638" rtlCol="0" anchor="ctr"/>
            <a:lstStyle/>
            <a:p>
              <a:pPr algn="ctr">
                <a:lnSpc>
                  <a:spcPts val="2016"/>
                </a:lnSpc>
              </a:pPr>
              <a:endParaRPr sz="1088"/>
            </a:p>
          </p:txBody>
        </p:sp>
      </p:grpSp>
      <p:grpSp>
        <p:nvGrpSpPr>
          <p:cNvPr id="36" name="Group 36"/>
          <p:cNvGrpSpPr/>
          <p:nvPr/>
        </p:nvGrpSpPr>
        <p:grpSpPr>
          <a:xfrm>
            <a:off x="8785225" y="1102558"/>
            <a:ext cx="403148" cy="474845"/>
            <a:chOff x="0" y="0"/>
            <a:chExt cx="143348" cy="168841"/>
          </a:xfrm>
        </p:grpSpPr>
        <p:sp>
          <p:nvSpPr>
            <p:cNvPr id="37" name="Freeform 37"/>
            <p:cNvSpPr/>
            <p:nvPr/>
          </p:nvSpPr>
          <p:spPr>
            <a:xfrm>
              <a:off x="0" y="0"/>
              <a:ext cx="143348" cy="168841"/>
            </a:xfrm>
            <a:custGeom>
              <a:avLst/>
              <a:gdLst/>
              <a:ahLst/>
              <a:cxnLst/>
              <a:rect l="l" t="t" r="r" b="b"/>
              <a:pathLst>
                <a:path w="143348" h="168841">
                  <a:moveTo>
                    <a:pt x="0" y="0"/>
                  </a:moveTo>
                  <a:lnTo>
                    <a:pt x="143348" y="0"/>
                  </a:lnTo>
                  <a:lnTo>
                    <a:pt x="143348" y="168841"/>
                  </a:lnTo>
                  <a:lnTo>
                    <a:pt x="0" y="168841"/>
                  </a:lnTo>
                  <a:close/>
                </a:path>
              </a:pathLst>
            </a:custGeom>
            <a:solidFill>
              <a:srgbClr val="FDFDFD">
                <a:alpha val="38824"/>
              </a:srgbClr>
            </a:solidFill>
            <a:ln w="9525" cap="sq">
              <a:solidFill>
                <a:srgbClr val="000000">
                  <a:alpha val="38824"/>
                </a:srgbClr>
              </a:solidFill>
              <a:prstDash val="solid"/>
              <a:miter/>
            </a:ln>
          </p:spPr>
          <p:txBody>
            <a:bodyPr/>
            <a:lstStyle/>
            <a:p>
              <a:endParaRPr lang="en-SG" sz="1088"/>
            </a:p>
          </p:txBody>
        </p:sp>
        <p:sp>
          <p:nvSpPr>
            <p:cNvPr id="38" name="TextBox 38"/>
            <p:cNvSpPr txBox="1"/>
            <p:nvPr/>
          </p:nvSpPr>
          <p:spPr>
            <a:xfrm>
              <a:off x="0" y="-28575"/>
              <a:ext cx="143348" cy="197416"/>
            </a:xfrm>
            <a:prstGeom prst="rect">
              <a:avLst/>
            </a:prstGeom>
          </p:spPr>
          <p:txBody>
            <a:bodyPr lIns="40638" tIns="40638" rIns="40638" bIns="40638" rtlCol="0" anchor="ctr"/>
            <a:lstStyle/>
            <a:p>
              <a:pPr algn="ctr">
                <a:lnSpc>
                  <a:spcPts val="2016"/>
                </a:lnSpc>
              </a:pPr>
              <a:endParaRPr sz="1088"/>
            </a:p>
          </p:txBody>
        </p:sp>
      </p:grpSp>
      <p:grpSp>
        <p:nvGrpSpPr>
          <p:cNvPr id="39" name="Group 39"/>
          <p:cNvGrpSpPr/>
          <p:nvPr/>
        </p:nvGrpSpPr>
        <p:grpSpPr>
          <a:xfrm>
            <a:off x="7210917" y="2101115"/>
            <a:ext cx="685837" cy="469257"/>
            <a:chOff x="0" y="0"/>
            <a:chExt cx="243864" cy="166854"/>
          </a:xfrm>
        </p:grpSpPr>
        <p:sp>
          <p:nvSpPr>
            <p:cNvPr id="40" name="Freeform 40"/>
            <p:cNvSpPr/>
            <p:nvPr/>
          </p:nvSpPr>
          <p:spPr>
            <a:xfrm>
              <a:off x="0" y="0"/>
              <a:ext cx="243864" cy="166854"/>
            </a:xfrm>
            <a:custGeom>
              <a:avLst/>
              <a:gdLst/>
              <a:ahLst/>
              <a:cxnLst/>
              <a:rect l="l" t="t" r="r" b="b"/>
              <a:pathLst>
                <a:path w="243864" h="166854">
                  <a:moveTo>
                    <a:pt x="0" y="0"/>
                  </a:moveTo>
                  <a:lnTo>
                    <a:pt x="243864" y="0"/>
                  </a:lnTo>
                  <a:lnTo>
                    <a:pt x="243864" y="166854"/>
                  </a:lnTo>
                  <a:lnTo>
                    <a:pt x="0" y="166854"/>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41" name="TextBox 41"/>
            <p:cNvSpPr txBox="1"/>
            <p:nvPr/>
          </p:nvSpPr>
          <p:spPr>
            <a:xfrm>
              <a:off x="0" y="-28575"/>
              <a:ext cx="243864" cy="195429"/>
            </a:xfrm>
            <a:prstGeom prst="rect">
              <a:avLst/>
            </a:prstGeom>
          </p:spPr>
          <p:txBody>
            <a:bodyPr lIns="40638" tIns="40638" rIns="40638" bIns="40638" rtlCol="0" anchor="ctr"/>
            <a:lstStyle/>
            <a:p>
              <a:pPr algn="ctr">
                <a:lnSpc>
                  <a:spcPts val="2016"/>
                </a:lnSpc>
              </a:pPr>
              <a:endParaRPr sz="1088"/>
            </a:p>
          </p:txBody>
        </p:sp>
      </p:grpSp>
      <p:grpSp>
        <p:nvGrpSpPr>
          <p:cNvPr id="42" name="Group 42"/>
          <p:cNvGrpSpPr/>
          <p:nvPr/>
        </p:nvGrpSpPr>
        <p:grpSpPr>
          <a:xfrm>
            <a:off x="6491860" y="551792"/>
            <a:ext cx="125772" cy="7887829"/>
            <a:chOff x="-24731" y="0"/>
            <a:chExt cx="209629" cy="13146961"/>
          </a:xfrm>
        </p:grpSpPr>
        <p:grpSp>
          <p:nvGrpSpPr>
            <p:cNvPr id="43" name="Group 43"/>
            <p:cNvGrpSpPr/>
            <p:nvPr/>
          </p:nvGrpSpPr>
          <p:grpSpPr>
            <a:xfrm>
              <a:off x="9132" y="3875"/>
              <a:ext cx="175766" cy="507612"/>
              <a:chOff x="0" y="0"/>
              <a:chExt cx="37497" cy="108291"/>
            </a:xfrm>
          </p:grpSpPr>
          <p:sp>
            <p:nvSpPr>
              <p:cNvPr id="44" name="Freeform 44"/>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45" name="TextBox 45"/>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46" name="Group 46"/>
            <p:cNvGrpSpPr/>
            <p:nvPr/>
          </p:nvGrpSpPr>
          <p:grpSpPr>
            <a:xfrm>
              <a:off x="9132" y="0"/>
              <a:ext cx="175766" cy="13146961"/>
              <a:chOff x="0" y="0"/>
              <a:chExt cx="37497" cy="2804685"/>
            </a:xfrm>
          </p:grpSpPr>
          <p:sp>
            <p:nvSpPr>
              <p:cNvPr id="47" name="Freeform 47"/>
              <p:cNvSpPr/>
              <p:nvPr/>
            </p:nvSpPr>
            <p:spPr>
              <a:xfrm>
                <a:off x="0" y="0"/>
                <a:ext cx="37497" cy="2804685"/>
              </a:xfrm>
              <a:custGeom>
                <a:avLst/>
                <a:gdLst/>
                <a:ahLst/>
                <a:cxnLst/>
                <a:rect l="l" t="t" r="r" b="b"/>
                <a:pathLst>
                  <a:path w="37497" h="2804685">
                    <a:moveTo>
                      <a:pt x="0" y="0"/>
                    </a:moveTo>
                    <a:lnTo>
                      <a:pt x="37497" y="0"/>
                    </a:lnTo>
                    <a:lnTo>
                      <a:pt x="37497" y="2804685"/>
                    </a:lnTo>
                    <a:lnTo>
                      <a:pt x="0" y="2804685"/>
                    </a:lnTo>
                    <a:close/>
                  </a:path>
                </a:pathLst>
              </a:custGeom>
              <a:solidFill>
                <a:srgbClr val="FDFDFD"/>
              </a:solidFill>
              <a:ln w="9525" cap="sq">
                <a:solidFill>
                  <a:srgbClr val="000000"/>
                </a:solidFill>
                <a:prstDash val="solid"/>
                <a:miter/>
              </a:ln>
            </p:spPr>
            <p:txBody>
              <a:bodyPr/>
              <a:lstStyle/>
              <a:p>
                <a:endParaRPr lang="en-SG" sz="1088"/>
              </a:p>
            </p:txBody>
          </p:sp>
          <p:sp>
            <p:nvSpPr>
              <p:cNvPr id="48" name="TextBox 48"/>
              <p:cNvSpPr txBox="1"/>
              <p:nvPr/>
            </p:nvSpPr>
            <p:spPr>
              <a:xfrm>
                <a:off x="0" y="-28575"/>
                <a:ext cx="37497" cy="2833260"/>
              </a:xfrm>
              <a:prstGeom prst="rect">
                <a:avLst/>
              </a:prstGeom>
            </p:spPr>
            <p:txBody>
              <a:bodyPr lIns="40638" tIns="40638" rIns="40638" bIns="40638" rtlCol="0" anchor="ctr"/>
              <a:lstStyle/>
              <a:p>
                <a:pPr algn="ctr">
                  <a:lnSpc>
                    <a:spcPts val="2016"/>
                  </a:lnSpc>
                </a:pPr>
                <a:endParaRPr sz="1088"/>
              </a:p>
            </p:txBody>
          </p:sp>
        </p:grpSp>
        <p:grpSp>
          <p:nvGrpSpPr>
            <p:cNvPr id="49" name="Group 49"/>
            <p:cNvGrpSpPr/>
            <p:nvPr/>
          </p:nvGrpSpPr>
          <p:grpSpPr>
            <a:xfrm>
              <a:off x="9132" y="2726176"/>
              <a:ext cx="165100" cy="2140734"/>
              <a:chOff x="0" y="0"/>
              <a:chExt cx="35221" cy="456690"/>
            </a:xfrm>
          </p:grpSpPr>
          <p:sp>
            <p:nvSpPr>
              <p:cNvPr id="50" name="Freeform 50"/>
              <p:cNvSpPr/>
              <p:nvPr/>
            </p:nvSpPr>
            <p:spPr>
              <a:xfrm>
                <a:off x="0" y="0"/>
                <a:ext cx="35221" cy="456690"/>
              </a:xfrm>
              <a:custGeom>
                <a:avLst/>
                <a:gdLst/>
                <a:ahLst/>
                <a:cxnLst/>
                <a:rect l="l" t="t" r="r" b="b"/>
                <a:pathLst>
                  <a:path w="35221" h="456690">
                    <a:moveTo>
                      <a:pt x="0" y="0"/>
                    </a:moveTo>
                    <a:lnTo>
                      <a:pt x="35221" y="0"/>
                    </a:lnTo>
                    <a:lnTo>
                      <a:pt x="35221" y="456690"/>
                    </a:lnTo>
                    <a:lnTo>
                      <a:pt x="0" y="456690"/>
                    </a:lnTo>
                    <a:close/>
                  </a:path>
                </a:pathLst>
              </a:custGeom>
              <a:solidFill>
                <a:srgbClr val="F34336"/>
              </a:solidFill>
              <a:ln cap="sq">
                <a:noFill/>
                <a:prstDash val="solid"/>
                <a:miter/>
              </a:ln>
            </p:spPr>
            <p:txBody>
              <a:bodyPr/>
              <a:lstStyle/>
              <a:p>
                <a:endParaRPr lang="en-SG" sz="1088"/>
              </a:p>
            </p:txBody>
          </p:sp>
          <p:sp>
            <p:nvSpPr>
              <p:cNvPr id="51" name="TextBox 51"/>
              <p:cNvSpPr txBox="1"/>
              <p:nvPr/>
            </p:nvSpPr>
            <p:spPr>
              <a:xfrm>
                <a:off x="0" y="-28575"/>
                <a:ext cx="35221" cy="485265"/>
              </a:xfrm>
              <a:prstGeom prst="rect">
                <a:avLst/>
              </a:prstGeom>
            </p:spPr>
            <p:txBody>
              <a:bodyPr lIns="40638" tIns="40638" rIns="40638" bIns="40638" rtlCol="0" anchor="ctr"/>
              <a:lstStyle/>
              <a:p>
                <a:pPr algn="ctr">
                  <a:lnSpc>
                    <a:spcPts val="2016"/>
                  </a:lnSpc>
                </a:pPr>
                <a:endParaRPr sz="1088"/>
              </a:p>
            </p:txBody>
          </p:sp>
        </p:grpSp>
        <p:grpSp>
          <p:nvGrpSpPr>
            <p:cNvPr id="52" name="Group 52"/>
            <p:cNvGrpSpPr/>
            <p:nvPr/>
          </p:nvGrpSpPr>
          <p:grpSpPr>
            <a:xfrm>
              <a:off x="9132" y="10883818"/>
              <a:ext cx="175766" cy="507612"/>
              <a:chOff x="0" y="0"/>
              <a:chExt cx="37497" cy="108291"/>
            </a:xfrm>
          </p:grpSpPr>
          <p:sp>
            <p:nvSpPr>
              <p:cNvPr id="53" name="Freeform 53"/>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54" name="TextBox 54"/>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55" name="Group 55"/>
            <p:cNvGrpSpPr/>
            <p:nvPr/>
          </p:nvGrpSpPr>
          <p:grpSpPr>
            <a:xfrm>
              <a:off x="45096" y="175561"/>
              <a:ext cx="139802" cy="122326"/>
              <a:chOff x="0" y="0"/>
              <a:chExt cx="812800" cy="711200"/>
            </a:xfrm>
          </p:grpSpPr>
          <p:sp>
            <p:nvSpPr>
              <p:cNvPr id="56" name="Freeform 56"/>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34336"/>
              </a:solidFill>
            </p:spPr>
            <p:txBody>
              <a:bodyPr/>
              <a:lstStyle/>
              <a:p>
                <a:endParaRPr lang="en-SG" sz="1088"/>
              </a:p>
            </p:txBody>
          </p:sp>
          <p:sp>
            <p:nvSpPr>
              <p:cNvPr id="57" name="TextBox 57"/>
              <p:cNvSpPr txBox="1"/>
              <p:nvPr/>
            </p:nvSpPr>
            <p:spPr>
              <a:xfrm>
                <a:off x="127000" y="301625"/>
                <a:ext cx="558800" cy="358775"/>
              </a:xfrm>
              <a:prstGeom prst="rect">
                <a:avLst/>
              </a:prstGeom>
            </p:spPr>
            <p:txBody>
              <a:bodyPr lIns="40638" tIns="40638" rIns="40638" bIns="40638" rtlCol="0" anchor="ctr"/>
              <a:lstStyle/>
              <a:p>
                <a:pPr algn="ctr">
                  <a:lnSpc>
                    <a:spcPts val="2016"/>
                  </a:lnSpc>
                </a:pPr>
                <a:endParaRPr sz="1088"/>
              </a:p>
            </p:txBody>
          </p:sp>
        </p:grpSp>
        <p:grpSp>
          <p:nvGrpSpPr>
            <p:cNvPr id="58" name="Group 58"/>
            <p:cNvGrpSpPr/>
            <p:nvPr/>
          </p:nvGrpSpPr>
          <p:grpSpPr>
            <a:xfrm>
              <a:off x="-24731" y="10577351"/>
              <a:ext cx="174232" cy="589991"/>
              <a:chOff x="-115371" y="-2371333"/>
              <a:chExt cx="812800" cy="2752333"/>
            </a:xfrm>
          </p:grpSpPr>
          <p:sp>
            <p:nvSpPr>
              <p:cNvPr id="59" name="Freeform 59"/>
              <p:cNvSpPr/>
              <p:nvPr/>
            </p:nvSpPr>
            <p:spPr>
              <a:xfrm>
                <a:off x="-115371" y="-2371333"/>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60" name="TextBox 60"/>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a:p>
            </p:txBody>
          </p:sp>
        </p:grpSp>
      </p:grpSp>
      <p:grpSp>
        <p:nvGrpSpPr>
          <p:cNvPr id="61" name="Group 61"/>
          <p:cNvGrpSpPr/>
          <p:nvPr/>
        </p:nvGrpSpPr>
        <p:grpSpPr>
          <a:xfrm>
            <a:off x="8668767" y="3091818"/>
            <a:ext cx="617414" cy="371217"/>
            <a:chOff x="0" y="0"/>
            <a:chExt cx="219534" cy="131994"/>
          </a:xfrm>
        </p:grpSpPr>
        <p:sp>
          <p:nvSpPr>
            <p:cNvPr id="62" name="Freeform 62"/>
            <p:cNvSpPr/>
            <p:nvPr/>
          </p:nvSpPr>
          <p:spPr>
            <a:xfrm>
              <a:off x="0" y="0"/>
              <a:ext cx="219534" cy="131994"/>
            </a:xfrm>
            <a:custGeom>
              <a:avLst/>
              <a:gdLst/>
              <a:ahLst/>
              <a:cxnLst/>
              <a:rect l="l" t="t" r="r" b="b"/>
              <a:pathLst>
                <a:path w="219534" h="131994">
                  <a:moveTo>
                    <a:pt x="0" y="0"/>
                  </a:moveTo>
                  <a:lnTo>
                    <a:pt x="219534" y="0"/>
                  </a:lnTo>
                  <a:lnTo>
                    <a:pt x="219534" y="131994"/>
                  </a:lnTo>
                  <a:lnTo>
                    <a:pt x="0" y="131994"/>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63" name="TextBox 63"/>
            <p:cNvSpPr txBox="1"/>
            <p:nvPr/>
          </p:nvSpPr>
          <p:spPr>
            <a:xfrm>
              <a:off x="0" y="-28575"/>
              <a:ext cx="219534" cy="160569"/>
            </a:xfrm>
            <a:prstGeom prst="rect">
              <a:avLst/>
            </a:prstGeom>
          </p:spPr>
          <p:txBody>
            <a:bodyPr lIns="40638" tIns="40638" rIns="40638" bIns="40638" rtlCol="0" anchor="ctr"/>
            <a:lstStyle/>
            <a:p>
              <a:pPr algn="ctr">
                <a:lnSpc>
                  <a:spcPts val="2016"/>
                </a:lnSpc>
              </a:pPr>
              <a:endParaRPr sz="1088"/>
            </a:p>
          </p:txBody>
        </p:sp>
      </p:grpSp>
      <p:sp>
        <p:nvSpPr>
          <p:cNvPr id="64" name="TextBox 64"/>
          <p:cNvSpPr txBox="1"/>
          <p:nvPr/>
        </p:nvSpPr>
        <p:spPr>
          <a:xfrm>
            <a:off x="8295818" y="2892555"/>
            <a:ext cx="162712" cy="563872"/>
          </a:xfrm>
          <a:prstGeom prst="rect">
            <a:avLst/>
          </a:prstGeom>
        </p:spPr>
        <p:txBody>
          <a:bodyPr lIns="0" tIns="0" rIns="0" bIns="0" rtlCol="0" anchor="t">
            <a:spAutoFit/>
          </a:bodyPr>
          <a:lstStyle/>
          <a:p>
            <a:pPr algn="ctr">
              <a:lnSpc>
                <a:spcPts val="4730"/>
              </a:lnSpc>
              <a:spcBef>
                <a:spcPct val="0"/>
              </a:spcBef>
            </a:pPr>
            <a:r>
              <a:rPr lang="en-US" sz="3378">
                <a:solidFill>
                  <a:srgbClr val="000000"/>
                </a:solidFill>
                <a:latin typeface="Canva Sans"/>
                <a:ea typeface="Canva Sans"/>
                <a:cs typeface="Canva Sans"/>
                <a:sym typeface="Canva Sans"/>
              </a:rPr>
              <a:t>-</a:t>
            </a:r>
          </a:p>
        </p:txBody>
      </p:sp>
      <p:grpSp>
        <p:nvGrpSpPr>
          <p:cNvPr id="65" name="Group 65"/>
          <p:cNvGrpSpPr/>
          <p:nvPr/>
        </p:nvGrpSpPr>
        <p:grpSpPr>
          <a:xfrm>
            <a:off x="8910817" y="1248188"/>
            <a:ext cx="201735" cy="176518"/>
            <a:chOff x="0" y="0"/>
            <a:chExt cx="812800" cy="711200"/>
          </a:xfrm>
        </p:grpSpPr>
        <p:sp>
          <p:nvSpPr>
            <p:cNvPr id="66" name="Freeform 6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67" name="TextBox 67"/>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a:p>
          </p:txBody>
        </p:sp>
      </p:grpSp>
      <p:grpSp>
        <p:nvGrpSpPr>
          <p:cNvPr id="68" name="Group 68"/>
          <p:cNvGrpSpPr/>
          <p:nvPr/>
        </p:nvGrpSpPr>
        <p:grpSpPr>
          <a:xfrm>
            <a:off x="8164543" y="2575960"/>
            <a:ext cx="1328895" cy="448662"/>
            <a:chOff x="0" y="0"/>
            <a:chExt cx="465121" cy="168741"/>
          </a:xfrm>
        </p:grpSpPr>
        <p:sp>
          <p:nvSpPr>
            <p:cNvPr id="69" name="Freeform 69"/>
            <p:cNvSpPr/>
            <p:nvPr/>
          </p:nvSpPr>
          <p:spPr>
            <a:xfrm>
              <a:off x="0" y="0"/>
              <a:ext cx="465121" cy="168741"/>
            </a:xfrm>
            <a:custGeom>
              <a:avLst/>
              <a:gdLst/>
              <a:ahLst/>
              <a:cxnLst/>
              <a:rect l="l" t="t" r="r" b="b"/>
              <a:pathLst>
                <a:path w="465121" h="168741">
                  <a:moveTo>
                    <a:pt x="0" y="0"/>
                  </a:moveTo>
                  <a:lnTo>
                    <a:pt x="465121" y="0"/>
                  </a:lnTo>
                  <a:lnTo>
                    <a:pt x="465121" y="168741"/>
                  </a:lnTo>
                  <a:lnTo>
                    <a:pt x="0" y="168741"/>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70" name="TextBox 70"/>
            <p:cNvSpPr txBox="1"/>
            <p:nvPr/>
          </p:nvSpPr>
          <p:spPr>
            <a:xfrm>
              <a:off x="0" y="-28575"/>
              <a:ext cx="465121" cy="197316"/>
            </a:xfrm>
            <a:prstGeom prst="rect">
              <a:avLst/>
            </a:prstGeom>
          </p:spPr>
          <p:txBody>
            <a:bodyPr lIns="40638" tIns="40638" rIns="40638" bIns="40638" rtlCol="0" anchor="ctr"/>
            <a:lstStyle/>
            <a:p>
              <a:pPr algn="ctr">
                <a:lnSpc>
                  <a:spcPts val="2016"/>
                </a:lnSpc>
              </a:pPr>
              <a:endParaRPr sz="1088"/>
            </a:p>
          </p:txBody>
        </p:sp>
      </p:grpSp>
      <p:grpSp>
        <p:nvGrpSpPr>
          <p:cNvPr id="71" name="Group 71"/>
          <p:cNvGrpSpPr/>
          <p:nvPr/>
        </p:nvGrpSpPr>
        <p:grpSpPr>
          <a:xfrm>
            <a:off x="9493438" y="2580849"/>
            <a:ext cx="377198" cy="469386"/>
            <a:chOff x="0" y="0"/>
            <a:chExt cx="143348" cy="168841"/>
          </a:xfrm>
        </p:grpSpPr>
        <p:sp>
          <p:nvSpPr>
            <p:cNvPr id="72" name="Freeform 72"/>
            <p:cNvSpPr/>
            <p:nvPr/>
          </p:nvSpPr>
          <p:spPr>
            <a:xfrm>
              <a:off x="0" y="0"/>
              <a:ext cx="143348" cy="168841"/>
            </a:xfrm>
            <a:custGeom>
              <a:avLst/>
              <a:gdLst/>
              <a:ahLst/>
              <a:cxnLst/>
              <a:rect l="l" t="t" r="r" b="b"/>
              <a:pathLst>
                <a:path w="143348" h="168841">
                  <a:moveTo>
                    <a:pt x="0" y="0"/>
                  </a:moveTo>
                  <a:lnTo>
                    <a:pt x="143348" y="0"/>
                  </a:lnTo>
                  <a:lnTo>
                    <a:pt x="143348" y="168841"/>
                  </a:lnTo>
                  <a:lnTo>
                    <a:pt x="0" y="168841"/>
                  </a:lnTo>
                  <a:close/>
                </a:path>
              </a:pathLst>
            </a:custGeom>
            <a:solidFill>
              <a:srgbClr val="FDFDFD">
                <a:alpha val="38824"/>
              </a:srgbClr>
            </a:solidFill>
            <a:ln w="9525" cap="sq">
              <a:solidFill>
                <a:srgbClr val="000000">
                  <a:alpha val="38824"/>
                </a:srgbClr>
              </a:solidFill>
              <a:prstDash val="solid"/>
              <a:miter/>
            </a:ln>
          </p:spPr>
          <p:txBody>
            <a:bodyPr/>
            <a:lstStyle/>
            <a:p>
              <a:endParaRPr lang="en-SG" sz="1088"/>
            </a:p>
          </p:txBody>
        </p:sp>
        <p:sp>
          <p:nvSpPr>
            <p:cNvPr id="73" name="TextBox 73"/>
            <p:cNvSpPr txBox="1"/>
            <p:nvPr/>
          </p:nvSpPr>
          <p:spPr>
            <a:xfrm>
              <a:off x="0" y="-28575"/>
              <a:ext cx="143348" cy="197416"/>
            </a:xfrm>
            <a:prstGeom prst="rect">
              <a:avLst/>
            </a:prstGeom>
          </p:spPr>
          <p:txBody>
            <a:bodyPr lIns="40638" tIns="40638" rIns="40638" bIns="40638" rtlCol="0" anchor="ctr"/>
            <a:lstStyle/>
            <a:p>
              <a:pPr algn="ctr">
                <a:lnSpc>
                  <a:spcPts val="2016"/>
                </a:lnSpc>
              </a:pPr>
              <a:endParaRPr sz="1088"/>
            </a:p>
          </p:txBody>
        </p:sp>
      </p:grpSp>
      <p:grpSp>
        <p:nvGrpSpPr>
          <p:cNvPr id="74" name="Group 74"/>
          <p:cNvGrpSpPr/>
          <p:nvPr/>
        </p:nvGrpSpPr>
        <p:grpSpPr>
          <a:xfrm>
            <a:off x="9612110" y="2760993"/>
            <a:ext cx="203378" cy="177955"/>
            <a:chOff x="0" y="0"/>
            <a:chExt cx="812800" cy="711200"/>
          </a:xfrm>
        </p:grpSpPr>
        <p:sp>
          <p:nvSpPr>
            <p:cNvPr id="75" name="Freeform 75"/>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76" name="TextBox 76"/>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a:p>
          </p:txBody>
        </p:sp>
      </p:grpSp>
      <p:grpSp>
        <p:nvGrpSpPr>
          <p:cNvPr id="77" name="Group 77"/>
          <p:cNvGrpSpPr/>
          <p:nvPr/>
        </p:nvGrpSpPr>
        <p:grpSpPr>
          <a:xfrm>
            <a:off x="8652661" y="3494305"/>
            <a:ext cx="617414" cy="371217"/>
            <a:chOff x="0" y="0"/>
            <a:chExt cx="219534" cy="131994"/>
          </a:xfrm>
        </p:grpSpPr>
        <p:sp>
          <p:nvSpPr>
            <p:cNvPr id="78" name="Freeform 78"/>
            <p:cNvSpPr/>
            <p:nvPr/>
          </p:nvSpPr>
          <p:spPr>
            <a:xfrm>
              <a:off x="0" y="0"/>
              <a:ext cx="219534" cy="131994"/>
            </a:xfrm>
            <a:custGeom>
              <a:avLst/>
              <a:gdLst/>
              <a:ahLst/>
              <a:cxnLst/>
              <a:rect l="l" t="t" r="r" b="b"/>
              <a:pathLst>
                <a:path w="219534" h="131994">
                  <a:moveTo>
                    <a:pt x="0" y="0"/>
                  </a:moveTo>
                  <a:lnTo>
                    <a:pt x="219534" y="0"/>
                  </a:lnTo>
                  <a:lnTo>
                    <a:pt x="219534" y="131994"/>
                  </a:lnTo>
                  <a:lnTo>
                    <a:pt x="0" y="131994"/>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79" name="TextBox 79"/>
            <p:cNvSpPr txBox="1"/>
            <p:nvPr/>
          </p:nvSpPr>
          <p:spPr>
            <a:xfrm>
              <a:off x="0" y="-28575"/>
              <a:ext cx="219534" cy="160569"/>
            </a:xfrm>
            <a:prstGeom prst="rect">
              <a:avLst/>
            </a:prstGeom>
          </p:spPr>
          <p:txBody>
            <a:bodyPr lIns="40638" tIns="40638" rIns="40638" bIns="40638" rtlCol="0" anchor="ctr"/>
            <a:lstStyle/>
            <a:p>
              <a:pPr algn="ctr">
                <a:lnSpc>
                  <a:spcPts val="2016"/>
                </a:lnSpc>
              </a:pPr>
              <a:endParaRPr lang="en-US" sz="1440" dirty="0">
                <a:solidFill>
                  <a:srgbClr val="000000">
                    <a:alpha val="38824"/>
                  </a:srgbClr>
                </a:solidFill>
                <a:latin typeface="Canva Sans"/>
                <a:ea typeface="Canva Sans"/>
                <a:cs typeface="Canva Sans"/>
                <a:sym typeface="Canva Sans"/>
              </a:endParaRPr>
            </a:p>
          </p:txBody>
        </p:sp>
      </p:grpSp>
      <p:grpSp>
        <p:nvGrpSpPr>
          <p:cNvPr id="80" name="Group 80"/>
          <p:cNvGrpSpPr/>
          <p:nvPr/>
        </p:nvGrpSpPr>
        <p:grpSpPr>
          <a:xfrm>
            <a:off x="8644344" y="3866636"/>
            <a:ext cx="617414" cy="371217"/>
            <a:chOff x="0" y="0"/>
            <a:chExt cx="219534" cy="131994"/>
          </a:xfrm>
        </p:grpSpPr>
        <p:sp>
          <p:nvSpPr>
            <p:cNvPr id="81" name="Freeform 81"/>
            <p:cNvSpPr/>
            <p:nvPr/>
          </p:nvSpPr>
          <p:spPr>
            <a:xfrm>
              <a:off x="0" y="0"/>
              <a:ext cx="219534" cy="131994"/>
            </a:xfrm>
            <a:custGeom>
              <a:avLst/>
              <a:gdLst/>
              <a:ahLst/>
              <a:cxnLst/>
              <a:rect l="l" t="t" r="r" b="b"/>
              <a:pathLst>
                <a:path w="219534" h="131994">
                  <a:moveTo>
                    <a:pt x="0" y="0"/>
                  </a:moveTo>
                  <a:lnTo>
                    <a:pt x="219534" y="0"/>
                  </a:lnTo>
                  <a:lnTo>
                    <a:pt x="219534" y="131994"/>
                  </a:lnTo>
                  <a:lnTo>
                    <a:pt x="0" y="131994"/>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82" name="TextBox 82"/>
            <p:cNvSpPr txBox="1"/>
            <p:nvPr/>
          </p:nvSpPr>
          <p:spPr>
            <a:xfrm>
              <a:off x="0" y="-28575"/>
              <a:ext cx="219534" cy="160569"/>
            </a:xfrm>
            <a:prstGeom prst="rect">
              <a:avLst/>
            </a:prstGeom>
          </p:spPr>
          <p:txBody>
            <a:bodyPr lIns="40638" tIns="40638" rIns="40638" bIns="40638" rtlCol="0" anchor="ctr"/>
            <a:lstStyle/>
            <a:p>
              <a:pPr algn="ctr">
                <a:lnSpc>
                  <a:spcPts val="2016"/>
                </a:lnSpc>
              </a:pPr>
              <a:endParaRPr sz="1088"/>
            </a:p>
          </p:txBody>
        </p:sp>
      </p:grpSp>
      <p:sp>
        <p:nvSpPr>
          <p:cNvPr id="83" name="TextBox 83"/>
          <p:cNvSpPr txBox="1"/>
          <p:nvPr/>
        </p:nvSpPr>
        <p:spPr>
          <a:xfrm>
            <a:off x="2189635" y="50840"/>
            <a:ext cx="1798472" cy="425116"/>
          </a:xfrm>
          <a:prstGeom prst="rect">
            <a:avLst/>
          </a:prstGeom>
        </p:spPr>
        <p:txBody>
          <a:bodyPr lIns="0" tIns="0" rIns="0" bIns="0" rtlCol="0" anchor="t">
            <a:spAutoFit/>
          </a:bodyPr>
          <a:lstStyle/>
          <a:p>
            <a:pPr>
              <a:lnSpc>
                <a:spcPts val="3302"/>
              </a:lnSpc>
              <a:spcBef>
                <a:spcPct val="0"/>
              </a:spcBef>
            </a:pPr>
            <a:r>
              <a:rPr lang="en-US" sz="2800" b="1" dirty="0">
                <a:solidFill>
                  <a:srgbClr val="FFFFFF"/>
                </a:solidFill>
                <a:latin typeface="League Spartan" panose="020B0604020202020204" charset="0"/>
                <a:ea typeface="Canva Sans Bold"/>
                <a:cs typeface="Canva Sans Bold"/>
                <a:sym typeface="Canva Sans Bold"/>
              </a:rPr>
              <a:t>Plan Trip</a:t>
            </a:r>
          </a:p>
        </p:txBody>
      </p:sp>
      <p:sp>
        <p:nvSpPr>
          <p:cNvPr id="84" name="TextBox 84">
            <a:hlinkClick r:id="rId24" action="ppaction://hlinksldjump"/>
          </p:cNvPr>
          <p:cNvSpPr txBox="1"/>
          <p:nvPr/>
        </p:nvSpPr>
        <p:spPr>
          <a:xfrm>
            <a:off x="7174638" y="4521310"/>
            <a:ext cx="944746" cy="240707"/>
          </a:xfrm>
          <a:prstGeom prst="rect">
            <a:avLst/>
          </a:prstGeom>
        </p:spPr>
        <p:txBody>
          <a:bodyPr wrap="square" lIns="0" tIns="0" rIns="0" bIns="0" rtlCol="0" anchor="t">
            <a:spAutoFit/>
          </a:bodyPr>
          <a:lstStyle/>
          <a:p>
            <a:pPr algn="ctr">
              <a:lnSpc>
                <a:spcPts val="2046"/>
              </a:lnSpc>
              <a:spcBef>
                <a:spcPct val="0"/>
              </a:spcBef>
            </a:pPr>
            <a:r>
              <a:rPr lang="en-US" sz="1461" dirty="0">
                <a:solidFill>
                  <a:srgbClr val="FFFFFF"/>
                </a:solidFill>
                <a:latin typeface="Canva Sans"/>
                <a:ea typeface="Canva Sans"/>
                <a:cs typeface="Canva Sans"/>
                <a:sym typeface="Canva Sans"/>
              </a:rPr>
              <a:t>Reset</a:t>
            </a:r>
          </a:p>
        </p:txBody>
      </p:sp>
      <p:sp>
        <p:nvSpPr>
          <p:cNvPr id="85" name="TextBox 85">
            <a:hlinkClick r:id="rId25" action="ppaction://hlinksldjump"/>
          </p:cNvPr>
          <p:cNvSpPr txBox="1"/>
          <p:nvPr/>
        </p:nvSpPr>
        <p:spPr>
          <a:xfrm>
            <a:off x="8908740" y="4567921"/>
            <a:ext cx="892874" cy="240579"/>
          </a:xfrm>
          <a:prstGeom prst="rect">
            <a:avLst/>
          </a:prstGeom>
        </p:spPr>
        <p:txBody>
          <a:bodyPr wrap="square" lIns="0" tIns="0" rIns="0" bIns="0" rtlCol="0" anchor="t">
            <a:spAutoFit/>
          </a:bodyPr>
          <a:lstStyle/>
          <a:p>
            <a:pPr algn="ctr">
              <a:lnSpc>
                <a:spcPts val="2040"/>
              </a:lnSpc>
              <a:spcBef>
                <a:spcPct val="0"/>
              </a:spcBef>
            </a:pPr>
            <a:r>
              <a:rPr lang="en-US" sz="1457" dirty="0">
                <a:solidFill>
                  <a:srgbClr val="FFFFFF"/>
                </a:solidFill>
                <a:latin typeface="Canva Sans"/>
                <a:ea typeface="Canva Sans"/>
                <a:cs typeface="Canva Sans"/>
                <a:sym typeface="Canva Sans"/>
              </a:rPr>
              <a:t>Save</a:t>
            </a:r>
          </a:p>
        </p:txBody>
      </p:sp>
      <p:sp>
        <p:nvSpPr>
          <p:cNvPr id="86" name="TextBox 86"/>
          <p:cNvSpPr txBox="1"/>
          <p:nvPr/>
        </p:nvSpPr>
        <p:spPr>
          <a:xfrm>
            <a:off x="6948366" y="746560"/>
            <a:ext cx="731937" cy="240066"/>
          </a:xfrm>
          <a:prstGeom prst="rect">
            <a:avLst/>
          </a:prstGeom>
        </p:spPr>
        <p:txBody>
          <a:bodyPr wrap="square"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Type</a:t>
            </a:r>
          </a:p>
        </p:txBody>
      </p:sp>
      <p:sp>
        <p:nvSpPr>
          <p:cNvPr id="87" name="TextBox 87"/>
          <p:cNvSpPr txBox="1"/>
          <p:nvPr/>
        </p:nvSpPr>
        <p:spPr>
          <a:xfrm>
            <a:off x="1183364" y="1740890"/>
            <a:ext cx="1533564"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Burger Queen</a:t>
            </a:r>
          </a:p>
        </p:txBody>
      </p:sp>
      <p:sp>
        <p:nvSpPr>
          <p:cNvPr id="88" name="TextBox 88"/>
          <p:cNvSpPr txBox="1"/>
          <p:nvPr/>
        </p:nvSpPr>
        <p:spPr>
          <a:xfrm>
            <a:off x="1171885" y="4436485"/>
            <a:ext cx="1636415"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Music Show</a:t>
            </a:r>
          </a:p>
        </p:txBody>
      </p:sp>
      <p:sp>
        <p:nvSpPr>
          <p:cNvPr id="89" name="TextBox 89"/>
          <p:cNvSpPr txBox="1"/>
          <p:nvPr/>
        </p:nvSpPr>
        <p:spPr>
          <a:xfrm>
            <a:off x="1152276" y="3153168"/>
            <a:ext cx="1636415"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Bumper cars</a:t>
            </a:r>
          </a:p>
        </p:txBody>
      </p:sp>
      <p:sp>
        <p:nvSpPr>
          <p:cNvPr id="90" name="TextBox 90"/>
          <p:cNvSpPr txBox="1"/>
          <p:nvPr/>
        </p:nvSpPr>
        <p:spPr>
          <a:xfrm>
            <a:off x="1122223" y="5227921"/>
            <a:ext cx="1615850"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Ferris wheels</a:t>
            </a:r>
          </a:p>
        </p:txBody>
      </p:sp>
      <p:sp>
        <p:nvSpPr>
          <p:cNvPr id="91" name="TextBox 91"/>
          <p:cNvSpPr txBox="1"/>
          <p:nvPr/>
        </p:nvSpPr>
        <p:spPr>
          <a:xfrm>
            <a:off x="1136925" y="6026951"/>
            <a:ext cx="2133940"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Ice Cream Corner</a:t>
            </a:r>
          </a:p>
        </p:txBody>
      </p:sp>
      <p:sp>
        <p:nvSpPr>
          <p:cNvPr id="92" name="TextBox 92"/>
          <p:cNvSpPr txBox="1"/>
          <p:nvPr/>
        </p:nvSpPr>
        <p:spPr>
          <a:xfrm>
            <a:off x="1199625" y="3834419"/>
            <a:ext cx="1183620"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Pizza House</a:t>
            </a:r>
          </a:p>
        </p:txBody>
      </p:sp>
      <p:sp>
        <p:nvSpPr>
          <p:cNvPr id="93" name="TextBox 93"/>
          <p:cNvSpPr txBox="1"/>
          <p:nvPr/>
        </p:nvSpPr>
        <p:spPr>
          <a:xfrm>
            <a:off x="1137770" y="2502474"/>
            <a:ext cx="1818770"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Castle Playtime</a:t>
            </a:r>
          </a:p>
        </p:txBody>
      </p:sp>
      <p:sp>
        <p:nvSpPr>
          <p:cNvPr id="94" name="TextBox 94"/>
          <p:cNvSpPr txBox="1"/>
          <p:nvPr/>
        </p:nvSpPr>
        <p:spPr>
          <a:xfrm>
            <a:off x="764178" y="1722830"/>
            <a:ext cx="167347"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1.</a:t>
            </a:r>
          </a:p>
        </p:txBody>
      </p:sp>
      <p:sp>
        <p:nvSpPr>
          <p:cNvPr id="95" name="TextBox 95"/>
          <p:cNvSpPr txBox="1"/>
          <p:nvPr/>
        </p:nvSpPr>
        <p:spPr>
          <a:xfrm>
            <a:off x="764178" y="2512452"/>
            <a:ext cx="169252"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2.</a:t>
            </a:r>
          </a:p>
        </p:txBody>
      </p:sp>
      <p:sp>
        <p:nvSpPr>
          <p:cNvPr id="96" name="TextBox 96"/>
          <p:cNvSpPr txBox="1"/>
          <p:nvPr/>
        </p:nvSpPr>
        <p:spPr>
          <a:xfrm>
            <a:off x="750709" y="3232212"/>
            <a:ext cx="210893"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3.</a:t>
            </a:r>
          </a:p>
        </p:txBody>
      </p:sp>
      <p:sp>
        <p:nvSpPr>
          <p:cNvPr id="97" name="TextBox 97"/>
          <p:cNvSpPr txBox="1"/>
          <p:nvPr/>
        </p:nvSpPr>
        <p:spPr>
          <a:xfrm>
            <a:off x="686236" y="6018167"/>
            <a:ext cx="245289"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7.</a:t>
            </a:r>
          </a:p>
        </p:txBody>
      </p:sp>
      <p:sp>
        <p:nvSpPr>
          <p:cNvPr id="98" name="TextBox 98"/>
          <p:cNvSpPr txBox="1"/>
          <p:nvPr/>
        </p:nvSpPr>
        <p:spPr>
          <a:xfrm>
            <a:off x="689081" y="5357597"/>
            <a:ext cx="378468"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6.</a:t>
            </a:r>
          </a:p>
        </p:txBody>
      </p:sp>
      <p:sp>
        <p:nvSpPr>
          <p:cNvPr id="99" name="TextBox 99"/>
          <p:cNvSpPr txBox="1"/>
          <p:nvPr/>
        </p:nvSpPr>
        <p:spPr>
          <a:xfrm>
            <a:off x="690138" y="4612949"/>
            <a:ext cx="281026"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5.</a:t>
            </a:r>
          </a:p>
        </p:txBody>
      </p:sp>
      <p:sp>
        <p:nvSpPr>
          <p:cNvPr id="100" name="TextBox 100"/>
          <p:cNvSpPr txBox="1"/>
          <p:nvPr/>
        </p:nvSpPr>
        <p:spPr>
          <a:xfrm>
            <a:off x="719357" y="3902641"/>
            <a:ext cx="348192"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4.</a:t>
            </a:r>
          </a:p>
        </p:txBody>
      </p:sp>
      <p:sp>
        <p:nvSpPr>
          <p:cNvPr id="101" name="TextBox 101"/>
          <p:cNvSpPr txBox="1"/>
          <p:nvPr/>
        </p:nvSpPr>
        <p:spPr>
          <a:xfrm>
            <a:off x="4826281" y="5492764"/>
            <a:ext cx="553188"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500 m </a:t>
            </a:r>
          </a:p>
        </p:txBody>
      </p:sp>
      <p:sp>
        <p:nvSpPr>
          <p:cNvPr id="102" name="TextBox 102"/>
          <p:cNvSpPr txBox="1"/>
          <p:nvPr/>
        </p:nvSpPr>
        <p:spPr>
          <a:xfrm>
            <a:off x="4902684" y="3261487"/>
            <a:ext cx="414224" cy="215444"/>
          </a:xfrm>
          <a:prstGeom prst="rect">
            <a:avLst/>
          </a:prstGeom>
        </p:spPr>
        <p:txBody>
          <a:bodyPr lIns="0" tIns="0" rIns="0" bIns="0" rtlCol="0" anchor="t">
            <a:spAutoFit/>
          </a:bodyPr>
          <a:lstStyle/>
          <a:p>
            <a:pPr>
              <a:lnSpc>
                <a:spcPts val="1791"/>
              </a:lnSpc>
              <a:spcBef>
                <a:spcPct val="0"/>
              </a:spcBef>
            </a:pPr>
            <a:r>
              <a:rPr lang="en-US" sz="1279" dirty="0">
                <a:solidFill>
                  <a:srgbClr val="000000"/>
                </a:solidFill>
                <a:latin typeface="Canva Sans"/>
                <a:ea typeface="Canva Sans"/>
                <a:cs typeface="Canva Sans"/>
                <a:sym typeface="Canva Sans"/>
              </a:rPr>
              <a:t>25 m </a:t>
            </a:r>
          </a:p>
        </p:txBody>
      </p:sp>
      <p:sp>
        <p:nvSpPr>
          <p:cNvPr id="103" name="TextBox 103"/>
          <p:cNvSpPr txBox="1"/>
          <p:nvPr/>
        </p:nvSpPr>
        <p:spPr>
          <a:xfrm>
            <a:off x="4838711" y="4700746"/>
            <a:ext cx="528329"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250 m </a:t>
            </a:r>
          </a:p>
        </p:txBody>
      </p:sp>
      <p:sp>
        <p:nvSpPr>
          <p:cNvPr id="104" name="TextBox 104"/>
          <p:cNvSpPr txBox="1"/>
          <p:nvPr/>
        </p:nvSpPr>
        <p:spPr>
          <a:xfrm>
            <a:off x="4815960" y="4048964"/>
            <a:ext cx="540711"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100 m </a:t>
            </a:r>
          </a:p>
        </p:txBody>
      </p:sp>
      <p:sp>
        <p:nvSpPr>
          <p:cNvPr id="105" name="TextBox 105"/>
          <p:cNvSpPr txBox="1"/>
          <p:nvPr/>
        </p:nvSpPr>
        <p:spPr>
          <a:xfrm>
            <a:off x="4919247" y="2588664"/>
            <a:ext cx="423177"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70 m </a:t>
            </a:r>
          </a:p>
        </p:txBody>
      </p:sp>
      <p:sp>
        <p:nvSpPr>
          <p:cNvPr id="106" name="TextBox 106"/>
          <p:cNvSpPr txBox="1"/>
          <p:nvPr/>
        </p:nvSpPr>
        <p:spPr>
          <a:xfrm>
            <a:off x="4880585" y="1836219"/>
            <a:ext cx="411462"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15 m </a:t>
            </a:r>
          </a:p>
        </p:txBody>
      </p:sp>
      <p:sp>
        <p:nvSpPr>
          <p:cNvPr id="107" name="TextBox 107"/>
          <p:cNvSpPr txBox="1"/>
          <p:nvPr/>
        </p:nvSpPr>
        <p:spPr>
          <a:xfrm>
            <a:off x="4788579" y="6238284"/>
            <a:ext cx="642433"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2500 m </a:t>
            </a:r>
          </a:p>
        </p:txBody>
      </p:sp>
      <p:sp>
        <p:nvSpPr>
          <p:cNvPr id="108" name="TextBox 108"/>
          <p:cNvSpPr txBox="1"/>
          <p:nvPr/>
        </p:nvSpPr>
        <p:spPr>
          <a:xfrm>
            <a:off x="2956543" y="1909782"/>
            <a:ext cx="1305790"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10:00 - 10:30</a:t>
            </a:r>
          </a:p>
        </p:txBody>
      </p:sp>
      <p:sp>
        <p:nvSpPr>
          <p:cNvPr id="109" name="TextBox 109"/>
          <p:cNvSpPr txBox="1"/>
          <p:nvPr/>
        </p:nvSpPr>
        <p:spPr>
          <a:xfrm>
            <a:off x="3019022" y="2496601"/>
            <a:ext cx="1243311"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10:35 - 11:30</a:t>
            </a:r>
          </a:p>
        </p:txBody>
      </p:sp>
      <p:sp>
        <p:nvSpPr>
          <p:cNvPr id="110" name="TextBox 110"/>
          <p:cNvSpPr txBox="1"/>
          <p:nvPr/>
        </p:nvSpPr>
        <p:spPr>
          <a:xfrm>
            <a:off x="3005644" y="3198851"/>
            <a:ext cx="1207290"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11:35 - 12:05</a:t>
            </a:r>
          </a:p>
        </p:txBody>
      </p:sp>
      <p:sp>
        <p:nvSpPr>
          <p:cNvPr id="111" name="TextBox 111"/>
          <p:cNvSpPr txBox="1"/>
          <p:nvPr/>
        </p:nvSpPr>
        <p:spPr>
          <a:xfrm>
            <a:off x="3009021" y="3922550"/>
            <a:ext cx="1368011"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12:10 - 12:50</a:t>
            </a:r>
          </a:p>
        </p:txBody>
      </p:sp>
      <p:sp>
        <p:nvSpPr>
          <p:cNvPr id="112" name="TextBox 112"/>
          <p:cNvSpPr txBox="1"/>
          <p:nvPr/>
        </p:nvSpPr>
        <p:spPr>
          <a:xfrm>
            <a:off x="3015148" y="4546509"/>
            <a:ext cx="1263909"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12:55 - 13.30</a:t>
            </a:r>
          </a:p>
        </p:txBody>
      </p:sp>
      <p:sp>
        <p:nvSpPr>
          <p:cNvPr id="113" name="TextBox 113"/>
          <p:cNvSpPr txBox="1"/>
          <p:nvPr/>
        </p:nvSpPr>
        <p:spPr>
          <a:xfrm>
            <a:off x="3050457" y="5274998"/>
            <a:ext cx="1263909"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13:40 - 14.30</a:t>
            </a:r>
          </a:p>
        </p:txBody>
      </p:sp>
      <p:sp>
        <p:nvSpPr>
          <p:cNvPr id="114" name="TextBox 114"/>
          <p:cNvSpPr txBox="1"/>
          <p:nvPr/>
        </p:nvSpPr>
        <p:spPr>
          <a:xfrm>
            <a:off x="3120916" y="6102338"/>
            <a:ext cx="1293454"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14:35 - 14.55</a:t>
            </a:r>
          </a:p>
        </p:txBody>
      </p:sp>
      <p:sp>
        <p:nvSpPr>
          <p:cNvPr id="115" name="TextBox 115"/>
          <p:cNvSpPr txBox="1"/>
          <p:nvPr/>
        </p:nvSpPr>
        <p:spPr>
          <a:xfrm>
            <a:off x="6930004" y="1772339"/>
            <a:ext cx="2121484" cy="240066"/>
          </a:xfrm>
          <a:prstGeom prst="rect">
            <a:avLst/>
          </a:prstGeom>
        </p:spPr>
        <p:txBody>
          <a:bodyPr wrap="square"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Average Waiting Time</a:t>
            </a:r>
          </a:p>
        </p:txBody>
      </p:sp>
      <p:sp>
        <p:nvSpPr>
          <p:cNvPr id="116" name="TextBox 116"/>
          <p:cNvSpPr txBox="1"/>
          <p:nvPr/>
        </p:nvSpPr>
        <p:spPr>
          <a:xfrm>
            <a:off x="7917188" y="2217481"/>
            <a:ext cx="264528" cy="264560"/>
          </a:xfrm>
          <a:prstGeom prst="rect">
            <a:avLst/>
          </a:prstGeom>
        </p:spPr>
        <p:txBody>
          <a:bodyPr wrap="square" lIns="0" tIns="0" rIns="0" bIns="0" rtlCol="0" anchor="t">
            <a:spAutoFit/>
          </a:bodyPr>
          <a:lstStyle/>
          <a:p>
            <a:pPr algn="ctr">
              <a:lnSpc>
                <a:spcPts val="2239"/>
              </a:lnSpc>
              <a:spcBef>
                <a:spcPct val="0"/>
              </a:spcBef>
            </a:pPr>
            <a:r>
              <a:rPr lang="en-US" sz="1599" dirty="0">
                <a:solidFill>
                  <a:srgbClr val="000000"/>
                </a:solidFill>
                <a:latin typeface="Canva Sans"/>
                <a:ea typeface="Canva Sans"/>
                <a:cs typeface="Canva Sans"/>
                <a:sym typeface="Canva Sans"/>
              </a:rPr>
              <a:t>+</a:t>
            </a:r>
          </a:p>
        </p:txBody>
      </p:sp>
      <p:sp>
        <p:nvSpPr>
          <p:cNvPr id="117" name="TextBox 117"/>
          <p:cNvSpPr txBox="1"/>
          <p:nvPr/>
        </p:nvSpPr>
        <p:spPr>
          <a:xfrm>
            <a:off x="6884705" y="2005450"/>
            <a:ext cx="162712" cy="563872"/>
          </a:xfrm>
          <a:prstGeom prst="rect">
            <a:avLst/>
          </a:prstGeom>
        </p:spPr>
        <p:txBody>
          <a:bodyPr lIns="0" tIns="0" rIns="0" bIns="0" rtlCol="0" anchor="t">
            <a:spAutoFit/>
          </a:bodyPr>
          <a:lstStyle/>
          <a:p>
            <a:pPr algn="ctr">
              <a:lnSpc>
                <a:spcPts val="4730"/>
              </a:lnSpc>
              <a:spcBef>
                <a:spcPct val="0"/>
              </a:spcBef>
            </a:pPr>
            <a:r>
              <a:rPr lang="en-US" sz="3378" dirty="0">
                <a:solidFill>
                  <a:srgbClr val="000000"/>
                </a:solidFill>
                <a:latin typeface="Canva Sans"/>
                <a:ea typeface="Canva Sans"/>
                <a:cs typeface="Canva Sans"/>
                <a:sym typeface="Canva Sans"/>
              </a:rPr>
              <a:t>-</a:t>
            </a:r>
          </a:p>
        </p:txBody>
      </p:sp>
      <p:sp>
        <p:nvSpPr>
          <p:cNvPr id="118" name="TextBox 118"/>
          <p:cNvSpPr txBox="1"/>
          <p:nvPr/>
        </p:nvSpPr>
        <p:spPr>
          <a:xfrm>
            <a:off x="8219041" y="2285764"/>
            <a:ext cx="421272" cy="240066"/>
          </a:xfrm>
          <a:prstGeom prst="rect">
            <a:avLst/>
          </a:prstGeom>
        </p:spPr>
        <p:txBody>
          <a:bodyPr lIns="0" tIns="0" rIns="0" bIns="0" rtlCol="0" anchor="t">
            <a:spAutoFit/>
          </a:bodyPr>
          <a:lstStyle/>
          <a:p>
            <a:pPr algn="ctr">
              <a:lnSpc>
                <a:spcPts val="2016"/>
              </a:lnSpc>
              <a:spcBef>
                <a:spcPct val="0"/>
              </a:spcBef>
            </a:pPr>
            <a:r>
              <a:rPr lang="en-US" sz="1440">
                <a:solidFill>
                  <a:srgbClr val="000000"/>
                </a:solidFill>
                <a:latin typeface="Canva Sans"/>
                <a:ea typeface="Canva Sans"/>
                <a:cs typeface="Canva Sans"/>
                <a:sym typeface="Canva Sans"/>
              </a:rPr>
              <a:t>mins</a:t>
            </a:r>
          </a:p>
        </p:txBody>
      </p:sp>
      <p:sp>
        <p:nvSpPr>
          <p:cNvPr id="119" name="TextBox 119"/>
          <p:cNvSpPr txBox="1"/>
          <p:nvPr/>
        </p:nvSpPr>
        <p:spPr>
          <a:xfrm>
            <a:off x="6989412" y="1171193"/>
            <a:ext cx="1392688" cy="263790"/>
          </a:xfrm>
          <a:prstGeom prst="rect">
            <a:avLst/>
          </a:prstGeom>
        </p:spPr>
        <p:txBody>
          <a:bodyPr wrap="square" lIns="0" tIns="0" rIns="0" bIns="0" rtlCol="0" anchor="t">
            <a:spAutoFit/>
          </a:bodyPr>
          <a:lstStyle/>
          <a:p>
            <a:pPr algn="ctr">
              <a:lnSpc>
                <a:spcPts val="2207"/>
              </a:lnSpc>
              <a:spcBef>
                <a:spcPct val="0"/>
              </a:spcBef>
            </a:pPr>
            <a:r>
              <a:rPr lang="en-US" sz="1577" dirty="0">
                <a:solidFill>
                  <a:srgbClr val="000000"/>
                </a:solidFill>
                <a:latin typeface="Canva Sans"/>
                <a:ea typeface="Canva Sans"/>
                <a:cs typeface="Canva Sans"/>
                <a:sym typeface="Canva Sans"/>
              </a:rPr>
              <a:t>Split Group</a:t>
            </a:r>
          </a:p>
        </p:txBody>
      </p:sp>
      <p:sp>
        <p:nvSpPr>
          <p:cNvPr id="120" name="TextBox 120"/>
          <p:cNvSpPr txBox="1"/>
          <p:nvPr/>
        </p:nvSpPr>
        <p:spPr>
          <a:xfrm>
            <a:off x="6919322" y="2738136"/>
            <a:ext cx="1244419" cy="240066"/>
          </a:xfrm>
          <a:prstGeom prst="rect">
            <a:avLst/>
          </a:prstGeom>
        </p:spPr>
        <p:txBody>
          <a:bodyPr wrap="square"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Group Type</a:t>
            </a:r>
          </a:p>
        </p:txBody>
      </p:sp>
      <p:sp>
        <p:nvSpPr>
          <p:cNvPr id="121" name="TextBox 121"/>
          <p:cNvSpPr txBox="1"/>
          <p:nvPr/>
        </p:nvSpPr>
        <p:spPr>
          <a:xfrm>
            <a:off x="7047417" y="3166054"/>
            <a:ext cx="827876" cy="240066"/>
          </a:xfrm>
          <a:prstGeom prst="rect">
            <a:avLst/>
          </a:prstGeom>
        </p:spPr>
        <p:txBody>
          <a:bodyPr lIns="0" tIns="0" rIns="0" bIns="0" rtlCol="0" anchor="t">
            <a:spAutoFit/>
          </a:bodyPr>
          <a:lstStyle/>
          <a:p>
            <a:pPr algn="ctr">
              <a:lnSpc>
                <a:spcPts val="2016"/>
              </a:lnSpc>
              <a:spcBef>
                <a:spcPct val="0"/>
              </a:spcBef>
            </a:pPr>
            <a:r>
              <a:rPr lang="en-US" sz="1440">
                <a:solidFill>
                  <a:srgbClr val="000000"/>
                </a:solidFill>
                <a:latin typeface="Canva Sans"/>
                <a:ea typeface="Canva Sans"/>
                <a:cs typeface="Canva Sans"/>
                <a:sym typeface="Canva Sans"/>
              </a:rPr>
              <a:t>Members</a:t>
            </a:r>
          </a:p>
        </p:txBody>
      </p:sp>
      <p:sp>
        <p:nvSpPr>
          <p:cNvPr id="122" name="TextBox 122"/>
          <p:cNvSpPr txBox="1"/>
          <p:nvPr/>
        </p:nvSpPr>
        <p:spPr>
          <a:xfrm>
            <a:off x="9464206" y="3242434"/>
            <a:ext cx="106009" cy="264560"/>
          </a:xfrm>
          <a:prstGeom prst="rect">
            <a:avLst/>
          </a:prstGeom>
        </p:spPr>
        <p:txBody>
          <a:bodyPr lIns="0" tIns="0" rIns="0" bIns="0" rtlCol="0" anchor="t">
            <a:spAutoFit/>
          </a:bodyPr>
          <a:lstStyle/>
          <a:p>
            <a:pPr algn="ctr">
              <a:lnSpc>
                <a:spcPts val="2239"/>
              </a:lnSpc>
              <a:spcBef>
                <a:spcPct val="0"/>
              </a:spcBef>
            </a:pPr>
            <a:r>
              <a:rPr lang="en-US" sz="1599">
                <a:solidFill>
                  <a:srgbClr val="000000"/>
                </a:solidFill>
                <a:latin typeface="Canva Sans"/>
                <a:ea typeface="Canva Sans"/>
                <a:cs typeface="Canva Sans"/>
                <a:sym typeface="Canva Sans"/>
              </a:rPr>
              <a:t>+</a:t>
            </a:r>
          </a:p>
        </p:txBody>
      </p:sp>
      <p:sp>
        <p:nvSpPr>
          <p:cNvPr id="123" name="TextBox 123"/>
          <p:cNvSpPr txBox="1"/>
          <p:nvPr/>
        </p:nvSpPr>
        <p:spPr>
          <a:xfrm>
            <a:off x="8365114" y="2715119"/>
            <a:ext cx="892875" cy="264240"/>
          </a:xfrm>
          <a:prstGeom prst="rect">
            <a:avLst/>
          </a:prstGeom>
        </p:spPr>
        <p:txBody>
          <a:bodyPr wrap="square" lIns="0" tIns="0" rIns="0" bIns="0" rtlCol="0" anchor="t">
            <a:spAutoFit/>
          </a:bodyPr>
          <a:lstStyle/>
          <a:p>
            <a:pPr algn="ctr">
              <a:lnSpc>
                <a:spcPts val="2226"/>
              </a:lnSpc>
              <a:spcBef>
                <a:spcPct val="0"/>
              </a:spcBef>
            </a:pPr>
            <a:r>
              <a:rPr lang="en-US" sz="1590" dirty="0">
                <a:solidFill>
                  <a:srgbClr val="000000"/>
                </a:solidFill>
                <a:latin typeface="Canva Sans"/>
                <a:ea typeface="Canva Sans"/>
                <a:cs typeface="Canva Sans"/>
                <a:sym typeface="Canva Sans"/>
              </a:rPr>
              <a:t>Family</a:t>
            </a:r>
          </a:p>
        </p:txBody>
      </p:sp>
      <p:sp>
        <p:nvSpPr>
          <p:cNvPr id="124" name="TextBox 124"/>
          <p:cNvSpPr txBox="1"/>
          <p:nvPr/>
        </p:nvSpPr>
        <p:spPr>
          <a:xfrm>
            <a:off x="7448665" y="2234410"/>
            <a:ext cx="404033" cy="264560"/>
          </a:xfrm>
          <a:prstGeom prst="rect">
            <a:avLst/>
          </a:prstGeom>
        </p:spPr>
        <p:txBody>
          <a:bodyPr wrap="square" lIns="0" tIns="0" rIns="0" bIns="0" rtlCol="0" anchor="t">
            <a:spAutoFit/>
          </a:bodyPr>
          <a:lstStyle/>
          <a:p>
            <a:pPr algn="ctr">
              <a:lnSpc>
                <a:spcPts val="2239"/>
              </a:lnSpc>
              <a:spcBef>
                <a:spcPct val="0"/>
              </a:spcBef>
            </a:pPr>
            <a:r>
              <a:rPr lang="en-US" sz="1599" dirty="0">
                <a:solidFill>
                  <a:srgbClr val="000000"/>
                </a:solidFill>
                <a:latin typeface="Canva Sans"/>
                <a:ea typeface="Canva Sans"/>
                <a:cs typeface="Canva Sans"/>
                <a:sym typeface="Canva Sans"/>
              </a:rPr>
              <a:t>25</a:t>
            </a:r>
          </a:p>
        </p:txBody>
      </p:sp>
      <p:sp>
        <p:nvSpPr>
          <p:cNvPr id="125" name="TextBox 125"/>
          <p:cNvSpPr txBox="1"/>
          <p:nvPr/>
        </p:nvSpPr>
        <p:spPr>
          <a:xfrm>
            <a:off x="8910817" y="3168663"/>
            <a:ext cx="120105" cy="264560"/>
          </a:xfrm>
          <a:prstGeom prst="rect">
            <a:avLst/>
          </a:prstGeom>
        </p:spPr>
        <p:txBody>
          <a:bodyPr lIns="0" tIns="0" rIns="0" bIns="0" rtlCol="0" anchor="t">
            <a:spAutoFit/>
          </a:bodyPr>
          <a:lstStyle/>
          <a:p>
            <a:pPr algn="ctr">
              <a:lnSpc>
                <a:spcPts val="2239"/>
              </a:lnSpc>
              <a:spcBef>
                <a:spcPct val="0"/>
              </a:spcBef>
            </a:pPr>
            <a:r>
              <a:rPr lang="en-US" sz="1599">
                <a:solidFill>
                  <a:srgbClr val="000000"/>
                </a:solidFill>
                <a:latin typeface="Canva Sans"/>
                <a:ea typeface="Canva Sans"/>
                <a:cs typeface="Canva Sans"/>
                <a:sym typeface="Canva Sans"/>
              </a:rPr>
              <a:t>5</a:t>
            </a:r>
          </a:p>
        </p:txBody>
      </p:sp>
      <p:sp>
        <p:nvSpPr>
          <p:cNvPr id="126" name="TextBox 126"/>
          <p:cNvSpPr txBox="1"/>
          <p:nvPr/>
        </p:nvSpPr>
        <p:spPr>
          <a:xfrm>
            <a:off x="6954913" y="3478460"/>
            <a:ext cx="1226803" cy="240066"/>
          </a:xfrm>
          <a:prstGeom prst="rect">
            <a:avLst/>
          </a:prstGeom>
        </p:spPr>
        <p:txBody>
          <a:bodyPr wrap="square"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Subgroup 1</a:t>
            </a:r>
          </a:p>
        </p:txBody>
      </p:sp>
      <p:sp>
        <p:nvSpPr>
          <p:cNvPr id="127" name="TextBox 127"/>
          <p:cNvSpPr txBox="1"/>
          <p:nvPr/>
        </p:nvSpPr>
        <p:spPr>
          <a:xfrm>
            <a:off x="6977515" y="4180550"/>
            <a:ext cx="1416749" cy="240066"/>
          </a:xfrm>
          <a:prstGeom prst="rect">
            <a:avLst/>
          </a:prstGeom>
        </p:spPr>
        <p:txBody>
          <a:bodyPr wrap="square"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Add Subgroup</a:t>
            </a:r>
          </a:p>
        </p:txBody>
      </p:sp>
      <p:sp>
        <p:nvSpPr>
          <p:cNvPr id="128" name="TextBox 128"/>
          <p:cNvSpPr txBox="1"/>
          <p:nvPr/>
        </p:nvSpPr>
        <p:spPr>
          <a:xfrm>
            <a:off x="6871868" y="4153885"/>
            <a:ext cx="106009" cy="264560"/>
          </a:xfrm>
          <a:prstGeom prst="rect">
            <a:avLst/>
          </a:prstGeom>
        </p:spPr>
        <p:txBody>
          <a:bodyPr lIns="0" tIns="0" rIns="0" bIns="0" rtlCol="0" anchor="t">
            <a:spAutoFit/>
          </a:bodyPr>
          <a:lstStyle/>
          <a:p>
            <a:pPr algn="ctr">
              <a:lnSpc>
                <a:spcPts val="2239"/>
              </a:lnSpc>
              <a:spcBef>
                <a:spcPct val="0"/>
              </a:spcBef>
            </a:pPr>
            <a:r>
              <a:rPr lang="en-US" sz="1599" dirty="0">
                <a:solidFill>
                  <a:srgbClr val="000000"/>
                </a:solidFill>
                <a:latin typeface="Canva Sans"/>
                <a:ea typeface="Canva Sans"/>
                <a:cs typeface="Canva Sans"/>
                <a:sym typeface="Canva Sans"/>
              </a:rPr>
              <a:t>+</a:t>
            </a:r>
          </a:p>
        </p:txBody>
      </p:sp>
      <p:sp>
        <p:nvSpPr>
          <p:cNvPr id="129" name="TextBox 129"/>
          <p:cNvSpPr txBox="1"/>
          <p:nvPr/>
        </p:nvSpPr>
        <p:spPr>
          <a:xfrm>
            <a:off x="6802825" y="3845156"/>
            <a:ext cx="1529474" cy="240066"/>
          </a:xfrm>
          <a:prstGeom prst="rect">
            <a:avLst/>
          </a:prstGeom>
        </p:spPr>
        <p:txBody>
          <a:bodyPr wrap="square"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Subgroup 2</a:t>
            </a:r>
          </a:p>
        </p:txBody>
      </p:sp>
      <p:sp>
        <p:nvSpPr>
          <p:cNvPr id="130" name="TextBox 130"/>
          <p:cNvSpPr txBox="1"/>
          <p:nvPr/>
        </p:nvSpPr>
        <p:spPr>
          <a:xfrm>
            <a:off x="9433966" y="3631853"/>
            <a:ext cx="106009" cy="264560"/>
          </a:xfrm>
          <a:prstGeom prst="rect">
            <a:avLst/>
          </a:prstGeom>
        </p:spPr>
        <p:txBody>
          <a:bodyPr lIns="0" tIns="0" rIns="0" bIns="0" rtlCol="0" anchor="t">
            <a:spAutoFit/>
          </a:bodyPr>
          <a:lstStyle/>
          <a:p>
            <a:pPr algn="ctr">
              <a:lnSpc>
                <a:spcPts val="2239"/>
              </a:lnSpc>
              <a:spcBef>
                <a:spcPct val="0"/>
              </a:spcBef>
            </a:pPr>
            <a:r>
              <a:rPr lang="en-US" sz="1599">
                <a:solidFill>
                  <a:srgbClr val="000000"/>
                </a:solidFill>
                <a:latin typeface="Canva Sans"/>
                <a:ea typeface="Canva Sans"/>
                <a:cs typeface="Canva Sans"/>
                <a:sym typeface="Canva Sans"/>
              </a:rPr>
              <a:t>+</a:t>
            </a:r>
          </a:p>
        </p:txBody>
      </p:sp>
      <p:sp>
        <p:nvSpPr>
          <p:cNvPr id="131" name="TextBox 131"/>
          <p:cNvSpPr txBox="1"/>
          <p:nvPr/>
        </p:nvSpPr>
        <p:spPr>
          <a:xfrm>
            <a:off x="8265577" y="3281974"/>
            <a:ext cx="162712" cy="563872"/>
          </a:xfrm>
          <a:prstGeom prst="rect">
            <a:avLst/>
          </a:prstGeom>
        </p:spPr>
        <p:txBody>
          <a:bodyPr lIns="0" tIns="0" rIns="0" bIns="0" rtlCol="0" anchor="t">
            <a:spAutoFit/>
          </a:bodyPr>
          <a:lstStyle/>
          <a:p>
            <a:pPr algn="ctr">
              <a:lnSpc>
                <a:spcPts val="4730"/>
              </a:lnSpc>
              <a:spcBef>
                <a:spcPct val="0"/>
              </a:spcBef>
            </a:pPr>
            <a:r>
              <a:rPr lang="en-US" sz="3378">
                <a:solidFill>
                  <a:srgbClr val="000000"/>
                </a:solidFill>
                <a:latin typeface="Canva Sans"/>
                <a:ea typeface="Canva Sans"/>
                <a:cs typeface="Canva Sans"/>
                <a:sym typeface="Canva Sans"/>
              </a:rPr>
              <a:t>-</a:t>
            </a:r>
          </a:p>
        </p:txBody>
      </p:sp>
      <p:sp>
        <p:nvSpPr>
          <p:cNvPr id="132" name="TextBox 132"/>
          <p:cNvSpPr txBox="1"/>
          <p:nvPr/>
        </p:nvSpPr>
        <p:spPr>
          <a:xfrm>
            <a:off x="8865939" y="3539233"/>
            <a:ext cx="111533" cy="264560"/>
          </a:xfrm>
          <a:prstGeom prst="rect">
            <a:avLst/>
          </a:prstGeom>
        </p:spPr>
        <p:txBody>
          <a:bodyPr lIns="0" tIns="0" rIns="0" bIns="0" rtlCol="0" anchor="t">
            <a:spAutoFit/>
          </a:bodyPr>
          <a:lstStyle/>
          <a:p>
            <a:pPr algn="ctr">
              <a:lnSpc>
                <a:spcPts val="2239"/>
              </a:lnSpc>
              <a:spcBef>
                <a:spcPct val="0"/>
              </a:spcBef>
            </a:pPr>
            <a:r>
              <a:rPr lang="en-US" sz="1599" dirty="0">
                <a:solidFill>
                  <a:srgbClr val="000000"/>
                </a:solidFill>
                <a:latin typeface="Canva Sans"/>
                <a:ea typeface="Canva Sans"/>
                <a:cs typeface="Canva Sans"/>
                <a:sym typeface="Canva Sans"/>
              </a:rPr>
              <a:t>2</a:t>
            </a:r>
          </a:p>
        </p:txBody>
      </p:sp>
      <p:sp>
        <p:nvSpPr>
          <p:cNvPr id="133" name="TextBox 133"/>
          <p:cNvSpPr txBox="1"/>
          <p:nvPr/>
        </p:nvSpPr>
        <p:spPr>
          <a:xfrm>
            <a:off x="9387429" y="4021605"/>
            <a:ext cx="106009" cy="264560"/>
          </a:xfrm>
          <a:prstGeom prst="rect">
            <a:avLst/>
          </a:prstGeom>
        </p:spPr>
        <p:txBody>
          <a:bodyPr lIns="0" tIns="0" rIns="0" bIns="0" rtlCol="0" anchor="t">
            <a:spAutoFit/>
          </a:bodyPr>
          <a:lstStyle/>
          <a:p>
            <a:pPr algn="ctr">
              <a:lnSpc>
                <a:spcPts val="2239"/>
              </a:lnSpc>
              <a:spcBef>
                <a:spcPct val="0"/>
              </a:spcBef>
            </a:pPr>
            <a:r>
              <a:rPr lang="en-US" sz="1599">
                <a:solidFill>
                  <a:srgbClr val="000000"/>
                </a:solidFill>
                <a:latin typeface="Canva Sans"/>
                <a:ea typeface="Canva Sans"/>
                <a:cs typeface="Canva Sans"/>
                <a:sym typeface="Canva Sans"/>
              </a:rPr>
              <a:t>+</a:t>
            </a:r>
          </a:p>
        </p:txBody>
      </p:sp>
      <p:sp>
        <p:nvSpPr>
          <p:cNvPr id="134" name="TextBox 134"/>
          <p:cNvSpPr txBox="1"/>
          <p:nvPr/>
        </p:nvSpPr>
        <p:spPr>
          <a:xfrm>
            <a:off x="8219041" y="3671726"/>
            <a:ext cx="162712" cy="563872"/>
          </a:xfrm>
          <a:prstGeom prst="rect">
            <a:avLst/>
          </a:prstGeom>
        </p:spPr>
        <p:txBody>
          <a:bodyPr lIns="0" tIns="0" rIns="0" bIns="0" rtlCol="0" anchor="t">
            <a:spAutoFit/>
          </a:bodyPr>
          <a:lstStyle/>
          <a:p>
            <a:pPr algn="ctr">
              <a:lnSpc>
                <a:spcPts val="4730"/>
              </a:lnSpc>
              <a:spcBef>
                <a:spcPct val="0"/>
              </a:spcBef>
            </a:pPr>
            <a:r>
              <a:rPr lang="en-US" sz="3378">
                <a:solidFill>
                  <a:srgbClr val="000000"/>
                </a:solidFill>
                <a:latin typeface="Canva Sans"/>
                <a:ea typeface="Canva Sans"/>
                <a:cs typeface="Canva Sans"/>
                <a:sym typeface="Canva Sans"/>
              </a:rPr>
              <a:t>-</a:t>
            </a:r>
          </a:p>
        </p:txBody>
      </p:sp>
      <p:sp>
        <p:nvSpPr>
          <p:cNvPr id="135" name="TextBox 135"/>
          <p:cNvSpPr txBox="1"/>
          <p:nvPr/>
        </p:nvSpPr>
        <p:spPr>
          <a:xfrm>
            <a:off x="8835137" y="3947834"/>
            <a:ext cx="117914" cy="264560"/>
          </a:xfrm>
          <a:prstGeom prst="rect">
            <a:avLst/>
          </a:prstGeom>
        </p:spPr>
        <p:txBody>
          <a:bodyPr lIns="0" tIns="0" rIns="0" bIns="0" rtlCol="0" anchor="t">
            <a:spAutoFit/>
          </a:bodyPr>
          <a:lstStyle/>
          <a:p>
            <a:pPr algn="ctr">
              <a:lnSpc>
                <a:spcPts val="2239"/>
              </a:lnSpc>
              <a:spcBef>
                <a:spcPct val="0"/>
              </a:spcBef>
            </a:pPr>
            <a:r>
              <a:rPr lang="en-US" sz="1599">
                <a:solidFill>
                  <a:srgbClr val="000000"/>
                </a:solidFill>
                <a:latin typeface="Canva Sans"/>
                <a:ea typeface="Canva Sans"/>
                <a:cs typeface="Canva Sans"/>
                <a:sym typeface="Canva Sans"/>
              </a:rPr>
              <a:t>3</a:t>
            </a:r>
          </a:p>
        </p:txBody>
      </p:sp>
      <p:grpSp>
        <p:nvGrpSpPr>
          <p:cNvPr id="136" name="Group 136"/>
          <p:cNvGrpSpPr/>
          <p:nvPr/>
        </p:nvGrpSpPr>
        <p:grpSpPr>
          <a:xfrm>
            <a:off x="1914643" y="547837"/>
            <a:ext cx="2210565" cy="876869"/>
            <a:chOff x="0" y="0"/>
            <a:chExt cx="786013" cy="311789"/>
          </a:xfrm>
        </p:grpSpPr>
        <p:sp>
          <p:nvSpPr>
            <p:cNvPr id="137" name="Freeform 137"/>
            <p:cNvSpPr/>
            <p:nvPr/>
          </p:nvSpPr>
          <p:spPr>
            <a:xfrm>
              <a:off x="0" y="0"/>
              <a:ext cx="786013" cy="311789"/>
            </a:xfrm>
            <a:custGeom>
              <a:avLst/>
              <a:gdLst/>
              <a:ahLst/>
              <a:cxnLst/>
              <a:rect l="l" t="t" r="r" b="b"/>
              <a:pathLst>
                <a:path w="786013" h="311789">
                  <a:moveTo>
                    <a:pt x="0" y="0"/>
                  </a:moveTo>
                  <a:lnTo>
                    <a:pt x="786013" y="0"/>
                  </a:lnTo>
                  <a:lnTo>
                    <a:pt x="786013" y="311789"/>
                  </a:lnTo>
                  <a:lnTo>
                    <a:pt x="0" y="311789"/>
                  </a:lnTo>
                  <a:close/>
                </a:path>
              </a:pathLst>
            </a:custGeom>
            <a:solidFill>
              <a:srgbClr val="FFFFFF"/>
            </a:solidFill>
            <a:ln w="9525" cap="sq">
              <a:solidFill>
                <a:srgbClr val="000000"/>
              </a:solidFill>
              <a:prstDash val="solid"/>
              <a:miter/>
            </a:ln>
          </p:spPr>
          <p:txBody>
            <a:bodyPr/>
            <a:lstStyle/>
            <a:p>
              <a:endParaRPr lang="en-SG" sz="1088"/>
            </a:p>
          </p:txBody>
        </p:sp>
        <p:sp>
          <p:nvSpPr>
            <p:cNvPr id="138" name="TextBox 138"/>
            <p:cNvSpPr txBox="1"/>
            <p:nvPr/>
          </p:nvSpPr>
          <p:spPr>
            <a:xfrm>
              <a:off x="0" y="-28575"/>
              <a:ext cx="786013" cy="340364"/>
            </a:xfrm>
            <a:prstGeom prst="rect">
              <a:avLst/>
            </a:prstGeom>
          </p:spPr>
          <p:txBody>
            <a:bodyPr lIns="40638" tIns="40638" rIns="40638" bIns="40638" rtlCol="0" anchor="ctr"/>
            <a:lstStyle/>
            <a:p>
              <a:pPr algn="ctr">
                <a:lnSpc>
                  <a:spcPts val="2016"/>
                </a:lnSpc>
              </a:pPr>
              <a:endParaRPr sz="1088"/>
            </a:p>
          </p:txBody>
        </p:sp>
      </p:grpSp>
      <p:grpSp>
        <p:nvGrpSpPr>
          <p:cNvPr id="139" name="Group 139"/>
          <p:cNvGrpSpPr/>
          <p:nvPr/>
        </p:nvGrpSpPr>
        <p:grpSpPr>
          <a:xfrm>
            <a:off x="4541455" y="551790"/>
            <a:ext cx="1935703" cy="872914"/>
            <a:chOff x="0" y="0"/>
            <a:chExt cx="688280" cy="310383"/>
          </a:xfrm>
        </p:grpSpPr>
        <p:sp>
          <p:nvSpPr>
            <p:cNvPr id="140" name="Freeform 140"/>
            <p:cNvSpPr/>
            <p:nvPr/>
          </p:nvSpPr>
          <p:spPr>
            <a:xfrm>
              <a:off x="0" y="0"/>
              <a:ext cx="688280" cy="310383"/>
            </a:xfrm>
            <a:custGeom>
              <a:avLst/>
              <a:gdLst/>
              <a:ahLst/>
              <a:cxnLst/>
              <a:rect l="l" t="t" r="r" b="b"/>
              <a:pathLst>
                <a:path w="688280" h="310383">
                  <a:moveTo>
                    <a:pt x="0" y="0"/>
                  </a:moveTo>
                  <a:lnTo>
                    <a:pt x="688280" y="0"/>
                  </a:lnTo>
                  <a:lnTo>
                    <a:pt x="688280" y="310383"/>
                  </a:lnTo>
                  <a:lnTo>
                    <a:pt x="0" y="310383"/>
                  </a:lnTo>
                  <a:close/>
                </a:path>
              </a:pathLst>
            </a:custGeom>
            <a:solidFill>
              <a:srgbClr val="FFFFFF"/>
            </a:solidFill>
          </p:spPr>
          <p:txBody>
            <a:bodyPr/>
            <a:lstStyle/>
            <a:p>
              <a:endParaRPr lang="en-SG" sz="1088"/>
            </a:p>
          </p:txBody>
        </p:sp>
        <p:sp>
          <p:nvSpPr>
            <p:cNvPr id="141" name="TextBox 141"/>
            <p:cNvSpPr txBox="1"/>
            <p:nvPr/>
          </p:nvSpPr>
          <p:spPr>
            <a:xfrm>
              <a:off x="0" y="-28575"/>
              <a:ext cx="688280" cy="338958"/>
            </a:xfrm>
            <a:prstGeom prst="rect">
              <a:avLst/>
            </a:prstGeom>
          </p:spPr>
          <p:txBody>
            <a:bodyPr lIns="40638" tIns="40638" rIns="40638" bIns="40638" rtlCol="0" anchor="ctr"/>
            <a:lstStyle/>
            <a:p>
              <a:pPr algn="ctr">
                <a:lnSpc>
                  <a:spcPts val="2016"/>
                </a:lnSpc>
              </a:pPr>
              <a:endParaRPr sz="1088"/>
            </a:p>
          </p:txBody>
        </p:sp>
      </p:grpSp>
      <p:grpSp>
        <p:nvGrpSpPr>
          <p:cNvPr id="142" name="Group 142"/>
          <p:cNvGrpSpPr/>
          <p:nvPr/>
        </p:nvGrpSpPr>
        <p:grpSpPr>
          <a:xfrm>
            <a:off x="-1" y="547834"/>
            <a:ext cx="1914643" cy="872914"/>
            <a:chOff x="0" y="0"/>
            <a:chExt cx="791825" cy="310383"/>
          </a:xfrm>
        </p:grpSpPr>
        <p:sp>
          <p:nvSpPr>
            <p:cNvPr id="143" name="Freeform 143"/>
            <p:cNvSpPr/>
            <p:nvPr/>
          </p:nvSpPr>
          <p:spPr>
            <a:xfrm>
              <a:off x="0" y="0"/>
              <a:ext cx="791824" cy="310383"/>
            </a:xfrm>
            <a:custGeom>
              <a:avLst/>
              <a:gdLst/>
              <a:ahLst/>
              <a:cxnLst/>
              <a:rect l="l" t="t" r="r" b="b"/>
              <a:pathLst>
                <a:path w="791824" h="310383">
                  <a:moveTo>
                    <a:pt x="0" y="0"/>
                  </a:moveTo>
                  <a:lnTo>
                    <a:pt x="791824" y="0"/>
                  </a:lnTo>
                  <a:lnTo>
                    <a:pt x="791824" y="310383"/>
                  </a:lnTo>
                  <a:lnTo>
                    <a:pt x="0" y="310383"/>
                  </a:lnTo>
                  <a:close/>
                </a:path>
              </a:pathLst>
            </a:custGeom>
            <a:solidFill>
              <a:srgbClr val="FFFFFF"/>
            </a:solidFill>
            <a:ln w="9525" cap="sq">
              <a:solidFill>
                <a:srgbClr val="000000"/>
              </a:solidFill>
              <a:prstDash val="solid"/>
              <a:miter/>
            </a:ln>
          </p:spPr>
          <p:txBody>
            <a:bodyPr/>
            <a:lstStyle/>
            <a:p>
              <a:endParaRPr lang="en-SG" sz="1088"/>
            </a:p>
          </p:txBody>
        </p:sp>
        <p:sp>
          <p:nvSpPr>
            <p:cNvPr id="144" name="TextBox 144"/>
            <p:cNvSpPr txBox="1"/>
            <p:nvPr/>
          </p:nvSpPr>
          <p:spPr>
            <a:xfrm>
              <a:off x="0" y="-28575"/>
              <a:ext cx="791825" cy="338958"/>
            </a:xfrm>
            <a:prstGeom prst="rect">
              <a:avLst/>
            </a:prstGeom>
          </p:spPr>
          <p:txBody>
            <a:bodyPr lIns="40638" tIns="40638" rIns="40638" bIns="40638" rtlCol="0" anchor="ctr"/>
            <a:lstStyle/>
            <a:p>
              <a:pPr algn="ctr">
                <a:lnSpc>
                  <a:spcPts val="2016"/>
                </a:lnSpc>
              </a:pPr>
              <a:endParaRPr sz="1088"/>
            </a:p>
          </p:txBody>
        </p:sp>
      </p:grpSp>
      <p:grpSp>
        <p:nvGrpSpPr>
          <p:cNvPr id="145" name="Group 145"/>
          <p:cNvGrpSpPr/>
          <p:nvPr/>
        </p:nvGrpSpPr>
        <p:grpSpPr>
          <a:xfrm>
            <a:off x="4125209" y="547837"/>
            <a:ext cx="2381488" cy="876869"/>
            <a:chOff x="0" y="0"/>
            <a:chExt cx="846789" cy="311789"/>
          </a:xfrm>
        </p:grpSpPr>
        <p:sp>
          <p:nvSpPr>
            <p:cNvPr id="146" name="Freeform 146"/>
            <p:cNvSpPr/>
            <p:nvPr/>
          </p:nvSpPr>
          <p:spPr>
            <a:xfrm>
              <a:off x="0" y="0"/>
              <a:ext cx="846789" cy="311789"/>
            </a:xfrm>
            <a:custGeom>
              <a:avLst/>
              <a:gdLst/>
              <a:ahLst/>
              <a:cxnLst/>
              <a:rect l="l" t="t" r="r" b="b"/>
              <a:pathLst>
                <a:path w="846789" h="311789">
                  <a:moveTo>
                    <a:pt x="0" y="0"/>
                  </a:moveTo>
                  <a:lnTo>
                    <a:pt x="846789" y="0"/>
                  </a:lnTo>
                  <a:lnTo>
                    <a:pt x="846789" y="311789"/>
                  </a:lnTo>
                  <a:lnTo>
                    <a:pt x="0" y="311789"/>
                  </a:lnTo>
                  <a:close/>
                </a:path>
              </a:pathLst>
            </a:custGeom>
            <a:solidFill>
              <a:srgbClr val="FFFFFF"/>
            </a:solidFill>
            <a:ln w="9525" cap="sq">
              <a:solidFill>
                <a:srgbClr val="000000"/>
              </a:solidFill>
              <a:prstDash val="solid"/>
              <a:miter/>
            </a:ln>
          </p:spPr>
          <p:txBody>
            <a:bodyPr/>
            <a:lstStyle/>
            <a:p>
              <a:endParaRPr lang="en-SG" sz="1088"/>
            </a:p>
          </p:txBody>
        </p:sp>
        <p:sp>
          <p:nvSpPr>
            <p:cNvPr id="147" name="TextBox 147"/>
            <p:cNvSpPr txBox="1"/>
            <p:nvPr/>
          </p:nvSpPr>
          <p:spPr>
            <a:xfrm>
              <a:off x="0" y="-28575"/>
              <a:ext cx="846789" cy="340364"/>
            </a:xfrm>
            <a:prstGeom prst="rect">
              <a:avLst/>
            </a:prstGeom>
          </p:spPr>
          <p:txBody>
            <a:bodyPr lIns="40638" tIns="40638" rIns="40638" bIns="40638" rtlCol="0" anchor="ctr"/>
            <a:lstStyle/>
            <a:p>
              <a:pPr algn="ctr">
                <a:lnSpc>
                  <a:spcPts val="2016"/>
                </a:lnSpc>
              </a:pPr>
              <a:endParaRPr sz="1088"/>
            </a:p>
          </p:txBody>
        </p:sp>
      </p:grpSp>
      <p:grpSp>
        <p:nvGrpSpPr>
          <p:cNvPr id="148" name="Group 148"/>
          <p:cNvGrpSpPr/>
          <p:nvPr/>
        </p:nvGrpSpPr>
        <p:grpSpPr>
          <a:xfrm>
            <a:off x="0" y="551792"/>
            <a:ext cx="1914644" cy="868958"/>
            <a:chOff x="0" y="0"/>
            <a:chExt cx="774911" cy="308976"/>
          </a:xfrm>
        </p:grpSpPr>
        <p:sp>
          <p:nvSpPr>
            <p:cNvPr id="149" name="Freeform 149"/>
            <p:cNvSpPr/>
            <p:nvPr/>
          </p:nvSpPr>
          <p:spPr>
            <a:xfrm>
              <a:off x="0" y="0"/>
              <a:ext cx="774911" cy="308976"/>
            </a:xfrm>
            <a:custGeom>
              <a:avLst/>
              <a:gdLst/>
              <a:ahLst/>
              <a:cxnLst/>
              <a:rect l="l" t="t" r="r" b="b"/>
              <a:pathLst>
                <a:path w="774911" h="308976">
                  <a:moveTo>
                    <a:pt x="0" y="0"/>
                  </a:moveTo>
                  <a:lnTo>
                    <a:pt x="774911" y="0"/>
                  </a:lnTo>
                  <a:lnTo>
                    <a:pt x="774911" y="308976"/>
                  </a:lnTo>
                  <a:lnTo>
                    <a:pt x="0" y="308976"/>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150" name="TextBox 150"/>
            <p:cNvSpPr txBox="1"/>
            <p:nvPr/>
          </p:nvSpPr>
          <p:spPr>
            <a:xfrm>
              <a:off x="0" y="-28575"/>
              <a:ext cx="774911" cy="337551"/>
            </a:xfrm>
            <a:prstGeom prst="rect">
              <a:avLst/>
            </a:prstGeom>
          </p:spPr>
          <p:txBody>
            <a:bodyPr lIns="40638" tIns="40638" rIns="40638" bIns="40638" rtlCol="0" anchor="ctr"/>
            <a:lstStyle/>
            <a:p>
              <a:pPr algn="ctr">
                <a:lnSpc>
                  <a:spcPts val="2016"/>
                </a:lnSpc>
              </a:pPr>
              <a:endParaRPr sz="1088"/>
            </a:p>
          </p:txBody>
        </p:sp>
      </p:grpSp>
      <p:sp>
        <p:nvSpPr>
          <p:cNvPr id="151" name="TextBox 151"/>
          <p:cNvSpPr txBox="1"/>
          <p:nvPr/>
        </p:nvSpPr>
        <p:spPr>
          <a:xfrm>
            <a:off x="286939" y="864826"/>
            <a:ext cx="1098699" cy="240066"/>
          </a:xfrm>
          <a:prstGeom prst="rect">
            <a:avLst/>
          </a:prstGeom>
        </p:spPr>
        <p:txBody>
          <a:bodyPr wrap="square"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Subgroup 1</a:t>
            </a:r>
          </a:p>
        </p:txBody>
      </p:sp>
      <p:sp>
        <p:nvSpPr>
          <p:cNvPr id="152" name="TextBox 152"/>
          <p:cNvSpPr txBox="1"/>
          <p:nvPr/>
        </p:nvSpPr>
        <p:spPr>
          <a:xfrm>
            <a:off x="2563301" y="839652"/>
            <a:ext cx="1098699" cy="240066"/>
          </a:xfrm>
          <a:prstGeom prst="rect">
            <a:avLst/>
          </a:prstGeom>
        </p:spPr>
        <p:txBody>
          <a:bodyPr wrap="square"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Subgroup 2</a:t>
            </a:r>
          </a:p>
        </p:txBody>
      </p:sp>
      <p:sp>
        <p:nvSpPr>
          <p:cNvPr id="153" name="TextBox 153"/>
          <p:cNvSpPr txBox="1"/>
          <p:nvPr/>
        </p:nvSpPr>
        <p:spPr>
          <a:xfrm>
            <a:off x="4948195" y="569454"/>
            <a:ext cx="653230" cy="545919"/>
          </a:xfrm>
          <a:prstGeom prst="rect">
            <a:avLst/>
          </a:prstGeom>
        </p:spPr>
        <p:txBody>
          <a:bodyPr lIns="0" tIns="0" rIns="0" bIns="0" rtlCol="0" anchor="t">
            <a:spAutoFit/>
          </a:bodyPr>
          <a:lstStyle/>
          <a:p>
            <a:pPr algn="ctr">
              <a:lnSpc>
                <a:spcPts val="2207"/>
              </a:lnSpc>
              <a:spcBef>
                <a:spcPct val="0"/>
              </a:spcBef>
            </a:pPr>
            <a:r>
              <a:rPr lang="en-US" sz="1577" dirty="0">
                <a:solidFill>
                  <a:srgbClr val="000000"/>
                </a:solidFill>
                <a:latin typeface="Canva Sans"/>
                <a:ea typeface="Canva Sans"/>
                <a:cs typeface="Canva Sans"/>
                <a:sym typeface="Canva Sans"/>
              </a:rPr>
              <a:t> Group</a:t>
            </a:r>
          </a:p>
        </p:txBody>
      </p:sp>
      <p:grpSp>
        <p:nvGrpSpPr>
          <p:cNvPr id="154" name="Group 154"/>
          <p:cNvGrpSpPr/>
          <p:nvPr/>
        </p:nvGrpSpPr>
        <p:grpSpPr>
          <a:xfrm>
            <a:off x="6724305" y="5177825"/>
            <a:ext cx="3473079" cy="2047619"/>
            <a:chOff x="0" y="0"/>
            <a:chExt cx="5788719" cy="3412850"/>
          </a:xfrm>
        </p:grpSpPr>
        <p:sp>
          <p:nvSpPr>
            <p:cNvPr id="155" name="Freeform 155"/>
            <p:cNvSpPr/>
            <p:nvPr/>
          </p:nvSpPr>
          <p:spPr>
            <a:xfrm>
              <a:off x="1826934" y="225732"/>
              <a:ext cx="360766" cy="360766"/>
            </a:xfrm>
            <a:custGeom>
              <a:avLst/>
              <a:gdLst/>
              <a:ahLst/>
              <a:cxnLst/>
              <a:rect l="l" t="t" r="r" b="b"/>
              <a:pathLst>
                <a:path w="360766" h="360766">
                  <a:moveTo>
                    <a:pt x="0" y="0"/>
                  </a:moveTo>
                  <a:lnTo>
                    <a:pt x="360766" y="0"/>
                  </a:lnTo>
                  <a:lnTo>
                    <a:pt x="360766" y="360766"/>
                  </a:lnTo>
                  <a:lnTo>
                    <a:pt x="0" y="360766"/>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txBody>
            <a:bodyPr/>
            <a:lstStyle/>
            <a:p>
              <a:endParaRPr lang="en-SG" sz="1088"/>
            </a:p>
          </p:txBody>
        </p:sp>
        <p:grpSp>
          <p:nvGrpSpPr>
            <p:cNvPr id="156" name="Group 156"/>
            <p:cNvGrpSpPr/>
            <p:nvPr/>
          </p:nvGrpSpPr>
          <p:grpSpPr>
            <a:xfrm>
              <a:off x="580722" y="1269566"/>
              <a:ext cx="5207997" cy="2143284"/>
              <a:chOff x="0" y="0"/>
              <a:chExt cx="1111039" cy="457234"/>
            </a:xfrm>
          </p:grpSpPr>
          <p:sp>
            <p:nvSpPr>
              <p:cNvPr id="157" name="Freeform 157"/>
              <p:cNvSpPr/>
              <p:nvPr/>
            </p:nvSpPr>
            <p:spPr>
              <a:xfrm>
                <a:off x="0" y="0"/>
                <a:ext cx="1111039" cy="457234"/>
              </a:xfrm>
              <a:custGeom>
                <a:avLst/>
                <a:gdLst/>
                <a:ahLst/>
                <a:cxnLst/>
                <a:rect l="l" t="t" r="r" b="b"/>
                <a:pathLst>
                  <a:path w="1111039" h="457234">
                    <a:moveTo>
                      <a:pt x="67390" y="0"/>
                    </a:moveTo>
                    <a:lnTo>
                      <a:pt x="1043649" y="0"/>
                    </a:lnTo>
                    <a:cubicBezTo>
                      <a:pt x="1061522" y="0"/>
                      <a:pt x="1078663" y="7100"/>
                      <a:pt x="1091301" y="19738"/>
                    </a:cubicBezTo>
                    <a:cubicBezTo>
                      <a:pt x="1103939" y="32376"/>
                      <a:pt x="1111039" y="49517"/>
                      <a:pt x="1111039" y="67390"/>
                    </a:cubicBezTo>
                    <a:lnTo>
                      <a:pt x="1111039" y="389844"/>
                    </a:lnTo>
                    <a:cubicBezTo>
                      <a:pt x="1111039" y="427062"/>
                      <a:pt x="1080868" y="457234"/>
                      <a:pt x="1043649" y="457234"/>
                    </a:cubicBezTo>
                    <a:lnTo>
                      <a:pt x="67390" y="457234"/>
                    </a:lnTo>
                    <a:cubicBezTo>
                      <a:pt x="49517" y="457234"/>
                      <a:pt x="32376" y="450134"/>
                      <a:pt x="19738" y="437496"/>
                    </a:cubicBezTo>
                    <a:cubicBezTo>
                      <a:pt x="7100" y="424858"/>
                      <a:pt x="0" y="407717"/>
                      <a:pt x="0" y="389844"/>
                    </a:cubicBezTo>
                    <a:lnTo>
                      <a:pt x="0" y="67390"/>
                    </a:lnTo>
                    <a:cubicBezTo>
                      <a:pt x="0" y="49517"/>
                      <a:pt x="7100" y="32376"/>
                      <a:pt x="19738" y="19738"/>
                    </a:cubicBezTo>
                    <a:cubicBezTo>
                      <a:pt x="32376" y="7100"/>
                      <a:pt x="49517" y="0"/>
                      <a:pt x="67390" y="0"/>
                    </a:cubicBezTo>
                    <a:close/>
                  </a:path>
                </a:pathLst>
              </a:custGeom>
              <a:solidFill>
                <a:srgbClr val="FFD775"/>
              </a:solidFill>
            </p:spPr>
            <p:txBody>
              <a:bodyPr/>
              <a:lstStyle/>
              <a:p>
                <a:endParaRPr lang="en-SG" sz="1088"/>
              </a:p>
            </p:txBody>
          </p:sp>
          <p:sp>
            <p:nvSpPr>
              <p:cNvPr id="158" name="TextBox 158"/>
              <p:cNvSpPr txBox="1"/>
              <p:nvPr/>
            </p:nvSpPr>
            <p:spPr>
              <a:xfrm>
                <a:off x="0" y="-28575"/>
                <a:ext cx="1111039" cy="485809"/>
              </a:xfrm>
              <a:prstGeom prst="rect">
                <a:avLst/>
              </a:prstGeom>
            </p:spPr>
            <p:txBody>
              <a:bodyPr lIns="40638" tIns="40638" rIns="40638" bIns="40638" rtlCol="0" anchor="ctr"/>
              <a:lstStyle/>
              <a:p>
                <a:pPr algn="ctr">
                  <a:lnSpc>
                    <a:spcPts val="2016"/>
                  </a:lnSpc>
                </a:pPr>
                <a:endParaRPr sz="1088"/>
              </a:p>
            </p:txBody>
          </p:sp>
        </p:grpSp>
        <p:sp>
          <p:nvSpPr>
            <p:cNvPr id="159" name="Freeform 159"/>
            <p:cNvSpPr/>
            <p:nvPr/>
          </p:nvSpPr>
          <p:spPr>
            <a:xfrm>
              <a:off x="0" y="0"/>
              <a:ext cx="2370378" cy="1846790"/>
            </a:xfrm>
            <a:custGeom>
              <a:avLst/>
              <a:gdLst/>
              <a:ahLst/>
              <a:cxnLst/>
              <a:rect l="l" t="t" r="r" b="b"/>
              <a:pathLst>
                <a:path w="2370378" h="1846790">
                  <a:moveTo>
                    <a:pt x="0" y="0"/>
                  </a:moveTo>
                  <a:lnTo>
                    <a:pt x="2370378" y="0"/>
                  </a:lnTo>
                  <a:lnTo>
                    <a:pt x="2370378" y="1846790"/>
                  </a:lnTo>
                  <a:lnTo>
                    <a:pt x="0" y="1846790"/>
                  </a:lnTo>
                  <a:lnTo>
                    <a:pt x="0" y="0"/>
                  </a:lnTo>
                  <a:close/>
                </a:path>
              </a:pathLst>
            </a:custGeom>
            <a:blipFill>
              <a:blip r:embed="rId28"/>
              <a:stretch>
                <a:fillRect t="-6394" b="-6394"/>
              </a:stretch>
            </a:blipFill>
            <a:ln cap="sq">
              <a:noFill/>
              <a:prstDash val="solid"/>
              <a:miter/>
            </a:ln>
          </p:spPr>
          <p:txBody>
            <a:bodyPr/>
            <a:lstStyle/>
            <a:p>
              <a:endParaRPr lang="en-SG" sz="1088"/>
            </a:p>
          </p:txBody>
        </p:sp>
        <p:sp>
          <p:nvSpPr>
            <p:cNvPr id="160" name="TextBox 160"/>
            <p:cNvSpPr txBox="1"/>
            <p:nvPr/>
          </p:nvSpPr>
          <p:spPr>
            <a:xfrm>
              <a:off x="839804" y="1665376"/>
              <a:ext cx="4846579" cy="823980"/>
            </a:xfrm>
            <a:prstGeom prst="rect">
              <a:avLst/>
            </a:prstGeom>
          </p:spPr>
          <p:txBody>
            <a:bodyPr lIns="0" tIns="0" rIns="0" bIns="0" rtlCol="0" anchor="t">
              <a:spAutoFit/>
            </a:bodyPr>
            <a:lstStyle/>
            <a:p>
              <a:pPr algn="ctr">
                <a:lnSpc>
                  <a:spcPts val="2016"/>
                </a:lnSpc>
                <a:spcBef>
                  <a:spcPct val="0"/>
                </a:spcBef>
              </a:pPr>
              <a:r>
                <a:rPr lang="en-US" sz="1440" dirty="0">
                  <a:solidFill>
                    <a:srgbClr val="000000"/>
                  </a:solidFill>
                  <a:latin typeface="Roboto Mono"/>
                  <a:ea typeface="Roboto Mono"/>
                  <a:cs typeface="Roboto Mono"/>
                  <a:sym typeface="Roboto Mono"/>
                </a:rPr>
                <a:t>Let Kiki help you plan quickly.</a:t>
              </a:r>
            </a:p>
          </p:txBody>
        </p:sp>
        <p:sp>
          <p:nvSpPr>
            <p:cNvPr id="161" name="TextBox 161"/>
            <p:cNvSpPr txBox="1"/>
            <p:nvPr/>
          </p:nvSpPr>
          <p:spPr>
            <a:xfrm>
              <a:off x="3727779" y="2698067"/>
              <a:ext cx="579680" cy="271882"/>
            </a:xfrm>
            <a:prstGeom prst="rect">
              <a:avLst/>
            </a:prstGeom>
          </p:spPr>
          <p:txBody>
            <a:bodyPr lIns="0" tIns="0" rIns="0" bIns="0" rtlCol="0" anchor="t">
              <a:spAutoFit/>
            </a:bodyPr>
            <a:lstStyle/>
            <a:p>
              <a:pPr algn="ctr">
                <a:lnSpc>
                  <a:spcPts val="1224"/>
                </a:lnSpc>
              </a:pPr>
              <a:r>
                <a:rPr lang="en-US" sz="1440">
                  <a:solidFill>
                    <a:srgbClr val="000000"/>
                  </a:solidFill>
                  <a:latin typeface="Canva Sans"/>
                  <a:ea typeface="Canva Sans"/>
                  <a:cs typeface="Canva Sans"/>
                  <a:sym typeface="Canva Sans"/>
                </a:rPr>
                <a:t>Yes</a:t>
              </a:r>
            </a:p>
          </p:txBody>
        </p:sp>
        <p:sp>
          <p:nvSpPr>
            <p:cNvPr id="162" name="TextBox 162"/>
            <p:cNvSpPr txBox="1"/>
            <p:nvPr/>
          </p:nvSpPr>
          <p:spPr>
            <a:xfrm>
              <a:off x="1454062" y="2698065"/>
              <a:ext cx="474264" cy="271882"/>
            </a:xfrm>
            <a:prstGeom prst="rect">
              <a:avLst/>
            </a:prstGeom>
          </p:spPr>
          <p:txBody>
            <a:bodyPr lIns="0" tIns="0" rIns="0" bIns="0" rtlCol="0" anchor="t">
              <a:spAutoFit/>
            </a:bodyPr>
            <a:lstStyle/>
            <a:p>
              <a:pPr algn="ctr">
                <a:lnSpc>
                  <a:spcPts val="1224"/>
                </a:lnSpc>
              </a:pPr>
              <a:r>
                <a:rPr lang="en-US" sz="1440">
                  <a:solidFill>
                    <a:srgbClr val="000000"/>
                  </a:solidFill>
                  <a:latin typeface="Canva Sans"/>
                  <a:ea typeface="Canva Sans"/>
                  <a:cs typeface="Canva Sans"/>
                  <a:sym typeface="Canva Sans"/>
                </a:rPr>
                <a:t>No</a:t>
              </a:r>
            </a:p>
          </p:txBody>
        </p:sp>
        <p:grpSp>
          <p:nvGrpSpPr>
            <p:cNvPr id="163" name="Group 163"/>
            <p:cNvGrpSpPr/>
            <p:nvPr/>
          </p:nvGrpSpPr>
          <p:grpSpPr>
            <a:xfrm>
              <a:off x="839802" y="2531111"/>
              <a:ext cx="1616551" cy="561239"/>
              <a:chOff x="0" y="0"/>
              <a:chExt cx="344864" cy="119731"/>
            </a:xfrm>
          </p:grpSpPr>
          <p:sp>
            <p:nvSpPr>
              <p:cNvPr id="164" name="Freeform 164">
                <a:hlinkClick r:id="rId29" action="ppaction://hlinksldjump"/>
              </p:cNvPr>
              <p:cNvSpPr/>
              <p:nvPr/>
            </p:nvSpPr>
            <p:spPr>
              <a:xfrm>
                <a:off x="0" y="0"/>
                <a:ext cx="344864" cy="119731"/>
              </a:xfrm>
              <a:custGeom>
                <a:avLst/>
                <a:gdLst/>
                <a:ahLst/>
                <a:cxnLst/>
                <a:rect l="l" t="t" r="r" b="b"/>
                <a:pathLst>
                  <a:path w="344864" h="119731">
                    <a:moveTo>
                      <a:pt x="59866" y="0"/>
                    </a:moveTo>
                    <a:lnTo>
                      <a:pt x="284999" y="0"/>
                    </a:lnTo>
                    <a:cubicBezTo>
                      <a:pt x="318062" y="0"/>
                      <a:pt x="344864" y="26803"/>
                      <a:pt x="344864" y="59866"/>
                    </a:cubicBezTo>
                    <a:lnTo>
                      <a:pt x="344864" y="59866"/>
                    </a:lnTo>
                    <a:cubicBezTo>
                      <a:pt x="344864" y="75743"/>
                      <a:pt x="338557" y="90970"/>
                      <a:pt x="327330" y="102197"/>
                    </a:cubicBezTo>
                    <a:cubicBezTo>
                      <a:pt x="316103" y="113424"/>
                      <a:pt x="300876" y="119731"/>
                      <a:pt x="284999" y="119731"/>
                    </a:cubicBezTo>
                    <a:lnTo>
                      <a:pt x="59866" y="119731"/>
                    </a:lnTo>
                    <a:cubicBezTo>
                      <a:pt x="43988" y="119731"/>
                      <a:pt x="28761" y="113424"/>
                      <a:pt x="17534" y="102197"/>
                    </a:cubicBezTo>
                    <a:cubicBezTo>
                      <a:pt x="6307" y="90970"/>
                      <a:pt x="0" y="75743"/>
                      <a:pt x="0" y="59866"/>
                    </a:cubicBezTo>
                    <a:lnTo>
                      <a:pt x="0" y="59866"/>
                    </a:lnTo>
                    <a:cubicBezTo>
                      <a:pt x="0" y="43988"/>
                      <a:pt x="6307" y="28761"/>
                      <a:pt x="17534" y="17534"/>
                    </a:cubicBezTo>
                    <a:cubicBezTo>
                      <a:pt x="28761" y="6307"/>
                      <a:pt x="43988" y="0"/>
                      <a:pt x="59866" y="0"/>
                    </a:cubicBezTo>
                    <a:close/>
                  </a:path>
                </a:pathLst>
              </a:custGeom>
              <a:solidFill>
                <a:srgbClr val="000000">
                  <a:alpha val="0"/>
                </a:srgbClr>
              </a:solidFill>
              <a:ln w="9525" cap="rnd">
                <a:solidFill>
                  <a:srgbClr val="F34336"/>
                </a:solidFill>
                <a:prstDash val="solid"/>
                <a:round/>
              </a:ln>
            </p:spPr>
            <p:txBody>
              <a:bodyPr/>
              <a:lstStyle/>
              <a:p>
                <a:endParaRPr lang="en-SG" sz="1088"/>
              </a:p>
            </p:txBody>
          </p:sp>
          <p:sp>
            <p:nvSpPr>
              <p:cNvPr id="165" name="TextBox 165"/>
              <p:cNvSpPr txBox="1"/>
              <p:nvPr/>
            </p:nvSpPr>
            <p:spPr>
              <a:xfrm>
                <a:off x="0" y="-28575"/>
                <a:ext cx="344864" cy="148306"/>
              </a:xfrm>
              <a:prstGeom prst="rect">
                <a:avLst/>
              </a:prstGeom>
            </p:spPr>
            <p:txBody>
              <a:bodyPr lIns="40638" tIns="40638" rIns="40638" bIns="40638" rtlCol="0" anchor="ctr"/>
              <a:lstStyle/>
              <a:p>
                <a:pPr algn="ctr">
                  <a:lnSpc>
                    <a:spcPts val="2016"/>
                  </a:lnSpc>
                </a:pPr>
                <a:endParaRPr sz="1088"/>
              </a:p>
            </p:txBody>
          </p:sp>
        </p:grpSp>
        <p:grpSp>
          <p:nvGrpSpPr>
            <p:cNvPr id="166" name="Group 166"/>
            <p:cNvGrpSpPr/>
            <p:nvPr/>
          </p:nvGrpSpPr>
          <p:grpSpPr>
            <a:xfrm>
              <a:off x="3259659" y="2553402"/>
              <a:ext cx="1616551" cy="538948"/>
              <a:chOff x="0" y="0"/>
              <a:chExt cx="344864" cy="114975"/>
            </a:xfrm>
          </p:grpSpPr>
          <p:sp>
            <p:nvSpPr>
              <p:cNvPr id="167" name="Freeform 167">
                <a:hlinkClick r:id="rId19" action="ppaction://hlinksldjump"/>
              </p:cNvPr>
              <p:cNvSpPr/>
              <p:nvPr/>
            </p:nvSpPr>
            <p:spPr>
              <a:xfrm>
                <a:off x="0" y="0"/>
                <a:ext cx="344864" cy="114975"/>
              </a:xfrm>
              <a:custGeom>
                <a:avLst/>
                <a:gdLst/>
                <a:ahLst/>
                <a:cxnLst/>
                <a:rect l="l" t="t" r="r" b="b"/>
                <a:pathLst>
                  <a:path w="344864" h="114975">
                    <a:moveTo>
                      <a:pt x="57488" y="0"/>
                    </a:moveTo>
                    <a:lnTo>
                      <a:pt x="287377" y="0"/>
                    </a:lnTo>
                    <a:cubicBezTo>
                      <a:pt x="319126" y="0"/>
                      <a:pt x="344864" y="25738"/>
                      <a:pt x="344864" y="57488"/>
                    </a:cubicBezTo>
                    <a:lnTo>
                      <a:pt x="344864" y="57488"/>
                    </a:lnTo>
                    <a:cubicBezTo>
                      <a:pt x="344864" y="89237"/>
                      <a:pt x="319126" y="114975"/>
                      <a:pt x="287377" y="114975"/>
                    </a:cubicBezTo>
                    <a:lnTo>
                      <a:pt x="57488" y="114975"/>
                    </a:lnTo>
                    <a:cubicBezTo>
                      <a:pt x="25738" y="114975"/>
                      <a:pt x="0" y="89237"/>
                      <a:pt x="0" y="57488"/>
                    </a:cubicBezTo>
                    <a:lnTo>
                      <a:pt x="0" y="57488"/>
                    </a:lnTo>
                    <a:cubicBezTo>
                      <a:pt x="0" y="25738"/>
                      <a:pt x="25738" y="0"/>
                      <a:pt x="57488" y="0"/>
                    </a:cubicBezTo>
                    <a:close/>
                  </a:path>
                </a:pathLst>
              </a:custGeom>
              <a:solidFill>
                <a:srgbClr val="000000">
                  <a:alpha val="0"/>
                </a:srgbClr>
              </a:solidFill>
              <a:ln w="9525" cap="rnd">
                <a:solidFill>
                  <a:srgbClr val="F34336"/>
                </a:solidFill>
                <a:prstDash val="solid"/>
                <a:round/>
              </a:ln>
            </p:spPr>
            <p:txBody>
              <a:bodyPr/>
              <a:lstStyle/>
              <a:p>
                <a:endParaRPr lang="en-SG" sz="1088"/>
              </a:p>
            </p:txBody>
          </p:sp>
          <p:sp>
            <p:nvSpPr>
              <p:cNvPr id="168" name="TextBox 168"/>
              <p:cNvSpPr txBox="1"/>
              <p:nvPr/>
            </p:nvSpPr>
            <p:spPr>
              <a:xfrm>
                <a:off x="0" y="-28575"/>
                <a:ext cx="344864" cy="143550"/>
              </a:xfrm>
              <a:prstGeom prst="rect">
                <a:avLst/>
              </a:prstGeom>
            </p:spPr>
            <p:txBody>
              <a:bodyPr lIns="40638" tIns="40638" rIns="40638" bIns="40638" rtlCol="0" anchor="ctr"/>
              <a:lstStyle/>
              <a:p>
                <a:pPr algn="ctr">
                  <a:lnSpc>
                    <a:spcPts val="2016"/>
                  </a:lnSpc>
                </a:pPr>
                <a:endParaRPr sz="1088"/>
              </a:p>
            </p:txBody>
          </p:sp>
        </p:grpSp>
      </p:grpSp>
      <p:sp>
        <p:nvSpPr>
          <p:cNvPr id="169" name="Freeform 19">
            <a:extLst>
              <a:ext uri="{FF2B5EF4-FFF2-40B4-BE49-F238E27FC236}">
                <a16:creationId xmlns:a16="http://schemas.microsoft.com/office/drawing/2014/main" id="{E0224D6C-2C03-9DC9-E7E7-A6CD8360B647}"/>
              </a:ext>
            </a:extLst>
          </p:cNvPr>
          <p:cNvSpPr/>
          <p:nvPr/>
        </p:nvSpPr>
        <p:spPr>
          <a:xfrm>
            <a:off x="10617" y="4455102"/>
            <a:ext cx="629155" cy="314578"/>
          </a:xfrm>
          <a:custGeom>
            <a:avLst/>
            <a:gdLst/>
            <a:ahLst/>
            <a:cxnLst/>
            <a:rect l="l" t="t" r="r" b="b"/>
            <a:pathLst>
              <a:path w="786479" h="393240">
                <a:moveTo>
                  <a:pt x="0" y="0"/>
                </a:moveTo>
                <a:lnTo>
                  <a:pt x="786480" y="0"/>
                </a:lnTo>
                <a:lnTo>
                  <a:pt x="786480" y="393239"/>
                </a:lnTo>
                <a:lnTo>
                  <a:pt x="0" y="39323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170" name="TextBox 75">
            <a:extLst>
              <a:ext uri="{FF2B5EF4-FFF2-40B4-BE49-F238E27FC236}">
                <a16:creationId xmlns:a16="http://schemas.microsoft.com/office/drawing/2014/main" id="{54060D1C-0466-BF60-FDD5-4BBD6A6AD360}"/>
              </a:ext>
            </a:extLst>
          </p:cNvPr>
          <p:cNvSpPr txBox="1"/>
          <p:nvPr/>
        </p:nvSpPr>
        <p:spPr>
          <a:xfrm>
            <a:off x="1075681" y="6716050"/>
            <a:ext cx="1332514"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Fireworks</a:t>
            </a:r>
          </a:p>
        </p:txBody>
      </p:sp>
      <p:sp>
        <p:nvSpPr>
          <p:cNvPr id="171" name="TextBox 82">
            <a:extLst>
              <a:ext uri="{FF2B5EF4-FFF2-40B4-BE49-F238E27FC236}">
                <a16:creationId xmlns:a16="http://schemas.microsoft.com/office/drawing/2014/main" id="{B3BF6910-9AA6-2240-9BC6-5A88A1646A12}"/>
              </a:ext>
            </a:extLst>
          </p:cNvPr>
          <p:cNvSpPr txBox="1"/>
          <p:nvPr/>
        </p:nvSpPr>
        <p:spPr>
          <a:xfrm>
            <a:off x="667250" y="6770678"/>
            <a:ext cx="257663" cy="264624"/>
          </a:xfrm>
          <a:prstGeom prst="rect">
            <a:avLst/>
          </a:prstGeom>
        </p:spPr>
        <p:txBody>
          <a:bodyPr wrap="square" lIns="0" tIns="0" rIns="0" bIns="0" rtlCol="0" anchor="t">
            <a:spAutoFit/>
          </a:bodyPr>
          <a:lstStyle/>
          <a:p>
            <a:pPr>
              <a:lnSpc>
                <a:spcPts val="2240"/>
              </a:lnSpc>
              <a:spcBef>
                <a:spcPct val="0"/>
              </a:spcBef>
            </a:pPr>
            <a:r>
              <a:rPr lang="en-US" sz="1600" b="1" dirty="0">
                <a:solidFill>
                  <a:srgbClr val="000000"/>
                </a:solidFill>
                <a:latin typeface="Canva Sans Bold"/>
                <a:ea typeface="Canva Sans Bold"/>
                <a:cs typeface="Canva Sans Bold"/>
                <a:sym typeface="Canva Sans Bold"/>
              </a:rPr>
              <a:t>8.</a:t>
            </a:r>
          </a:p>
        </p:txBody>
      </p:sp>
      <p:sp>
        <p:nvSpPr>
          <p:cNvPr id="172" name="TextBox 102">
            <a:extLst>
              <a:ext uri="{FF2B5EF4-FFF2-40B4-BE49-F238E27FC236}">
                <a16:creationId xmlns:a16="http://schemas.microsoft.com/office/drawing/2014/main" id="{5E240C9B-3ECA-1FD3-F158-27DF344838A7}"/>
              </a:ext>
            </a:extLst>
          </p:cNvPr>
          <p:cNvSpPr txBox="1"/>
          <p:nvPr/>
        </p:nvSpPr>
        <p:spPr>
          <a:xfrm>
            <a:off x="3124507" y="6780346"/>
            <a:ext cx="126216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18:00 - 19:00</a:t>
            </a:r>
          </a:p>
        </p:txBody>
      </p:sp>
      <p:sp>
        <p:nvSpPr>
          <p:cNvPr id="173" name="TextBox 102">
            <a:extLst>
              <a:ext uri="{FF2B5EF4-FFF2-40B4-BE49-F238E27FC236}">
                <a16:creationId xmlns:a16="http://schemas.microsoft.com/office/drawing/2014/main" id="{7E4E194F-3134-8FB1-D614-48DAC72B8080}"/>
              </a:ext>
            </a:extLst>
          </p:cNvPr>
          <p:cNvSpPr txBox="1"/>
          <p:nvPr/>
        </p:nvSpPr>
        <p:spPr>
          <a:xfrm>
            <a:off x="4788579" y="6888732"/>
            <a:ext cx="126216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200 m</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122E5-16BD-3902-6543-D0EA9ED60135}"/>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92235854-7DDD-6B3E-FEF1-95D51916F4F4}"/>
              </a:ext>
            </a:extLst>
          </p:cNvPr>
          <p:cNvGraphicFramePr>
            <a:graphicFrameLocks noGrp="1"/>
          </p:cNvGraphicFramePr>
          <p:nvPr/>
        </p:nvGraphicFramePr>
        <p:xfrm>
          <a:off x="0" y="1424704"/>
          <a:ext cx="6562164" cy="5774609"/>
        </p:xfrm>
        <a:graphic>
          <a:graphicData uri="http://schemas.openxmlformats.org/drawingml/2006/table">
            <a:tbl>
              <a:tblPr/>
              <a:tblGrid>
                <a:gridCol w="6562164">
                  <a:extLst>
                    <a:ext uri="{9D8B030D-6E8A-4147-A177-3AD203B41FA5}">
                      <a16:colId xmlns:a16="http://schemas.microsoft.com/office/drawing/2014/main" val="20000"/>
                    </a:ext>
                  </a:extLst>
                </a:gridCol>
              </a:tblGrid>
              <a:tr h="702803">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23640">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23640">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21530">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25749">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725749">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725749">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725749">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3" name="Group 3">
            <a:extLst>
              <a:ext uri="{FF2B5EF4-FFF2-40B4-BE49-F238E27FC236}">
                <a16:creationId xmlns:a16="http://schemas.microsoft.com/office/drawing/2014/main" id="{917A4AA8-D148-EFDA-B723-FCC9846A3E52}"/>
              </a:ext>
            </a:extLst>
          </p:cNvPr>
          <p:cNvGrpSpPr/>
          <p:nvPr/>
        </p:nvGrpSpPr>
        <p:grpSpPr>
          <a:xfrm>
            <a:off x="-24711" y="-16641"/>
            <a:ext cx="6630284" cy="568431"/>
            <a:chOff x="0" y="0"/>
            <a:chExt cx="2594982" cy="812800"/>
          </a:xfrm>
        </p:grpSpPr>
        <p:sp>
          <p:nvSpPr>
            <p:cNvPr id="4" name="Freeform 4">
              <a:extLst>
                <a:ext uri="{FF2B5EF4-FFF2-40B4-BE49-F238E27FC236}">
                  <a16:creationId xmlns:a16="http://schemas.microsoft.com/office/drawing/2014/main" id="{D24CFA1B-199B-C7CA-CE36-4E52D498463B}"/>
                </a:ext>
              </a:extLst>
            </p:cNvPr>
            <p:cNvSpPr/>
            <p:nvPr/>
          </p:nvSpPr>
          <p:spPr>
            <a:xfrm>
              <a:off x="0" y="0"/>
              <a:ext cx="2594982" cy="812800"/>
            </a:xfrm>
            <a:custGeom>
              <a:avLst/>
              <a:gdLst/>
              <a:ahLst/>
              <a:cxnLst/>
              <a:rect l="l" t="t" r="r" b="b"/>
              <a:pathLst>
                <a:path w="2594982" h="812800">
                  <a:moveTo>
                    <a:pt x="0" y="0"/>
                  </a:moveTo>
                  <a:lnTo>
                    <a:pt x="2594982" y="0"/>
                  </a:lnTo>
                  <a:lnTo>
                    <a:pt x="2594982" y="812800"/>
                  </a:lnTo>
                  <a:lnTo>
                    <a:pt x="0" y="812800"/>
                  </a:lnTo>
                  <a:close/>
                </a:path>
              </a:pathLst>
            </a:custGeom>
            <a:solidFill>
              <a:srgbClr val="F34336"/>
            </a:solidFill>
          </p:spPr>
          <p:txBody>
            <a:bodyPr/>
            <a:lstStyle/>
            <a:p>
              <a:endParaRPr lang="en-SG" sz="1088"/>
            </a:p>
          </p:txBody>
        </p:sp>
        <p:sp>
          <p:nvSpPr>
            <p:cNvPr id="5" name="TextBox 5">
              <a:extLst>
                <a:ext uri="{FF2B5EF4-FFF2-40B4-BE49-F238E27FC236}">
                  <a16:creationId xmlns:a16="http://schemas.microsoft.com/office/drawing/2014/main" id="{CB751633-6340-B332-52DB-C7255902FC7E}"/>
                </a:ext>
              </a:extLst>
            </p:cNvPr>
            <p:cNvSpPr txBox="1"/>
            <p:nvPr/>
          </p:nvSpPr>
          <p:spPr>
            <a:xfrm>
              <a:off x="0" y="-28575"/>
              <a:ext cx="2594982" cy="841375"/>
            </a:xfrm>
            <a:prstGeom prst="rect">
              <a:avLst/>
            </a:prstGeom>
          </p:spPr>
          <p:txBody>
            <a:bodyPr lIns="40638" tIns="40638" rIns="40638" bIns="40638" rtlCol="0" anchor="ctr"/>
            <a:lstStyle/>
            <a:p>
              <a:pPr algn="ctr">
                <a:lnSpc>
                  <a:spcPts val="2016"/>
                </a:lnSpc>
              </a:pPr>
              <a:endParaRPr sz="1088"/>
            </a:p>
          </p:txBody>
        </p:sp>
      </p:grpSp>
      <p:sp>
        <p:nvSpPr>
          <p:cNvPr id="6" name="Freeform 6">
            <a:extLst>
              <a:ext uri="{FF2B5EF4-FFF2-40B4-BE49-F238E27FC236}">
                <a16:creationId xmlns:a16="http://schemas.microsoft.com/office/drawing/2014/main" id="{95A96D49-8A5F-127E-0585-0BFF677EFCA4}"/>
              </a:ext>
            </a:extLst>
          </p:cNvPr>
          <p:cNvSpPr/>
          <p:nvPr/>
        </p:nvSpPr>
        <p:spPr>
          <a:xfrm>
            <a:off x="5040313" y="57689"/>
            <a:ext cx="468994" cy="300055"/>
          </a:xfrm>
          <a:custGeom>
            <a:avLst/>
            <a:gdLst/>
            <a:ahLst/>
            <a:cxnLst/>
            <a:rect l="l" t="t" r="r" b="b"/>
            <a:pathLst>
              <a:path w="582915" h="486734">
                <a:moveTo>
                  <a:pt x="0" y="0"/>
                </a:moveTo>
                <a:lnTo>
                  <a:pt x="582915" y="0"/>
                </a:lnTo>
                <a:lnTo>
                  <a:pt x="582915" y="486734"/>
                </a:lnTo>
                <a:lnTo>
                  <a:pt x="0" y="48673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SG" sz="1088"/>
          </a:p>
        </p:txBody>
      </p:sp>
      <p:sp>
        <p:nvSpPr>
          <p:cNvPr id="7" name="Freeform 7">
            <a:extLst>
              <a:ext uri="{FF2B5EF4-FFF2-40B4-BE49-F238E27FC236}">
                <a16:creationId xmlns:a16="http://schemas.microsoft.com/office/drawing/2014/main" id="{84C1045D-CB6E-45C3-97B0-0C7CD1265EC9}"/>
              </a:ext>
            </a:extLst>
          </p:cNvPr>
          <p:cNvSpPr/>
          <p:nvPr/>
        </p:nvSpPr>
        <p:spPr>
          <a:xfrm>
            <a:off x="61720" y="75355"/>
            <a:ext cx="274331" cy="243854"/>
          </a:xfrm>
          <a:custGeom>
            <a:avLst/>
            <a:gdLst/>
            <a:ahLst/>
            <a:cxnLst/>
            <a:rect l="l" t="t" r="r" b="b"/>
            <a:pathLst>
              <a:path w="583453" h="390383">
                <a:moveTo>
                  <a:pt x="0" y="0"/>
                </a:moveTo>
                <a:lnTo>
                  <a:pt x="583453" y="0"/>
                </a:lnTo>
                <a:lnTo>
                  <a:pt x="583453" y="390383"/>
                </a:lnTo>
                <a:lnTo>
                  <a:pt x="0" y="39038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SG" sz="1088"/>
          </a:p>
        </p:txBody>
      </p:sp>
      <p:sp>
        <p:nvSpPr>
          <p:cNvPr id="8" name="Freeform 8">
            <a:extLst>
              <a:ext uri="{FF2B5EF4-FFF2-40B4-BE49-F238E27FC236}">
                <a16:creationId xmlns:a16="http://schemas.microsoft.com/office/drawing/2014/main" id="{926C9299-4F2C-94D9-F91A-BCF5CE330C48}"/>
              </a:ext>
            </a:extLst>
          </p:cNvPr>
          <p:cNvSpPr/>
          <p:nvPr/>
        </p:nvSpPr>
        <p:spPr>
          <a:xfrm>
            <a:off x="545415" y="75355"/>
            <a:ext cx="336052" cy="222231"/>
          </a:xfrm>
          <a:custGeom>
            <a:avLst/>
            <a:gdLst/>
            <a:ahLst/>
            <a:cxnLst/>
            <a:rect l="l" t="t" r="r" b="b"/>
            <a:pathLst>
              <a:path w="585247" h="392648">
                <a:moveTo>
                  <a:pt x="0" y="0"/>
                </a:moveTo>
                <a:lnTo>
                  <a:pt x="585247" y="0"/>
                </a:lnTo>
                <a:lnTo>
                  <a:pt x="585247" y="392647"/>
                </a:lnTo>
                <a:lnTo>
                  <a:pt x="0" y="39264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SG" sz="1088"/>
          </a:p>
        </p:txBody>
      </p:sp>
      <p:sp>
        <p:nvSpPr>
          <p:cNvPr id="9" name="Freeform 9">
            <a:extLst>
              <a:ext uri="{FF2B5EF4-FFF2-40B4-BE49-F238E27FC236}">
                <a16:creationId xmlns:a16="http://schemas.microsoft.com/office/drawing/2014/main" id="{0606C225-92BA-AB1B-68A0-2538722E6910}"/>
              </a:ext>
            </a:extLst>
          </p:cNvPr>
          <p:cNvSpPr/>
          <p:nvPr/>
        </p:nvSpPr>
        <p:spPr>
          <a:xfrm>
            <a:off x="5935945" y="57689"/>
            <a:ext cx="337990" cy="300056"/>
          </a:xfrm>
          <a:custGeom>
            <a:avLst/>
            <a:gdLst/>
            <a:ahLst/>
            <a:cxnLst/>
            <a:rect l="l" t="t" r="r" b="b"/>
            <a:pathLst>
              <a:path w="470053" h="505434">
                <a:moveTo>
                  <a:pt x="0" y="0"/>
                </a:moveTo>
                <a:lnTo>
                  <a:pt x="470053" y="0"/>
                </a:lnTo>
                <a:lnTo>
                  <a:pt x="470053" y="505434"/>
                </a:lnTo>
                <a:lnTo>
                  <a:pt x="0" y="50543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SG" sz="1088"/>
          </a:p>
        </p:txBody>
      </p:sp>
      <p:sp>
        <p:nvSpPr>
          <p:cNvPr id="10" name="Freeform 10">
            <a:extLst>
              <a:ext uri="{FF2B5EF4-FFF2-40B4-BE49-F238E27FC236}">
                <a16:creationId xmlns:a16="http://schemas.microsoft.com/office/drawing/2014/main" id="{436F317C-1F56-2FFF-FA14-6D1EF4C56A7D}"/>
              </a:ext>
            </a:extLst>
          </p:cNvPr>
          <p:cNvSpPr/>
          <p:nvPr/>
        </p:nvSpPr>
        <p:spPr>
          <a:xfrm>
            <a:off x="4279058" y="75355"/>
            <a:ext cx="376026" cy="300054"/>
          </a:xfrm>
          <a:custGeom>
            <a:avLst/>
            <a:gdLst/>
            <a:ahLst/>
            <a:cxnLst/>
            <a:rect l="l" t="t" r="r" b="b"/>
            <a:pathLst>
              <a:path w="471559" h="489932">
                <a:moveTo>
                  <a:pt x="0" y="0"/>
                </a:moveTo>
                <a:lnTo>
                  <a:pt x="471559" y="0"/>
                </a:lnTo>
                <a:lnTo>
                  <a:pt x="471559" y="489931"/>
                </a:lnTo>
                <a:lnTo>
                  <a:pt x="0" y="489931"/>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SG" sz="1088"/>
          </a:p>
        </p:txBody>
      </p:sp>
      <p:sp>
        <p:nvSpPr>
          <p:cNvPr id="11" name="Freeform 11">
            <a:hlinkClick r:id="rId13" action="ppaction://hlinksldjump"/>
            <a:extLst>
              <a:ext uri="{FF2B5EF4-FFF2-40B4-BE49-F238E27FC236}">
                <a16:creationId xmlns:a16="http://schemas.microsoft.com/office/drawing/2014/main" id="{F3B848E9-9F02-C7CD-2DF2-A128E3AFFBD3}"/>
              </a:ext>
            </a:extLst>
          </p:cNvPr>
          <p:cNvSpPr/>
          <p:nvPr/>
        </p:nvSpPr>
        <p:spPr>
          <a:xfrm>
            <a:off x="8929880" y="123051"/>
            <a:ext cx="425297" cy="357013"/>
          </a:xfrm>
          <a:custGeom>
            <a:avLst/>
            <a:gdLst/>
            <a:ahLst/>
            <a:cxnLst/>
            <a:rect l="l" t="t" r="r" b="b"/>
            <a:pathLst>
              <a:path w="586759" h="586759">
                <a:moveTo>
                  <a:pt x="0" y="0"/>
                </a:moveTo>
                <a:lnTo>
                  <a:pt x="586759" y="0"/>
                </a:lnTo>
                <a:lnTo>
                  <a:pt x="586759" y="586760"/>
                </a:lnTo>
                <a:lnTo>
                  <a:pt x="0" y="58676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SG" sz="1088" dirty="0"/>
          </a:p>
        </p:txBody>
      </p:sp>
      <p:sp>
        <p:nvSpPr>
          <p:cNvPr id="12" name="Freeform 12">
            <a:hlinkClick r:id="rId16" action="ppaction://hlinksldjump"/>
            <a:extLst>
              <a:ext uri="{FF2B5EF4-FFF2-40B4-BE49-F238E27FC236}">
                <a16:creationId xmlns:a16="http://schemas.microsoft.com/office/drawing/2014/main" id="{66E522EE-B349-27BD-227B-A0FCC39BA5CF}"/>
              </a:ext>
            </a:extLst>
          </p:cNvPr>
          <p:cNvSpPr/>
          <p:nvPr/>
        </p:nvSpPr>
        <p:spPr>
          <a:xfrm>
            <a:off x="9624070" y="100168"/>
            <a:ext cx="394835" cy="394835"/>
          </a:xfrm>
          <a:custGeom>
            <a:avLst/>
            <a:gdLst/>
            <a:ahLst/>
            <a:cxnLst/>
            <a:rect l="l" t="t" r="r" b="b"/>
            <a:pathLst>
              <a:path w="493565" h="493565">
                <a:moveTo>
                  <a:pt x="0" y="0"/>
                </a:moveTo>
                <a:lnTo>
                  <a:pt x="493565" y="0"/>
                </a:lnTo>
                <a:lnTo>
                  <a:pt x="493565" y="493565"/>
                </a:lnTo>
                <a:lnTo>
                  <a:pt x="0" y="49356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SG" sz="1088"/>
          </a:p>
        </p:txBody>
      </p:sp>
      <p:grpSp>
        <p:nvGrpSpPr>
          <p:cNvPr id="13" name="Group 13">
            <a:extLst>
              <a:ext uri="{FF2B5EF4-FFF2-40B4-BE49-F238E27FC236}">
                <a16:creationId xmlns:a16="http://schemas.microsoft.com/office/drawing/2014/main" id="{179AB88B-DCF2-96D7-EAC3-8B3D0492C453}"/>
              </a:ext>
            </a:extLst>
          </p:cNvPr>
          <p:cNvGrpSpPr/>
          <p:nvPr/>
        </p:nvGrpSpPr>
        <p:grpSpPr>
          <a:xfrm>
            <a:off x="6844985" y="4443886"/>
            <a:ext cx="1546440" cy="447075"/>
            <a:chOff x="0" y="0"/>
            <a:chExt cx="812800" cy="234980"/>
          </a:xfrm>
        </p:grpSpPr>
        <p:sp>
          <p:nvSpPr>
            <p:cNvPr id="14" name="Freeform 14">
              <a:extLst>
                <a:ext uri="{FF2B5EF4-FFF2-40B4-BE49-F238E27FC236}">
                  <a16:creationId xmlns:a16="http://schemas.microsoft.com/office/drawing/2014/main" id="{4901A1C8-EB90-668F-402A-32386FFDA8C8}"/>
                </a:ext>
              </a:extLst>
            </p:cNvPr>
            <p:cNvSpPr/>
            <p:nvPr/>
          </p:nvSpPr>
          <p:spPr>
            <a:xfrm>
              <a:off x="0" y="0"/>
              <a:ext cx="812800" cy="234980"/>
            </a:xfrm>
            <a:custGeom>
              <a:avLst/>
              <a:gdLst/>
              <a:ahLst/>
              <a:cxnLst/>
              <a:rect l="l" t="t" r="r" b="b"/>
              <a:pathLst>
                <a:path w="812800" h="234980">
                  <a:moveTo>
                    <a:pt x="117490" y="0"/>
                  </a:moveTo>
                  <a:lnTo>
                    <a:pt x="695310" y="0"/>
                  </a:lnTo>
                  <a:cubicBezTo>
                    <a:pt x="726470" y="0"/>
                    <a:pt x="756354" y="12378"/>
                    <a:pt x="778388" y="34412"/>
                  </a:cubicBezTo>
                  <a:cubicBezTo>
                    <a:pt x="800422" y="56446"/>
                    <a:pt x="812800" y="86330"/>
                    <a:pt x="812800" y="117490"/>
                  </a:cubicBezTo>
                  <a:lnTo>
                    <a:pt x="812800" y="117490"/>
                  </a:lnTo>
                  <a:cubicBezTo>
                    <a:pt x="812800" y="148650"/>
                    <a:pt x="800422" y="178534"/>
                    <a:pt x="778388" y="200568"/>
                  </a:cubicBezTo>
                  <a:cubicBezTo>
                    <a:pt x="756354" y="222602"/>
                    <a:pt x="726470" y="234980"/>
                    <a:pt x="695310" y="234980"/>
                  </a:cubicBezTo>
                  <a:lnTo>
                    <a:pt x="117490" y="234980"/>
                  </a:lnTo>
                  <a:cubicBezTo>
                    <a:pt x="86330" y="234980"/>
                    <a:pt x="56446" y="222602"/>
                    <a:pt x="34412" y="200568"/>
                  </a:cubicBezTo>
                  <a:cubicBezTo>
                    <a:pt x="12378" y="178534"/>
                    <a:pt x="0" y="148650"/>
                    <a:pt x="0" y="117490"/>
                  </a:cubicBezTo>
                  <a:lnTo>
                    <a:pt x="0" y="117490"/>
                  </a:lnTo>
                  <a:cubicBezTo>
                    <a:pt x="0" y="86330"/>
                    <a:pt x="12378" y="56446"/>
                    <a:pt x="34412" y="34412"/>
                  </a:cubicBezTo>
                  <a:cubicBezTo>
                    <a:pt x="56446" y="12378"/>
                    <a:pt x="86330" y="0"/>
                    <a:pt x="117490" y="0"/>
                  </a:cubicBezTo>
                  <a:close/>
                </a:path>
              </a:pathLst>
            </a:custGeom>
            <a:solidFill>
              <a:srgbClr val="F34336"/>
            </a:solidFill>
          </p:spPr>
          <p:txBody>
            <a:bodyPr/>
            <a:lstStyle/>
            <a:p>
              <a:endParaRPr lang="en-SG" sz="1088"/>
            </a:p>
          </p:txBody>
        </p:sp>
        <p:sp>
          <p:nvSpPr>
            <p:cNvPr id="15" name="TextBox 15">
              <a:extLst>
                <a:ext uri="{FF2B5EF4-FFF2-40B4-BE49-F238E27FC236}">
                  <a16:creationId xmlns:a16="http://schemas.microsoft.com/office/drawing/2014/main" id="{ED64C453-091C-1FB1-A89D-D1340F75FAE9}"/>
                </a:ext>
              </a:extLst>
            </p:cNvPr>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grpSp>
        <p:nvGrpSpPr>
          <p:cNvPr id="16" name="Group 16">
            <a:extLst>
              <a:ext uri="{FF2B5EF4-FFF2-40B4-BE49-F238E27FC236}">
                <a16:creationId xmlns:a16="http://schemas.microsoft.com/office/drawing/2014/main" id="{E59AB0D3-2A5E-6974-EAFF-FECC66E2878C}"/>
              </a:ext>
            </a:extLst>
          </p:cNvPr>
          <p:cNvGrpSpPr/>
          <p:nvPr/>
        </p:nvGrpSpPr>
        <p:grpSpPr>
          <a:xfrm>
            <a:off x="8602020" y="4464216"/>
            <a:ext cx="1542181" cy="445844"/>
            <a:chOff x="0" y="0"/>
            <a:chExt cx="812800" cy="234980"/>
          </a:xfrm>
        </p:grpSpPr>
        <p:sp>
          <p:nvSpPr>
            <p:cNvPr id="17" name="Freeform 17">
              <a:hlinkClick r:id="rId19" action="ppaction://hlinksldjump"/>
              <a:extLst>
                <a:ext uri="{FF2B5EF4-FFF2-40B4-BE49-F238E27FC236}">
                  <a16:creationId xmlns:a16="http://schemas.microsoft.com/office/drawing/2014/main" id="{B714FAC6-724C-C983-DC30-7ED43F68ED28}"/>
                </a:ext>
              </a:extLst>
            </p:cNvPr>
            <p:cNvSpPr/>
            <p:nvPr/>
          </p:nvSpPr>
          <p:spPr>
            <a:xfrm>
              <a:off x="0" y="0"/>
              <a:ext cx="812800" cy="234980"/>
            </a:xfrm>
            <a:custGeom>
              <a:avLst/>
              <a:gdLst/>
              <a:ahLst/>
              <a:cxnLst/>
              <a:rect l="l" t="t" r="r" b="b"/>
              <a:pathLst>
                <a:path w="812800" h="234980">
                  <a:moveTo>
                    <a:pt x="117490" y="0"/>
                  </a:moveTo>
                  <a:lnTo>
                    <a:pt x="695310" y="0"/>
                  </a:lnTo>
                  <a:cubicBezTo>
                    <a:pt x="726470" y="0"/>
                    <a:pt x="756354" y="12378"/>
                    <a:pt x="778388" y="34412"/>
                  </a:cubicBezTo>
                  <a:cubicBezTo>
                    <a:pt x="800422" y="56446"/>
                    <a:pt x="812800" y="86330"/>
                    <a:pt x="812800" y="117490"/>
                  </a:cubicBezTo>
                  <a:lnTo>
                    <a:pt x="812800" y="117490"/>
                  </a:lnTo>
                  <a:cubicBezTo>
                    <a:pt x="812800" y="148650"/>
                    <a:pt x="800422" y="178534"/>
                    <a:pt x="778388" y="200568"/>
                  </a:cubicBezTo>
                  <a:cubicBezTo>
                    <a:pt x="756354" y="222602"/>
                    <a:pt x="726470" y="234980"/>
                    <a:pt x="695310" y="234980"/>
                  </a:cubicBezTo>
                  <a:lnTo>
                    <a:pt x="117490" y="234980"/>
                  </a:lnTo>
                  <a:cubicBezTo>
                    <a:pt x="86330" y="234980"/>
                    <a:pt x="56446" y="222602"/>
                    <a:pt x="34412" y="200568"/>
                  </a:cubicBezTo>
                  <a:cubicBezTo>
                    <a:pt x="12378" y="178534"/>
                    <a:pt x="0" y="148650"/>
                    <a:pt x="0" y="117490"/>
                  </a:cubicBezTo>
                  <a:lnTo>
                    <a:pt x="0" y="117490"/>
                  </a:lnTo>
                  <a:cubicBezTo>
                    <a:pt x="0" y="86330"/>
                    <a:pt x="12378" y="56446"/>
                    <a:pt x="34412" y="34412"/>
                  </a:cubicBezTo>
                  <a:cubicBezTo>
                    <a:pt x="56446" y="12378"/>
                    <a:pt x="86330" y="0"/>
                    <a:pt x="117490" y="0"/>
                  </a:cubicBezTo>
                  <a:close/>
                </a:path>
              </a:pathLst>
            </a:custGeom>
            <a:solidFill>
              <a:srgbClr val="F34336"/>
            </a:solidFill>
          </p:spPr>
          <p:txBody>
            <a:bodyPr/>
            <a:lstStyle/>
            <a:p>
              <a:endParaRPr lang="en-SG" sz="1088"/>
            </a:p>
          </p:txBody>
        </p:sp>
        <p:sp>
          <p:nvSpPr>
            <p:cNvPr id="18" name="TextBox 18">
              <a:extLst>
                <a:ext uri="{FF2B5EF4-FFF2-40B4-BE49-F238E27FC236}">
                  <a16:creationId xmlns:a16="http://schemas.microsoft.com/office/drawing/2014/main" id="{119C7F78-A146-E9F6-4EA9-31E41D7B5A2B}"/>
                </a:ext>
              </a:extLst>
            </p:cNvPr>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sp>
        <p:nvSpPr>
          <p:cNvPr id="19" name="Freeform 19">
            <a:extLst>
              <a:ext uri="{FF2B5EF4-FFF2-40B4-BE49-F238E27FC236}">
                <a16:creationId xmlns:a16="http://schemas.microsoft.com/office/drawing/2014/main" id="{4DF93584-ACC2-DC2F-E7E6-A914EA8EAE19}"/>
              </a:ext>
            </a:extLst>
          </p:cNvPr>
          <p:cNvSpPr/>
          <p:nvPr/>
        </p:nvSpPr>
        <p:spPr>
          <a:xfrm>
            <a:off x="-34231" y="3817717"/>
            <a:ext cx="629155" cy="314578"/>
          </a:xfrm>
          <a:custGeom>
            <a:avLst/>
            <a:gdLst/>
            <a:ahLst/>
            <a:cxnLst/>
            <a:rect l="l" t="t" r="r" b="b"/>
            <a:pathLst>
              <a:path w="786479" h="393240">
                <a:moveTo>
                  <a:pt x="0" y="0"/>
                </a:moveTo>
                <a:lnTo>
                  <a:pt x="786480" y="0"/>
                </a:lnTo>
                <a:lnTo>
                  <a:pt x="786480" y="393239"/>
                </a:lnTo>
                <a:lnTo>
                  <a:pt x="0" y="39323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20" name="Freeform 20">
            <a:extLst>
              <a:ext uri="{FF2B5EF4-FFF2-40B4-BE49-F238E27FC236}">
                <a16:creationId xmlns:a16="http://schemas.microsoft.com/office/drawing/2014/main" id="{AEFBC7C4-E053-477F-B4FC-3484C0A951C7}"/>
              </a:ext>
            </a:extLst>
          </p:cNvPr>
          <p:cNvSpPr/>
          <p:nvPr/>
        </p:nvSpPr>
        <p:spPr>
          <a:xfrm>
            <a:off x="9146" y="1672132"/>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21" name="Freeform 21">
            <a:extLst>
              <a:ext uri="{FF2B5EF4-FFF2-40B4-BE49-F238E27FC236}">
                <a16:creationId xmlns:a16="http://schemas.microsoft.com/office/drawing/2014/main" id="{56D69A79-9CA5-E4D7-7C2B-DD87173E9630}"/>
              </a:ext>
            </a:extLst>
          </p:cNvPr>
          <p:cNvSpPr/>
          <p:nvPr/>
        </p:nvSpPr>
        <p:spPr>
          <a:xfrm>
            <a:off x="-53714" y="5177892"/>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22" name="Freeform 22">
            <a:extLst>
              <a:ext uri="{FF2B5EF4-FFF2-40B4-BE49-F238E27FC236}">
                <a16:creationId xmlns:a16="http://schemas.microsoft.com/office/drawing/2014/main" id="{48038B79-C700-6B92-A028-C03F145A38CC}"/>
              </a:ext>
            </a:extLst>
          </p:cNvPr>
          <p:cNvSpPr/>
          <p:nvPr/>
        </p:nvSpPr>
        <p:spPr>
          <a:xfrm>
            <a:off x="-37435" y="5910903"/>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23" name="Freeform 23">
            <a:extLst>
              <a:ext uri="{FF2B5EF4-FFF2-40B4-BE49-F238E27FC236}">
                <a16:creationId xmlns:a16="http://schemas.microsoft.com/office/drawing/2014/main" id="{F58854D5-37CC-C2FD-62A9-42C7AEF1E46C}"/>
              </a:ext>
            </a:extLst>
          </p:cNvPr>
          <p:cNvSpPr/>
          <p:nvPr/>
        </p:nvSpPr>
        <p:spPr>
          <a:xfrm>
            <a:off x="53132" y="6702276"/>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dirty="0"/>
          </a:p>
        </p:txBody>
      </p:sp>
      <p:sp>
        <p:nvSpPr>
          <p:cNvPr id="24" name="Freeform 24">
            <a:extLst>
              <a:ext uri="{FF2B5EF4-FFF2-40B4-BE49-F238E27FC236}">
                <a16:creationId xmlns:a16="http://schemas.microsoft.com/office/drawing/2014/main" id="{6C23CD26-BBE0-96A0-EDBA-CEE4CAEDE465}"/>
              </a:ext>
            </a:extLst>
          </p:cNvPr>
          <p:cNvSpPr/>
          <p:nvPr/>
        </p:nvSpPr>
        <p:spPr>
          <a:xfrm>
            <a:off x="-24711" y="3108638"/>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25" name="Freeform 25">
            <a:extLst>
              <a:ext uri="{FF2B5EF4-FFF2-40B4-BE49-F238E27FC236}">
                <a16:creationId xmlns:a16="http://schemas.microsoft.com/office/drawing/2014/main" id="{809DD42C-62D1-106F-7FC9-06C6D5D01713}"/>
              </a:ext>
            </a:extLst>
          </p:cNvPr>
          <p:cNvSpPr/>
          <p:nvPr/>
        </p:nvSpPr>
        <p:spPr>
          <a:xfrm>
            <a:off x="-8500" y="2393207"/>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26" name="Freeform 26">
            <a:extLst>
              <a:ext uri="{FF2B5EF4-FFF2-40B4-BE49-F238E27FC236}">
                <a16:creationId xmlns:a16="http://schemas.microsoft.com/office/drawing/2014/main" id="{D3A5840D-6B71-9844-DA6D-E389CC79C5B1}"/>
              </a:ext>
            </a:extLst>
          </p:cNvPr>
          <p:cNvSpPr/>
          <p:nvPr/>
        </p:nvSpPr>
        <p:spPr>
          <a:xfrm>
            <a:off x="6117783" y="3369998"/>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27" name="Freeform 27">
            <a:extLst>
              <a:ext uri="{FF2B5EF4-FFF2-40B4-BE49-F238E27FC236}">
                <a16:creationId xmlns:a16="http://schemas.microsoft.com/office/drawing/2014/main" id="{A77945CE-BC25-59BE-C367-0BD81FF98C8B}"/>
              </a:ext>
            </a:extLst>
          </p:cNvPr>
          <p:cNvSpPr/>
          <p:nvPr/>
        </p:nvSpPr>
        <p:spPr>
          <a:xfrm>
            <a:off x="6117783" y="2450037"/>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28" name="Freeform 28">
            <a:extLst>
              <a:ext uri="{FF2B5EF4-FFF2-40B4-BE49-F238E27FC236}">
                <a16:creationId xmlns:a16="http://schemas.microsoft.com/office/drawing/2014/main" id="{9946CEC8-5D3B-EAFA-ACF2-961B495A12BA}"/>
              </a:ext>
            </a:extLst>
          </p:cNvPr>
          <p:cNvSpPr/>
          <p:nvPr/>
        </p:nvSpPr>
        <p:spPr>
          <a:xfrm>
            <a:off x="6117783" y="1620337"/>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29" name="Freeform 29">
            <a:extLst>
              <a:ext uri="{FF2B5EF4-FFF2-40B4-BE49-F238E27FC236}">
                <a16:creationId xmlns:a16="http://schemas.microsoft.com/office/drawing/2014/main" id="{BC30D055-52BE-F994-3245-1A9ED2A33860}"/>
              </a:ext>
            </a:extLst>
          </p:cNvPr>
          <p:cNvSpPr/>
          <p:nvPr/>
        </p:nvSpPr>
        <p:spPr>
          <a:xfrm>
            <a:off x="6117783" y="6000457"/>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0" name="Freeform 30">
            <a:extLst>
              <a:ext uri="{FF2B5EF4-FFF2-40B4-BE49-F238E27FC236}">
                <a16:creationId xmlns:a16="http://schemas.microsoft.com/office/drawing/2014/main" id="{9E39339D-5604-2590-127C-9756DB7EDEFC}"/>
              </a:ext>
            </a:extLst>
          </p:cNvPr>
          <p:cNvSpPr/>
          <p:nvPr/>
        </p:nvSpPr>
        <p:spPr>
          <a:xfrm>
            <a:off x="6085923" y="5046779"/>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1" name="Freeform 31">
            <a:extLst>
              <a:ext uri="{FF2B5EF4-FFF2-40B4-BE49-F238E27FC236}">
                <a16:creationId xmlns:a16="http://schemas.microsoft.com/office/drawing/2014/main" id="{D1208567-86BB-7378-31F8-039F15867D63}"/>
              </a:ext>
            </a:extLst>
          </p:cNvPr>
          <p:cNvSpPr/>
          <p:nvPr/>
        </p:nvSpPr>
        <p:spPr>
          <a:xfrm>
            <a:off x="6117783" y="4183885"/>
            <a:ext cx="312305" cy="312305"/>
          </a:xfrm>
          <a:custGeom>
            <a:avLst/>
            <a:gdLst/>
            <a:ahLst/>
            <a:cxnLst/>
            <a:rect l="l" t="t" r="r" b="b"/>
            <a:pathLst>
              <a:path w="390399" h="390399">
                <a:moveTo>
                  <a:pt x="0" y="0"/>
                </a:moveTo>
                <a:lnTo>
                  <a:pt x="390399" y="0"/>
                </a:lnTo>
                <a:lnTo>
                  <a:pt x="390399" y="390398"/>
                </a:lnTo>
                <a:lnTo>
                  <a:pt x="0" y="390398"/>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sp>
        <p:nvSpPr>
          <p:cNvPr id="32" name="Freeform 32">
            <a:extLst>
              <a:ext uri="{FF2B5EF4-FFF2-40B4-BE49-F238E27FC236}">
                <a16:creationId xmlns:a16="http://schemas.microsoft.com/office/drawing/2014/main" id="{35321B80-29F1-5D6D-92D5-B1FD751641C6}"/>
              </a:ext>
            </a:extLst>
          </p:cNvPr>
          <p:cNvSpPr/>
          <p:nvPr/>
        </p:nvSpPr>
        <p:spPr>
          <a:xfrm>
            <a:off x="6085923" y="6804775"/>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SG" sz="1088"/>
          </a:p>
        </p:txBody>
      </p:sp>
      <p:grpSp>
        <p:nvGrpSpPr>
          <p:cNvPr id="33" name="Group 33">
            <a:extLst>
              <a:ext uri="{FF2B5EF4-FFF2-40B4-BE49-F238E27FC236}">
                <a16:creationId xmlns:a16="http://schemas.microsoft.com/office/drawing/2014/main" id="{54EB054B-ACF5-6115-3BCA-76FD7AF60845}"/>
              </a:ext>
            </a:extLst>
          </p:cNvPr>
          <p:cNvGrpSpPr/>
          <p:nvPr/>
        </p:nvGrpSpPr>
        <p:grpSpPr>
          <a:xfrm>
            <a:off x="6948367" y="1102558"/>
            <a:ext cx="1840568" cy="474563"/>
            <a:chOff x="0" y="0"/>
            <a:chExt cx="654453" cy="168741"/>
          </a:xfrm>
        </p:grpSpPr>
        <p:sp>
          <p:nvSpPr>
            <p:cNvPr id="34" name="Freeform 34">
              <a:extLst>
                <a:ext uri="{FF2B5EF4-FFF2-40B4-BE49-F238E27FC236}">
                  <a16:creationId xmlns:a16="http://schemas.microsoft.com/office/drawing/2014/main" id="{AB30006F-DB19-6579-F8BD-C171DCABB935}"/>
                </a:ext>
              </a:extLst>
            </p:cNvPr>
            <p:cNvSpPr/>
            <p:nvPr/>
          </p:nvSpPr>
          <p:spPr>
            <a:xfrm>
              <a:off x="0" y="0"/>
              <a:ext cx="654453" cy="168741"/>
            </a:xfrm>
            <a:custGeom>
              <a:avLst/>
              <a:gdLst/>
              <a:ahLst/>
              <a:cxnLst/>
              <a:rect l="l" t="t" r="r" b="b"/>
              <a:pathLst>
                <a:path w="654453" h="168741">
                  <a:moveTo>
                    <a:pt x="0" y="0"/>
                  </a:moveTo>
                  <a:lnTo>
                    <a:pt x="654453" y="0"/>
                  </a:lnTo>
                  <a:lnTo>
                    <a:pt x="654453" y="168741"/>
                  </a:lnTo>
                  <a:lnTo>
                    <a:pt x="0" y="168741"/>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35" name="TextBox 35">
              <a:extLst>
                <a:ext uri="{FF2B5EF4-FFF2-40B4-BE49-F238E27FC236}">
                  <a16:creationId xmlns:a16="http://schemas.microsoft.com/office/drawing/2014/main" id="{FDACEE3B-7AA7-0941-1494-059E57BF9416}"/>
                </a:ext>
              </a:extLst>
            </p:cNvPr>
            <p:cNvSpPr txBox="1"/>
            <p:nvPr/>
          </p:nvSpPr>
          <p:spPr>
            <a:xfrm>
              <a:off x="0" y="-28575"/>
              <a:ext cx="654453" cy="197316"/>
            </a:xfrm>
            <a:prstGeom prst="rect">
              <a:avLst/>
            </a:prstGeom>
          </p:spPr>
          <p:txBody>
            <a:bodyPr lIns="40638" tIns="40638" rIns="40638" bIns="40638" rtlCol="0" anchor="ctr"/>
            <a:lstStyle/>
            <a:p>
              <a:pPr algn="ctr">
                <a:lnSpc>
                  <a:spcPts val="2016"/>
                </a:lnSpc>
              </a:pPr>
              <a:endParaRPr sz="1088"/>
            </a:p>
          </p:txBody>
        </p:sp>
      </p:grpSp>
      <p:grpSp>
        <p:nvGrpSpPr>
          <p:cNvPr id="36" name="Group 36">
            <a:extLst>
              <a:ext uri="{FF2B5EF4-FFF2-40B4-BE49-F238E27FC236}">
                <a16:creationId xmlns:a16="http://schemas.microsoft.com/office/drawing/2014/main" id="{FFA748AD-1685-1E8B-FDE1-B2F8DB83CCB7}"/>
              </a:ext>
            </a:extLst>
          </p:cNvPr>
          <p:cNvGrpSpPr/>
          <p:nvPr/>
        </p:nvGrpSpPr>
        <p:grpSpPr>
          <a:xfrm>
            <a:off x="8785225" y="1102558"/>
            <a:ext cx="403148" cy="474845"/>
            <a:chOff x="0" y="0"/>
            <a:chExt cx="143348" cy="168841"/>
          </a:xfrm>
        </p:grpSpPr>
        <p:sp>
          <p:nvSpPr>
            <p:cNvPr id="37" name="Freeform 37">
              <a:extLst>
                <a:ext uri="{FF2B5EF4-FFF2-40B4-BE49-F238E27FC236}">
                  <a16:creationId xmlns:a16="http://schemas.microsoft.com/office/drawing/2014/main" id="{075C3133-83FB-4BDA-F678-B7458E018443}"/>
                </a:ext>
              </a:extLst>
            </p:cNvPr>
            <p:cNvSpPr/>
            <p:nvPr/>
          </p:nvSpPr>
          <p:spPr>
            <a:xfrm>
              <a:off x="0" y="0"/>
              <a:ext cx="143348" cy="168841"/>
            </a:xfrm>
            <a:custGeom>
              <a:avLst/>
              <a:gdLst/>
              <a:ahLst/>
              <a:cxnLst/>
              <a:rect l="l" t="t" r="r" b="b"/>
              <a:pathLst>
                <a:path w="143348" h="168841">
                  <a:moveTo>
                    <a:pt x="0" y="0"/>
                  </a:moveTo>
                  <a:lnTo>
                    <a:pt x="143348" y="0"/>
                  </a:lnTo>
                  <a:lnTo>
                    <a:pt x="143348" y="168841"/>
                  </a:lnTo>
                  <a:lnTo>
                    <a:pt x="0" y="168841"/>
                  </a:lnTo>
                  <a:close/>
                </a:path>
              </a:pathLst>
            </a:custGeom>
            <a:solidFill>
              <a:srgbClr val="FDFDFD">
                <a:alpha val="38824"/>
              </a:srgbClr>
            </a:solidFill>
            <a:ln w="9525" cap="sq">
              <a:solidFill>
                <a:srgbClr val="000000">
                  <a:alpha val="38824"/>
                </a:srgbClr>
              </a:solidFill>
              <a:prstDash val="solid"/>
              <a:miter/>
            </a:ln>
          </p:spPr>
          <p:txBody>
            <a:bodyPr/>
            <a:lstStyle/>
            <a:p>
              <a:endParaRPr lang="en-SG" sz="1088"/>
            </a:p>
          </p:txBody>
        </p:sp>
        <p:sp>
          <p:nvSpPr>
            <p:cNvPr id="38" name="TextBox 38">
              <a:extLst>
                <a:ext uri="{FF2B5EF4-FFF2-40B4-BE49-F238E27FC236}">
                  <a16:creationId xmlns:a16="http://schemas.microsoft.com/office/drawing/2014/main" id="{1509532D-BBA4-97D0-8953-DEA80BFBEDC5}"/>
                </a:ext>
              </a:extLst>
            </p:cNvPr>
            <p:cNvSpPr txBox="1"/>
            <p:nvPr/>
          </p:nvSpPr>
          <p:spPr>
            <a:xfrm>
              <a:off x="0" y="-28575"/>
              <a:ext cx="143348" cy="197416"/>
            </a:xfrm>
            <a:prstGeom prst="rect">
              <a:avLst/>
            </a:prstGeom>
          </p:spPr>
          <p:txBody>
            <a:bodyPr lIns="40638" tIns="40638" rIns="40638" bIns="40638" rtlCol="0" anchor="ctr"/>
            <a:lstStyle/>
            <a:p>
              <a:pPr algn="ctr">
                <a:lnSpc>
                  <a:spcPts val="2016"/>
                </a:lnSpc>
              </a:pPr>
              <a:endParaRPr sz="1088"/>
            </a:p>
          </p:txBody>
        </p:sp>
      </p:grpSp>
      <p:grpSp>
        <p:nvGrpSpPr>
          <p:cNvPr id="39" name="Group 39">
            <a:extLst>
              <a:ext uri="{FF2B5EF4-FFF2-40B4-BE49-F238E27FC236}">
                <a16:creationId xmlns:a16="http://schemas.microsoft.com/office/drawing/2014/main" id="{EC7A89C7-EE24-92F1-458D-1ACF81CCD237}"/>
              </a:ext>
            </a:extLst>
          </p:cNvPr>
          <p:cNvGrpSpPr/>
          <p:nvPr/>
        </p:nvGrpSpPr>
        <p:grpSpPr>
          <a:xfrm>
            <a:off x="7210917" y="2101115"/>
            <a:ext cx="685837" cy="469257"/>
            <a:chOff x="0" y="0"/>
            <a:chExt cx="243864" cy="166854"/>
          </a:xfrm>
        </p:grpSpPr>
        <p:sp>
          <p:nvSpPr>
            <p:cNvPr id="40" name="Freeform 40">
              <a:extLst>
                <a:ext uri="{FF2B5EF4-FFF2-40B4-BE49-F238E27FC236}">
                  <a16:creationId xmlns:a16="http://schemas.microsoft.com/office/drawing/2014/main" id="{1F14A1EA-487C-152C-8B47-47BB5FF4A544}"/>
                </a:ext>
              </a:extLst>
            </p:cNvPr>
            <p:cNvSpPr/>
            <p:nvPr/>
          </p:nvSpPr>
          <p:spPr>
            <a:xfrm>
              <a:off x="0" y="0"/>
              <a:ext cx="243864" cy="166854"/>
            </a:xfrm>
            <a:custGeom>
              <a:avLst/>
              <a:gdLst/>
              <a:ahLst/>
              <a:cxnLst/>
              <a:rect l="l" t="t" r="r" b="b"/>
              <a:pathLst>
                <a:path w="243864" h="166854">
                  <a:moveTo>
                    <a:pt x="0" y="0"/>
                  </a:moveTo>
                  <a:lnTo>
                    <a:pt x="243864" y="0"/>
                  </a:lnTo>
                  <a:lnTo>
                    <a:pt x="243864" y="166854"/>
                  </a:lnTo>
                  <a:lnTo>
                    <a:pt x="0" y="166854"/>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41" name="TextBox 41">
              <a:extLst>
                <a:ext uri="{FF2B5EF4-FFF2-40B4-BE49-F238E27FC236}">
                  <a16:creationId xmlns:a16="http://schemas.microsoft.com/office/drawing/2014/main" id="{19055C9E-85D0-D31C-6201-5E4AB7802601}"/>
                </a:ext>
              </a:extLst>
            </p:cNvPr>
            <p:cNvSpPr txBox="1"/>
            <p:nvPr/>
          </p:nvSpPr>
          <p:spPr>
            <a:xfrm>
              <a:off x="0" y="-28575"/>
              <a:ext cx="243864" cy="195429"/>
            </a:xfrm>
            <a:prstGeom prst="rect">
              <a:avLst/>
            </a:prstGeom>
          </p:spPr>
          <p:txBody>
            <a:bodyPr lIns="40638" tIns="40638" rIns="40638" bIns="40638" rtlCol="0" anchor="ctr"/>
            <a:lstStyle/>
            <a:p>
              <a:pPr algn="ctr">
                <a:lnSpc>
                  <a:spcPts val="2016"/>
                </a:lnSpc>
              </a:pPr>
              <a:endParaRPr sz="1088"/>
            </a:p>
          </p:txBody>
        </p:sp>
      </p:grpSp>
      <p:grpSp>
        <p:nvGrpSpPr>
          <p:cNvPr id="42" name="Group 42">
            <a:extLst>
              <a:ext uri="{FF2B5EF4-FFF2-40B4-BE49-F238E27FC236}">
                <a16:creationId xmlns:a16="http://schemas.microsoft.com/office/drawing/2014/main" id="{4E762D86-19CA-0A8D-6DA8-01720B6572CC}"/>
              </a:ext>
            </a:extLst>
          </p:cNvPr>
          <p:cNvGrpSpPr/>
          <p:nvPr/>
        </p:nvGrpSpPr>
        <p:grpSpPr>
          <a:xfrm>
            <a:off x="6491860" y="551792"/>
            <a:ext cx="125772" cy="7887829"/>
            <a:chOff x="-24731" y="0"/>
            <a:chExt cx="209629" cy="13146961"/>
          </a:xfrm>
        </p:grpSpPr>
        <p:grpSp>
          <p:nvGrpSpPr>
            <p:cNvPr id="43" name="Group 43">
              <a:extLst>
                <a:ext uri="{FF2B5EF4-FFF2-40B4-BE49-F238E27FC236}">
                  <a16:creationId xmlns:a16="http://schemas.microsoft.com/office/drawing/2014/main" id="{34071E7E-3495-83C1-B5A8-0FEEEE6D0311}"/>
                </a:ext>
              </a:extLst>
            </p:cNvPr>
            <p:cNvGrpSpPr/>
            <p:nvPr/>
          </p:nvGrpSpPr>
          <p:grpSpPr>
            <a:xfrm>
              <a:off x="9132" y="3875"/>
              <a:ext cx="175766" cy="507612"/>
              <a:chOff x="0" y="0"/>
              <a:chExt cx="37497" cy="108291"/>
            </a:xfrm>
          </p:grpSpPr>
          <p:sp>
            <p:nvSpPr>
              <p:cNvPr id="44" name="Freeform 44">
                <a:extLst>
                  <a:ext uri="{FF2B5EF4-FFF2-40B4-BE49-F238E27FC236}">
                    <a16:creationId xmlns:a16="http://schemas.microsoft.com/office/drawing/2014/main" id="{D9713A45-5CEA-9EB1-B532-2EC73A0E61AF}"/>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45" name="TextBox 45">
                <a:extLst>
                  <a:ext uri="{FF2B5EF4-FFF2-40B4-BE49-F238E27FC236}">
                    <a16:creationId xmlns:a16="http://schemas.microsoft.com/office/drawing/2014/main" id="{C85DF8AC-3AF3-48BB-514C-BA64A29EF6B3}"/>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46" name="Group 46">
              <a:extLst>
                <a:ext uri="{FF2B5EF4-FFF2-40B4-BE49-F238E27FC236}">
                  <a16:creationId xmlns:a16="http://schemas.microsoft.com/office/drawing/2014/main" id="{B48528AD-77C7-594A-3B5F-C6AF638C71C2}"/>
                </a:ext>
              </a:extLst>
            </p:cNvPr>
            <p:cNvGrpSpPr/>
            <p:nvPr/>
          </p:nvGrpSpPr>
          <p:grpSpPr>
            <a:xfrm>
              <a:off x="9132" y="0"/>
              <a:ext cx="175766" cy="13146961"/>
              <a:chOff x="0" y="0"/>
              <a:chExt cx="37497" cy="2804685"/>
            </a:xfrm>
          </p:grpSpPr>
          <p:sp>
            <p:nvSpPr>
              <p:cNvPr id="47" name="Freeform 47">
                <a:extLst>
                  <a:ext uri="{FF2B5EF4-FFF2-40B4-BE49-F238E27FC236}">
                    <a16:creationId xmlns:a16="http://schemas.microsoft.com/office/drawing/2014/main" id="{4D47B748-FDEC-0DA2-DE71-D3BBF1863A4D}"/>
                  </a:ext>
                </a:extLst>
              </p:cNvPr>
              <p:cNvSpPr/>
              <p:nvPr/>
            </p:nvSpPr>
            <p:spPr>
              <a:xfrm>
                <a:off x="0" y="0"/>
                <a:ext cx="37497" cy="2804685"/>
              </a:xfrm>
              <a:custGeom>
                <a:avLst/>
                <a:gdLst/>
                <a:ahLst/>
                <a:cxnLst/>
                <a:rect l="l" t="t" r="r" b="b"/>
                <a:pathLst>
                  <a:path w="37497" h="2804685">
                    <a:moveTo>
                      <a:pt x="0" y="0"/>
                    </a:moveTo>
                    <a:lnTo>
                      <a:pt x="37497" y="0"/>
                    </a:lnTo>
                    <a:lnTo>
                      <a:pt x="37497" y="2804685"/>
                    </a:lnTo>
                    <a:lnTo>
                      <a:pt x="0" y="2804685"/>
                    </a:lnTo>
                    <a:close/>
                  </a:path>
                </a:pathLst>
              </a:custGeom>
              <a:solidFill>
                <a:srgbClr val="FDFDFD"/>
              </a:solidFill>
              <a:ln w="9525" cap="sq">
                <a:solidFill>
                  <a:srgbClr val="000000"/>
                </a:solidFill>
                <a:prstDash val="solid"/>
                <a:miter/>
              </a:ln>
            </p:spPr>
            <p:txBody>
              <a:bodyPr/>
              <a:lstStyle/>
              <a:p>
                <a:endParaRPr lang="en-SG" sz="1088"/>
              </a:p>
            </p:txBody>
          </p:sp>
          <p:sp>
            <p:nvSpPr>
              <p:cNvPr id="48" name="TextBox 48">
                <a:extLst>
                  <a:ext uri="{FF2B5EF4-FFF2-40B4-BE49-F238E27FC236}">
                    <a16:creationId xmlns:a16="http://schemas.microsoft.com/office/drawing/2014/main" id="{ECC77166-A561-1EF9-D561-29BE62B16D6E}"/>
                  </a:ext>
                </a:extLst>
              </p:cNvPr>
              <p:cNvSpPr txBox="1"/>
              <p:nvPr/>
            </p:nvSpPr>
            <p:spPr>
              <a:xfrm>
                <a:off x="0" y="-28575"/>
                <a:ext cx="37497" cy="2833260"/>
              </a:xfrm>
              <a:prstGeom prst="rect">
                <a:avLst/>
              </a:prstGeom>
            </p:spPr>
            <p:txBody>
              <a:bodyPr lIns="40638" tIns="40638" rIns="40638" bIns="40638" rtlCol="0" anchor="ctr"/>
              <a:lstStyle/>
              <a:p>
                <a:pPr algn="ctr">
                  <a:lnSpc>
                    <a:spcPts val="2016"/>
                  </a:lnSpc>
                </a:pPr>
                <a:endParaRPr sz="1088"/>
              </a:p>
            </p:txBody>
          </p:sp>
        </p:grpSp>
        <p:grpSp>
          <p:nvGrpSpPr>
            <p:cNvPr id="49" name="Group 49">
              <a:extLst>
                <a:ext uri="{FF2B5EF4-FFF2-40B4-BE49-F238E27FC236}">
                  <a16:creationId xmlns:a16="http://schemas.microsoft.com/office/drawing/2014/main" id="{5DB13B1F-AEA0-39BA-F24F-A66F55618EE8}"/>
                </a:ext>
              </a:extLst>
            </p:cNvPr>
            <p:cNvGrpSpPr/>
            <p:nvPr/>
          </p:nvGrpSpPr>
          <p:grpSpPr>
            <a:xfrm>
              <a:off x="9132" y="2726176"/>
              <a:ext cx="165100" cy="2140734"/>
              <a:chOff x="0" y="0"/>
              <a:chExt cx="35221" cy="456690"/>
            </a:xfrm>
          </p:grpSpPr>
          <p:sp>
            <p:nvSpPr>
              <p:cNvPr id="50" name="Freeform 50">
                <a:extLst>
                  <a:ext uri="{FF2B5EF4-FFF2-40B4-BE49-F238E27FC236}">
                    <a16:creationId xmlns:a16="http://schemas.microsoft.com/office/drawing/2014/main" id="{D3776ABE-19E4-F16D-F858-4E5C3229E654}"/>
                  </a:ext>
                </a:extLst>
              </p:cNvPr>
              <p:cNvSpPr/>
              <p:nvPr/>
            </p:nvSpPr>
            <p:spPr>
              <a:xfrm>
                <a:off x="0" y="0"/>
                <a:ext cx="35221" cy="456690"/>
              </a:xfrm>
              <a:custGeom>
                <a:avLst/>
                <a:gdLst/>
                <a:ahLst/>
                <a:cxnLst/>
                <a:rect l="l" t="t" r="r" b="b"/>
                <a:pathLst>
                  <a:path w="35221" h="456690">
                    <a:moveTo>
                      <a:pt x="0" y="0"/>
                    </a:moveTo>
                    <a:lnTo>
                      <a:pt x="35221" y="0"/>
                    </a:lnTo>
                    <a:lnTo>
                      <a:pt x="35221" y="456690"/>
                    </a:lnTo>
                    <a:lnTo>
                      <a:pt x="0" y="456690"/>
                    </a:lnTo>
                    <a:close/>
                  </a:path>
                </a:pathLst>
              </a:custGeom>
              <a:solidFill>
                <a:srgbClr val="F34336"/>
              </a:solidFill>
              <a:ln cap="sq">
                <a:noFill/>
                <a:prstDash val="solid"/>
                <a:miter/>
              </a:ln>
            </p:spPr>
            <p:txBody>
              <a:bodyPr/>
              <a:lstStyle/>
              <a:p>
                <a:endParaRPr lang="en-SG" sz="1088"/>
              </a:p>
            </p:txBody>
          </p:sp>
          <p:sp>
            <p:nvSpPr>
              <p:cNvPr id="51" name="TextBox 51">
                <a:extLst>
                  <a:ext uri="{FF2B5EF4-FFF2-40B4-BE49-F238E27FC236}">
                    <a16:creationId xmlns:a16="http://schemas.microsoft.com/office/drawing/2014/main" id="{765FE9E6-4A24-67C3-C8E8-4DFFE7FB8BED}"/>
                  </a:ext>
                </a:extLst>
              </p:cNvPr>
              <p:cNvSpPr txBox="1"/>
              <p:nvPr/>
            </p:nvSpPr>
            <p:spPr>
              <a:xfrm>
                <a:off x="0" y="-28575"/>
                <a:ext cx="35221" cy="485265"/>
              </a:xfrm>
              <a:prstGeom prst="rect">
                <a:avLst/>
              </a:prstGeom>
            </p:spPr>
            <p:txBody>
              <a:bodyPr lIns="40638" tIns="40638" rIns="40638" bIns="40638" rtlCol="0" anchor="ctr"/>
              <a:lstStyle/>
              <a:p>
                <a:pPr algn="ctr">
                  <a:lnSpc>
                    <a:spcPts val="2016"/>
                  </a:lnSpc>
                </a:pPr>
                <a:endParaRPr sz="1088"/>
              </a:p>
            </p:txBody>
          </p:sp>
        </p:grpSp>
        <p:grpSp>
          <p:nvGrpSpPr>
            <p:cNvPr id="52" name="Group 52">
              <a:extLst>
                <a:ext uri="{FF2B5EF4-FFF2-40B4-BE49-F238E27FC236}">
                  <a16:creationId xmlns:a16="http://schemas.microsoft.com/office/drawing/2014/main" id="{885DE50C-E4E6-276F-0414-6BDA48459517}"/>
                </a:ext>
              </a:extLst>
            </p:cNvPr>
            <p:cNvGrpSpPr/>
            <p:nvPr/>
          </p:nvGrpSpPr>
          <p:grpSpPr>
            <a:xfrm>
              <a:off x="9132" y="10883818"/>
              <a:ext cx="175766" cy="507612"/>
              <a:chOff x="0" y="0"/>
              <a:chExt cx="37497" cy="108291"/>
            </a:xfrm>
          </p:grpSpPr>
          <p:sp>
            <p:nvSpPr>
              <p:cNvPr id="53" name="Freeform 53">
                <a:extLst>
                  <a:ext uri="{FF2B5EF4-FFF2-40B4-BE49-F238E27FC236}">
                    <a16:creationId xmlns:a16="http://schemas.microsoft.com/office/drawing/2014/main" id="{5530BC4C-D8F1-7386-18A9-466260A394B5}"/>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54" name="TextBox 54">
                <a:extLst>
                  <a:ext uri="{FF2B5EF4-FFF2-40B4-BE49-F238E27FC236}">
                    <a16:creationId xmlns:a16="http://schemas.microsoft.com/office/drawing/2014/main" id="{4C7FDB2A-FD91-D71F-18B2-B7C73B8529DF}"/>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55" name="Group 55">
              <a:extLst>
                <a:ext uri="{FF2B5EF4-FFF2-40B4-BE49-F238E27FC236}">
                  <a16:creationId xmlns:a16="http://schemas.microsoft.com/office/drawing/2014/main" id="{E1134B0B-296E-463B-0E12-E9A15900FEA5}"/>
                </a:ext>
              </a:extLst>
            </p:cNvPr>
            <p:cNvGrpSpPr/>
            <p:nvPr/>
          </p:nvGrpSpPr>
          <p:grpSpPr>
            <a:xfrm>
              <a:off x="45096" y="175561"/>
              <a:ext cx="139802" cy="122326"/>
              <a:chOff x="0" y="0"/>
              <a:chExt cx="812800" cy="711200"/>
            </a:xfrm>
          </p:grpSpPr>
          <p:sp>
            <p:nvSpPr>
              <p:cNvPr id="56" name="Freeform 56">
                <a:extLst>
                  <a:ext uri="{FF2B5EF4-FFF2-40B4-BE49-F238E27FC236}">
                    <a16:creationId xmlns:a16="http://schemas.microsoft.com/office/drawing/2014/main" id="{3A0F4841-7A4F-AD57-5747-9B385B56A5D5}"/>
                  </a:ext>
                </a:extLst>
              </p:cNvPr>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34336"/>
              </a:solidFill>
            </p:spPr>
            <p:txBody>
              <a:bodyPr/>
              <a:lstStyle/>
              <a:p>
                <a:endParaRPr lang="en-SG" sz="1088"/>
              </a:p>
            </p:txBody>
          </p:sp>
          <p:sp>
            <p:nvSpPr>
              <p:cNvPr id="57" name="TextBox 57">
                <a:extLst>
                  <a:ext uri="{FF2B5EF4-FFF2-40B4-BE49-F238E27FC236}">
                    <a16:creationId xmlns:a16="http://schemas.microsoft.com/office/drawing/2014/main" id="{9CCAE6E4-A57D-56D2-9775-3C49812614B8}"/>
                  </a:ext>
                </a:extLst>
              </p:cNvPr>
              <p:cNvSpPr txBox="1"/>
              <p:nvPr/>
            </p:nvSpPr>
            <p:spPr>
              <a:xfrm>
                <a:off x="127000" y="301625"/>
                <a:ext cx="558800" cy="358775"/>
              </a:xfrm>
              <a:prstGeom prst="rect">
                <a:avLst/>
              </a:prstGeom>
            </p:spPr>
            <p:txBody>
              <a:bodyPr lIns="40638" tIns="40638" rIns="40638" bIns="40638" rtlCol="0" anchor="ctr"/>
              <a:lstStyle/>
              <a:p>
                <a:pPr algn="ctr">
                  <a:lnSpc>
                    <a:spcPts val="2016"/>
                  </a:lnSpc>
                </a:pPr>
                <a:endParaRPr sz="1088"/>
              </a:p>
            </p:txBody>
          </p:sp>
        </p:grpSp>
        <p:grpSp>
          <p:nvGrpSpPr>
            <p:cNvPr id="58" name="Group 58">
              <a:extLst>
                <a:ext uri="{FF2B5EF4-FFF2-40B4-BE49-F238E27FC236}">
                  <a16:creationId xmlns:a16="http://schemas.microsoft.com/office/drawing/2014/main" id="{E3A6F7E4-4AAD-2951-704E-5068F7C2F1BA}"/>
                </a:ext>
              </a:extLst>
            </p:cNvPr>
            <p:cNvGrpSpPr/>
            <p:nvPr/>
          </p:nvGrpSpPr>
          <p:grpSpPr>
            <a:xfrm>
              <a:off x="-24731" y="10577351"/>
              <a:ext cx="174232" cy="589991"/>
              <a:chOff x="-115371" y="-2371333"/>
              <a:chExt cx="812800" cy="2752333"/>
            </a:xfrm>
          </p:grpSpPr>
          <p:sp>
            <p:nvSpPr>
              <p:cNvPr id="59" name="Freeform 59">
                <a:extLst>
                  <a:ext uri="{FF2B5EF4-FFF2-40B4-BE49-F238E27FC236}">
                    <a16:creationId xmlns:a16="http://schemas.microsoft.com/office/drawing/2014/main" id="{297158DE-BDB6-49DF-9EB9-1008A2EE4710}"/>
                  </a:ext>
                </a:extLst>
              </p:cNvPr>
              <p:cNvSpPr/>
              <p:nvPr/>
            </p:nvSpPr>
            <p:spPr>
              <a:xfrm>
                <a:off x="-115371" y="-2371333"/>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60" name="TextBox 60">
                <a:extLst>
                  <a:ext uri="{FF2B5EF4-FFF2-40B4-BE49-F238E27FC236}">
                    <a16:creationId xmlns:a16="http://schemas.microsoft.com/office/drawing/2014/main" id="{C97A8EAB-5201-D67B-E233-B61E13BE7205}"/>
                  </a:ext>
                </a:extLst>
              </p:cNvPr>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a:p>
            </p:txBody>
          </p:sp>
        </p:grpSp>
      </p:grpSp>
      <p:grpSp>
        <p:nvGrpSpPr>
          <p:cNvPr id="61" name="Group 61">
            <a:extLst>
              <a:ext uri="{FF2B5EF4-FFF2-40B4-BE49-F238E27FC236}">
                <a16:creationId xmlns:a16="http://schemas.microsoft.com/office/drawing/2014/main" id="{D56EAF4D-3C11-FF47-434A-3C8455F66871}"/>
              </a:ext>
            </a:extLst>
          </p:cNvPr>
          <p:cNvGrpSpPr/>
          <p:nvPr/>
        </p:nvGrpSpPr>
        <p:grpSpPr>
          <a:xfrm>
            <a:off x="8668767" y="3091818"/>
            <a:ext cx="617414" cy="371217"/>
            <a:chOff x="0" y="0"/>
            <a:chExt cx="219534" cy="131994"/>
          </a:xfrm>
        </p:grpSpPr>
        <p:sp>
          <p:nvSpPr>
            <p:cNvPr id="62" name="Freeform 62">
              <a:extLst>
                <a:ext uri="{FF2B5EF4-FFF2-40B4-BE49-F238E27FC236}">
                  <a16:creationId xmlns:a16="http://schemas.microsoft.com/office/drawing/2014/main" id="{CFD82EBE-EFAD-7B7F-FF1B-0F8FD05430CE}"/>
                </a:ext>
              </a:extLst>
            </p:cNvPr>
            <p:cNvSpPr/>
            <p:nvPr/>
          </p:nvSpPr>
          <p:spPr>
            <a:xfrm>
              <a:off x="0" y="0"/>
              <a:ext cx="219534" cy="131994"/>
            </a:xfrm>
            <a:custGeom>
              <a:avLst/>
              <a:gdLst/>
              <a:ahLst/>
              <a:cxnLst/>
              <a:rect l="l" t="t" r="r" b="b"/>
              <a:pathLst>
                <a:path w="219534" h="131994">
                  <a:moveTo>
                    <a:pt x="0" y="0"/>
                  </a:moveTo>
                  <a:lnTo>
                    <a:pt x="219534" y="0"/>
                  </a:lnTo>
                  <a:lnTo>
                    <a:pt x="219534" y="131994"/>
                  </a:lnTo>
                  <a:lnTo>
                    <a:pt x="0" y="131994"/>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63" name="TextBox 63">
              <a:extLst>
                <a:ext uri="{FF2B5EF4-FFF2-40B4-BE49-F238E27FC236}">
                  <a16:creationId xmlns:a16="http://schemas.microsoft.com/office/drawing/2014/main" id="{7FF74C22-FAB1-971E-7DE4-FE550DAFA417}"/>
                </a:ext>
              </a:extLst>
            </p:cNvPr>
            <p:cNvSpPr txBox="1"/>
            <p:nvPr/>
          </p:nvSpPr>
          <p:spPr>
            <a:xfrm>
              <a:off x="0" y="-28575"/>
              <a:ext cx="219534" cy="160569"/>
            </a:xfrm>
            <a:prstGeom prst="rect">
              <a:avLst/>
            </a:prstGeom>
          </p:spPr>
          <p:txBody>
            <a:bodyPr lIns="40638" tIns="40638" rIns="40638" bIns="40638" rtlCol="0" anchor="ctr"/>
            <a:lstStyle/>
            <a:p>
              <a:pPr algn="ctr">
                <a:lnSpc>
                  <a:spcPts val="2016"/>
                </a:lnSpc>
              </a:pPr>
              <a:endParaRPr sz="1088"/>
            </a:p>
          </p:txBody>
        </p:sp>
      </p:grpSp>
      <p:sp>
        <p:nvSpPr>
          <p:cNvPr id="64" name="TextBox 64">
            <a:extLst>
              <a:ext uri="{FF2B5EF4-FFF2-40B4-BE49-F238E27FC236}">
                <a16:creationId xmlns:a16="http://schemas.microsoft.com/office/drawing/2014/main" id="{69F05C3A-088D-BE01-3587-584388ABD92F}"/>
              </a:ext>
            </a:extLst>
          </p:cNvPr>
          <p:cNvSpPr txBox="1"/>
          <p:nvPr/>
        </p:nvSpPr>
        <p:spPr>
          <a:xfrm>
            <a:off x="8295818" y="2892555"/>
            <a:ext cx="162712" cy="563872"/>
          </a:xfrm>
          <a:prstGeom prst="rect">
            <a:avLst/>
          </a:prstGeom>
        </p:spPr>
        <p:txBody>
          <a:bodyPr lIns="0" tIns="0" rIns="0" bIns="0" rtlCol="0" anchor="t">
            <a:spAutoFit/>
          </a:bodyPr>
          <a:lstStyle/>
          <a:p>
            <a:pPr algn="ctr">
              <a:lnSpc>
                <a:spcPts val="4730"/>
              </a:lnSpc>
              <a:spcBef>
                <a:spcPct val="0"/>
              </a:spcBef>
            </a:pPr>
            <a:r>
              <a:rPr lang="en-US" sz="3378">
                <a:solidFill>
                  <a:srgbClr val="000000"/>
                </a:solidFill>
                <a:latin typeface="Canva Sans"/>
                <a:ea typeface="Canva Sans"/>
                <a:cs typeface="Canva Sans"/>
                <a:sym typeface="Canva Sans"/>
              </a:rPr>
              <a:t>-</a:t>
            </a:r>
          </a:p>
        </p:txBody>
      </p:sp>
      <p:grpSp>
        <p:nvGrpSpPr>
          <p:cNvPr id="65" name="Group 65">
            <a:extLst>
              <a:ext uri="{FF2B5EF4-FFF2-40B4-BE49-F238E27FC236}">
                <a16:creationId xmlns:a16="http://schemas.microsoft.com/office/drawing/2014/main" id="{B4F5484B-8851-4515-6B71-CB106C003DA3}"/>
              </a:ext>
            </a:extLst>
          </p:cNvPr>
          <p:cNvGrpSpPr/>
          <p:nvPr/>
        </p:nvGrpSpPr>
        <p:grpSpPr>
          <a:xfrm>
            <a:off x="8910817" y="1248188"/>
            <a:ext cx="201735" cy="176518"/>
            <a:chOff x="0" y="0"/>
            <a:chExt cx="812800" cy="711200"/>
          </a:xfrm>
        </p:grpSpPr>
        <p:sp>
          <p:nvSpPr>
            <p:cNvPr id="66" name="Freeform 66">
              <a:extLst>
                <a:ext uri="{FF2B5EF4-FFF2-40B4-BE49-F238E27FC236}">
                  <a16:creationId xmlns:a16="http://schemas.microsoft.com/office/drawing/2014/main" id="{5A5387EE-D285-74F1-FFA7-23A1633368B6}"/>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67" name="TextBox 67">
              <a:extLst>
                <a:ext uri="{FF2B5EF4-FFF2-40B4-BE49-F238E27FC236}">
                  <a16:creationId xmlns:a16="http://schemas.microsoft.com/office/drawing/2014/main" id="{C7D5530A-E35A-3894-518B-68B1C72CC1AB}"/>
                </a:ext>
              </a:extLst>
            </p:cNvPr>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a:p>
          </p:txBody>
        </p:sp>
      </p:grpSp>
      <p:grpSp>
        <p:nvGrpSpPr>
          <p:cNvPr id="68" name="Group 68">
            <a:extLst>
              <a:ext uri="{FF2B5EF4-FFF2-40B4-BE49-F238E27FC236}">
                <a16:creationId xmlns:a16="http://schemas.microsoft.com/office/drawing/2014/main" id="{F455473A-12F8-3C53-24B5-D0C8B8E108D5}"/>
              </a:ext>
            </a:extLst>
          </p:cNvPr>
          <p:cNvGrpSpPr/>
          <p:nvPr/>
        </p:nvGrpSpPr>
        <p:grpSpPr>
          <a:xfrm>
            <a:off x="8164543" y="2575960"/>
            <a:ext cx="1328895" cy="448662"/>
            <a:chOff x="0" y="0"/>
            <a:chExt cx="465121" cy="168741"/>
          </a:xfrm>
        </p:grpSpPr>
        <p:sp>
          <p:nvSpPr>
            <p:cNvPr id="69" name="Freeform 69">
              <a:extLst>
                <a:ext uri="{FF2B5EF4-FFF2-40B4-BE49-F238E27FC236}">
                  <a16:creationId xmlns:a16="http://schemas.microsoft.com/office/drawing/2014/main" id="{6A3C2FCF-6C14-14D8-B23E-69FB6D65113A}"/>
                </a:ext>
              </a:extLst>
            </p:cNvPr>
            <p:cNvSpPr/>
            <p:nvPr/>
          </p:nvSpPr>
          <p:spPr>
            <a:xfrm>
              <a:off x="0" y="0"/>
              <a:ext cx="465121" cy="168741"/>
            </a:xfrm>
            <a:custGeom>
              <a:avLst/>
              <a:gdLst/>
              <a:ahLst/>
              <a:cxnLst/>
              <a:rect l="l" t="t" r="r" b="b"/>
              <a:pathLst>
                <a:path w="465121" h="168741">
                  <a:moveTo>
                    <a:pt x="0" y="0"/>
                  </a:moveTo>
                  <a:lnTo>
                    <a:pt x="465121" y="0"/>
                  </a:lnTo>
                  <a:lnTo>
                    <a:pt x="465121" y="168741"/>
                  </a:lnTo>
                  <a:lnTo>
                    <a:pt x="0" y="168741"/>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70" name="TextBox 70">
              <a:extLst>
                <a:ext uri="{FF2B5EF4-FFF2-40B4-BE49-F238E27FC236}">
                  <a16:creationId xmlns:a16="http://schemas.microsoft.com/office/drawing/2014/main" id="{82A1FE0A-5926-08AA-CF63-0EFB84D0380A}"/>
                </a:ext>
              </a:extLst>
            </p:cNvPr>
            <p:cNvSpPr txBox="1"/>
            <p:nvPr/>
          </p:nvSpPr>
          <p:spPr>
            <a:xfrm>
              <a:off x="0" y="-28575"/>
              <a:ext cx="465121" cy="197316"/>
            </a:xfrm>
            <a:prstGeom prst="rect">
              <a:avLst/>
            </a:prstGeom>
          </p:spPr>
          <p:txBody>
            <a:bodyPr lIns="40638" tIns="40638" rIns="40638" bIns="40638" rtlCol="0" anchor="ctr"/>
            <a:lstStyle/>
            <a:p>
              <a:pPr algn="ctr">
                <a:lnSpc>
                  <a:spcPts val="2016"/>
                </a:lnSpc>
              </a:pPr>
              <a:endParaRPr sz="1088"/>
            </a:p>
          </p:txBody>
        </p:sp>
      </p:grpSp>
      <p:grpSp>
        <p:nvGrpSpPr>
          <p:cNvPr id="71" name="Group 71">
            <a:extLst>
              <a:ext uri="{FF2B5EF4-FFF2-40B4-BE49-F238E27FC236}">
                <a16:creationId xmlns:a16="http://schemas.microsoft.com/office/drawing/2014/main" id="{4A8A5994-1ED8-0A8D-5F7A-A2A02094582A}"/>
              </a:ext>
            </a:extLst>
          </p:cNvPr>
          <p:cNvGrpSpPr/>
          <p:nvPr/>
        </p:nvGrpSpPr>
        <p:grpSpPr>
          <a:xfrm>
            <a:off x="9493438" y="2580849"/>
            <a:ext cx="377198" cy="469386"/>
            <a:chOff x="0" y="0"/>
            <a:chExt cx="143348" cy="168841"/>
          </a:xfrm>
        </p:grpSpPr>
        <p:sp>
          <p:nvSpPr>
            <p:cNvPr id="72" name="Freeform 72">
              <a:extLst>
                <a:ext uri="{FF2B5EF4-FFF2-40B4-BE49-F238E27FC236}">
                  <a16:creationId xmlns:a16="http://schemas.microsoft.com/office/drawing/2014/main" id="{ABC6EB19-2B85-1E88-32C1-4D05B1ECEE90}"/>
                </a:ext>
              </a:extLst>
            </p:cNvPr>
            <p:cNvSpPr/>
            <p:nvPr/>
          </p:nvSpPr>
          <p:spPr>
            <a:xfrm>
              <a:off x="0" y="0"/>
              <a:ext cx="143348" cy="168841"/>
            </a:xfrm>
            <a:custGeom>
              <a:avLst/>
              <a:gdLst/>
              <a:ahLst/>
              <a:cxnLst/>
              <a:rect l="l" t="t" r="r" b="b"/>
              <a:pathLst>
                <a:path w="143348" h="168841">
                  <a:moveTo>
                    <a:pt x="0" y="0"/>
                  </a:moveTo>
                  <a:lnTo>
                    <a:pt x="143348" y="0"/>
                  </a:lnTo>
                  <a:lnTo>
                    <a:pt x="143348" y="168841"/>
                  </a:lnTo>
                  <a:lnTo>
                    <a:pt x="0" y="168841"/>
                  </a:lnTo>
                  <a:close/>
                </a:path>
              </a:pathLst>
            </a:custGeom>
            <a:solidFill>
              <a:srgbClr val="FDFDFD">
                <a:alpha val="38824"/>
              </a:srgbClr>
            </a:solidFill>
            <a:ln w="9525" cap="sq">
              <a:solidFill>
                <a:srgbClr val="000000">
                  <a:alpha val="38824"/>
                </a:srgbClr>
              </a:solidFill>
              <a:prstDash val="solid"/>
              <a:miter/>
            </a:ln>
          </p:spPr>
          <p:txBody>
            <a:bodyPr/>
            <a:lstStyle/>
            <a:p>
              <a:endParaRPr lang="en-SG" sz="1088"/>
            </a:p>
          </p:txBody>
        </p:sp>
        <p:sp>
          <p:nvSpPr>
            <p:cNvPr id="73" name="TextBox 73">
              <a:extLst>
                <a:ext uri="{FF2B5EF4-FFF2-40B4-BE49-F238E27FC236}">
                  <a16:creationId xmlns:a16="http://schemas.microsoft.com/office/drawing/2014/main" id="{A64F0A89-74A0-5B35-8BA8-E25650DC4954}"/>
                </a:ext>
              </a:extLst>
            </p:cNvPr>
            <p:cNvSpPr txBox="1"/>
            <p:nvPr/>
          </p:nvSpPr>
          <p:spPr>
            <a:xfrm>
              <a:off x="0" y="-28575"/>
              <a:ext cx="143348" cy="197416"/>
            </a:xfrm>
            <a:prstGeom prst="rect">
              <a:avLst/>
            </a:prstGeom>
          </p:spPr>
          <p:txBody>
            <a:bodyPr lIns="40638" tIns="40638" rIns="40638" bIns="40638" rtlCol="0" anchor="ctr"/>
            <a:lstStyle/>
            <a:p>
              <a:pPr algn="ctr">
                <a:lnSpc>
                  <a:spcPts val="2016"/>
                </a:lnSpc>
              </a:pPr>
              <a:endParaRPr sz="1088"/>
            </a:p>
          </p:txBody>
        </p:sp>
      </p:grpSp>
      <p:grpSp>
        <p:nvGrpSpPr>
          <p:cNvPr id="74" name="Group 74">
            <a:extLst>
              <a:ext uri="{FF2B5EF4-FFF2-40B4-BE49-F238E27FC236}">
                <a16:creationId xmlns:a16="http://schemas.microsoft.com/office/drawing/2014/main" id="{12493627-9031-6D7B-74CD-E02CCDF97EC1}"/>
              </a:ext>
            </a:extLst>
          </p:cNvPr>
          <p:cNvGrpSpPr/>
          <p:nvPr/>
        </p:nvGrpSpPr>
        <p:grpSpPr>
          <a:xfrm>
            <a:off x="9612110" y="2760993"/>
            <a:ext cx="203378" cy="177955"/>
            <a:chOff x="0" y="0"/>
            <a:chExt cx="812800" cy="711200"/>
          </a:xfrm>
        </p:grpSpPr>
        <p:sp>
          <p:nvSpPr>
            <p:cNvPr id="75" name="Freeform 75">
              <a:extLst>
                <a:ext uri="{FF2B5EF4-FFF2-40B4-BE49-F238E27FC236}">
                  <a16:creationId xmlns:a16="http://schemas.microsoft.com/office/drawing/2014/main" id="{B66E03BB-F17C-FE87-CF1B-87484E03F2C0}"/>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76" name="TextBox 76">
              <a:extLst>
                <a:ext uri="{FF2B5EF4-FFF2-40B4-BE49-F238E27FC236}">
                  <a16:creationId xmlns:a16="http://schemas.microsoft.com/office/drawing/2014/main" id="{4D78E9CA-66D7-8937-8F93-EC1DC01CB019}"/>
                </a:ext>
              </a:extLst>
            </p:cNvPr>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a:p>
          </p:txBody>
        </p:sp>
      </p:grpSp>
      <p:grpSp>
        <p:nvGrpSpPr>
          <p:cNvPr id="77" name="Group 77">
            <a:extLst>
              <a:ext uri="{FF2B5EF4-FFF2-40B4-BE49-F238E27FC236}">
                <a16:creationId xmlns:a16="http://schemas.microsoft.com/office/drawing/2014/main" id="{73205399-8672-E6DA-A138-CE79A614E925}"/>
              </a:ext>
            </a:extLst>
          </p:cNvPr>
          <p:cNvGrpSpPr/>
          <p:nvPr/>
        </p:nvGrpSpPr>
        <p:grpSpPr>
          <a:xfrm>
            <a:off x="8652661" y="3494305"/>
            <a:ext cx="617414" cy="371217"/>
            <a:chOff x="0" y="0"/>
            <a:chExt cx="219534" cy="131994"/>
          </a:xfrm>
        </p:grpSpPr>
        <p:sp>
          <p:nvSpPr>
            <p:cNvPr id="78" name="Freeform 78">
              <a:extLst>
                <a:ext uri="{FF2B5EF4-FFF2-40B4-BE49-F238E27FC236}">
                  <a16:creationId xmlns:a16="http://schemas.microsoft.com/office/drawing/2014/main" id="{ABF9FFA5-D9C4-6FD6-F06A-B54D08810B82}"/>
                </a:ext>
              </a:extLst>
            </p:cNvPr>
            <p:cNvSpPr/>
            <p:nvPr/>
          </p:nvSpPr>
          <p:spPr>
            <a:xfrm>
              <a:off x="0" y="0"/>
              <a:ext cx="219534" cy="131994"/>
            </a:xfrm>
            <a:custGeom>
              <a:avLst/>
              <a:gdLst/>
              <a:ahLst/>
              <a:cxnLst/>
              <a:rect l="l" t="t" r="r" b="b"/>
              <a:pathLst>
                <a:path w="219534" h="131994">
                  <a:moveTo>
                    <a:pt x="0" y="0"/>
                  </a:moveTo>
                  <a:lnTo>
                    <a:pt x="219534" y="0"/>
                  </a:lnTo>
                  <a:lnTo>
                    <a:pt x="219534" y="131994"/>
                  </a:lnTo>
                  <a:lnTo>
                    <a:pt x="0" y="131994"/>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79" name="TextBox 79">
              <a:extLst>
                <a:ext uri="{FF2B5EF4-FFF2-40B4-BE49-F238E27FC236}">
                  <a16:creationId xmlns:a16="http://schemas.microsoft.com/office/drawing/2014/main" id="{D8D6D475-6FAF-DC30-7C90-B098F523EA27}"/>
                </a:ext>
              </a:extLst>
            </p:cNvPr>
            <p:cNvSpPr txBox="1"/>
            <p:nvPr/>
          </p:nvSpPr>
          <p:spPr>
            <a:xfrm>
              <a:off x="0" y="-28575"/>
              <a:ext cx="219534" cy="160569"/>
            </a:xfrm>
            <a:prstGeom prst="rect">
              <a:avLst/>
            </a:prstGeom>
          </p:spPr>
          <p:txBody>
            <a:bodyPr lIns="40638" tIns="40638" rIns="40638" bIns="40638" rtlCol="0" anchor="ctr"/>
            <a:lstStyle/>
            <a:p>
              <a:pPr algn="ctr">
                <a:lnSpc>
                  <a:spcPts val="2016"/>
                </a:lnSpc>
              </a:pPr>
              <a:endParaRPr lang="en-US" sz="1440" dirty="0">
                <a:solidFill>
                  <a:srgbClr val="000000">
                    <a:alpha val="38824"/>
                  </a:srgbClr>
                </a:solidFill>
                <a:latin typeface="Canva Sans"/>
                <a:ea typeface="Canva Sans"/>
                <a:cs typeface="Canva Sans"/>
                <a:sym typeface="Canva Sans"/>
              </a:endParaRPr>
            </a:p>
          </p:txBody>
        </p:sp>
      </p:grpSp>
      <p:grpSp>
        <p:nvGrpSpPr>
          <p:cNvPr id="80" name="Group 80">
            <a:extLst>
              <a:ext uri="{FF2B5EF4-FFF2-40B4-BE49-F238E27FC236}">
                <a16:creationId xmlns:a16="http://schemas.microsoft.com/office/drawing/2014/main" id="{62E1FC48-DC1B-DA85-BAA3-BE5BE23FD0F3}"/>
              </a:ext>
            </a:extLst>
          </p:cNvPr>
          <p:cNvGrpSpPr/>
          <p:nvPr/>
        </p:nvGrpSpPr>
        <p:grpSpPr>
          <a:xfrm>
            <a:off x="8644344" y="3866636"/>
            <a:ext cx="617414" cy="371217"/>
            <a:chOff x="0" y="0"/>
            <a:chExt cx="219534" cy="131994"/>
          </a:xfrm>
        </p:grpSpPr>
        <p:sp>
          <p:nvSpPr>
            <p:cNvPr id="81" name="Freeform 81">
              <a:extLst>
                <a:ext uri="{FF2B5EF4-FFF2-40B4-BE49-F238E27FC236}">
                  <a16:creationId xmlns:a16="http://schemas.microsoft.com/office/drawing/2014/main" id="{FD4A64E9-FFF7-AF56-305A-4A7B8806979B}"/>
                </a:ext>
              </a:extLst>
            </p:cNvPr>
            <p:cNvSpPr/>
            <p:nvPr/>
          </p:nvSpPr>
          <p:spPr>
            <a:xfrm>
              <a:off x="0" y="0"/>
              <a:ext cx="219534" cy="131994"/>
            </a:xfrm>
            <a:custGeom>
              <a:avLst/>
              <a:gdLst/>
              <a:ahLst/>
              <a:cxnLst/>
              <a:rect l="l" t="t" r="r" b="b"/>
              <a:pathLst>
                <a:path w="219534" h="131994">
                  <a:moveTo>
                    <a:pt x="0" y="0"/>
                  </a:moveTo>
                  <a:lnTo>
                    <a:pt x="219534" y="0"/>
                  </a:lnTo>
                  <a:lnTo>
                    <a:pt x="219534" y="131994"/>
                  </a:lnTo>
                  <a:lnTo>
                    <a:pt x="0" y="131994"/>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82" name="TextBox 82">
              <a:extLst>
                <a:ext uri="{FF2B5EF4-FFF2-40B4-BE49-F238E27FC236}">
                  <a16:creationId xmlns:a16="http://schemas.microsoft.com/office/drawing/2014/main" id="{84301524-AC64-ED1F-1304-8F944A6BA1AB}"/>
                </a:ext>
              </a:extLst>
            </p:cNvPr>
            <p:cNvSpPr txBox="1"/>
            <p:nvPr/>
          </p:nvSpPr>
          <p:spPr>
            <a:xfrm>
              <a:off x="0" y="-28575"/>
              <a:ext cx="219534" cy="160569"/>
            </a:xfrm>
            <a:prstGeom prst="rect">
              <a:avLst/>
            </a:prstGeom>
          </p:spPr>
          <p:txBody>
            <a:bodyPr lIns="40638" tIns="40638" rIns="40638" bIns="40638" rtlCol="0" anchor="ctr"/>
            <a:lstStyle/>
            <a:p>
              <a:pPr algn="ctr">
                <a:lnSpc>
                  <a:spcPts val="2016"/>
                </a:lnSpc>
              </a:pPr>
              <a:endParaRPr sz="1088"/>
            </a:p>
          </p:txBody>
        </p:sp>
      </p:grpSp>
      <p:sp>
        <p:nvSpPr>
          <p:cNvPr id="83" name="TextBox 83">
            <a:extLst>
              <a:ext uri="{FF2B5EF4-FFF2-40B4-BE49-F238E27FC236}">
                <a16:creationId xmlns:a16="http://schemas.microsoft.com/office/drawing/2014/main" id="{7BAAD65C-FCC1-3039-16AD-8BCED7ED1D08}"/>
              </a:ext>
            </a:extLst>
          </p:cNvPr>
          <p:cNvSpPr txBox="1"/>
          <p:nvPr/>
        </p:nvSpPr>
        <p:spPr>
          <a:xfrm>
            <a:off x="2073299" y="98798"/>
            <a:ext cx="1798472" cy="425116"/>
          </a:xfrm>
          <a:prstGeom prst="rect">
            <a:avLst/>
          </a:prstGeom>
        </p:spPr>
        <p:txBody>
          <a:bodyPr lIns="0" tIns="0" rIns="0" bIns="0" rtlCol="0" anchor="t">
            <a:spAutoFit/>
          </a:bodyPr>
          <a:lstStyle/>
          <a:p>
            <a:pPr>
              <a:lnSpc>
                <a:spcPts val="3302"/>
              </a:lnSpc>
              <a:spcBef>
                <a:spcPct val="0"/>
              </a:spcBef>
            </a:pPr>
            <a:r>
              <a:rPr lang="en-US" sz="2800" b="1" dirty="0">
                <a:solidFill>
                  <a:srgbClr val="FFFFFF"/>
                </a:solidFill>
                <a:latin typeface="League Spartan" panose="020B0604020202020204" charset="0"/>
                <a:ea typeface="Canva Sans Bold"/>
                <a:cs typeface="Canva Sans Bold"/>
                <a:sym typeface="Canva Sans Bold"/>
              </a:rPr>
              <a:t>Plan Trip</a:t>
            </a:r>
          </a:p>
        </p:txBody>
      </p:sp>
      <p:sp>
        <p:nvSpPr>
          <p:cNvPr id="84" name="TextBox 84">
            <a:hlinkClick r:id="rId24" action="ppaction://hlinksldjump"/>
            <a:extLst>
              <a:ext uri="{FF2B5EF4-FFF2-40B4-BE49-F238E27FC236}">
                <a16:creationId xmlns:a16="http://schemas.microsoft.com/office/drawing/2014/main" id="{130511D6-99FC-16AA-905C-0094294DDE7B}"/>
              </a:ext>
            </a:extLst>
          </p:cNvPr>
          <p:cNvSpPr txBox="1"/>
          <p:nvPr/>
        </p:nvSpPr>
        <p:spPr>
          <a:xfrm>
            <a:off x="7174638" y="4521310"/>
            <a:ext cx="944746" cy="240707"/>
          </a:xfrm>
          <a:prstGeom prst="rect">
            <a:avLst/>
          </a:prstGeom>
        </p:spPr>
        <p:txBody>
          <a:bodyPr wrap="square" lIns="0" tIns="0" rIns="0" bIns="0" rtlCol="0" anchor="t">
            <a:spAutoFit/>
          </a:bodyPr>
          <a:lstStyle/>
          <a:p>
            <a:pPr algn="ctr">
              <a:lnSpc>
                <a:spcPts val="2046"/>
              </a:lnSpc>
              <a:spcBef>
                <a:spcPct val="0"/>
              </a:spcBef>
            </a:pPr>
            <a:r>
              <a:rPr lang="en-US" sz="1461" dirty="0">
                <a:solidFill>
                  <a:srgbClr val="FFFFFF"/>
                </a:solidFill>
                <a:latin typeface="Canva Sans"/>
                <a:ea typeface="Canva Sans"/>
                <a:cs typeface="Canva Sans"/>
                <a:sym typeface="Canva Sans"/>
              </a:rPr>
              <a:t>Reset</a:t>
            </a:r>
          </a:p>
        </p:txBody>
      </p:sp>
      <p:sp>
        <p:nvSpPr>
          <p:cNvPr id="85" name="TextBox 85">
            <a:hlinkClick r:id="rId19" action="ppaction://hlinksldjump"/>
            <a:extLst>
              <a:ext uri="{FF2B5EF4-FFF2-40B4-BE49-F238E27FC236}">
                <a16:creationId xmlns:a16="http://schemas.microsoft.com/office/drawing/2014/main" id="{EA096D8F-CE71-7FA5-A5B4-AE30E15D9768}"/>
              </a:ext>
            </a:extLst>
          </p:cNvPr>
          <p:cNvSpPr txBox="1"/>
          <p:nvPr/>
        </p:nvSpPr>
        <p:spPr>
          <a:xfrm>
            <a:off x="8908740" y="4567921"/>
            <a:ext cx="892874" cy="240579"/>
          </a:xfrm>
          <a:prstGeom prst="rect">
            <a:avLst/>
          </a:prstGeom>
        </p:spPr>
        <p:txBody>
          <a:bodyPr wrap="square" lIns="0" tIns="0" rIns="0" bIns="0" rtlCol="0" anchor="t">
            <a:spAutoFit/>
          </a:bodyPr>
          <a:lstStyle/>
          <a:p>
            <a:pPr algn="ctr">
              <a:lnSpc>
                <a:spcPts val="2040"/>
              </a:lnSpc>
              <a:spcBef>
                <a:spcPct val="0"/>
              </a:spcBef>
            </a:pPr>
            <a:r>
              <a:rPr lang="en-US" sz="1457" dirty="0">
                <a:solidFill>
                  <a:srgbClr val="FFFFFF"/>
                </a:solidFill>
                <a:latin typeface="Canva Sans"/>
                <a:ea typeface="Canva Sans"/>
                <a:cs typeface="Canva Sans"/>
                <a:sym typeface="Canva Sans"/>
              </a:rPr>
              <a:t>Save</a:t>
            </a:r>
          </a:p>
        </p:txBody>
      </p:sp>
      <p:sp>
        <p:nvSpPr>
          <p:cNvPr id="86" name="TextBox 86">
            <a:extLst>
              <a:ext uri="{FF2B5EF4-FFF2-40B4-BE49-F238E27FC236}">
                <a16:creationId xmlns:a16="http://schemas.microsoft.com/office/drawing/2014/main" id="{50086FEC-7D95-9F78-F36F-56E503625E5E}"/>
              </a:ext>
            </a:extLst>
          </p:cNvPr>
          <p:cNvSpPr txBox="1"/>
          <p:nvPr/>
        </p:nvSpPr>
        <p:spPr>
          <a:xfrm>
            <a:off x="6948366" y="746560"/>
            <a:ext cx="731937" cy="240066"/>
          </a:xfrm>
          <a:prstGeom prst="rect">
            <a:avLst/>
          </a:prstGeom>
        </p:spPr>
        <p:txBody>
          <a:bodyPr wrap="square"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Type</a:t>
            </a:r>
          </a:p>
        </p:txBody>
      </p:sp>
      <p:sp>
        <p:nvSpPr>
          <p:cNvPr id="87" name="TextBox 87">
            <a:extLst>
              <a:ext uri="{FF2B5EF4-FFF2-40B4-BE49-F238E27FC236}">
                <a16:creationId xmlns:a16="http://schemas.microsoft.com/office/drawing/2014/main" id="{544F0F81-56E3-818F-AE93-3C98D3012026}"/>
              </a:ext>
            </a:extLst>
          </p:cNvPr>
          <p:cNvSpPr txBox="1"/>
          <p:nvPr/>
        </p:nvSpPr>
        <p:spPr>
          <a:xfrm>
            <a:off x="1183364" y="1740890"/>
            <a:ext cx="1533564"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Burger Queen</a:t>
            </a:r>
          </a:p>
        </p:txBody>
      </p:sp>
      <p:sp>
        <p:nvSpPr>
          <p:cNvPr id="88" name="TextBox 88">
            <a:extLst>
              <a:ext uri="{FF2B5EF4-FFF2-40B4-BE49-F238E27FC236}">
                <a16:creationId xmlns:a16="http://schemas.microsoft.com/office/drawing/2014/main" id="{D53DAD34-5B8F-B8BE-46F3-AEBC55B999D7}"/>
              </a:ext>
            </a:extLst>
          </p:cNvPr>
          <p:cNvSpPr txBox="1"/>
          <p:nvPr/>
        </p:nvSpPr>
        <p:spPr>
          <a:xfrm>
            <a:off x="1171885" y="4436485"/>
            <a:ext cx="1636415"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Music Show</a:t>
            </a:r>
          </a:p>
        </p:txBody>
      </p:sp>
      <p:sp>
        <p:nvSpPr>
          <p:cNvPr id="89" name="TextBox 89">
            <a:extLst>
              <a:ext uri="{FF2B5EF4-FFF2-40B4-BE49-F238E27FC236}">
                <a16:creationId xmlns:a16="http://schemas.microsoft.com/office/drawing/2014/main" id="{31D6E619-8699-31E2-E4F7-BED357B39C5B}"/>
              </a:ext>
            </a:extLst>
          </p:cNvPr>
          <p:cNvSpPr txBox="1"/>
          <p:nvPr/>
        </p:nvSpPr>
        <p:spPr>
          <a:xfrm>
            <a:off x="1152276" y="3153168"/>
            <a:ext cx="1636415"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Bumper cars</a:t>
            </a:r>
          </a:p>
        </p:txBody>
      </p:sp>
      <p:sp>
        <p:nvSpPr>
          <p:cNvPr id="90" name="TextBox 90">
            <a:extLst>
              <a:ext uri="{FF2B5EF4-FFF2-40B4-BE49-F238E27FC236}">
                <a16:creationId xmlns:a16="http://schemas.microsoft.com/office/drawing/2014/main" id="{AC9A78B7-31A0-6466-A2C5-EADC223CEDFD}"/>
              </a:ext>
            </a:extLst>
          </p:cNvPr>
          <p:cNvSpPr txBox="1"/>
          <p:nvPr/>
        </p:nvSpPr>
        <p:spPr>
          <a:xfrm>
            <a:off x="1122223" y="5227921"/>
            <a:ext cx="1615850"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Ferris wheels</a:t>
            </a:r>
          </a:p>
        </p:txBody>
      </p:sp>
      <p:sp>
        <p:nvSpPr>
          <p:cNvPr id="91" name="TextBox 91">
            <a:extLst>
              <a:ext uri="{FF2B5EF4-FFF2-40B4-BE49-F238E27FC236}">
                <a16:creationId xmlns:a16="http://schemas.microsoft.com/office/drawing/2014/main" id="{16F63184-4368-4E44-AB6F-6679E0A35F7B}"/>
              </a:ext>
            </a:extLst>
          </p:cNvPr>
          <p:cNvSpPr txBox="1"/>
          <p:nvPr/>
        </p:nvSpPr>
        <p:spPr>
          <a:xfrm>
            <a:off x="1136925" y="6026951"/>
            <a:ext cx="2133940"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Ice Cream Corner</a:t>
            </a:r>
          </a:p>
        </p:txBody>
      </p:sp>
      <p:sp>
        <p:nvSpPr>
          <p:cNvPr id="92" name="TextBox 92">
            <a:extLst>
              <a:ext uri="{FF2B5EF4-FFF2-40B4-BE49-F238E27FC236}">
                <a16:creationId xmlns:a16="http://schemas.microsoft.com/office/drawing/2014/main" id="{C4E93D77-C459-49AC-39FA-DC9B7F2AA4D5}"/>
              </a:ext>
            </a:extLst>
          </p:cNvPr>
          <p:cNvSpPr txBox="1"/>
          <p:nvPr/>
        </p:nvSpPr>
        <p:spPr>
          <a:xfrm>
            <a:off x="1199625" y="3834419"/>
            <a:ext cx="1183620"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Pizza House</a:t>
            </a:r>
          </a:p>
        </p:txBody>
      </p:sp>
      <p:sp>
        <p:nvSpPr>
          <p:cNvPr id="93" name="TextBox 93">
            <a:extLst>
              <a:ext uri="{FF2B5EF4-FFF2-40B4-BE49-F238E27FC236}">
                <a16:creationId xmlns:a16="http://schemas.microsoft.com/office/drawing/2014/main" id="{C501318E-3E6A-A4C8-8645-6328A5E31AFE}"/>
              </a:ext>
            </a:extLst>
          </p:cNvPr>
          <p:cNvSpPr txBox="1"/>
          <p:nvPr/>
        </p:nvSpPr>
        <p:spPr>
          <a:xfrm>
            <a:off x="1137770" y="2502474"/>
            <a:ext cx="1818770"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Castle Playtime</a:t>
            </a:r>
          </a:p>
        </p:txBody>
      </p:sp>
      <p:sp>
        <p:nvSpPr>
          <p:cNvPr id="94" name="TextBox 94">
            <a:extLst>
              <a:ext uri="{FF2B5EF4-FFF2-40B4-BE49-F238E27FC236}">
                <a16:creationId xmlns:a16="http://schemas.microsoft.com/office/drawing/2014/main" id="{5B15BF09-878B-A46B-3DF1-F3B6A8DACFF0}"/>
              </a:ext>
            </a:extLst>
          </p:cNvPr>
          <p:cNvSpPr txBox="1"/>
          <p:nvPr/>
        </p:nvSpPr>
        <p:spPr>
          <a:xfrm>
            <a:off x="764178" y="1722830"/>
            <a:ext cx="167347"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1.</a:t>
            </a:r>
          </a:p>
        </p:txBody>
      </p:sp>
      <p:sp>
        <p:nvSpPr>
          <p:cNvPr id="95" name="TextBox 95">
            <a:extLst>
              <a:ext uri="{FF2B5EF4-FFF2-40B4-BE49-F238E27FC236}">
                <a16:creationId xmlns:a16="http://schemas.microsoft.com/office/drawing/2014/main" id="{3CC3FDD5-C74C-E9BA-7C5D-9D25E53AF651}"/>
              </a:ext>
            </a:extLst>
          </p:cNvPr>
          <p:cNvSpPr txBox="1"/>
          <p:nvPr/>
        </p:nvSpPr>
        <p:spPr>
          <a:xfrm>
            <a:off x="764178" y="2512452"/>
            <a:ext cx="169252"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2.</a:t>
            </a:r>
          </a:p>
        </p:txBody>
      </p:sp>
      <p:sp>
        <p:nvSpPr>
          <p:cNvPr id="96" name="TextBox 96">
            <a:extLst>
              <a:ext uri="{FF2B5EF4-FFF2-40B4-BE49-F238E27FC236}">
                <a16:creationId xmlns:a16="http://schemas.microsoft.com/office/drawing/2014/main" id="{A0C51779-3FE2-310A-DC80-9EF0BC9F3D87}"/>
              </a:ext>
            </a:extLst>
          </p:cNvPr>
          <p:cNvSpPr txBox="1"/>
          <p:nvPr/>
        </p:nvSpPr>
        <p:spPr>
          <a:xfrm>
            <a:off x="750709" y="3232212"/>
            <a:ext cx="210893"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3.</a:t>
            </a:r>
          </a:p>
        </p:txBody>
      </p:sp>
      <p:sp>
        <p:nvSpPr>
          <p:cNvPr id="97" name="TextBox 97">
            <a:extLst>
              <a:ext uri="{FF2B5EF4-FFF2-40B4-BE49-F238E27FC236}">
                <a16:creationId xmlns:a16="http://schemas.microsoft.com/office/drawing/2014/main" id="{9F7C8892-2F15-7887-86ED-86BE4C658659}"/>
              </a:ext>
            </a:extLst>
          </p:cNvPr>
          <p:cNvSpPr txBox="1"/>
          <p:nvPr/>
        </p:nvSpPr>
        <p:spPr>
          <a:xfrm>
            <a:off x="686236" y="6018167"/>
            <a:ext cx="245289"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7.</a:t>
            </a:r>
          </a:p>
        </p:txBody>
      </p:sp>
      <p:sp>
        <p:nvSpPr>
          <p:cNvPr id="98" name="TextBox 98">
            <a:extLst>
              <a:ext uri="{FF2B5EF4-FFF2-40B4-BE49-F238E27FC236}">
                <a16:creationId xmlns:a16="http://schemas.microsoft.com/office/drawing/2014/main" id="{0CA131FB-5180-6D89-12C1-38F6BDCA075D}"/>
              </a:ext>
            </a:extLst>
          </p:cNvPr>
          <p:cNvSpPr txBox="1"/>
          <p:nvPr/>
        </p:nvSpPr>
        <p:spPr>
          <a:xfrm>
            <a:off x="689081" y="5357597"/>
            <a:ext cx="378468"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6.</a:t>
            </a:r>
          </a:p>
        </p:txBody>
      </p:sp>
      <p:sp>
        <p:nvSpPr>
          <p:cNvPr id="99" name="TextBox 99">
            <a:extLst>
              <a:ext uri="{FF2B5EF4-FFF2-40B4-BE49-F238E27FC236}">
                <a16:creationId xmlns:a16="http://schemas.microsoft.com/office/drawing/2014/main" id="{40969596-91C1-D324-3D7A-D57CC333D534}"/>
              </a:ext>
            </a:extLst>
          </p:cNvPr>
          <p:cNvSpPr txBox="1"/>
          <p:nvPr/>
        </p:nvSpPr>
        <p:spPr>
          <a:xfrm>
            <a:off x="690138" y="4612949"/>
            <a:ext cx="281026"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5.</a:t>
            </a:r>
          </a:p>
        </p:txBody>
      </p:sp>
      <p:sp>
        <p:nvSpPr>
          <p:cNvPr id="100" name="TextBox 100">
            <a:extLst>
              <a:ext uri="{FF2B5EF4-FFF2-40B4-BE49-F238E27FC236}">
                <a16:creationId xmlns:a16="http://schemas.microsoft.com/office/drawing/2014/main" id="{D87AC8E8-F662-7C57-98BD-6C83796D6920}"/>
              </a:ext>
            </a:extLst>
          </p:cNvPr>
          <p:cNvSpPr txBox="1"/>
          <p:nvPr/>
        </p:nvSpPr>
        <p:spPr>
          <a:xfrm>
            <a:off x="719357" y="3902641"/>
            <a:ext cx="348192"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4.</a:t>
            </a:r>
          </a:p>
        </p:txBody>
      </p:sp>
      <p:sp>
        <p:nvSpPr>
          <p:cNvPr id="101" name="TextBox 101">
            <a:extLst>
              <a:ext uri="{FF2B5EF4-FFF2-40B4-BE49-F238E27FC236}">
                <a16:creationId xmlns:a16="http://schemas.microsoft.com/office/drawing/2014/main" id="{921A7F51-239A-0080-B39F-5BD760630A55}"/>
              </a:ext>
            </a:extLst>
          </p:cNvPr>
          <p:cNvSpPr txBox="1"/>
          <p:nvPr/>
        </p:nvSpPr>
        <p:spPr>
          <a:xfrm>
            <a:off x="4826281" y="5492764"/>
            <a:ext cx="553188"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500 m </a:t>
            </a:r>
          </a:p>
        </p:txBody>
      </p:sp>
      <p:sp>
        <p:nvSpPr>
          <p:cNvPr id="102" name="TextBox 102">
            <a:extLst>
              <a:ext uri="{FF2B5EF4-FFF2-40B4-BE49-F238E27FC236}">
                <a16:creationId xmlns:a16="http://schemas.microsoft.com/office/drawing/2014/main" id="{0AD11EA1-4FDF-1CA6-75CE-F50E7521FC7B}"/>
              </a:ext>
            </a:extLst>
          </p:cNvPr>
          <p:cNvSpPr txBox="1"/>
          <p:nvPr/>
        </p:nvSpPr>
        <p:spPr>
          <a:xfrm>
            <a:off x="4902684" y="3261487"/>
            <a:ext cx="414224" cy="215444"/>
          </a:xfrm>
          <a:prstGeom prst="rect">
            <a:avLst/>
          </a:prstGeom>
        </p:spPr>
        <p:txBody>
          <a:bodyPr lIns="0" tIns="0" rIns="0" bIns="0" rtlCol="0" anchor="t">
            <a:spAutoFit/>
          </a:bodyPr>
          <a:lstStyle/>
          <a:p>
            <a:pPr>
              <a:lnSpc>
                <a:spcPts val="1791"/>
              </a:lnSpc>
              <a:spcBef>
                <a:spcPct val="0"/>
              </a:spcBef>
            </a:pPr>
            <a:r>
              <a:rPr lang="en-US" sz="1279" dirty="0">
                <a:solidFill>
                  <a:srgbClr val="000000"/>
                </a:solidFill>
                <a:latin typeface="Canva Sans"/>
                <a:ea typeface="Canva Sans"/>
                <a:cs typeface="Canva Sans"/>
                <a:sym typeface="Canva Sans"/>
              </a:rPr>
              <a:t>25 m </a:t>
            </a:r>
          </a:p>
        </p:txBody>
      </p:sp>
      <p:sp>
        <p:nvSpPr>
          <p:cNvPr id="103" name="TextBox 103">
            <a:extLst>
              <a:ext uri="{FF2B5EF4-FFF2-40B4-BE49-F238E27FC236}">
                <a16:creationId xmlns:a16="http://schemas.microsoft.com/office/drawing/2014/main" id="{4F82FE56-E883-2B85-823F-D0F1B7FC7A91}"/>
              </a:ext>
            </a:extLst>
          </p:cNvPr>
          <p:cNvSpPr txBox="1"/>
          <p:nvPr/>
        </p:nvSpPr>
        <p:spPr>
          <a:xfrm>
            <a:off x="4838711" y="4700746"/>
            <a:ext cx="528329"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250 m </a:t>
            </a:r>
          </a:p>
        </p:txBody>
      </p:sp>
      <p:sp>
        <p:nvSpPr>
          <p:cNvPr id="104" name="TextBox 104">
            <a:extLst>
              <a:ext uri="{FF2B5EF4-FFF2-40B4-BE49-F238E27FC236}">
                <a16:creationId xmlns:a16="http://schemas.microsoft.com/office/drawing/2014/main" id="{CC948A87-22E3-AFAE-B758-900AF5B88E7A}"/>
              </a:ext>
            </a:extLst>
          </p:cNvPr>
          <p:cNvSpPr txBox="1"/>
          <p:nvPr/>
        </p:nvSpPr>
        <p:spPr>
          <a:xfrm>
            <a:off x="4815960" y="4048964"/>
            <a:ext cx="540711"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100 m </a:t>
            </a:r>
          </a:p>
        </p:txBody>
      </p:sp>
      <p:sp>
        <p:nvSpPr>
          <p:cNvPr id="105" name="TextBox 105">
            <a:extLst>
              <a:ext uri="{FF2B5EF4-FFF2-40B4-BE49-F238E27FC236}">
                <a16:creationId xmlns:a16="http://schemas.microsoft.com/office/drawing/2014/main" id="{B3A7185E-8270-F5E0-3C41-6DA2BF1E9C20}"/>
              </a:ext>
            </a:extLst>
          </p:cNvPr>
          <p:cNvSpPr txBox="1"/>
          <p:nvPr/>
        </p:nvSpPr>
        <p:spPr>
          <a:xfrm>
            <a:off x="4919247" y="2588664"/>
            <a:ext cx="423177"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70 m </a:t>
            </a:r>
          </a:p>
        </p:txBody>
      </p:sp>
      <p:sp>
        <p:nvSpPr>
          <p:cNvPr id="106" name="TextBox 106">
            <a:extLst>
              <a:ext uri="{FF2B5EF4-FFF2-40B4-BE49-F238E27FC236}">
                <a16:creationId xmlns:a16="http://schemas.microsoft.com/office/drawing/2014/main" id="{B770BD0C-C3B2-2FCC-866A-4ADE7D0D4E92}"/>
              </a:ext>
            </a:extLst>
          </p:cNvPr>
          <p:cNvSpPr txBox="1"/>
          <p:nvPr/>
        </p:nvSpPr>
        <p:spPr>
          <a:xfrm>
            <a:off x="4880585" y="1836219"/>
            <a:ext cx="411462"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15 m </a:t>
            </a:r>
          </a:p>
        </p:txBody>
      </p:sp>
      <p:sp>
        <p:nvSpPr>
          <p:cNvPr id="107" name="TextBox 107">
            <a:extLst>
              <a:ext uri="{FF2B5EF4-FFF2-40B4-BE49-F238E27FC236}">
                <a16:creationId xmlns:a16="http://schemas.microsoft.com/office/drawing/2014/main" id="{9E2CD2D0-31F7-B42F-E45A-6DABA5994B7B}"/>
              </a:ext>
            </a:extLst>
          </p:cNvPr>
          <p:cNvSpPr txBox="1"/>
          <p:nvPr/>
        </p:nvSpPr>
        <p:spPr>
          <a:xfrm>
            <a:off x="4788579" y="6238284"/>
            <a:ext cx="642433"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2500 m </a:t>
            </a:r>
          </a:p>
        </p:txBody>
      </p:sp>
      <p:sp>
        <p:nvSpPr>
          <p:cNvPr id="108" name="TextBox 108">
            <a:extLst>
              <a:ext uri="{FF2B5EF4-FFF2-40B4-BE49-F238E27FC236}">
                <a16:creationId xmlns:a16="http://schemas.microsoft.com/office/drawing/2014/main" id="{CDEF667A-26FE-A7CD-A3A2-7A7918E75D18}"/>
              </a:ext>
            </a:extLst>
          </p:cNvPr>
          <p:cNvSpPr txBox="1"/>
          <p:nvPr/>
        </p:nvSpPr>
        <p:spPr>
          <a:xfrm>
            <a:off x="2956543" y="1909782"/>
            <a:ext cx="1305790"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10:00 - 10:30</a:t>
            </a:r>
          </a:p>
        </p:txBody>
      </p:sp>
      <p:sp>
        <p:nvSpPr>
          <p:cNvPr id="109" name="TextBox 109">
            <a:extLst>
              <a:ext uri="{FF2B5EF4-FFF2-40B4-BE49-F238E27FC236}">
                <a16:creationId xmlns:a16="http://schemas.microsoft.com/office/drawing/2014/main" id="{0DC64A6C-0373-8BB8-1160-C6C2A608762D}"/>
              </a:ext>
            </a:extLst>
          </p:cNvPr>
          <p:cNvSpPr txBox="1"/>
          <p:nvPr/>
        </p:nvSpPr>
        <p:spPr>
          <a:xfrm>
            <a:off x="3019022" y="2496601"/>
            <a:ext cx="1243311"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10:35 - 11:30</a:t>
            </a:r>
          </a:p>
        </p:txBody>
      </p:sp>
      <p:sp>
        <p:nvSpPr>
          <p:cNvPr id="110" name="TextBox 110">
            <a:extLst>
              <a:ext uri="{FF2B5EF4-FFF2-40B4-BE49-F238E27FC236}">
                <a16:creationId xmlns:a16="http://schemas.microsoft.com/office/drawing/2014/main" id="{9EE998C2-AFE2-8088-85E7-43E823F97410}"/>
              </a:ext>
            </a:extLst>
          </p:cNvPr>
          <p:cNvSpPr txBox="1"/>
          <p:nvPr/>
        </p:nvSpPr>
        <p:spPr>
          <a:xfrm>
            <a:off x="3005644" y="3198851"/>
            <a:ext cx="1207290"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11:35 - 12:05</a:t>
            </a:r>
          </a:p>
        </p:txBody>
      </p:sp>
      <p:sp>
        <p:nvSpPr>
          <p:cNvPr id="111" name="TextBox 111">
            <a:extLst>
              <a:ext uri="{FF2B5EF4-FFF2-40B4-BE49-F238E27FC236}">
                <a16:creationId xmlns:a16="http://schemas.microsoft.com/office/drawing/2014/main" id="{E8E8B493-2365-0021-2A29-C8449AFB1EC1}"/>
              </a:ext>
            </a:extLst>
          </p:cNvPr>
          <p:cNvSpPr txBox="1"/>
          <p:nvPr/>
        </p:nvSpPr>
        <p:spPr>
          <a:xfrm>
            <a:off x="3009021" y="3922550"/>
            <a:ext cx="1368011"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12:10 - 12:50</a:t>
            </a:r>
          </a:p>
        </p:txBody>
      </p:sp>
      <p:sp>
        <p:nvSpPr>
          <p:cNvPr id="112" name="TextBox 112">
            <a:extLst>
              <a:ext uri="{FF2B5EF4-FFF2-40B4-BE49-F238E27FC236}">
                <a16:creationId xmlns:a16="http://schemas.microsoft.com/office/drawing/2014/main" id="{540101E1-15A8-2736-4FEB-3C4F0693DB8D}"/>
              </a:ext>
            </a:extLst>
          </p:cNvPr>
          <p:cNvSpPr txBox="1"/>
          <p:nvPr/>
        </p:nvSpPr>
        <p:spPr>
          <a:xfrm>
            <a:off x="3015148" y="4546509"/>
            <a:ext cx="1263909"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12:55 - 13.30</a:t>
            </a:r>
          </a:p>
        </p:txBody>
      </p:sp>
      <p:sp>
        <p:nvSpPr>
          <p:cNvPr id="113" name="TextBox 113">
            <a:extLst>
              <a:ext uri="{FF2B5EF4-FFF2-40B4-BE49-F238E27FC236}">
                <a16:creationId xmlns:a16="http://schemas.microsoft.com/office/drawing/2014/main" id="{42D86714-3E2B-D07D-068A-DBDE1119F5E8}"/>
              </a:ext>
            </a:extLst>
          </p:cNvPr>
          <p:cNvSpPr txBox="1"/>
          <p:nvPr/>
        </p:nvSpPr>
        <p:spPr>
          <a:xfrm>
            <a:off x="3050457" y="5274998"/>
            <a:ext cx="1263909"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13:40 - 14.30</a:t>
            </a:r>
          </a:p>
        </p:txBody>
      </p:sp>
      <p:sp>
        <p:nvSpPr>
          <p:cNvPr id="114" name="TextBox 114">
            <a:extLst>
              <a:ext uri="{FF2B5EF4-FFF2-40B4-BE49-F238E27FC236}">
                <a16:creationId xmlns:a16="http://schemas.microsoft.com/office/drawing/2014/main" id="{D2C046F6-BA73-0382-D3E8-89F70806DCF7}"/>
              </a:ext>
            </a:extLst>
          </p:cNvPr>
          <p:cNvSpPr txBox="1"/>
          <p:nvPr/>
        </p:nvSpPr>
        <p:spPr>
          <a:xfrm>
            <a:off x="3120916" y="6102338"/>
            <a:ext cx="1293454"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14:35 - 14.55</a:t>
            </a:r>
          </a:p>
        </p:txBody>
      </p:sp>
      <p:sp>
        <p:nvSpPr>
          <p:cNvPr id="115" name="TextBox 115">
            <a:extLst>
              <a:ext uri="{FF2B5EF4-FFF2-40B4-BE49-F238E27FC236}">
                <a16:creationId xmlns:a16="http://schemas.microsoft.com/office/drawing/2014/main" id="{9F794043-200F-0674-5A01-503A17D3F65C}"/>
              </a:ext>
            </a:extLst>
          </p:cNvPr>
          <p:cNvSpPr txBox="1"/>
          <p:nvPr/>
        </p:nvSpPr>
        <p:spPr>
          <a:xfrm>
            <a:off x="6930004" y="1772339"/>
            <a:ext cx="2121484" cy="240066"/>
          </a:xfrm>
          <a:prstGeom prst="rect">
            <a:avLst/>
          </a:prstGeom>
        </p:spPr>
        <p:txBody>
          <a:bodyPr wrap="square"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Average Waiting Time</a:t>
            </a:r>
          </a:p>
        </p:txBody>
      </p:sp>
      <p:sp>
        <p:nvSpPr>
          <p:cNvPr id="116" name="TextBox 116">
            <a:extLst>
              <a:ext uri="{FF2B5EF4-FFF2-40B4-BE49-F238E27FC236}">
                <a16:creationId xmlns:a16="http://schemas.microsoft.com/office/drawing/2014/main" id="{FFAE4DC2-E506-5415-3654-F5C26AD0C080}"/>
              </a:ext>
            </a:extLst>
          </p:cNvPr>
          <p:cNvSpPr txBox="1"/>
          <p:nvPr/>
        </p:nvSpPr>
        <p:spPr>
          <a:xfrm>
            <a:off x="7917188" y="2217481"/>
            <a:ext cx="264528" cy="264560"/>
          </a:xfrm>
          <a:prstGeom prst="rect">
            <a:avLst/>
          </a:prstGeom>
        </p:spPr>
        <p:txBody>
          <a:bodyPr wrap="square" lIns="0" tIns="0" rIns="0" bIns="0" rtlCol="0" anchor="t">
            <a:spAutoFit/>
          </a:bodyPr>
          <a:lstStyle/>
          <a:p>
            <a:pPr algn="ctr">
              <a:lnSpc>
                <a:spcPts val="2239"/>
              </a:lnSpc>
              <a:spcBef>
                <a:spcPct val="0"/>
              </a:spcBef>
            </a:pPr>
            <a:r>
              <a:rPr lang="en-US" sz="1599" dirty="0">
                <a:solidFill>
                  <a:srgbClr val="000000"/>
                </a:solidFill>
                <a:latin typeface="Canva Sans"/>
                <a:ea typeface="Canva Sans"/>
                <a:cs typeface="Canva Sans"/>
                <a:sym typeface="Canva Sans"/>
              </a:rPr>
              <a:t>+</a:t>
            </a:r>
          </a:p>
        </p:txBody>
      </p:sp>
      <p:sp>
        <p:nvSpPr>
          <p:cNvPr id="117" name="TextBox 117">
            <a:extLst>
              <a:ext uri="{FF2B5EF4-FFF2-40B4-BE49-F238E27FC236}">
                <a16:creationId xmlns:a16="http://schemas.microsoft.com/office/drawing/2014/main" id="{8B9B440E-DA7E-DE77-C2C8-B37F5F724EEC}"/>
              </a:ext>
            </a:extLst>
          </p:cNvPr>
          <p:cNvSpPr txBox="1"/>
          <p:nvPr/>
        </p:nvSpPr>
        <p:spPr>
          <a:xfrm>
            <a:off x="6884705" y="2005450"/>
            <a:ext cx="162712" cy="563872"/>
          </a:xfrm>
          <a:prstGeom prst="rect">
            <a:avLst/>
          </a:prstGeom>
        </p:spPr>
        <p:txBody>
          <a:bodyPr lIns="0" tIns="0" rIns="0" bIns="0" rtlCol="0" anchor="t">
            <a:spAutoFit/>
          </a:bodyPr>
          <a:lstStyle/>
          <a:p>
            <a:pPr algn="ctr">
              <a:lnSpc>
                <a:spcPts val="4730"/>
              </a:lnSpc>
              <a:spcBef>
                <a:spcPct val="0"/>
              </a:spcBef>
            </a:pPr>
            <a:r>
              <a:rPr lang="en-US" sz="3378" dirty="0">
                <a:solidFill>
                  <a:srgbClr val="000000"/>
                </a:solidFill>
                <a:latin typeface="Canva Sans"/>
                <a:ea typeface="Canva Sans"/>
                <a:cs typeface="Canva Sans"/>
                <a:sym typeface="Canva Sans"/>
              </a:rPr>
              <a:t>-</a:t>
            </a:r>
          </a:p>
        </p:txBody>
      </p:sp>
      <p:sp>
        <p:nvSpPr>
          <p:cNvPr id="118" name="TextBox 118">
            <a:extLst>
              <a:ext uri="{FF2B5EF4-FFF2-40B4-BE49-F238E27FC236}">
                <a16:creationId xmlns:a16="http://schemas.microsoft.com/office/drawing/2014/main" id="{E05DFEE5-6A44-2588-8FD1-91B920096251}"/>
              </a:ext>
            </a:extLst>
          </p:cNvPr>
          <p:cNvSpPr txBox="1"/>
          <p:nvPr/>
        </p:nvSpPr>
        <p:spPr>
          <a:xfrm>
            <a:off x="8219041" y="2285764"/>
            <a:ext cx="421272" cy="240066"/>
          </a:xfrm>
          <a:prstGeom prst="rect">
            <a:avLst/>
          </a:prstGeom>
        </p:spPr>
        <p:txBody>
          <a:bodyPr lIns="0" tIns="0" rIns="0" bIns="0" rtlCol="0" anchor="t">
            <a:spAutoFit/>
          </a:bodyPr>
          <a:lstStyle/>
          <a:p>
            <a:pPr algn="ctr">
              <a:lnSpc>
                <a:spcPts val="2016"/>
              </a:lnSpc>
              <a:spcBef>
                <a:spcPct val="0"/>
              </a:spcBef>
            </a:pPr>
            <a:r>
              <a:rPr lang="en-US" sz="1440">
                <a:solidFill>
                  <a:srgbClr val="000000"/>
                </a:solidFill>
                <a:latin typeface="Canva Sans"/>
                <a:ea typeface="Canva Sans"/>
                <a:cs typeface="Canva Sans"/>
                <a:sym typeface="Canva Sans"/>
              </a:rPr>
              <a:t>mins</a:t>
            </a:r>
          </a:p>
        </p:txBody>
      </p:sp>
      <p:sp>
        <p:nvSpPr>
          <p:cNvPr id="119" name="TextBox 119">
            <a:extLst>
              <a:ext uri="{FF2B5EF4-FFF2-40B4-BE49-F238E27FC236}">
                <a16:creationId xmlns:a16="http://schemas.microsoft.com/office/drawing/2014/main" id="{0F4BDAEA-D84E-0F47-2885-005D8C884C84}"/>
              </a:ext>
            </a:extLst>
          </p:cNvPr>
          <p:cNvSpPr txBox="1"/>
          <p:nvPr/>
        </p:nvSpPr>
        <p:spPr>
          <a:xfrm>
            <a:off x="6989412" y="1171193"/>
            <a:ext cx="1392688" cy="263790"/>
          </a:xfrm>
          <a:prstGeom prst="rect">
            <a:avLst/>
          </a:prstGeom>
        </p:spPr>
        <p:txBody>
          <a:bodyPr wrap="square" lIns="0" tIns="0" rIns="0" bIns="0" rtlCol="0" anchor="t">
            <a:spAutoFit/>
          </a:bodyPr>
          <a:lstStyle/>
          <a:p>
            <a:pPr algn="ctr">
              <a:lnSpc>
                <a:spcPts val="2207"/>
              </a:lnSpc>
              <a:spcBef>
                <a:spcPct val="0"/>
              </a:spcBef>
            </a:pPr>
            <a:r>
              <a:rPr lang="en-US" sz="1577" dirty="0">
                <a:solidFill>
                  <a:srgbClr val="000000"/>
                </a:solidFill>
                <a:latin typeface="Canva Sans"/>
                <a:ea typeface="Canva Sans"/>
                <a:cs typeface="Canva Sans"/>
                <a:sym typeface="Canva Sans"/>
              </a:rPr>
              <a:t>Split Group</a:t>
            </a:r>
          </a:p>
        </p:txBody>
      </p:sp>
      <p:sp>
        <p:nvSpPr>
          <p:cNvPr id="120" name="TextBox 120">
            <a:extLst>
              <a:ext uri="{FF2B5EF4-FFF2-40B4-BE49-F238E27FC236}">
                <a16:creationId xmlns:a16="http://schemas.microsoft.com/office/drawing/2014/main" id="{15681C42-527A-E763-43FE-CD05515E3AE5}"/>
              </a:ext>
            </a:extLst>
          </p:cNvPr>
          <p:cNvSpPr txBox="1"/>
          <p:nvPr/>
        </p:nvSpPr>
        <p:spPr>
          <a:xfrm>
            <a:off x="6919322" y="2738136"/>
            <a:ext cx="1244419" cy="240066"/>
          </a:xfrm>
          <a:prstGeom prst="rect">
            <a:avLst/>
          </a:prstGeom>
        </p:spPr>
        <p:txBody>
          <a:bodyPr wrap="square"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Group Type</a:t>
            </a:r>
          </a:p>
        </p:txBody>
      </p:sp>
      <p:sp>
        <p:nvSpPr>
          <p:cNvPr id="121" name="TextBox 121">
            <a:extLst>
              <a:ext uri="{FF2B5EF4-FFF2-40B4-BE49-F238E27FC236}">
                <a16:creationId xmlns:a16="http://schemas.microsoft.com/office/drawing/2014/main" id="{69F87524-33BF-E853-32C7-442C919957AC}"/>
              </a:ext>
            </a:extLst>
          </p:cNvPr>
          <p:cNvSpPr txBox="1"/>
          <p:nvPr/>
        </p:nvSpPr>
        <p:spPr>
          <a:xfrm>
            <a:off x="7047417" y="3166054"/>
            <a:ext cx="827876" cy="240066"/>
          </a:xfrm>
          <a:prstGeom prst="rect">
            <a:avLst/>
          </a:prstGeom>
        </p:spPr>
        <p:txBody>
          <a:bodyPr lIns="0" tIns="0" rIns="0" bIns="0" rtlCol="0" anchor="t">
            <a:spAutoFit/>
          </a:bodyPr>
          <a:lstStyle/>
          <a:p>
            <a:pPr algn="ctr">
              <a:lnSpc>
                <a:spcPts val="2016"/>
              </a:lnSpc>
              <a:spcBef>
                <a:spcPct val="0"/>
              </a:spcBef>
            </a:pPr>
            <a:r>
              <a:rPr lang="en-US" sz="1440">
                <a:solidFill>
                  <a:srgbClr val="000000"/>
                </a:solidFill>
                <a:latin typeface="Canva Sans"/>
                <a:ea typeface="Canva Sans"/>
                <a:cs typeface="Canva Sans"/>
                <a:sym typeface="Canva Sans"/>
              </a:rPr>
              <a:t>Members</a:t>
            </a:r>
          </a:p>
        </p:txBody>
      </p:sp>
      <p:sp>
        <p:nvSpPr>
          <p:cNvPr id="122" name="TextBox 122">
            <a:extLst>
              <a:ext uri="{FF2B5EF4-FFF2-40B4-BE49-F238E27FC236}">
                <a16:creationId xmlns:a16="http://schemas.microsoft.com/office/drawing/2014/main" id="{38727EB7-75EF-9AB1-87B3-82BCC8C0E738}"/>
              </a:ext>
            </a:extLst>
          </p:cNvPr>
          <p:cNvSpPr txBox="1"/>
          <p:nvPr/>
        </p:nvSpPr>
        <p:spPr>
          <a:xfrm>
            <a:off x="9464206" y="3242434"/>
            <a:ext cx="106009" cy="264560"/>
          </a:xfrm>
          <a:prstGeom prst="rect">
            <a:avLst/>
          </a:prstGeom>
        </p:spPr>
        <p:txBody>
          <a:bodyPr lIns="0" tIns="0" rIns="0" bIns="0" rtlCol="0" anchor="t">
            <a:spAutoFit/>
          </a:bodyPr>
          <a:lstStyle/>
          <a:p>
            <a:pPr algn="ctr">
              <a:lnSpc>
                <a:spcPts val="2239"/>
              </a:lnSpc>
              <a:spcBef>
                <a:spcPct val="0"/>
              </a:spcBef>
            </a:pPr>
            <a:r>
              <a:rPr lang="en-US" sz="1599">
                <a:solidFill>
                  <a:srgbClr val="000000"/>
                </a:solidFill>
                <a:latin typeface="Canva Sans"/>
                <a:ea typeface="Canva Sans"/>
                <a:cs typeface="Canva Sans"/>
                <a:sym typeface="Canva Sans"/>
              </a:rPr>
              <a:t>+</a:t>
            </a:r>
          </a:p>
        </p:txBody>
      </p:sp>
      <p:sp>
        <p:nvSpPr>
          <p:cNvPr id="123" name="TextBox 123">
            <a:extLst>
              <a:ext uri="{FF2B5EF4-FFF2-40B4-BE49-F238E27FC236}">
                <a16:creationId xmlns:a16="http://schemas.microsoft.com/office/drawing/2014/main" id="{E9222621-5692-EE6B-73F5-DB6230FA110B}"/>
              </a:ext>
            </a:extLst>
          </p:cNvPr>
          <p:cNvSpPr txBox="1"/>
          <p:nvPr/>
        </p:nvSpPr>
        <p:spPr>
          <a:xfrm>
            <a:off x="8365114" y="2715119"/>
            <a:ext cx="892875" cy="264240"/>
          </a:xfrm>
          <a:prstGeom prst="rect">
            <a:avLst/>
          </a:prstGeom>
        </p:spPr>
        <p:txBody>
          <a:bodyPr wrap="square" lIns="0" tIns="0" rIns="0" bIns="0" rtlCol="0" anchor="t">
            <a:spAutoFit/>
          </a:bodyPr>
          <a:lstStyle/>
          <a:p>
            <a:pPr algn="ctr">
              <a:lnSpc>
                <a:spcPts val="2226"/>
              </a:lnSpc>
              <a:spcBef>
                <a:spcPct val="0"/>
              </a:spcBef>
            </a:pPr>
            <a:r>
              <a:rPr lang="en-US" sz="1590" dirty="0">
                <a:solidFill>
                  <a:srgbClr val="000000"/>
                </a:solidFill>
                <a:latin typeface="Canva Sans"/>
                <a:ea typeface="Canva Sans"/>
                <a:cs typeface="Canva Sans"/>
                <a:sym typeface="Canva Sans"/>
              </a:rPr>
              <a:t>Family</a:t>
            </a:r>
          </a:p>
        </p:txBody>
      </p:sp>
      <p:sp>
        <p:nvSpPr>
          <p:cNvPr id="124" name="TextBox 124">
            <a:extLst>
              <a:ext uri="{FF2B5EF4-FFF2-40B4-BE49-F238E27FC236}">
                <a16:creationId xmlns:a16="http://schemas.microsoft.com/office/drawing/2014/main" id="{05A73A08-7510-425B-A733-174BD9025ADA}"/>
              </a:ext>
            </a:extLst>
          </p:cNvPr>
          <p:cNvSpPr txBox="1"/>
          <p:nvPr/>
        </p:nvSpPr>
        <p:spPr>
          <a:xfrm>
            <a:off x="7448665" y="2234410"/>
            <a:ext cx="404033" cy="264560"/>
          </a:xfrm>
          <a:prstGeom prst="rect">
            <a:avLst/>
          </a:prstGeom>
        </p:spPr>
        <p:txBody>
          <a:bodyPr wrap="square" lIns="0" tIns="0" rIns="0" bIns="0" rtlCol="0" anchor="t">
            <a:spAutoFit/>
          </a:bodyPr>
          <a:lstStyle/>
          <a:p>
            <a:pPr algn="ctr">
              <a:lnSpc>
                <a:spcPts val="2239"/>
              </a:lnSpc>
              <a:spcBef>
                <a:spcPct val="0"/>
              </a:spcBef>
            </a:pPr>
            <a:r>
              <a:rPr lang="en-US" sz="1599" dirty="0">
                <a:solidFill>
                  <a:srgbClr val="000000"/>
                </a:solidFill>
                <a:latin typeface="Canva Sans"/>
                <a:ea typeface="Canva Sans"/>
                <a:cs typeface="Canva Sans"/>
                <a:sym typeface="Canva Sans"/>
              </a:rPr>
              <a:t>25</a:t>
            </a:r>
          </a:p>
        </p:txBody>
      </p:sp>
      <p:sp>
        <p:nvSpPr>
          <p:cNvPr id="125" name="TextBox 125">
            <a:extLst>
              <a:ext uri="{FF2B5EF4-FFF2-40B4-BE49-F238E27FC236}">
                <a16:creationId xmlns:a16="http://schemas.microsoft.com/office/drawing/2014/main" id="{79E2763D-BA70-9DD7-0448-48AC81CD3943}"/>
              </a:ext>
            </a:extLst>
          </p:cNvPr>
          <p:cNvSpPr txBox="1"/>
          <p:nvPr/>
        </p:nvSpPr>
        <p:spPr>
          <a:xfrm>
            <a:off x="8910817" y="3168663"/>
            <a:ext cx="120105" cy="264560"/>
          </a:xfrm>
          <a:prstGeom prst="rect">
            <a:avLst/>
          </a:prstGeom>
        </p:spPr>
        <p:txBody>
          <a:bodyPr lIns="0" tIns="0" rIns="0" bIns="0" rtlCol="0" anchor="t">
            <a:spAutoFit/>
          </a:bodyPr>
          <a:lstStyle/>
          <a:p>
            <a:pPr algn="ctr">
              <a:lnSpc>
                <a:spcPts val="2239"/>
              </a:lnSpc>
              <a:spcBef>
                <a:spcPct val="0"/>
              </a:spcBef>
            </a:pPr>
            <a:r>
              <a:rPr lang="en-US" sz="1599">
                <a:solidFill>
                  <a:srgbClr val="000000"/>
                </a:solidFill>
                <a:latin typeface="Canva Sans"/>
                <a:ea typeface="Canva Sans"/>
                <a:cs typeface="Canva Sans"/>
                <a:sym typeface="Canva Sans"/>
              </a:rPr>
              <a:t>5</a:t>
            </a:r>
          </a:p>
        </p:txBody>
      </p:sp>
      <p:sp>
        <p:nvSpPr>
          <p:cNvPr id="126" name="TextBox 126">
            <a:extLst>
              <a:ext uri="{FF2B5EF4-FFF2-40B4-BE49-F238E27FC236}">
                <a16:creationId xmlns:a16="http://schemas.microsoft.com/office/drawing/2014/main" id="{8629AA65-AEF4-23B2-55C2-14E22112567D}"/>
              </a:ext>
            </a:extLst>
          </p:cNvPr>
          <p:cNvSpPr txBox="1"/>
          <p:nvPr/>
        </p:nvSpPr>
        <p:spPr>
          <a:xfrm>
            <a:off x="6954913" y="3478460"/>
            <a:ext cx="1226803" cy="240066"/>
          </a:xfrm>
          <a:prstGeom prst="rect">
            <a:avLst/>
          </a:prstGeom>
        </p:spPr>
        <p:txBody>
          <a:bodyPr wrap="square"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Subgroup 1</a:t>
            </a:r>
          </a:p>
        </p:txBody>
      </p:sp>
      <p:sp>
        <p:nvSpPr>
          <p:cNvPr id="127" name="TextBox 127">
            <a:extLst>
              <a:ext uri="{FF2B5EF4-FFF2-40B4-BE49-F238E27FC236}">
                <a16:creationId xmlns:a16="http://schemas.microsoft.com/office/drawing/2014/main" id="{681E7D69-688C-FD98-03E6-74BBB0A3148C}"/>
              </a:ext>
            </a:extLst>
          </p:cNvPr>
          <p:cNvSpPr txBox="1"/>
          <p:nvPr/>
        </p:nvSpPr>
        <p:spPr>
          <a:xfrm>
            <a:off x="6977515" y="4180550"/>
            <a:ext cx="1416749" cy="240066"/>
          </a:xfrm>
          <a:prstGeom prst="rect">
            <a:avLst/>
          </a:prstGeom>
        </p:spPr>
        <p:txBody>
          <a:bodyPr wrap="square"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Add Subgroup</a:t>
            </a:r>
          </a:p>
        </p:txBody>
      </p:sp>
      <p:sp>
        <p:nvSpPr>
          <p:cNvPr id="128" name="TextBox 128">
            <a:extLst>
              <a:ext uri="{FF2B5EF4-FFF2-40B4-BE49-F238E27FC236}">
                <a16:creationId xmlns:a16="http://schemas.microsoft.com/office/drawing/2014/main" id="{40455D31-339E-BCD5-8D7F-24755BE273F1}"/>
              </a:ext>
            </a:extLst>
          </p:cNvPr>
          <p:cNvSpPr txBox="1"/>
          <p:nvPr/>
        </p:nvSpPr>
        <p:spPr>
          <a:xfrm>
            <a:off x="6871868" y="4153885"/>
            <a:ext cx="106009" cy="264560"/>
          </a:xfrm>
          <a:prstGeom prst="rect">
            <a:avLst/>
          </a:prstGeom>
        </p:spPr>
        <p:txBody>
          <a:bodyPr lIns="0" tIns="0" rIns="0" bIns="0" rtlCol="0" anchor="t">
            <a:spAutoFit/>
          </a:bodyPr>
          <a:lstStyle/>
          <a:p>
            <a:pPr algn="ctr">
              <a:lnSpc>
                <a:spcPts val="2239"/>
              </a:lnSpc>
              <a:spcBef>
                <a:spcPct val="0"/>
              </a:spcBef>
            </a:pPr>
            <a:r>
              <a:rPr lang="en-US" sz="1599" dirty="0">
                <a:solidFill>
                  <a:srgbClr val="000000"/>
                </a:solidFill>
                <a:latin typeface="Canva Sans"/>
                <a:ea typeface="Canva Sans"/>
                <a:cs typeface="Canva Sans"/>
                <a:sym typeface="Canva Sans"/>
              </a:rPr>
              <a:t>+</a:t>
            </a:r>
          </a:p>
        </p:txBody>
      </p:sp>
      <p:sp>
        <p:nvSpPr>
          <p:cNvPr id="129" name="TextBox 129">
            <a:extLst>
              <a:ext uri="{FF2B5EF4-FFF2-40B4-BE49-F238E27FC236}">
                <a16:creationId xmlns:a16="http://schemas.microsoft.com/office/drawing/2014/main" id="{7B50E096-F757-6CD5-C7EB-D7E7FA5953D1}"/>
              </a:ext>
            </a:extLst>
          </p:cNvPr>
          <p:cNvSpPr txBox="1"/>
          <p:nvPr/>
        </p:nvSpPr>
        <p:spPr>
          <a:xfrm>
            <a:off x="6802825" y="3845156"/>
            <a:ext cx="1529474" cy="240066"/>
          </a:xfrm>
          <a:prstGeom prst="rect">
            <a:avLst/>
          </a:prstGeom>
        </p:spPr>
        <p:txBody>
          <a:bodyPr wrap="square"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Subgroup 2</a:t>
            </a:r>
          </a:p>
        </p:txBody>
      </p:sp>
      <p:sp>
        <p:nvSpPr>
          <p:cNvPr id="130" name="TextBox 130">
            <a:extLst>
              <a:ext uri="{FF2B5EF4-FFF2-40B4-BE49-F238E27FC236}">
                <a16:creationId xmlns:a16="http://schemas.microsoft.com/office/drawing/2014/main" id="{FAAD60CA-AFC3-FB9A-2297-14CBB0651169}"/>
              </a:ext>
            </a:extLst>
          </p:cNvPr>
          <p:cNvSpPr txBox="1"/>
          <p:nvPr/>
        </p:nvSpPr>
        <p:spPr>
          <a:xfrm>
            <a:off x="9433966" y="3631853"/>
            <a:ext cx="106009" cy="264560"/>
          </a:xfrm>
          <a:prstGeom prst="rect">
            <a:avLst/>
          </a:prstGeom>
        </p:spPr>
        <p:txBody>
          <a:bodyPr lIns="0" tIns="0" rIns="0" bIns="0" rtlCol="0" anchor="t">
            <a:spAutoFit/>
          </a:bodyPr>
          <a:lstStyle/>
          <a:p>
            <a:pPr algn="ctr">
              <a:lnSpc>
                <a:spcPts val="2239"/>
              </a:lnSpc>
              <a:spcBef>
                <a:spcPct val="0"/>
              </a:spcBef>
            </a:pPr>
            <a:r>
              <a:rPr lang="en-US" sz="1599">
                <a:solidFill>
                  <a:srgbClr val="000000"/>
                </a:solidFill>
                <a:latin typeface="Canva Sans"/>
                <a:ea typeface="Canva Sans"/>
                <a:cs typeface="Canva Sans"/>
                <a:sym typeface="Canva Sans"/>
              </a:rPr>
              <a:t>+</a:t>
            </a:r>
          </a:p>
        </p:txBody>
      </p:sp>
      <p:sp>
        <p:nvSpPr>
          <p:cNvPr id="131" name="TextBox 131">
            <a:extLst>
              <a:ext uri="{FF2B5EF4-FFF2-40B4-BE49-F238E27FC236}">
                <a16:creationId xmlns:a16="http://schemas.microsoft.com/office/drawing/2014/main" id="{4BEBBE6B-08E4-4A15-B5F1-7871ECC79973}"/>
              </a:ext>
            </a:extLst>
          </p:cNvPr>
          <p:cNvSpPr txBox="1"/>
          <p:nvPr/>
        </p:nvSpPr>
        <p:spPr>
          <a:xfrm>
            <a:off x="8265577" y="3281974"/>
            <a:ext cx="162712" cy="563872"/>
          </a:xfrm>
          <a:prstGeom prst="rect">
            <a:avLst/>
          </a:prstGeom>
        </p:spPr>
        <p:txBody>
          <a:bodyPr lIns="0" tIns="0" rIns="0" bIns="0" rtlCol="0" anchor="t">
            <a:spAutoFit/>
          </a:bodyPr>
          <a:lstStyle/>
          <a:p>
            <a:pPr algn="ctr">
              <a:lnSpc>
                <a:spcPts val="4730"/>
              </a:lnSpc>
              <a:spcBef>
                <a:spcPct val="0"/>
              </a:spcBef>
            </a:pPr>
            <a:r>
              <a:rPr lang="en-US" sz="3378">
                <a:solidFill>
                  <a:srgbClr val="000000"/>
                </a:solidFill>
                <a:latin typeface="Canva Sans"/>
                <a:ea typeface="Canva Sans"/>
                <a:cs typeface="Canva Sans"/>
                <a:sym typeface="Canva Sans"/>
              </a:rPr>
              <a:t>-</a:t>
            </a:r>
          </a:p>
        </p:txBody>
      </p:sp>
      <p:sp>
        <p:nvSpPr>
          <p:cNvPr id="132" name="TextBox 132">
            <a:extLst>
              <a:ext uri="{FF2B5EF4-FFF2-40B4-BE49-F238E27FC236}">
                <a16:creationId xmlns:a16="http://schemas.microsoft.com/office/drawing/2014/main" id="{84884F08-858C-C797-7D03-4BF68D10D94F}"/>
              </a:ext>
            </a:extLst>
          </p:cNvPr>
          <p:cNvSpPr txBox="1"/>
          <p:nvPr/>
        </p:nvSpPr>
        <p:spPr>
          <a:xfrm>
            <a:off x="8865939" y="3539233"/>
            <a:ext cx="111533" cy="264560"/>
          </a:xfrm>
          <a:prstGeom prst="rect">
            <a:avLst/>
          </a:prstGeom>
        </p:spPr>
        <p:txBody>
          <a:bodyPr lIns="0" tIns="0" rIns="0" bIns="0" rtlCol="0" anchor="t">
            <a:spAutoFit/>
          </a:bodyPr>
          <a:lstStyle/>
          <a:p>
            <a:pPr algn="ctr">
              <a:lnSpc>
                <a:spcPts val="2239"/>
              </a:lnSpc>
              <a:spcBef>
                <a:spcPct val="0"/>
              </a:spcBef>
            </a:pPr>
            <a:r>
              <a:rPr lang="en-US" sz="1599" dirty="0">
                <a:solidFill>
                  <a:srgbClr val="000000"/>
                </a:solidFill>
                <a:latin typeface="Canva Sans"/>
                <a:ea typeface="Canva Sans"/>
                <a:cs typeface="Canva Sans"/>
                <a:sym typeface="Canva Sans"/>
              </a:rPr>
              <a:t>2</a:t>
            </a:r>
          </a:p>
        </p:txBody>
      </p:sp>
      <p:sp>
        <p:nvSpPr>
          <p:cNvPr id="133" name="TextBox 133">
            <a:extLst>
              <a:ext uri="{FF2B5EF4-FFF2-40B4-BE49-F238E27FC236}">
                <a16:creationId xmlns:a16="http://schemas.microsoft.com/office/drawing/2014/main" id="{AC094A24-3D90-50CE-8CFA-7AE6612399D2}"/>
              </a:ext>
            </a:extLst>
          </p:cNvPr>
          <p:cNvSpPr txBox="1"/>
          <p:nvPr/>
        </p:nvSpPr>
        <p:spPr>
          <a:xfrm>
            <a:off x="9387429" y="4021605"/>
            <a:ext cx="106009" cy="264560"/>
          </a:xfrm>
          <a:prstGeom prst="rect">
            <a:avLst/>
          </a:prstGeom>
        </p:spPr>
        <p:txBody>
          <a:bodyPr lIns="0" tIns="0" rIns="0" bIns="0" rtlCol="0" anchor="t">
            <a:spAutoFit/>
          </a:bodyPr>
          <a:lstStyle/>
          <a:p>
            <a:pPr algn="ctr">
              <a:lnSpc>
                <a:spcPts val="2239"/>
              </a:lnSpc>
              <a:spcBef>
                <a:spcPct val="0"/>
              </a:spcBef>
            </a:pPr>
            <a:r>
              <a:rPr lang="en-US" sz="1599">
                <a:solidFill>
                  <a:srgbClr val="000000"/>
                </a:solidFill>
                <a:latin typeface="Canva Sans"/>
                <a:ea typeface="Canva Sans"/>
                <a:cs typeface="Canva Sans"/>
                <a:sym typeface="Canva Sans"/>
              </a:rPr>
              <a:t>+</a:t>
            </a:r>
          </a:p>
        </p:txBody>
      </p:sp>
      <p:sp>
        <p:nvSpPr>
          <p:cNvPr id="134" name="TextBox 134">
            <a:extLst>
              <a:ext uri="{FF2B5EF4-FFF2-40B4-BE49-F238E27FC236}">
                <a16:creationId xmlns:a16="http://schemas.microsoft.com/office/drawing/2014/main" id="{B7A24B6C-C3DC-B74A-51DB-EFA13F6EBABA}"/>
              </a:ext>
            </a:extLst>
          </p:cNvPr>
          <p:cNvSpPr txBox="1"/>
          <p:nvPr/>
        </p:nvSpPr>
        <p:spPr>
          <a:xfrm>
            <a:off x="8219041" y="3671726"/>
            <a:ext cx="162712" cy="563872"/>
          </a:xfrm>
          <a:prstGeom prst="rect">
            <a:avLst/>
          </a:prstGeom>
        </p:spPr>
        <p:txBody>
          <a:bodyPr lIns="0" tIns="0" rIns="0" bIns="0" rtlCol="0" anchor="t">
            <a:spAutoFit/>
          </a:bodyPr>
          <a:lstStyle/>
          <a:p>
            <a:pPr algn="ctr">
              <a:lnSpc>
                <a:spcPts val="4730"/>
              </a:lnSpc>
              <a:spcBef>
                <a:spcPct val="0"/>
              </a:spcBef>
            </a:pPr>
            <a:r>
              <a:rPr lang="en-US" sz="3378">
                <a:solidFill>
                  <a:srgbClr val="000000"/>
                </a:solidFill>
                <a:latin typeface="Canva Sans"/>
                <a:ea typeface="Canva Sans"/>
                <a:cs typeface="Canva Sans"/>
                <a:sym typeface="Canva Sans"/>
              </a:rPr>
              <a:t>-</a:t>
            </a:r>
          </a:p>
        </p:txBody>
      </p:sp>
      <p:sp>
        <p:nvSpPr>
          <p:cNvPr id="135" name="TextBox 135">
            <a:extLst>
              <a:ext uri="{FF2B5EF4-FFF2-40B4-BE49-F238E27FC236}">
                <a16:creationId xmlns:a16="http://schemas.microsoft.com/office/drawing/2014/main" id="{05D7C0D5-0720-4F7B-DDAA-9227CE04EC4F}"/>
              </a:ext>
            </a:extLst>
          </p:cNvPr>
          <p:cNvSpPr txBox="1"/>
          <p:nvPr/>
        </p:nvSpPr>
        <p:spPr>
          <a:xfrm>
            <a:off x="8835137" y="3947834"/>
            <a:ext cx="117914" cy="264560"/>
          </a:xfrm>
          <a:prstGeom prst="rect">
            <a:avLst/>
          </a:prstGeom>
        </p:spPr>
        <p:txBody>
          <a:bodyPr lIns="0" tIns="0" rIns="0" bIns="0" rtlCol="0" anchor="t">
            <a:spAutoFit/>
          </a:bodyPr>
          <a:lstStyle/>
          <a:p>
            <a:pPr algn="ctr">
              <a:lnSpc>
                <a:spcPts val="2239"/>
              </a:lnSpc>
              <a:spcBef>
                <a:spcPct val="0"/>
              </a:spcBef>
            </a:pPr>
            <a:r>
              <a:rPr lang="en-US" sz="1599">
                <a:solidFill>
                  <a:srgbClr val="000000"/>
                </a:solidFill>
                <a:latin typeface="Canva Sans"/>
                <a:ea typeface="Canva Sans"/>
                <a:cs typeface="Canva Sans"/>
                <a:sym typeface="Canva Sans"/>
              </a:rPr>
              <a:t>3</a:t>
            </a:r>
          </a:p>
        </p:txBody>
      </p:sp>
      <p:grpSp>
        <p:nvGrpSpPr>
          <p:cNvPr id="136" name="Group 136">
            <a:extLst>
              <a:ext uri="{FF2B5EF4-FFF2-40B4-BE49-F238E27FC236}">
                <a16:creationId xmlns:a16="http://schemas.microsoft.com/office/drawing/2014/main" id="{AF48BE87-1F04-0B1A-B77E-32EFFE01A22C}"/>
              </a:ext>
            </a:extLst>
          </p:cNvPr>
          <p:cNvGrpSpPr/>
          <p:nvPr/>
        </p:nvGrpSpPr>
        <p:grpSpPr>
          <a:xfrm>
            <a:off x="1914643" y="547837"/>
            <a:ext cx="2210565" cy="876869"/>
            <a:chOff x="0" y="0"/>
            <a:chExt cx="786013" cy="311789"/>
          </a:xfrm>
        </p:grpSpPr>
        <p:sp>
          <p:nvSpPr>
            <p:cNvPr id="137" name="Freeform 137">
              <a:extLst>
                <a:ext uri="{FF2B5EF4-FFF2-40B4-BE49-F238E27FC236}">
                  <a16:creationId xmlns:a16="http://schemas.microsoft.com/office/drawing/2014/main" id="{5FDFDED2-66D5-3695-E5FF-98DDF45AC0FA}"/>
                </a:ext>
              </a:extLst>
            </p:cNvPr>
            <p:cNvSpPr/>
            <p:nvPr/>
          </p:nvSpPr>
          <p:spPr>
            <a:xfrm>
              <a:off x="0" y="0"/>
              <a:ext cx="786013" cy="311789"/>
            </a:xfrm>
            <a:custGeom>
              <a:avLst/>
              <a:gdLst/>
              <a:ahLst/>
              <a:cxnLst/>
              <a:rect l="l" t="t" r="r" b="b"/>
              <a:pathLst>
                <a:path w="786013" h="311789">
                  <a:moveTo>
                    <a:pt x="0" y="0"/>
                  </a:moveTo>
                  <a:lnTo>
                    <a:pt x="786013" y="0"/>
                  </a:lnTo>
                  <a:lnTo>
                    <a:pt x="786013" y="311789"/>
                  </a:lnTo>
                  <a:lnTo>
                    <a:pt x="0" y="311789"/>
                  </a:lnTo>
                  <a:close/>
                </a:path>
              </a:pathLst>
            </a:custGeom>
            <a:solidFill>
              <a:srgbClr val="FFFFFF"/>
            </a:solidFill>
            <a:ln w="9525" cap="sq">
              <a:solidFill>
                <a:srgbClr val="000000"/>
              </a:solidFill>
              <a:prstDash val="solid"/>
              <a:miter/>
            </a:ln>
          </p:spPr>
          <p:txBody>
            <a:bodyPr/>
            <a:lstStyle/>
            <a:p>
              <a:endParaRPr lang="en-SG" sz="1088"/>
            </a:p>
          </p:txBody>
        </p:sp>
        <p:sp>
          <p:nvSpPr>
            <p:cNvPr id="138" name="TextBox 138">
              <a:extLst>
                <a:ext uri="{FF2B5EF4-FFF2-40B4-BE49-F238E27FC236}">
                  <a16:creationId xmlns:a16="http://schemas.microsoft.com/office/drawing/2014/main" id="{00DFE59B-33AF-F507-B1B9-E135BD548CF7}"/>
                </a:ext>
              </a:extLst>
            </p:cNvPr>
            <p:cNvSpPr txBox="1"/>
            <p:nvPr/>
          </p:nvSpPr>
          <p:spPr>
            <a:xfrm>
              <a:off x="0" y="-28575"/>
              <a:ext cx="786013" cy="340364"/>
            </a:xfrm>
            <a:prstGeom prst="rect">
              <a:avLst/>
            </a:prstGeom>
          </p:spPr>
          <p:txBody>
            <a:bodyPr lIns="40638" tIns="40638" rIns="40638" bIns="40638" rtlCol="0" anchor="ctr"/>
            <a:lstStyle/>
            <a:p>
              <a:pPr algn="ctr">
                <a:lnSpc>
                  <a:spcPts val="2016"/>
                </a:lnSpc>
              </a:pPr>
              <a:endParaRPr sz="1088"/>
            </a:p>
          </p:txBody>
        </p:sp>
      </p:grpSp>
      <p:grpSp>
        <p:nvGrpSpPr>
          <p:cNvPr id="139" name="Group 139">
            <a:extLst>
              <a:ext uri="{FF2B5EF4-FFF2-40B4-BE49-F238E27FC236}">
                <a16:creationId xmlns:a16="http://schemas.microsoft.com/office/drawing/2014/main" id="{5F420845-83C3-1DF6-0EB2-B3EFB42E5382}"/>
              </a:ext>
            </a:extLst>
          </p:cNvPr>
          <p:cNvGrpSpPr/>
          <p:nvPr/>
        </p:nvGrpSpPr>
        <p:grpSpPr>
          <a:xfrm>
            <a:off x="4541455" y="551790"/>
            <a:ext cx="1935703" cy="872914"/>
            <a:chOff x="0" y="0"/>
            <a:chExt cx="688280" cy="310383"/>
          </a:xfrm>
        </p:grpSpPr>
        <p:sp>
          <p:nvSpPr>
            <p:cNvPr id="140" name="Freeform 140">
              <a:extLst>
                <a:ext uri="{FF2B5EF4-FFF2-40B4-BE49-F238E27FC236}">
                  <a16:creationId xmlns:a16="http://schemas.microsoft.com/office/drawing/2014/main" id="{C4F8DAC0-F699-2F21-0AB6-3A57C466E3EF}"/>
                </a:ext>
              </a:extLst>
            </p:cNvPr>
            <p:cNvSpPr/>
            <p:nvPr/>
          </p:nvSpPr>
          <p:spPr>
            <a:xfrm>
              <a:off x="0" y="0"/>
              <a:ext cx="688280" cy="310383"/>
            </a:xfrm>
            <a:custGeom>
              <a:avLst/>
              <a:gdLst/>
              <a:ahLst/>
              <a:cxnLst/>
              <a:rect l="l" t="t" r="r" b="b"/>
              <a:pathLst>
                <a:path w="688280" h="310383">
                  <a:moveTo>
                    <a:pt x="0" y="0"/>
                  </a:moveTo>
                  <a:lnTo>
                    <a:pt x="688280" y="0"/>
                  </a:lnTo>
                  <a:lnTo>
                    <a:pt x="688280" y="310383"/>
                  </a:lnTo>
                  <a:lnTo>
                    <a:pt x="0" y="310383"/>
                  </a:lnTo>
                  <a:close/>
                </a:path>
              </a:pathLst>
            </a:custGeom>
            <a:solidFill>
              <a:srgbClr val="FFFFFF"/>
            </a:solidFill>
          </p:spPr>
          <p:txBody>
            <a:bodyPr/>
            <a:lstStyle/>
            <a:p>
              <a:endParaRPr lang="en-SG" sz="1088"/>
            </a:p>
          </p:txBody>
        </p:sp>
        <p:sp>
          <p:nvSpPr>
            <p:cNvPr id="141" name="TextBox 141">
              <a:extLst>
                <a:ext uri="{FF2B5EF4-FFF2-40B4-BE49-F238E27FC236}">
                  <a16:creationId xmlns:a16="http://schemas.microsoft.com/office/drawing/2014/main" id="{6A8301A1-835B-D13A-FB0D-7126DBD17F58}"/>
                </a:ext>
              </a:extLst>
            </p:cNvPr>
            <p:cNvSpPr txBox="1"/>
            <p:nvPr/>
          </p:nvSpPr>
          <p:spPr>
            <a:xfrm>
              <a:off x="0" y="-28575"/>
              <a:ext cx="688280" cy="338958"/>
            </a:xfrm>
            <a:prstGeom prst="rect">
              <a:avLst/>
            </a:prstGeom>
          </p:spPr>
          <p:txBody>
            <a:bodyPr lIns="40638" tIns="40638" rIns="40638" bIns="40638" rtlCol="0" anchor="ctr"/>
            <a:lstStyle/>
            <a:p>
              <a:pPr algn="ctr">
                <a:lnSpc>
                  <a:spcPts val="2016"/>
                </a:lnSpc>
              </a:pPr>
              <a:endParaRPr sz="1088"/>
            </a:p>
          </p:txBody>
        </p:sp>
      </p:grpSp>
      <p:grpSp>
        <p:nvGrpSpPr>
          <p:cNvPr id="142" name="Group 142">
            <a:extLst>
              <a:ext uri="{FF2B5EF4-FFF2-40B4-BE49-F238E27FC236}">
                <a16:creationId xmlns:a16="http://schemas.microsoft.com/office/drawing/2014/main" id="{2BD7E9CC-C226-909E-B540-A9319ABAFA18}"/>
              </a:ext>
            </a:extLst>
          </p:cNvPr>
          <p:cNvGrpSpPr/>
          <p:nvPr/>
        </p:nvGrpSpPr>
        <p:grpSpPr>
          <a:xfrm>
            <a:off x="-1" y="547834"/>
            <a:ext cx="1914643" cy="872914"/>
            <a:chOff x="0" y="0"/>
            <a:chExt cx="791825" cy="310383"/>
          </a:xfrm>
        </p:grpSpPr>
        <p:sp>
          <p:nvSpPr>
            <p:cNvPr id="143" name="Freeform 143">
              <a:extLst>
                <a:ext uri="{FF2B5EF4-FFF2-40B4-BE49-F238E27FC236}">
                  <a16:creationId xmlns:a16="http://schemas.microsoft.com/office/drawing/2014/main" id="{4080F27E-992E-DE1A-59F2-F6BF4E9B5290}"/>
                </a:ext>
              </a:extLst>
            </p:cNvPr>
            <p:cNvSpPr/>
            <p:nvPr/>
          </p:nvSpPr>
          <p:spPr>
            <a:xfrm>
              <a:off x="0" y="0"/>
              <a:ext cx="791824" cy="310383"/>
            </a:xfrm>
            <a:custGeom>
              <a:avLst/>
              <a:gdLst/>
              <a:ahLst/>
              <a:cxnLst/>
              <a:rect l="l" t="t" r="r" b="b"/>
              <a:pathLst>
                <a:path w="791824" h="310383">
                  <a:moveTo>
                    <a:pt x="0" y="0"/>
                  </a:moveTo>
                  <a:lnTo>
                    <a:pt x="791824" y="0"/>
                  </a:lnTo>
                  <a:lnTo>
                    <a:pt x="791824" y="310383"/>
                  </a:lnTo>
                  <a:lnTo>
                    <a:pt x="0" y="310383"/>
                  </a:lnTo>
                  <a:close/>
                </a:path>
              </a:pathLst>
            </a:custGeom>
            <a:solidFill>
              <a:srgbClr val="FFFFFF"/>
            </a:solidFill>
            <a:ln w="9525" cap="sq">
              <a:solidFill>
                <a:srgbClr val="000000"/>
              </a:solidFill>
              <a:prstDash val="solid"/>
              <a:miter/>
            </a:ln>
          </p:spPr>
          <p:txBody>
            <a:bodyPr/>
            <a:lstStyle/>
            <a:p>
              <a:endParaRPr lang="en-SG" sz="1088"/>
            </a:p>
          </p:txBody>
        </p:sp>
        <p:sp>
          <p:nvSpPr>
            <p:cNvPr id="144" name="TextBox 144">
              <a:extLst>
                <a:ext uri="{FF2B5EF4-FFF2-40B4-BE49-F238E27FC236}">
                  <a16:creationId xmlns:a16="http://schemas.microsoft.com/office/drawing/2014/main" id="{73144AB8-4C46-E071-8DFC-CA39FDAAC942}"/>
                </a:ext>
              </a:extLst>
            </p:cNvPr>
            <p:cNvSpPr txBox="1"/>
            <p:nvPr/>
          </p:nvSpPr>
          <p:spPr>
            <a:xfrm>
              <a:off x="0" y="-28575"/>
              <a:ext cx="791825" cy="338958"/>
            </a:xfrm>
            <a:prstGeom prst="rect">
              <a:avLst/>
            </a:prstGeom>
          </p:spPr>
          <p:txBody>
            <a:bodyPr lIns="40638" tIns="40638" rIns="40638" bIns="40638" rtlCol="0" anchor="ctr"/>
            <a:lstStyle/>
            <a:p>
              <a:pPr algn="ctr">
                <a:lnSpc>
                  <a:spcPts val="2016"/>
                </a:lnSpc>
              </a:pPr>
              <a:endParaRPr sz="1088"/>
            </a:p>
          </p:txBody>
        </p:sp>
      </p:grpSp>
      <p:grpSp>
        <p:nvGrpSpPr>
          <p:cNvPr id="145" name="Group 145">
            <a:extLst>
              <a:ext uri="{FF2B5EF4-FFF2-40B4-BE49-F238E27FC236}">
                <a16:creationId xmlns:a16="http://schemas.microsoft.com/office/drawing/2014/main" id="{37069807-DBEB-CA64-F6C3-57F3AE631B17}"/>
              </a:ext>
            </a:extLst>
          </p:cNvPr>
          <p:cNvGrpSpPr/>
          <p:nvPr/>
        </p:nvGrpSpPr>
        <p:grpSpPr>
          <a:xfrm>
            <a:off x="4125209" y="547837"/>
            <a:ext cx="2381488" cy="876869"/>
            <a:chOff x="0" y="0"/>
            <a:chExt cx="846789" cy="311789"/>
          </a:xfrm>
        </p:grpSpPr>
        <p:sp>
          <p:nvSpPr>
            <p:cNvPr id="146" name="Freeform 146">
              <a:extLst>
                <a:ext uri="{FF2B5EF4-FFF2-40B4-BE49-F238E27FC236}">
                  <a16:creationId xmlns:a16="http://schemas.microsoft.com/office/drawing/2014/main" id="{CB8BC8B1-0021-1CD4-7EE6-1376513A5A28}"/>
                </a:ext>
              </a:extLst>
            </p:cNvPr>
            <p:cNvSpPr/>
            <p:nvPr/>
          </p:nvSpPr>
          <p:spPr>
            <a:xfrm>
              <a:off x="0" y="0"/>
              <a:ext cx="846789" cy="311789"/>
            </a:xfrm>
            <a:custGeom>
              <a:avLst/>
              <a:gdLst/>
              <a:ahLst/>
              <a:cxnLst/>
              <a:rect l="l" t="t" r="r" b="b"/>
              <a:pathLst>
                <a:path w="846789" h="311789">
                  <a:moveTo>
                    <a:pt x="0" y="0"/>
                  </a:moveTo>
                  <a:lnTo>
                    <a:pt x="846789" y="0"/>
                  </a:lnTo>
                  <a:lnTo>
                    <a:pt x="846789" y="311789"/>
                  </a:lnTo>
                  <a:lnTo>
                    <a:pt x="0" y="311789"/>
                  </a:lnTo>
                  <a:close/>
                </a:path>
              </a:pathLst>
            </a:custGeom>
            <a:solidFill>
              <a:srgbClr val="FFFFFF"/>
            </a:solidFill>
            <a:ln w="9525" cap="sq">
              <a:solidFill>
                <a:srgbClr val="000000"/>
              </a:solidFill>
              <a:prstDash val="solid"/>
              <a:miter/>
            </a:ln>
          </p:spPr>
          <p:txBody>
            <a:bodyPr/>
            <a:lstStyle/>
            <a:p>
              <a:endParaRPr lang="en-SG" sz="1088"/>
            </a:p>
          </p:txBody>
        </p:sp>
        <p:sp>
          <p:nvSpPr>
            <p:cNvPr id="147" name="TextBox 147">
              <a:extLst>
                <a:ext uri="{FF2B5EF4-FFF2-40B4-BE49-F238E27FC236}">
                  <a16:creationId xmlns:a16="http://schemas.microsoft.com/office/drawing/2014/main" id="{26DF89FF-77D5-B811-5982-413E42766A5F}"/>
                </a:ext>
              </a:extLst>
            </p:cNvPr>
            <p:cNvSpPr txBox="1"/>
            <p:nvPr/>
          </p:nvSpPr>
          <p:spPr>
            <a:xfrm>
              <a:off x="0" y="-28575"/>
              <a:ext cx="846789" cy="340364"/>
            </a:xfrm>
            <a:prstGeom prst="rect">
              <a:avLst/>
            </a:prstGeom>
          </p:spPr>
          <p:txBody>
            <a:bodyPr lIns="40638" tIns="40638" rIns="40638" bIns="40638" rtlCol="0" anchor="ctr"/>
            <a:lstStyle/>
            <a:p>
              <a:pPr algn="ctr">
                <a:lnSpc>
                  <a:spcPts val="2016"/>
                </a:lnSpc>
              </a:pPr>
              <a:endParaRPr sz="1088"/>
            </a:p>
          </p:txBody>
        </p:sp>
      </p:grpSp>
      <p:grpSp>
        <p:nvGrpSpPr>
          <p:cNvPr id="148" name="Group 148">
            <a:extLst>
              <a:ext uri="{FF2B5EF4-FFF2-40B4-BE49-F238E27FC236}">
                <a16:creationId xmlns:a16="http://schemas.microsoft.com/office/drawing/2014/main" id="{408EEF65-0F8C-FF52-E46D-B7895792F8DE}"/>
              </a:ext>
            </a:extLst>
          </p:cNvPr>
          <p:cNvGrpSpPr/>
          <p:nvPr/>
        </p:nvGrpSpPr>
        <p:grpSpPr>
          <a:xfrm>
            <a:off x="0" y="551792"/>
            <a:ext cx="1914644" cy="868958"/>
            <a:chOff x="0" y="0"/>
            <a:chExt cx="774911" cy="308976"/>
          </a:xfrm>
        </p:grpSpPr>
        <p:sp>
          <p:nvSpPr>
            <p:cNvPr id="149" name="Freeform 149">
              <a:extLst>
                <a:ext uri="{FF2B5EF4-FFF2-40B4-BE49-F238E27FC236}">
                  <a16:creationId xmlns:a16="http://schemas.microsoft.com/office/drawing/2014/main" id="{DCC515D4-D0AE-F45D-8636-25D6C9D2126A}"/>
                </a:ext>
              </a:extLst>
            </p:cNvPr>
            <p:cNvSpPr/>
            <p:nvPr/>
          </p:nvSpPr>
          <p:spPr>
            <a:xfrm>
              <a:off x="0" y="0"/>
              <a:ext cx="774911" cy="308976"/>
            </a:xfrm>
            <a:custGeom>
              <a:avLst/>
              <a:gdLst/>
              <a:ahLst/>
              <a:cxnLst/>
              <a:rect l="l" t="t" r="r" b="b"/>
              <a:pathLst>
                <a:path w="774911" h="308976">
                  <a:moveTo>
                    <a:pt x="0" y="0"/>
                  </a:moveTo>
                  <a:lnTo>
                    <a:pt x="774911" y="0"/>
                  </a:lnTo>
                  <a:lnTo>
                    <a:pt x="774911" y="308976"/>
                  </a:lnTo>
                  <a:lnTo>
                    <a:pt x="0" y="308976"/>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150" name="TextBox 150">
              <a:extLst>
                <a:ext uri="{FF2B5EF4-FFF2-40B4-BE49-F238E27FC236}">
                  <a16:creationId xmlns:a16="http://schemas.microsoft.com/office/drawing/2014/main" id="{98129C1C-7F54-116B-FC73-A0B080A4B8B9}"/>
                </a:ext>
              </a:extLst>
            </p:cNvPr>
            <p:cNvSpPr txBox="1"/>
            <p:nvPr/>
          </p:nvSpPr>
          <p:spPr>
            <a:xfrm>
              <a:off x="0" y="-28575"/>
              <a:ext cx="774911" cy="337551"/>
            </a:xfrm>
            <a:prstGeom prst="rect">
              <a:avLst/>
            </a:prstGeom>
          </p:spPr>
          <p:txBody>
            <a:bodyPr lIns="40638" tIns="40638" rIns="40638" bIns="40638" rtlCol="0" anchor="ctr"/>
            <a:lstStyle/>
            <a:p>
              <a:pPr algn="ctr">
                <a:lnSpc>
                  <a:spcPts val="2016"/>
                </a:lnSpc>
              </a:pPr>
              <a:endParaRPr sz="1088"/>
            </a:p>
          </p:txBody>
        </p:sp>
      </p:grpSp>
      <p:sp>
        <p:nvSpPr>
          <p:cNvPr id="151" name="TextBox 151">
            <a:extLst>
              <a:ext uri="{FF2B5EF4-FFF2-40B4-BE49-F238E27FC236}">
                <a16:creationId xmlns:a16="http://schemas.microsoft.com/office/drawing/2014/main" id="{B5146CEB-F173-CEAB-9622-D179CE52CF1A}"/>
              </a:ext>
            </a:extLst>
          </p:cNvPr>
          <p:cNvSpPr txBox="1"/>
          <p:nvPr/>
        </p:nvSpPr>
        <p:spPr>
          <a:xfrm>
            <a:off x="286939" y="864826"/>
            <a:ext cx="1098699" cy="240066"/>
          </a:xfrm>
          <a:prstGeom prst="rect">
            <a:avLst/>
          </a:prstGeom>
        </p:spPr>
        <p:txBody>
          <a:bodyPr wrap="square"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Subgroup 1</a:t>
            </a:r>
          </a:p>
        </p:txBody>
      </p:sp>
      <p:sp>
        <p:nvSpPr>
          <p:cNvPr id="152" name="TextBox 152">
            <a:extLst>
              <a:ext uri="{FF2B5EF4-FFF2-40B4-BE49-F238E27FC236}">
                <a16:creationId xmlns:a16="http://schemas.microsoft.com/office/drawing/2014/main" id="{D53F15D9-90E7-83EC-5167-750951D79664}"/>
              </a:ext>
            </a:extLst>
          </p:cNvPr>
          <p:cNvSpPr txBox="1"/>
          <p:nvPr/>
        </p:nvSpPr>
        <p:spPr>
          <a:xfrm>
            <a:off x="2563301" y="839652"/>
            <a:ext cx="1098699" cy="240066"/>
          </a:xfrm>
          <a:prstGeom prst="rect">
            <a:avLst/>
          </a:prstGeom>
        </p:spPr>
        <p:txBody>
          <a:bodyPr wrap="square"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Subgroup 2</a:t>
            </a:r>
          </a:p>
        </p:txBody>
      </p:sp>
      <p:sp>
        <p:nvSpPr>
          <p:cNvPr id="153" name="TextBox 153">
            <a:extLst>
              <a:ext uri="{FF2B5EF4-FFF2-40B4-BE49-F238E27FC236}">
                <a16:creationId xmlns:a16="http://schemas.microsoft.com/office/drawing/2014/main" id="{42C0A181-B591-33E4-B8F7-457CB43D3701}"/>
              </a:ext>
            </a:extLst>
          </p:cNvPr>
          <p:cNvSpPr txBox="1"/>
          <p:nvPr/>
        </p:nvSpPr>
        <p:spPr>
          <a:xfrm>
            <a:off x="4948195" y="569454"/>
            <a:ext cx="653230" cy="545919"/>
          </a:xfrm>
          <a:prstGeom prst="rect">
            <a:avLst/>
          </a:prstGeom>
        </p:spPr>
        <p:txBody>
          <a:bodyPr lIns="0" tIns="0" rIns="0" bIns="0" rtlCol="0" anchor="t">
            <a:spAutoFit/>
          </a:bodyPr>
          <a:lstStyle/>
          <a:p>
            <a:pPr algn="ctr">
              <a:lnSpc>
                <a:spcPts val="2207"/>
              </a:lnSpc>
              <a:spcBef>
                <a:spcPct val="0"/>
              </a:spcBef>
            </a:pPr>
            <a:r>
              <a:rPr lang="en-US" sz="1577" dirty="0">
                <a:solidFill>
                  <a:srgbClr val="000000"/>
                </a:solidFill>
                <a:latin typeface="Canva Sans"/>
                <a:ea typeface="Canva Sans"/>
                <a:cs typeface="Canva Sans"/>
                <a:sym typeface="Canva Sans"/>
              </a:rPr>
              <a:t> Group</a:t>
            </a:r>
          </a:p>
        </p:txBody>
      </p:sp>
      <p:sp>
        <p:nvSpPr>
          <p:cNvPr id="169" name="Freeform 19">
            <a:extLst>
              <a:ext uri="{FF2B5EF4-FFF2-40B4-BE49-F238E27FC236}">
                <a16:creationId xmlns:a16="http://schemas.microsoft.com/office/drawing/2014/main" id="{E0DB7372-37BF-3192-CC09-E2915704E03E}"/>
              </a:ext>
            </a:extLst>
          </p:cNvPr>
          <p:cNvSpPr/>
          <p:nvPr/>
        </p:nvSpPr>
        <p:spPr>
          <a:xfrm>
            <a:off x="10617" y="4455102"/>
            <a:ext cx="629155" cy="314578"/>
          </a:xfrm>
          <a:custGeom>
            <a:avLst/>
            <a:gdLst/>
            <a:ahLst/>
            <a:cxnLst/>
            <a:rect l="l" t="t" r="r" b="b"/>
            <a:pathLst>
              <a:path w="786479" h="393240">
                <a:moveTo>
                  <a:pt x="0" y="0"/>
                </a:moveTo>
                <a:lnTo>
                  <a:pt x="786480" y="0"/>
                </a:lnTo>
                <a:lnTo>
                  <a:pt x="786480" y="393239"/>
                </a:lnTo>
                <a:lnTo>
                  <a:pt x="0" y="39323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SG" sz="1088"/>
          </a:p>
        </p:txBody>
      </p:sp>
      <p:sp>
        <p:nvSpPr>
          <p:cNvPr id="170" name="TextBox 75">
            <a:extLst>
              <a:ext uri="{FF2B5EF4-FFF2-40B4-BE49-F238E27FC236}">
                <a16:creationId xmlns:a16="http://schemas.microsoft.com/office/drawing/2014/main" id="{CED199B5-822C-1AC3-5D6C-BB472031301D}"/>
              </a:ext>
            </a:extLst>
          </p:cNvPr>
          <p:cNvSpPr txBox="1"/>
          <p:nvPr/>
        </p:nvSpPr>
        <p:spPr>
          <a:xfrm>
            <a:off x="1075681" y="6716050"/>
            <a:ext cx="1332514"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Fireworks</a:t>
            </a:r>
          </a:p>
        </p:txBody>
      </p:sp>
      <p:sp>
        <p:nvSpPr>
          <p:cNvPr id="171" name="TextBox 82">
            <a:extLst>
              <a:ext uri="{FF2B5EF4-FFF2-40B4-BE49-F238E27FC236}">
                <a16:creationId xmlns:a16="http://schemas.microsoft.com/office/drawing/2014/main" id="{41EDB1C6-6C21-EAE3-D2BE-175A886DB306}"/>
              </a:ext>
            </a:extLst>
          </p:cNvPr>
          <p:cNvSpPr txBox="1"/>
          <p:nvPr/>
        </p:nvSpPr>
        <p:spPr>
          <a:xfrm>
            <a:off x="667250" y="6770678"/>
            <a:ext cx="257663" cy="264624"/>
          </a:xfrm>
          <a:prstGeom prst="rect">
            <a:avLst/>
          </a:prstGeom>
        </p:spPr>
        <p:txBody>
          <a:bodyPr wrap="square" lIns="0" tIns="0" rIns="0" bIns="0" rtlCol="0" anchor="t">
            <a:spAutoFit/>
          </a:bodyPr>
          <a:lstStyle/>
          <a:p>
            <a:pPr>
              <a:lnSpc>
                <a:spcPts val="2240"/>
              </a:lnSpc>
              <a:spcBef>
                <a:spcPct val="0"/>
              </a:spcBef>
            </a:pPr>
            <a:r>
              <a:rPr lang="en-US" sz="1600" b="1" dirty="0">
                <a:solidFill>
                  <a:srgbClr val="000000"/>
                </a:solidFill>
                <a:latin typeface="Canva Sans Bold"/>
                <a:ea typeface="Canva Sans Bold"/>
                <a:cs typeface="Canva Sans Bold"/>
                <a:sym typeface="Canva Sans Bold"/>
              </a:rPr>
              <a:t>8.</a:t>
            </a:r>
          </a:p>
        </p:txBody>
      </p:sp>
      <p:sp>
        <p:nvSpPr>
          <p:cNvPr id="172" name="TextBox 102">
            <a:extLst>
              <a:ext uri="{FF2B5EF4-FFF2-40B4-BE49-F238E27FC236}">
                <a16:creationId xmlns:a16="http://schemas.microsoft.com/office/drawing/2014/main" id="{84C08725-F2D8-554A-0051-C8DE8F66FE6C}"/>
              </a:ext>
            </a:extLst>
          </p:cNvPr>
          <p:cNvSpPr txBox="1"/>
          <p:nvPr/>
        </p:nvSpPr>
        <p:spPr>
          <a:xfrm>
            <a:off x="3124507" y="6780346"/>
            <a:ext cx="126216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18:00 - 19:00</a:t>
            </a:r>
          </a:p>
        </p:txBody>
      </p:sp>
      <p:sp>
        <p:nvSpPr>
          <p:cNvPr id="173" name="TextBox 102">
            <a:extLst>
              <a:ext uri="{FF2B5EF4-FFF2-40B4-BE49-F238E27FC236}">
                <a16:creationId xmlns:a16="http://schemas.microsoft.com/office/drawing/2014/main" id="{1177C2E1-D9F1-A5E3-0908-B6E3F345FACD}"/>
              </a:ext>
            </a:extLst>
          </p:cNvPr>
          <p:cNvSpPr txBox="1"/>
          <p:nvPr/>
        </p:nvSpPr>
        <p:spPr>
          <a:xfrm>
            <a:off x="4788579" y="6888732"/>
            <a:ext cx="126216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200 m</a:t>
            </a:r>
          </a:p>
        </p:txBody>
      </p:sp>
    </p:spTree>
    <p:extLst>
      <p:ext uri="{BB962C8B-B14F-4D97-AF65-F5344CB8AC3E}">
        <p14:creationId xmlns:p14="http://schemas.microsoft.com/office/powerpoint/2010/main" val="7710865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F7E4C-6BFA-9D80-9E1A-058DC05CFEE4}"/>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D7986E62-D8D9-0A77-A136-DF8664944734}"/>
              </a:ext>
            </a:extLst>
          </p:cNvPr>
          <p:cNvGraphicFramePr>
            <a:graphicFrameLocks noGrp="1"/>
          </p:cNvGraphicFramePr>
          <p:nvPr/>
        </p:nvGraphicFramePr>
        <p:xfrm>
          <a:off x="0" y="1424704"/>
          <a:ext cx="6562164" cy="5774609"/>
        </p:xfrm>
        <a:graphic>
          <a:graphicData uri="http://schemas.openxmlformats.org/drawingml/2006/table">
            <a:tbl>
              <a:tblPr/>
              <a:tblGrid>
                <a:gridCol w="6562164">
                  <a:extLst>
                    <a:ext uri="{9D8B030D-6E8A-4147-A177-3AD203B41FA5}">
                      <a16:colId xmlns:a16="http://schemas.microsoft.com/office/drawing/2014/main" val="20000"/>
                    </a:ext>
                  </a:extLst>
                </a:gridCol>
              </a:tblGrid>
              <a:tr h="702803">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23640">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23640">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21530">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25749">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725749">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725749">
                <a:tc>
                  <a:txBody>
                    <a:bodyPr/>
                    <a:lstStyle/>
                    <a:p>
                      <a:pPr algn="ctr">
                        <a:lnSpc>
                          <a:spcPts val="2520"/>
                        </a:lnSpc>
                        <a:defRPr/>
                      </a:pPr>
                      <a:endParaRPr lang="en-US" sz="90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725749">
                <a:tc>
                  <a:txBody>
                    <a:bodyPr/>
                    <a:lstStyle/>
                    <a:p>
                      <a:pPr algn="ctr">
                        <a:lnSpc>
                          <a:spcPts val="2520"/>
                        </a:lnSpc>
                        <a:defRPr/>
                      </a:pPr>
                      <a:endParaRPr lang="en-US" sz="900" dirty="0"/>
                    </a:p>
                  </a:txBody>
                  <a:tcPr marL="152393" marR="152393" marT="152393" marB="152393"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3" name="Group 3">
            <a:extLst>
              <a:ext uri="{FF2B5EF4-FFF2-40B4-BE49-F238E27FC236}">
                <a16:creationId xmlns:a16="http://schemas.microsoft.com/office/drawing/2014/main" id="{2641491E-1BD0-BF97-D322-39F81A30AF9D}"/>
              </a:ext>
            </a:extLst>
          </p:cNvPr>
          <p:cNvGrpSpPr/>
          <p:nvPr/>
        </p:nvGrpSpPr>
        <p:grpSpPr>
          <a:xfrm>
            <a:off x="-53714" y="-42378"/>
            <a:ext cx="6659287" cy="594168"/>
            <a:chOff x="0" y="0"/>
            <a:chExt cx="2594982" cy="812800"/>
          </a:xfrm>
        </p:grpSpPr>
        <p:sp>
          <p:nvSpPr>
            <p:cNvPr id="4" name="Freeform 4">
              <a:extLst>
                <a:ext uri="{FF2B5EF4-FFF2-40B4-BE49-F238E27FC236}">
                  <a16:creationId xmlns:a16="http://schemas.microsoft.com/office/drawing/2014/main" id="{78A8B3F6-455B-0C22-00F8-0BF020B7293A}"/>
                </a:ext>
              </a:extLst>
            </p:cNvPr>
            <p:cNvSpPr/>
            <p:nvPr/>
          </p:nvSpPr>
          <p:spPr>
            <a:xfrm>
              <a:off x="0" y="0"/>
              <a:ext cx="2594982" cy="812800"/>
            </a:xfrm>
            <a:custGeom>
              <a:avLst/>
              <a:gdLst/>
              <a:ahLst/>
              <a:cxnLst/>
              <a:rect l="l" t="t" r="r" b="b"/>
              <a:pathLst>
                <a:path w="2594982" h="812800">
                  <a:moveTo>
                    <a:pt x="0" y="0"/>
                  </a:moveTo>
                  <a:lnTo>
                    <a:pt x="2594982" y="0"/>
                  </a:lnTo>
                  <a:lnTo>
                    <a:pt x="2594982" y="812800"/>
                  </a:lnTo>
                  <a:lnTo>
                    <a:pt x="0" y="812800"/>
                  </a:lnTo>
                  <a:close/>
                </a:path>
              </a:pathLst>
            </a:custGeom>
            <a:solidFill>
              <a:srgbClr val="F34336"/>
            </a:solidFill>
          </p:spPr>
          <p:txBody>
            <a:bodyPr/>
            <a:lstStyle/>
            <a:p>
              <a:endParaRPr lang="en-SG" sz="1088"/>
            </a:p>
          </p:txBody>
        </p:sp>
        <p:sp>
          <p:nvSpPr>
            <p:cNvPr id="5" name="TextBox 5">
              <a:extLst>
                <a:ext uri="{FF2B5EF4-FFF2-40B4-BE49-F238E27FC236}">
                  <a16:creationId xmlns:a16="http://schemas.microsoft.com/office/drawing/2014/main" id="{D27CE3D6-7840-C1F2-A8F3-9EFAEEA6847D}"/>
                </a:ext>
              </a:extLst>
            </p:cNvPr>
            <p:cNvSpPr txBox="1"/>
            <p:nvPr/>
          </p:nvSpPr>
          <p:spPr>
            <a:xfrm>
              <a:off x="0" y="-28575"/>
              <a:ext cx="2594982" cy="841375"/>
            </a:xfrm>
            <a:prstGeom prst="rect">
              <a:avLst/>
            </a:prstGeom>
          </p:spPr>
          <p:txBody>
            <a:bodyPr lIns="40638" tIns="40638" rIns="40638" bIns="40638" rtlCol="0" anchor="ctr"/>
            <a:lstStyle/>
            <a:p>
              <a:pPr algn="ctr">
                <a:lnSpc>
                  <a:spcPts val="2016"/>
                </a:lnSpc>
              </a:pPr>
              <a:endParaRPr sz="1088"/>
            </a:p>
          </p:txBody>
        </p:sp>
      </p:grpSp>
      <p:sp>
        <p:nvSpPr>
          <p:cNvPr id="6" name="Freeform 6">
            <a:extLst>
              <a:ext uri="{FF2B5EF4-FFF2-40B4-BE49-F238E27FC236}">
                <a16:creationId xmlns:a16="http://schemas.microsoft.com/office/drawing/2014/main" id="{6C80C912-FD83-2FA5-5443-FB11CEBD939C}"/>
              </a:ext>
            </a:extLst>
          </p:cNvPr>
          <p:cNvSpPr/>
          <p:nvPr/>
        </p:nvSpPr>
        <p:spPr>
          <a:xfrm>
            <a:off x="5150518" y="133180"/>
            <a:ext cx="376026" cy="270589"/>
          </a:xfrm>
          <a:custGeom>
            <a:avLst/>
            <a:gdLst/>
            <a:ahLst/>
            <a:cxnLst/>
            <a:rect l="l" t="t" r="r" b="b"/>
            <a:pathLst>
              <a:path w="582915" h="486734">
                <a:moveTo>
                  <a:pt x="0" y="0"/>
                </a:moveTo>
                <a:lnTo>
                  <a:pt x="582915" y="0"/>
                </a:lnTo>
                <a:lnTo>
                  <a:pt x="582915" y="486734"/>
                </a:lnTo>
                <a:lnTo>
                  <a:pt x="0" y="48673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SG" sz="1088"/>
          </a:p>
        </p:txBody>
      </p:sp>
      <p:sp>
        <p:nvSpPr>
          <p:cNvPr id="7" name="Freeform 7">
            <a:extLst>
              <a:ext uri="{FF2B5EF4-FFF2-40B4-BE49-F238E27FC236}">
                <a16:creationId xmlns:a16="http://schemas.microsoft.com/office/drawing/2014/main" id="{B8CF5C9B-6B7C-11B4-29C1-DB60A8758F13}"/>
              </a:ext>
            </a:extLst>
          </p:cNvPr>
          <p:cNvSpPr/>
          <p:nvPr/>
        </p:nvSpPr>
        <p:spPr>
          <a:xfrm>
            <a:off x="61720" y="75355"/>
            <a:ext cx="274331" cy="243854"/>
          </a:xfrm>
          <a:custGeom>
            <a:avLst/>
            <a:gdLst/>
            <a:ahLst/>
            <a:cxnLst/>
            <a:rect l="l" t="t" r="r" b="b"/>
            <a:pathLst>
              <a:path w="583453" h="390383">
                <a:moveTo>
                  <a:pt x="0" y="0"/>
                </a:moveTo>
                <a:lnTo>
                  <a:pt x="583453" y="0"/>
                </a:lnTo>
                <a:lnTo>
                  <a:pt x="583453" y="390383"/>
                </a:lnTo>
                <a:lnTo>
                  <a:pt x="0" y="39038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SG" sz="1088"/>
          </a:p>
        </p:txBody>
      </p:sp>
      <p:sp>
        <p:nvSpPr>
          <p:cNvPr id="8" name="Freeform 8">
            <a:extLst>
              <a:ext uri="{FF2B5EF4-FFF2-40B4-BE49-F238E27FC236}">
                <a16:creationId xmlns:a16="http://schemas.microsoft.com/office/drawing/2014/main" id="{20159D86-5531-8860-9562-9302659B85E2}"/>
              </a:ext>
            </a:extLst>
          </p:cNvPr>
          <p:cNvSpPr/>
          <p:nvPr/>
        </p:nvSpPr>
        <p:spPr>
          <a:xfrm>
            <a:off x="545415" y="75355"/>
            <a:ext cx="336052" cy="222231"/>
          </a:xfrm>
          <a:custGeom>
            <a:avLst/>
            <a:gdLst/>
            <a:ahLst/>
            <a:cxnLst/>
            <a:rect l="l" t="t" r="r" b="b"/>
            <a:pathLst>
              <a:path w="585247" h="392648">
                <a:moveTo>
                  <a:pt x="0" y="0"/>
                </a:moveTo>
                <a:lnTo>
                  <a:pt x="585247" y="0"/>
                </a:lnTo>
                <a:lnTo>
                  <a:pt x="585247" y="392647"/>
                </a:lnTo>
                <a:lnTo>
                  <a:pt x="0" y="39264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SG" sz="1088"/>
          </a:p>
        </p:txBody>
      </p:sp>
      <p:sp>
        <p:nvSpPr>
          <p:cNvPr id="9" name="Freeform 9">
            <a:extLst>
              <a:ext uri="{FF2B5EF4-FFF2-40B4-BE49-F238E27FC236}">
                <a16:creationId xmlns:a16="http://schemas.microsoft.com/office/drawing/2014/main" id="{160CBD89-502C-30FF-DFDA-C2523C637A4A}"/>
              </a:ext>
            </a:extLst>
          </p:cNvPr>
          <p:cNvSpPr/>
          <p:nvPr/>
        </p:nvSpPr>
        <p:spPr>
          <a:xfrm>
            <a:off x="6021977" y="116069"/>
            <a:ext cx="251957" cy="241675"/>
          </a:xfrm>
          <a:custGeom>
            <a:avLst/>
            <a:gdLst/>
            <a:ahLst/>
            <a:cxnLst/>
            <a:rect l="l" t="t" r="r" b="b"/>
            <a:pathLst>
              <a:path w="470053" h="505434">
                <a:moveTo>
                  <a:pt x="0" y="0"/>
                </a:moveTo>
                <a:lnTo>
                  <a:pt x="470053" y="0"/>
                </a:lnTo>
                <a:lnTo>
                  <a:pt x="470053" y="505434"/>
                </a:lnTo>
                <a:lnTo>
                  <a:pt x="0" y="50543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SG" sz="1088"/>
          </a:p>
        </p:txBody>
      </p:sp>
      <p:sp>
        <p:nvSpPr>
          <p:cNvPr id="10" name="Freeform 10">
            <a:extLst>
              <a:ext uri="{FF2B5EF4-FFF2-40B4-BE49-F238E27FC236}">
                <a16:creationId xmlns:a16="http://schemas.microsoft.com/office/drawing/2014/main" id="{6DE632B2-13DB-11B7-0DCD-FD395880FDBD}"/>
              </a:ext>
            </a:extLst>
          </p:cNvPr>
          <p:cNvSpPr/>
          <p:nvPr/>
        </p:nvSpPr>
        <p:spPr>
          <a:xfrm>
            <a:off x="4341060" y="133179"/>
            <a:ext cx="314024" cy="242229"/>
          </a:xfrm>
          <a:custGeom>
            <a:avLst/>
            <a:gdLst/>
            <a:ahLst/>
            <a:cxnLst/>
            <a:rect l="l" t="t" r="r" b="b"/>
            <a:pathLst>
              <a:path w="471559" h="489932">
                <a:moveTo>
                  <a:pt x="0" y="0"/>
                </a:moveTo>
                <a:lnTo>
                  <a:pt x="471559" y="0"/>
                </a:lnTo>
                <a:lnTo>
                  <a:pt x="471559" y="489931"/>
                </a:lnTo>
                <a:lnTo>
                  <a:pt x="0" y="489931"/>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SG" sz="1088"/>
          </a:p>
        </p:txBody>
      </p:sp>
      <p:sp>
        <p:nvSpPr>
          <p:cNvPr id="19" name="Freeform 19">
            <a:extLst>
              <a:ext uri="{FF2B5EF4-FFF2-40B4-BE49-F238E27FC236}">
                <a16:creationId xmlns:a16="http://schemas.microsoft.com/office/drawing/2014/main" id="{351BF53E-59DB-7463-FD2E-D61F78CD4458}"/>
              </a:ext>
            </a:extLst>
          </p:cNvPr>
          <p:cNvSpPr/>
          <p:nvPr/>
        </p:nvSpPr>
        <p:spPr>
          <a:xfrm>
            <a:off x="-34231" y="3817717"/>
            <a:ext cx="629155" cy="314578"/>
          </a:xfrm>
          <a:custGeom>
            <a:avLst/>
            <a:gdLst/>
            <a:ahLst/>
            <a:cxnLst/>
            <a:rect l="l" t="t" r="r" b="b"/>
            <a:pathLst>
              <a:path w="786479" h="393240">
                <a:moveTo>
                  <a:pt x="0" y="0"/>
                </a:moveTo>
                <a:lnTo>
                  <a:pt x="786480" y="0"/>
                </a:lnTo>
                <a:lnTo>
                  <a:pt x="786480" y="393239"/>
                </a:lnTo>
                <a:lnTo>
                  <a:pt x="0" y="393239"/>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SG" sz="1088"/>
          </a:p>
        </p:txBody>
      </p:sp>
      <p:sp>
        <p:nvSpPr>
          <p:cNvPr id="20" name="Freeform 20">
            <a:extLst>
              <a:ext uri="{FF2B5EF4-FFF2-40B4-BE49-F238E27FC236}">
                <a16:creationId xmlns:a16="http://schemas.microsoft.com/office/drawing/2014/main" id="{C4023D86-D05D-7111-0CB4-F29AEF23BA29}"/>
              </a:ext>
            </a:extLst>
          </p:cNvPr>
          <p:cNvSpPr/>
          <p:nvPr/>
        </p:nvSpPr>
        <p:spPr>
          <a:xfrm>
            <a:off x="9146" y="1672132"/>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SG" sz="1088"/>
          </a:p>
        </p:txBody>
      </p:sp>
      <p:sp>
        <p:nvSpPr>
          <p:cNvPr id="21" name="Freeform 21">
            <a:extLst>
              <a:ext uri="{FF2B5EF4-FFF2-40B4-BE49-F238E27FC236}">
                <a16:creationId xmlns:a16="http://schemas.microsoft.com/office/drawing/2014/main" id="{A7DC1C9E-9CF8-5451-B936-0DD5999A6A6D}"/>
              </a:ext>
            </a:extLst>
          </p:cNvPr>
          <p:cNvSpPr/>
          <p:nvPr/>
        </p:nvSpPr>
        <p:spPr>
          <a:xfrm>
            <a:off x="-53714" y="5177892"/>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SG" sz="1088"/>
          </a:p>
        </p:txBody>
      </p:sp>
      <p:sp>
        <p:nvSpPr>
          <p:cNvPr id="22" name="Freeform 22">
            <a:extLst>
              <a:ext uri="{FF2B5EF4-FFF2-40B4-BE49-F238E27FC236}">
                <a16:creationId xmlns:a16="http://schemas.microsoft.com/office/drawing/2014/main" id="{96F166C9-F156-B5C2-BB39-96DC8A58465E}"/>
              </a:ext>
            </a:extLst>
          </p:cNvPr>
          <p:cNvSpPr/>
          <p:nvPr/>
        </p:nvSpPr>
        <p:spPr>
          <a:xfrm>
            <a:off x="-37435" y="5910903"/>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SG" sz="1088"/>
          </a:p>
        </p:txBody>
      </p:sp>
      <p:sp>
        <p:nvSpPr>
          <p:cNvPr id="23" name="Freeform 23">
            <a:extLst>
              <a:ext uri="{FF2B5EF4-FFF2-40B4-BE49-F238E27FC236}">
                <a16:creationId xmlns:a16="http://schemas.microsoft.com/office/drawing/2014/main" id="{B6AD6A14-0FC8-2D25-F859-6E4E3039B2BC}"/>
              </a:ext>
            </a:extLst>
          </p:cNvPr>
          <p:cNvSpPr/>
          <p:nvPr/>
        </p:nvSpPr>
        <p:spPr>
          <a:xfrm>
            <a:off x="53132" y="6702276"/>
            <a:ext cx="629155" cy="314578"/>
          </a:xfrm>
          <a:custGeom>
            <a:avLst/>
            <a:gdLst/>
            <a:ahLst/>
            <a:cxnLst/>
            <a:rect l="l" t="t" r="r" b="b"/>
            <a:pathLst>
              <a:path w="786479" h="393240">
                <a:moveTo>
                  <a:pt x="0" y="0"/>
                </a:moveTo>
                <a:lnTo>
                  <a:pt x="786479" y="0"/>
                </a:lnTo>
                <a:lnTo>
                  <a:pt x="786479" y="393240"/>
                </a:lnTo>
                <a:lnTo>
                  <a:pt x="0" y="39324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SG" sz="1088" dirty="0"/>
          </a:p>
        </p:txBody>
      </p:sp>
      <p:sp>
        <p:nvSpPr>
          <p:cNvPr id="24" name="Freeform 24">
            <a:extLst>
              <a:ext uri="{FF2B5EF4-FFF2-40B4-BE49-F238E27FC236}">
                <a16:creationId xmlns:a16="http://schemas.microsoft.com/office/drawing/2014/main" id="{B5F12203-F3EF-04A7-947E-2651178BF120}"/>
              </a:ext>
            </a:extLst>
          </p:cNvPr>
          <p:cNvSpPr/>
          <p:nvPr/>
        </p:nvSpPr>
        <p:spPr>
          <a:xfrm>
            <a:off x="-24711" y="3108638"/>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SG" sz="1088"/>
          </a:p>
        </p:txBody>
      </p:sp>
      <p:sp>
        <p:nvSpPr>
          <p:cNvPr id="25" name="Freeform 25">
            <a:extLst>
              <a:ext uri="{FF2B5EF4-FFF2-40B4-BE49-F238E27FC236}">
                <a16:creationId xmlns:a16="http://schemas.microsoft.com/office/drawing/2014/main" id="{0057F3B6-A144-579A-3432-CDBA5D5AC11A}"/>
              </a:ext>
            </a:extLst>
          </p:cNvPr>
          <p:cNvSpPr/>
          <p:nvPr/>
        </p:nvSpPr>
        <p:spPr>
          <a:xfrm>
            <a:off x="-8500" y="2393207"/>
            <a:ext cx="629155" cy="314578"/>
          </a:xfrm>
          <a:custGeom>
            <a:avLst/>
            <a:gdLst/>
            <a:ahLst/>
            <a:cxnLst/>
            <a:rect l="l" t="t" r="r" b="b"/>
            <a:pathLst>
              <a:path w="786479" h="393240">
                <a:moveTo>
                  <a:pt x="0" y="0"/>
                </a:moveTo>
                <a:lnTo>
                  <a:pt x="786479" y="0"/>
                </a:lnTo>
                <a:lnTo>
                  <a:pt x="786479" y="393239"/>
                </a:lnTo>
                <a:lnTo>
                  <a:pt x="0" y="393239"/>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SG" sz="1088"/>
          </a:p>
        </p:txBody>
      </p:sp>
      <p:sp>
        <p:nvSpPr>
          <p:cNvPr id="26" name="Freeform 26">
            <a:extLst>
              <a:ext uri="{FF2B5EF4-FFF2-40B4-BE49-F238E27FC236}">
                <a16:creationId xmlns:a16="http://schemas.microsoft.com/office/drawing/2014/main" id="{96F3FDCA-04AD-6F16-4932-1E82229EFD03}"/>
              </a:ext>
            </a:extLst>
          </p:cNvPr>
          <p:cNvSpPr/>
          <p:nvPr/>
        </p:nvSpPr>
        <p:spPr>
          <a:xfrm>
            <a:off x="6117783" y="3369998"/>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sp>
        <p:nvSpPr>
          <p:cNvPr id="27" name="Freeform 27">
            <a:extLst>
              <a:ext uri="{FF2B5EF4-FFF2-40B4-BE49-F238E27FC236}">
                <a16:creationId xmlns:a16="http://schemas.microsoft.com/office/drawing/2014/main" id="{AB01D051-0783-7662-C8AF-369EFBCA6653}"/>
              </a:ext>
            </a:extLst>
          </p:cNvPr>
          <p:cNvSpPr/>
          <p:nvPr/>
        </p:nvSpPr>
        <p:spPr>
          <a:xfrm>
            <a:off x="6117783" y="2450037"/>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sp>
        <p:nvSpPr>
          <p:cNvPr id="28" name="Freeform 28">
            <a:extLst>
              <a:ext uri="{FF2B5EF4-FFF2-40B4-BE49-F238E27FC236}">
                <a16:creationId xmlns:a16="http://schemas.microsoft.com/office/drawing/2014/main" id="{5232AB71-7AFC-94C2-5E9D-8D6C987DED5E}"/>
              </a:ext>
            </a:extLst>
          </p:cNvPr>
          <p:cNvSpPr/>
          <p:nvPr/>
        </p:nvSpPr>
        <p:spPr>
          <a:xfrm>
            <a:off x="6117783" y="1620337"/>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sp>
        <p:nvSpPr>
          <p:cNvPr id="29" name="Freeform 29">
            <a:extLst>
              <a:ext uri="{FF2B5EF4-FFF2-40B4-BE49-F238E27FC236}">
                <a16:creationId xmlns:a16="http://schemas.microsoft.com/office/drawing/2014/main" id="{ED263913-0EF8-D914-4C04-588BAB3B3D3C}"/>
              </a:ext>
            </a:extLst>
          </p:cNvPr>
          <p:cNvSpPr/>
          <p:nvPr/>
        </p:nvSpPr>
        <p:spPr>
          <a:xfrm>
            <a:off x="6117783" y="6000457"/>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sp>
        <p:nvSpPr>
          <p:cNvPr id="30" name="Freeform 30">
            <a:extLst>
              <a:ext uri="{FF2B5EF4-FFF2-40B4-BE49-F238E27FC236}">
                <a16:creationId xmlns:a16="http://schemas.microsoft.com/office/drawing/2014/main" id="{08E1AADB-65EB-134B-A042-EC8EAF6F175D}"/>
              </a:ext>
            </a:extLst>
          </p:cNvPr>
          <p:cNvSpPr/>
          <p:nvPr/>
        </p:nvSpPr>
        <p:spPr>
          <a:xfrm>
            <a:off x="6085923" y="5046779"/>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sp>
        <p:nvSpPr>
          <p:cNvPr id="31" name="Freeform 31">
            <a:extLst>
              <a:ext uri="{FF2B5EF4-FFF2-40B4-BE49-F238E27FC236}">
                <a16:creationId xmlns:a16="http://schemas.microsoft.com/office/drawing/2014/main" id="{33479CAC-9DFC-AD94-4FE5-4A46DF7D2900}"/>
              </a:ext>
            </a:extLst>
          </p:cNvPr>
          <p:cNvSpPr/>
          <p:nvPr/>
        </p:nvSpPr>
        <p:spPr>
          <a:xfrm>
            <a:off x="6117783" y="4183885"/>
            <a:ext cx="312305" cy="312305"/>
          </a:xfrm>
          <a:custGeom>
            <a:avLst/>
            <a:gdLst/>
            <a:ahLst/>
            <a:cxnLst/>
            <a:rect l="l" t="t" r="r" b="b"/>
            <a:pathLst>
              <a:path w="390399" h="390399">
                <a:moveTo>
                  <a:pt x="0" y="0"/>
                </a:moveTo>
                <a:lnTo>
                  <a:pt x="390399" y="0"/>
                </a:lnTo>
                <a:lnTo>
                  <a:pt x="390399" y="390398"/>
                </a:lnTo>
                <a:lnTo>
                  <a:pt x="0" y="390398"/>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sp>
        <p:nvSpPr>
          <p:cNvPr id="32" name="Freeform 32">
            <a:extLst>
              <a:ext uri="{FF2B5EF4-FFF2-40B4-BE49-F238E27FC236}">
                <a16:creationId xmlns:a16="http://schemas.microsoft.com/office/drawing/2014/main" id="{2B6CA18F-866B-9F58-7847-38E83B9A77E7}"/>
              </a:ext>
            </a:extLst>
          </p:cNvPr>
          <p:cNvSpPr/>
          <p:nvPr/>
        </p:nvSpPr>
        <p:spPr>
          <a:xfrm>
            <a:off x="6085923" y="6804775"/>
            <a:ext cx="312305" cy="312305"/>
          </a:xfrm>
          <a:custGeom>
            <a:avLst/>
            <a:gdLst/>
            <a:ahLst/>
            <a:cxnLst/>
            <a:rect l="l" t="t" r="r" b="b"/>
            <a:pathLst>
              <a:path w="390399" h="390399">
                <a:moveTo>
                  <a:pt x="0" y="0"/>
                </a:moveTo>
                <a:lnTo>
                  <a:pt x="390399" y="0"/>
                </a:lnTo>
                <a:lnTo>
                  <a:pt x="390399" y="390399"/>
                </a:lnTo>
                <a:lnTo>
                  <a:pt x="0" y="39039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SG" sz="1088"/>
          </a:p>
        </p:txBody>
      </p:sp>
      <p:grpSp>
        <p:nvGrpSpPr>
          <p:cNvPr id="42" name="Group 42">
            <a:extLst>
              <a:ext uri="{FF2B5EF4-FFF2-40B4-BE49-F238E27FC236}">
                <a16:creationId xmlns:a16="http://schemas.microsoft.com/office/drawing/2014/main" id="{68A155F4-912D-550A-2CC0-FF504449BB49}"/>
              </a:ext>
            </a:extLst>
          </p:cNvPr>
          <p:cNvGrpSpPr/>
          <p:nvPr/>
        </p:nvGrpSpPr>
        <p:grpSpPr>
          <a:xfrm>
            <a:off x="6491860" y="551792"/>
            <a:ext cx="125772" cy="7887829"/>
            <a:chOff x="-24731" y="0"/>
            <a:chExt cx="209629" cy="13146961"/>
          </a:xfrm>
        </p:grpSpPr>
        <p:grpSp>
          <p:nvGrpSpPr>
            <p:cNvPr id="43" name="Group 43">
              <a:extLst>
                <a:ext uri="{FF2B5EF4-FFF2-40B4-BE49-F238E27FC236}">
                  <a16:creationId xmlns:a16="http://schemas.microsoft.com/office/drawing/2014/main" id="{FBFC9379-E047-502F-0969-C3369FEC757B}"/>
                </a:ext>
              </a:extLst>
            </p:cNvPr>
            <p:cNvGrpSpPr/>
            <p:nvPr/>
          </p:nvGrpSpPr>
          <p:grpSpPr>
            <a:xfrm>
              <a:off x="9132" y="3875"/>
              <a:ext cx="175766" cy="507612"/>
              <a:chOff x="0" y="0"/>
              <a:chExt cx="37497" cy="108291"/>
            </a:xfrm>
          </p:grpSpPr>
          <p:sp>
            <p:nvSpPr>
              <p:cNvPr id="44" name="Freeform 44">
                <a:extLst>
                  <a:ext uri="{FF2B5EF4-FFF2-40B4-BE49-F238E27FC236}">
                    <a16:creationId xmlns:a16="http://schemas.microsoft.com/office/drawing/2014/main" id="{A6113D3F-AFE6-0B95-4806-CD132382B307}"/>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45" name="TextBox 45">
                <a:extLst>
                  <a:ext uri="{FF2B5EF4-FFF2-40B4-BE49-F238E27FC236}">
                    <a16:creationId xmlns:a16="http://schemas.microsoft.com/office/drawing/2014/main" id="{9BD506C6-0789-B3CB-4116-309EE84B0786}"/>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46" name="Group 46">
              <a:extLst>
                <a:ext uri="{FF2B5EF4-FFF2-40B4-BE49-F238E27FC236}">
                  <a16:creationId xmlns:a16="http://schemas.microsoft.com/office/drawing/2014/main" id="{F2CCD147-B0D3-EC29-DEED-BD47BDB66145}"/>
                </a:ext>
              </a:extLst>
            </p:cNvPr>
            <p:cNvGrpSpPr/>
            <p:nvPr/>
          </p:nvGrpSpPr>
          <p:grpSpPr>
            <a:xfrm>
              <a:off x="9132" y="0"/>
              <a:ext cx="175766" cy="13146961"/>
              <a:chOff x="0" y="0"/>
              <a:chExt cx="37497" cy="2804685"/>
            </a:xfrm>
          </p:grpSpPr>
          <p:sp>
            <p:nvSpPr>
              <p:cNvPr id="47" name="Freeform 47">
                <a:extLst>
                  <a:ext uri="{FF2B5EF4-FFF2-40B4-BE49-F238E27FC236}">
                    <a16:creationId xmlns:a16="http://schemas.microsoft.com/office/drawing/2014/main" id="{8F54A6CD-69F5-BC78-B5D5-55B294510C30}"/>
                  </a:ext>
                </a:extLst>
              </p:cNvPr>
              <p:cNvSpPr/>
              <p:nvPr/>
            </p:nvSpPr>
            <p:spPr>
              <a:xfrm>
                <a:off x="0" y="0"/>
                <a:ext cx="37497" cy="2804685"/>
              </a:xfrm>
              <a:custGeom>
                <a:avLst/>
                <a:gdLst/>
                <a:ahLst/>
                <a:cxnLst/>
                <a:rect l="l" t="t" r="r" b="b"/>
                <a:pathLst>
                  <a:path w="37497" h="2804685">
                    <a:moveTo>
                      <a:pt x="0" y="0"/>
                    </a:moveTo>
                    <a:lnTo>
                      <a:pt x="37497" y="0"/>
                    </a:lnTo>
                    <a:lnTo>
                      <a:pt x="37497" y="2804685"/>
                    </a:lnTo>
                    <a:lnTo>
                      <a:pt x="0" y="2804685"/>
                    </a:lnTo>
                    <a:close/>
                  </a:path>
                </a:pathLst>
              </a:custGeom>
              <a:solidFill>
                <a:srgbClr val="FDFDFD"/>
              </a:solidFill>
              <a:ln w="9525" cap="sq">
                <a:solidFill>
                  <a:srgbClr val="000000"/>
                </a:solidFill>
                <a:prstDash val="solid"/>
                <a:miter/>
              </a:ln>
            </p:spPr>
            <p:txBody>
              <a:bodyPr/>
              <a:lstStyle/>
              <a:p>
                <a:endParaRPr lang="en-SG" sz="1088"/>
              </a:p>
            </p:txBody>
          </p:sp>
          <p:sp>
            <p:nvSpPr>
              <p:cNvPr id="48" name="TextBox 48">
                <a:extLst>
                  <a:ext uri="{FF2B5EF4-FFF2-40B4-BE49-F238E27FC236}">
                    <a16:creationId xmlns:a16="http://schemas.microsoft.com/office/drawing/2014/main" id="{C46942FE-CE11-7FBC-57CB-72B0A64430EF}"/>
                  </a:ext>
                </a:extLst>
              </p:cNvPr>
              <p:cNvSpPr txBox="1"/>
              <p:nvPr/>
            </p:nvSpPr>
            <p:spPr>
              <a:xfrm>
                <a:off x="0" y="-28575"/>
                <a:ext cx="37497" cy="2833260"/>
              </a:xfrm>
              <a:prstGeom prst="rect">
                <a:avLst/>
              </a:prstGeom>
            </p:spPr>
            <p:txBody>
              <a:bodyPr lIns="40638" tIns="40638" rIns="40638" bIns="40638" rtlCol="0" anchor="ctr"/>
              <a:lstStyle/>
              <a:p>
                <a:pPr algn="ctr">
                  <a:lnSpc>
                    <a:spcPts val="2016"/>
                  </a:lnSpc>
                </a:pPr>
                <a:endParaRPr sz="1088"/>
              </a:p>
            </p:txBody>
          </p:sp>
        </p:grpSp>
        <p:grpSp>
          <p:nvGrpSpPr>
            <p:cNvPr id="49" name="Group 49">
              <a:extLst>
                <a:ext uri="{FF2B5EF4-FFF2-40B4-BE49-F238E27FC236}">
                  <a16:creationId xmlns:a16="http://schemas.microsoft.com/office/drawing/2014/main" id="{6775487B-4073-D4BA-3401-1CFF9B8B99F4}"/>
                </a:ext>
              </a:extLst>
            </p:cNvPr>
            <p:cNvGrpSpPr/>
            <p:nvPr/>
          </p:nvGrpSpPr>
          <p:grpSpPr>
            <a:xfrm>
              <a:off x="9132" y="2726176"/>
              <a:ext cx="165100" cy="2140734"/>
              <a:chOff x="0" y="0"/>
              <a:chExt cx="35221" cy="456690"/>
            </a:xfrm>
          </p:grpSpPr>
          <p:sp>
            <p:nvSpPr>
              <p:cNvPr id="50" name="Freeform 50">
                <a:extLst>
                  <a:ext uri="{FF2B5EF4-FFF2-40B4-BE49-F238E27FC236}">
                    <a16:creationId xmlns:a16="http://schemas.microsoft.com/office/drawing/2014/main" id="{E838E309-F28F-8EAC-230E-B94F26A2220B}"/>
                  </a:ext>
                </a:extLst>
              </p:cNvPr>
              <p:cNvSpPr/>
              <p:nvPr/>
            </p:nvSpPr>
            <p:spPr>
              <a:xfrm>
                <a:off x="0" y="0"/>
                <a:ext cx="35221" cy="456690"/>
              </a:xfrm>
              <a:custGeom>
                <a:avLst/>
                <a:gdLst/>
                <a:ahLst/>
                <a:cxnLst/>
                <a:rect l="l" t="t" r="r" b="b"/>
                <a:pathLst>
                  <a:path w="35221" h="456690">
                    <a:moveTo>
                      <a:pt x="0" y="0"/>
                    </a:moveTo>
                    <a:lnTo>
                      <a:pt x="35221" y="0"/>
                    </a:lnTo>
                    <a:lnTo>
                      <a:pt x="35221" y="456690"/>
                    </a:lnTo>
                    <a:lnTo>
                      <a:pt x="0" y="456690"/>
                    </a:lnTo>
                    <a:close/>
                  </a:path>
                </a:pathLst>
              </a:custGeom>
              <a:solidFill>
                <a:srgbClr val="F34336"/>
              </a:solidFill>
              <a:ln cap="sq">
                <a:noFill/>
                <a:prstDash val="solid"/>
                <a:miter/>
              </a:ln>
            </p:spPr>
            <p:txBody>
              <a:bodyPr/>
              <a:lstStyle/>
              <a:p>
                <a:endParaRPr lang="en-SG" sz="1088"/>
              </a:p>
            </p:txBody>
          </p:sp>
          <p:sp>
            <p:nvSpPr>
              <p:cNvPr id="51" name="TextBox 51">
                <a:extLst>
                  <a:ext uri="{FF2B5EF4-FFF2-40B4-BE49-F238E27FC236}">
                    <a16:creationId xmlns:a16="http://schemas.microsoft.com/office/drawing/2014/main" id="{AFC20B52-3305-C1F3-F71E-8F28CACE7C3F}"/>
                  </a:ext>
                </a:extLst>
              </p:cNvPr>
              <p:cNvSpPr txBox="1"/>
              <p:nvPr/>
            </p:nvSpPr>
            <p:spPr>
              <a:xfrm>
                <a:off x="0" y="-28575"/>
                <a:ext cx="35221" cy="485265"/>
              </a:xfrm>
              <a:prstGeom prst="rect">
                <a:avLst/>
              </a:prstGeom>
            </p:spPr>
            <p:txBody>
              <a:bodyPr lIns="40638" tIns="40638" rIns="40638" bIns="40638" rtlCol="0" anchor="ctr"/>
              <a:lstStyle/>
              <a:p>
                <a:pPr algn="ctr">
                  <a:lnSpc>
                    <a:spcPts val="2016"/>
                  </a:lnSpc>
                </a:pPr>
                <a:endParaRPr sz="1088"/>
              </a:p>
            </p:txBody>
          </p:sp>
        </p:grpSp>
        <p:grpSp>
          <p:nvGrpSpPr>
            <p:cNvPr id="52" name="Group 52">
              <a:extLst>
                <a:ext uri="{FF2B5EF4-FFF2-40B4-BE49-F238E27FC236}">
                  <a16:creationId xmlns:a16="http://schemas.microsoft.com/office/drawing/2014/main" id="{2C37104A-1526-38D2-4905-63A4E3DF286C}"/>
                </a:ext>
              </a:extLst>
            </p:cNvPr>
            <p:cNvGrpSpPr/>
            <p:nvPr/>
          </p:nvGrpSpPr>
          <p:grpSpPr>
            <a:xfrm>
              <a:off x="9132" y="10883818"/>
              <a:ext cx="175766" cy="507612"/>
              <a:chOff x="0" y="0"/>
              <a:chExt cx="37497" cy="108291"/>
            </a:xfrm>
          </p:grpSpPr>
          <p:sp>
            <p:nvSpPr>
              <p:cNvPr id="53" name="Freeform 53">
                <a:extLst>
                  <a:ext uri="{FF2B5EF4-FFF2-40B4-BE49-F238E27FC236}">
                    <a16:creationId xmlns:a16="http://schemas.microsoft.com/office/drawing/2014/main" id="{043D1601-4E48-E4C4-48BE-3BF9A0814DD8}"/>
                  </a:ext>
                </a:extLst>
              </p:cNvPr>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54" name="TextBox 54">
                <a:extLst>
                  <a:ext uri="{FF2B5EF4-FFF2-40B4-BE49-F238E27FC236}">
                    <a16:creationId xmlns:a16="http://schemas.microsoft.com/office/drawing/2014/main" id="{A07D17D3-EA37-0017-C8C7-1166216E3484}"/>
                  </a:ext>
                </a:extLst>
              </p:cNvPr>
              <p:cNvSpPr txBox="1"/>
              <p:nvPr/>
            </p:nvSpPr>
            <p:spPr>
              <a:xfrm>
                <a:off x="0" y="-28575"/>
                <a:ext cx="37497" cy="136866"/>
              </a:xfrm>
              <a:prstGeom prst="rect">
                <a:avLst/>
              </a:prstGeom>
            </p:spPr>
            <p:txBody>
              <a:bodyPr lIns="40638" tIns="40638" rIns="40638" bIns="40638" rtlCol="0" anchor="ctr"/>
              <a:lstStyle/>
              <a:p>
                <a:pPr algn="ctr">
                  <a:lnSpc>
                    <a:spcPts val="2016"/>
                  </a:lnSpc>
                </a:pPr>
                <a:endParaRPr sz="1088"/>
              </a:p>
            </p:txBody>
          </p:sp>
        </p:grpSp>
        <p:grpSp>
          <p:nvGrpSpPr>
            <p:cNvPr id="55" name="Group 55">
              <a:extLst>
                <a:ext uri="{FF2B5EF4-FFF2-40B4-BE49-F238E27FC236}">
                  <a16:creationId xmlns:a16="http://schemas.microsoft.com/office/drawing/2014/main" id="{826C08D4-1145-77DB-1982-DB203E39B15D}"/>
                </a:ext>
              </a:extLst>
            </p:cNvPr>
            <p:cNvGrpSpPr/>
            <p:nvPr/>
          </p:nvGrpSpPr>
          <p:grpSpPr>
            <a:xfrm>
              <a:off x="45096" y="175561"/>
              <a:ext cx="139802" cy="122326"/>
              <a:chOff x="0" y="0"/>
              <a:chExt cx="812800" cy="711200"/>
            </a:xfrm>
          </p:grpSpPr>
          <p:sp>
            <p:nvSpPr>
              <p:cNvPr id="56" name="Freeform 56">
                <a:extLst>
                  <a:ext uri="{FF2B5EF4-FFF2-40B4-BE49-F238E27FC236}">
                    <a16:creationId xmlns:a16="http://schemas.microsoft.com/office/drawing/2014/main" id="{4E19526A-9198-2F46-9A44-A1B77E67AF57}"/>
                  </a:ext>
                </a:extLst>
              </p:cNvPr>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34336"/>
              </a:solidFill>
            </p:spPr>
            <p:txBody>
              <a:bodyPr/>
              <a:lstStyle/>
              <a:p>
                <a:endParaRPr lang="en-SG" sz="1088"/>
              </a:p>
            </p:txBody>
          </p:sp>
          <p:sp>
            <p:nvSpPr>
              <p:cNvPr id="57" name="TextBox 57">
                <a:extLst>
                  <a:ext uri="{FF2B5EF4-FFF2-40B4-BE49-F238E27FC236}">
                    <a16:creationId xmlns:a16="http://schemas.microsoft.com/office/drawing/2014/main" id="{25FDCF75-E69F-F1AB-54B3-9E720FDB3510}"/>
                  </a:ext>
                </a:extLst>
              </p:cNvPr>
              <p:cNvSpPr txBox="1"/>
              <p:nvPr/>
            </p:nvSpPr>
            <p:spPr>
              <a:xfrm>
                <a:off x="127000" y="301625"/>
                <a:ext cx="558800" cy="358775"/>
              </a:xfrm>
              <a:prstGeom prst="rect">
                <a:avLst/>
              </a:prstGeom>
            </p:spPr>
            <p:txBody>
              <a:bodyPr lIns="40638" tIns="40638" rIns="40638" bIns="40638" rtlCol="0" anchor="ctr"/>
              <a:lstStyle/>
              <a:p>
                <a:pPr algn="ctr">
                  <a:lnSpc>
                    <a:spcPts val="2016"/>
                  </a:lnSpc>
                </a:pPr>
                <a:endParaRPr sz="1088"/>
              </a:p>
            </p:txBody>
          </p:sp>
        </p:grpSp>
        <p:grpSp>
          <p:nvGrpSpPr>
            <p:cNvPr id="58" name="Group 58">
              <a:extLst>
                <a:ext uri="{FF2B5EF4-FFF2-40B4-BE49-F238E27FC236}">
                  <a16:creationId xmlns:a16="http://schemas.microsoft.com/office/drawing/2014/main" id="{724D62BC-CE81-AF6B-2B9F-BBFB2987BF04}"/>
                </a:ext>
              </a:extLst>
            </p:cNvPr>
            <p:cNvGrpSpPr/>
            <p:nvPr/>
          </p:nvGrpSpPr>
          <p:grpSpPr>
            <a:xfrm>
              <a:off x="-24731" y="10577351"/>
              <a:ext cx="174232" cy="589991"/>
              <a:chOff x="-115371" y="-2371333"/>
              <a:chExt cx="812800" cy="2752333"/>
            </a:xfrm>
          </p:grpSpPr>
          <p:sp>
            <p:nvSpPr>
              <p:cNvPr id="59" name="Freeform 59">
                <a:extLst>
                  <a:ext uri="{FF2B5EF4-FFF2-40B4-BE49-F238E27FC236}">
                    <a16:creationId xmlns:a16="http://schemas.microsoft.com/office/drawing/2014/main" id="{442E9A2C-C568-BF29-C6FF-6C82D3511F4A}"/>
                  </a:ext>
                </a:extLst>
              </p:cNvPr>
              <p:cNvSpPr/>
              <p:nvPr/>
            </p:nvSpPr>
            <p:spPr>
              <a:xfrm>
                <a:off x="-115371" y="-2371333"/>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60" name="TextBox 60">
                <a:extLst>
                  <a:ext uri="{FF2B5EF4-FFF2-40B4-BE49-F238E27FC236}">
                    <a16:creationId xmlns:a16="http://schemas.microsoft.com/office/drawing/2014/main" id="{F110340A-2764-39E0-CB6A-5A084B9ADF21}"/>
                  </a:ext>
                </a:extLst>
              </p:cNvPr>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a:p>
            </p:txBody>
          </p:sp>
        </p:grpSp>
      </p:grpSp>
      <p:sp>
        <p:nvSpPr>
          <p:cNvPr id="83" name="TextBox 83">
            <a:extLst>
              <a:ext uri="{FF2B5EF4-FFF2-40B4-BE49-F238E27FC236}">
                <a16:creationId xmlns:a16="http://schemas.microsoft.com/office/drawing/2014/main" id="{A8D57875-AA91-B93A-08B7-43028C520204}"/>
              </a:ext>
            </a:extLst>
          </p:cNvPr>
          <p:cNvSpPr txBox="1"/>
          <p:nvPr/>
        </p:nvSpPr>
        <p:spPr>
          <a:xfrm>
            <a:off x="2047155" y="67266"/>
            <a:ext cx="1798472" cy="425116"/>
          </a:xfrm>
          <a:prstGeom prst="rect">
            <a:avLst/>
          </a:prstGeom>
        </p:spPr>
        <p:txBody>
          <a:bodyPr lIns="0" tIns="0" rIns="0" bIns="0" rtlCol="0" anchor="t">
            <a:spAutoFit/>
          </a:bodyPr>
          <a:lstStyle/>
          <a:p>
            <a:pPr>
              <a:lnSpc>
                <a:spcPts val="3302"/>
              </a:lnSpc>
              <a:spcBef>
                <a:spcPct val="0"/>
              </a:spcBef>
            </a:pPr>
            <a:r>
              <a:rPr lang="en-US" sz="2800" b="1" dirty="0">
                <a:solidFill>
                  <a:srgbClr val="FFFFFF"/>
                </a:solidFill>
                <a:latin typeface="League Spartan" panose="020B0604020202020204" charset="0"/>
                <a:ea typeface="Canva Sans Bold"/>
                <a:cs typeface="Canva Sans Bold"/>
                <a:sym typeface="Canva Sans Bold"/>
              </a:rPr>
              <a:t>Plan Trip</a:t>
            </a:r>
          </a:p>
        </p:txBody>
      </p:sp>
      <p:sp>
        <p:nvSpPr>
          <p:cNvPr id="87" name="TextBox 87">
            <a:extLst>
              <a:ext uri="{FF2B5EF4-FFF2-40B4-BE49-F238E27FC236}">
                <a16:creationId xmlns:a16="http://schemas.microsoft.com/office/drawing/2014/main" id="{9BEFE164-2F53-D6BB-4319-7712BDEA05B8}"/>
              </a:ext>
            </a:extLst>
          </p:cNvPr>
          <p:cNvSpPr txBox="1"/>
          <p:nvPr/>
        </p:nvSpPr>
        <p:spPr>
          <a:xfrm>
            <a:off x="1183364" y="1740890"/>
            <a:ext cx="1533564"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Burger Queen</a:t>
            </a:r>
          </a:p>
        </p:txBody>
      </p:sp>
      <p:sp>
        <p:nvSpPr>
          <p:cNvPr id="88" name="TextBox 88">
            <a:extLst>
              <a:ext uri="{FF2B5EF4-FFF2-40B4-BE49-F238E27FC236}">
                <a16:creationId xmlns:a16="http://schemas.microsoft.com/office/drawing/2014/main" id="{B33CB989-0996-05EB-06A7-05A1A83A5570}"/>
              </a:ext>
            </a:extLst>
          </p:cNvPr>
          <p:cNvSpPr txBox="1"/>
          <p:nvPr/>
        </p:nvSpPr>
        <p:spPr>
          <a:xfrm>
            <a:off x="1171885" y="4436485"/>
            <a:ext cx="1636415"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Music Show</a:t>
            </a:r>
          </a:p>
        </p:txBody>
      </p:sp>
      <p:sp>
        <p:nvSpPr>
          <p:cNvPr id="89" name="TextBox 89">
            <a:extLst>
              <a:ext uri="{FF2B5EF4-FFF2-40B4-BE49-F238E27FC236}">
                <a16:creationId xmlns:a16="http://schemas.microsoft.com/office/drawing/2014/main" id="{11E7F351-F80B-F222-063D-6A816AB46DB6}"/>
              </a:ext>
            </a:extLst>
          </p:cNvPr>
          <p:cNvSpPr txBox="1"/>
          <p:nvPr/>
        </p:nvSpPr>
        <p:spPr>
          <a:xfrm>
            <a:off x="1152276" y="3153168"/>
            <a:ext cx="1636415"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Bumper cars</a:t>
            </a:r>
          </a:p>
        </p:txBody>
      </p:sp>
      <p:sp>
        <p:nvSpPr>
          <p:cNvPr id="90" name="TextBox 90">
            <a:extLst>
              <a:ext uri="{FF2B5EF4-FFF2-40B4-BE49-F238E27FC236}">
                <a16:creationId xmlns:a16="http://schemas.microsoft.com/office/drawing/2014/main" id="{FE57C8FC-1AEA-49F1-1EC8-B1B4A33722E4}"/>
              </a:ext>
            </a:extLst>
          </p:cNvPr>
          <p:cNvSpPr txBox="1"/>
          <p:nvPr/>
        </p:nvSpPr>
        <p:spPr>
          <a:xfrm>
            <a:off x="1122223" y="5227921"/>
            <a:ext cx="1615850"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Ferris wheels</a:t>
            </a:r>
          </a:p>
        </p:txBody>
      </p:sp>
      <p:sp>
        <p:nvSpPr>
          <p:cNvPr id="91" name="TextBox 91">
            <a:extLst>
              <a:ext uri="{FF2B5EF4-FFF2-40B4-BE49-F238E27FC236}">
                <a16:creationId xmlns:a16="http://schemas.microsoft.com/office/drawing/2014/main" id="{6FA722DD-A5C8-2548-5CDF-2A187BA108C3}"/>
              </a:ext>
            </a:extLst>
          </p:cNvPr>
          <p:cNvSpPr txBox="1"/>
          <p:nvPr/>
        </p:nvSpPr>
        <p:spPr>
          <a:xfrm>
            <a:off x="1136925" y="6026951"/>
            <a:ext cx="2133940"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Ice Cream Corner</a:t>
            </a:r>
          </a:p>
        </p:txBody>
      </p:sp>
      <p:sp>
        <p:nvSpPr>
          <p:cNvPr id="92" name="TextBox 92">
            <a:extLst>
              <a:ext uri="{FF2B5EF4-FFF2-40B4-BE49-F238E27FC236}">
                <a16:creationId xmlns:a16="http://schemas.microsoft.com/office/drawing/2014/main" id="{17EA3E86-F4FD-B6E5-B3A7-36A4BF3349CE}"/>
              </a:ext>
            </a:extLst>
          </p:cNvPr>
          <p:cNvSpPr txBox="1"/>
          <p:nvPr/>
        </p:nvSpPr>
        <p:spPr>
          <a:xfrm>
            <a:off x="1199625" y="3834419"/>
            <a:ext cx="1183620"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Pizza House</a:t>
            </a:r>
          </a:p>
        </p:txBody>
      </p:sp>
      <p:sp>
        <p:nvSpPr>
          <p:cNvPr id="93" name="TextBox 93">
            <a:extLst>
              <a:ext uri="{FF2B5EF4-FFF2-40B4-BE49-F238E27FC236}">
                <a16:creationId xmlns:a16="http://schemas.microsoft.com/office/drawing/2014/main" id="{39867776-03A1-6CE1-304F-7E92EF4604FC}"/>
              </a:ext>
            </a:extLst>
          </p:cNvPr>
          <p:cNvSpPr txBox="1"/>
          <p:nvPr/>
        </p:nvSpPr>
        <p:spPr>
          <a:xfrm>
            <a:off x="1137770" y="2502474"/>
            <a:ext cx="1818770"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Castle Playtime</a:t>
            </a:r>
          </a:p>
        </p:txBody>
      </p:sp>
      <p:sp>
        <p:nvSpPr>
          <p:cNvPr id="94" name="TextBox 94">
            <a:extLst>
              <a:ext uri="{FF2B5EF4-FFF2-40B4-BE49-F238E27FC236}">
                <a16:creationId xmlns:a16="http://schemas.microsoft.com/office/drawing/2014/main" id="{6860B87C-BA39-DA9C-17D2-FCE2A522C3CC}"/>
              </a:ext>
            </a:extLst>
          </p:cNvPr>
          <p:cNvSpPr txBox="1"/>
          <p:nvPr/>
        </p:nvSpPr>
        <p:spPr>
          <a:xfrm>
            <a:off x="764178" y="1722830"/>
            <a:ext cx="167347"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1.</a:t>
            </a:r>
          </a:p>
        </p:txBody>
      </p:sp>
      <p:sp>
        <p:nvSpPr>
          <p:cNvPr id="95" name="TextBox 95">
            <a:extLst>
              <a:ext uri="{FF2B5EF4-FFF2-40B4-BE49-F238E27FC236}">
                <a16:creationId xmlns:a16="http://schemas.microsoft.com/office/drawing/2014/main" id="{CB571F9C-927A-2D06-1B3A-F9AFA2093E66}"/>
              </a:ext>
            </a:extLst>
          </p:cNvPr>
          <p:cNvSpPr txBox="1"/>
          <p:nvPr/>
        </p:nvSpPr>
        <p:spPr>
          <a:xfrm>
            <a:off x="764178" y="2512452"/>
            <a:ext cx="169252" cy="264560"/>
          </a:xfrm>
          <a:prstGeom prst="rect">
            <a:avLst/>
          </a:prstGeom>
        </p:spPr>
        <p:txBody>
          <a:bodyPr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2.</a:t>
            </a:r>
          </a:p>
        </p:txBody>
      </p:sp>
      <p:sp>
        <p:nvSpPr>
          <p:cNvPr id="96" name="TextBox 96">
            <a:extLst>
              <a:ext uri="{FF2B5EF4-FFF2-40B4-BE49-F238E27FC236}">
                <a16:creationId xmlns:a16="http://schemas.microsoft.com/office/drawing/2014/main" id="{C1E2A48D-BD55-5F7A-C555-EA442B5CCC1F}"/>
              </a:ext>
            </a:extLst>
          </p:cNvPr>
          <p:cNvSpPr txBox="1"/>
          <p:nvPr/>
        </p:nvSpPr>
        <p:spPr>
          <a:xfrm>
            <a:off x="750709" y="3232212"/>
            <a:ext cx="210893"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3.</a:t>
            </a:r>
          </a:p>
        </p:txBody>
      </p:sp>
      <p:sp>
        <p:nvSpPr>
          <p:cNvPr id="97" name="TextBox 97">
            <a:extLst>
              <a:ext uri="{FF2B5EF4-FFF2-40B4-BE49-F238E27FC236}">
                <a16:creationId xmlns:a16="http://schemas.microsoft.com/office/drawing/2014/main" id="{A51CBE1D-0482-59A5-F161-1CF3918F1891}"/>
              </a:ext>
            </a:extLst>
          </p:cNvPr>
          <p:cNvSpPr txBox="1"/>
          <p:nvPr/>
        </p:nvSpPr>
        <p:spPr>
          <a:xfrm>
            <a:off x="686236" y="6018167"/>
            <a:ext cx="245289"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7.</a:t>
            </a:r>
          </a:p>
        </p:txBody>
      </p:sp>
      <p:sp>
        <p:nvSpPr>
          <p:cNvPr id="98" name="TextBox 98">
            <a:extLst>
              <a:ext uri="{FF2B5EF4-FFF2-40B4-BE49-F238E27FC236}">
                <a16:creationId xmlns:a16="http://schemas.microsoft.com/office/drawing/2014/main" id="{CF34A774-3E23-1682-60BD-C57ACAA9AB29}"/>
              </a:ext>
            </a:extLst>
          </p:cNvPr>
          <p:cNvSpPr txBox="1"/>
          <p:nvPr/>
        </p:nvSpPr>
        <p:spPr>
          <a:xfrm>
            <a:off x="689081" y="5357597"/>
            <a:ext cx="378468"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6.</a:t>
            </a:r>
          </a:p>
        </p:txBody>
      </p:sp>
      <p:sp>
        <p:nvSpPr>
          <p:cNvPr id="99" name="TextBox 99">
            <a:extLst>
              <a:ext uri="{FF2B5EF4-FFF2-40B4-BE49-F238E27FC236}">
                <a16:creationId xmlns:a16="http://schemas.microsoft.com/office/drawing/2014/main" id="{EC614A5C-1FAF-1417-7D6C-32C44F56DEED}"/>
              </a:ext>
            </a:extLst>
          </p:cNvPr>
          <p:cNvSpPr txBox="1"/>
          <p:nvPr/>
        </p:nvSpPr>
        <p:spPr>
          <a:xfrm>
            <a:off x="690138" y="4612949"/>
            <a:ext cx="281026"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5.</a:t>
            </a:r>
          </a:p>
        </p:txBody>
      </p:sp>
      <p:sp>
        <p:nvSpPr>
          <p:cNvPr id="100" name="TextBox 100">
            <a:extLst>
              <a:ext uri="{FF2B5EF4-FFF2-40B4-BE49-F238E27FC236}">
                <a16:creationId xmlns:a16="http://schemas.microsoft.com/office/drawing/2014/main" id="{412409DE-29F0-37AF-D396-3A12B7309293}"/>
              </a:ext>
            </a:extLst>
          </p:cNvPr>
          <p:cNvSpPr txBox="1"/>
          <p:nvPr/>
        </p:nvSpPr>
        <p:spPr>
          <a:xfrm>
            <a:off x="719357" y="3902641"/>
            <a:ext cx="348192"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4.</a:t>
            </a:r>
          </a:p>
        </p:txBody>
      </p:sp>
      <p:sp>
        <p:nvSpPr>
          <p:cNvPr id="101" name="TextBox 101">
            <a:extLst>
              <a:ext uri="{FF2B5EF4-FFF2-40B4-BE49-F238E27FC236}">
                <a16:creationId xmlns:a16="http://schemas.microsoft.com/office/drawing/2014/main" id="{1FB753B5-B8CC-6ECC-BFDB-DCC17C7F6859}"/>
              </a:ext>
            </a:extLst>
          </p:cNvPr>
          <p:cNvSpPr txBox="1"/>
          <p:nvPr/>
        </p:nvSpPr>
        <p:spPr>
          <a:xfrm>
            <a:off x="4826281" y="5492764"/>
            <a:ext cx="553188"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500 m </a:t>
            </a:r>
          </a:p>
        </p:txBody>
      </p:sp>
      <p:sp>
        <p:nvSpPr>
          <p:cNvPr id="102" name="TextBox 102">
            <a:extLst>
              <a:ext uri="{FF2B5EF4-FFF2-40B4-BE49-F238E27FC236}">
                <a16:creationId xmlns:a16="http://schemas.microsoft.com/office/drawing/2014/main" id="{0F3FF6F2-DC5C-3DFA-008A-F6C171822715}"/>
              </a:ext>
            </a:extLst>
          </p:cNvPr>
          <p:cNvSpPr txBox="1"/>
          <p:nvPr/>
        </p:nvSpPr>
        <p:spPr>
          <a:xfrm>
            <a:off x="4902684" y="3261487"/>
            <a:ext cx="414224" cy="215444"/>
          </a:xfrm>
          <a:prstGeom prst="rect">
            <a:avLst/>
          </a:prstGeom>
        </p:spPr>
        <p:txBody>
          <a:bodyPr lIns="0" tIns="0" rIns="0" bIns="0" rtlCol="0" anchor="t">
            <a:spAutoFit/>
          </a:bodyPr>
          <a:lstStyle/>
          <a:p>
            <a:pPr>
              <a:lnSpc>
                <a:spcPts val="1791"/>
              </a:lnSpc>
              <a:spcBef>
                <a:spcPct val="0"/>
              </a:spcBef>
            </a:pPr>
            <a:r>
              <a:rPr lang="en-US" sz="1279" dirty="0">
                <a:solidFill>
                  <a:srgbClr val="000000"/>
                </a:solidFill>
                <a:latin typeface="Canva Sans"/>
                <a:ea typeface="Canva Sans"/>
                <a:cs typeface="Canva Sans"/>
                <a:sym typeface="Canva Sans"/>
              </a:rPr>
              <a:t>25 m </a:t>
            </a:r>
          </a:p>
        </p:txBody>
      </p:sp>
      <p:sp>
        <p:nvSpPr>
          <p:cNvPr id="103" name="TextBox 103">
            <a:extLst>
              <a:ext uri="{FF2B5EF4-FFF2-40B4-BE49-F238E27FC236}">
                <a16:creationId xmlns:a16="http://schemas.microsoft.com/office/drawing/2014/main" id="{E60644E3-70B2-7336-79ED-3A0863ECE233}"/>
              </a:ext>
            </a:extLst>
          </p:cNvPr>
          <p:cNvSpPr txBox="1"/>
          <p:nvPr/>
        </p:nvSpPr>
        <p:spPr>
          <a:xfrm>
            <a:off x="4838711" y="4700746"/>
            <a:ext cx="528329"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250 m </a:t>
            </a:r>
          </a:p>
        </p:txBody>
      </p:sp>
      <p:sp>
        <p:nvSpPr>
          <p:cNvPr id="104" name="TextBox 104">
            <a:extLst>
              <a:ext uri="{FF2B5EF4-FFF2-40B4-BE49-F238E27FC236}">
                <a16:creationId xmlns:a16="http://schemas.microsoft.com/office/drawing/2014/main" id="{B078F8E9-BAAF-2AE7-4B25-E31236BCAF77}"/>
              </a:ext>
            </a:extLst>
          </p:cNvPr>
          <p:cNvSpPr txBox="1"/>
          <p:nvPr/>
        </p:nvSpPr>
        <p:spPr>
          <a:xfrm>
            <a:off x="4815960" y="4048964"/>
            <a:ext cx="540711"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100 m </a:t>
            </a:r>
          </a:p>
        </p:txBody>
      </p:sp>
      <p:sp>
        <p:nvSpPr>
          <p:cNvPr id="105" name="TextBox 105">
            <a:extLst>
              <a:ext uri="{FF2B5EF4-FFF2-40B4-BE49-F238E27FC236}">
                <a16:creationId xmlns:a16="http://schemas.microsoft.com/office/drawing/2014/main" id="{CF9C517F-FD93-9EB9-0147-6F533942A27C}"/>
              </a:ext>
            </a:extLst>
          </p:cNvPr>
          <p:cNvSpPr txBox="1"/>
          <p:nvPr/>
        </p:nvSpPr>
        <p:spPr>
          <a:xfrm>
            <a:off x="4919247" y="2588664"/>
            <a:ext cx="423177"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70 m </a:t>
            </a:r>
          </a:p>
        </p:txBody>
      </p:sp>
      <p:sp>
        <p:nvSpPr>
          <p:cNvPr id="106" name="TextBox 106">
            <a:extLst>
              <a:ext uri="{FF2B5EF4-FFF2-40B4-BE49-F238E27FC236}">
                <a16:creationId xmlns:a16="http://schemas.microsoft.com/office/drawing/2014/main" id="{F3F5BD08-E7EA-222E-7A54-FE1F61DE69AE}"/>
              </a:ext>
            </a:extLst>
          </p:cNvPr>
          <p:cNvSpPr txBox="1"/>
          <p:nvPr/>
        </p:nvSpPr>
        <p:spPr>
          <a:xfrm>
            <a:off x="4880585" y="1836219"/>
            <a:ext cx="411462"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15 m </a:t>
            </a:r>
          </a:p>
        </p:txBody>
      </p:sp>
      <p:sp>
        <p:nvSpPr>
          <p:cNvPr id="107" name="TextBox 107">
            <a:extLst>
              <a:ext uri="{FF2B5EF4-FFF2-40B4-BE49-F238E27FC236}">
                <a16:creationId xmlns:a16="http://schemas.microsoft.com/office/drawing/2014/main" id="{EA59DDE1-4636-4A2B-7E0A-10F3BB2F941F}"/>
              </a:ext>
            </a:extLst>
          </p:cNvPr>
          <p:cNvSpPr txBox="1"/>
          <p:nvPr/>
        </p:nvSpPr>
        <p:spPr>
          <a:xfrm>
            <a:off x="4788579" y="6238284"/>
            <a:ext cx="642433" cy="215508"/>
          </a:xfrm>
          <a:prstGeom prst="rect">
            <a:avLst/>
          </a:prstGeom>
        </p:spPr>
        <p:txBody>
          <a:bodyPr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2500 m </a:t>
            </a:r>
          </a:p>
        </p:txBody>
      </p:sp>
      <p:sp>
        <p:nvSpPr>
          <p:cNvPr id="108" name="TextBox 108">
            <a:extLst>
              <a:ext uri="{FF2B5EF4-FFF2-40B4-BE49-F238E27FC236}">
                <a16:creationId xmlns:a16="http://schemas.microsoft.com/office/drawing/2014/main" id="{1671B4EC-A0E8-EFBA-F86B-72139CA1D0DC}"/>
              </a:ext>
            </a:extLst>
          </p:cNvPr>
          <p:cNvSpPr txBox="1"/>
          <p:nvPr/>
        </p:nvSpPr>
        <p:spPr>
          <a:xfrm>
            <a:off x="2956543" y="1909782"/>
            <a:ext cx="1305790"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10:00 - 10:30</a:t>
            </a:r>
          </a:p>
        </p:txBody>
      </p:sp>
      <p:sp>
        <p:nvSpPr>
          <p:cNvPr id="109" name="TextBox 109">
            <a:extLst>
              <a:ext uri="{FF2B5EF4-FFF2-40B4-BE49-F238E27FC236}">
                <a16:creationId xmlns:a16="http://schemas.microsoft.com/office/drawing/2014/main" id="{E382E7C6-7AEC-7265-D155-92BC5906D9F4}"/>
              </a:ext>
            </a:extLst>
          </p:cNvPr>
          <p:cNvSpPr txBox="1"/>
          <p:nvPr/>
        </p:nvSpPr>
        <p:spPr>
          <a:xfrm>
            <a:off x="3019022" y="2496601"/>
            <a:ext cx="1243311"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10:35 - 11:30</a:t>
            </a:r>
          </a:p>
        </p:txBody>
      </p:sp>
      <p:sp>
        <p:nvSpPr>
          <p:cNvPr id="110" name="TextBox 110">
            <a:extLst>
              <a:ext uri="{FF2B5EF4-FFF2-40B4-BE49-F238E27FC236}">
                <a16:creationId xmlns:a16="http://schemas.microsoft.com/office/drawing/2014/main" id="{ABC95FB0-7D8E-5B00-207D-752FFC2AF85C}"/>
              </a:ext>
            </a:extLst>
          </p:cNvPr>
          <p:cNvSpPr txBox="1"/>
          <p:nvPr/>
        </p:nvSpPr>
        <p:spPr>
          <a:xfrm>
            <a:off x="3005644" y="3198851"/>
            <a:ext cx="1207290"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11:35 - 12:05</a:t>
            </a:r>
          </a:p>
        </p:txBody>
      </p:sp>
      <p:sp>
        <p:nvSpPr>
          <p:cNvPr id="111" name="TextBox 111">
            <a:extLst>
              <a:ext uri="{FF2B5EF4-FFF2-40B4-BE49-F238E27FC236}">
                <a16:creationId xmlns:a16="http://schemas.microsoft.com/office/drawing/2014/main" id="{75CCB5C5-FF15-029A-B9E9-7DAC2F61E371}"/>
              </a:ext>
            </a:extLst>
          </p:cNvPr>
          <p:cNvSpPr txBox="1"/>
          <p:nvPr/>
        </p:nvSpPr>
        <p:spPr>
          <a:xfrm>
            <a:off x="3009021" y="3922550"/>
            <a:ext cx="1368011"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12:10 - 12:50</a:t>
            </a:r>
          </a:p>
        </p:txBody>
      </p:sp>
      <p:sp>
        <p:nvSpPr>
          <p:cNvPr id="112" name="TextBox 112">
            <a:extLst>
              <a:ext uri="{FF2B5EF4-FFF2-40B4-BE49-F238E27FC236}">
                <a16:creationId xmlns:a16="http://schemas.microsoft.com/office/drawing/2014/main" id="{0178B092-52FC-A707-0ECD-0D4D680DE5A9}"/>
              </a:ext>
            </a:extLst>
          </p:cNvPr>
          <p:cNvSpPr txBox="1"/>
          <p:nvPr/>
        </p:nvSpPr>
        <p:spPr>
          <a:xfrm>
            <a:off x="3015148" y="4546509"/>
            <a:ext cx="1263909"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12:55 - 13.30</a:t>
            </a:r>
          </a:p>
        </p:txBody>
      </p:sp>
      <p:sp>
        <p:nvSpPr>
          <p:cNvPr id="113" name="TextBox 113">
            <a:extLst>
              <a:ext uri="{FF2B5EF4-FFF2-40B4-BE49-F238E27FC236}">
                <a16:creationId xmlns:a16="http://schemas.microsoft.com/office/drawing/2014/main" id="{8597235B-1E9B-4136-8EC1-276B4E3D2BC1}"/>
              </a:ext>
            </a:extLst>
          </p:cNvPr>
          <p:cNvSpPr txBox="1"/>
          <p:nvPr/>
        </p:nvSpPr>
        <p:spPr>
          <a:xfrm>
            <a:off x="3050457" y="5274998"/>
            <a:ext cx="1263909"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13:40 - 14.30</a:t>
            </a:r>
          </a:p>
        </p:txBody>
      </p:sp>
      <p:sp>
        <p:nvSpPr>
          <p:cNvPr id="114" name="TextBox 114">
            <a:extLst>
              <a:ext uri="{FF2B5EF4-FFF2-40B4-BE49-F238E27FC236}">
                <a16:creationId xmlns:a16="http://schemas.microsoft.com/office/drawing/2014/main" id="{2D3500C5-F8FE-7EC7-90CA-DC3135EB64DA}"/>
              </a:ext>
            </a:extLst>
          </p:cNvPr>
          <p:cNvSpPr txBox="1"/>
          <p:nvPr/>
        </p:nvSpPr>
        <p:spPr>
          <a:xfrm>
            <a:off x="3120916" y="6102338"/>
            <a:ext cx="1293454"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14:35 - 14.55</a:t>
            </a:r>
          </a:p>
        </p:txBody>
      </p:sp>
      <p:grpSp>
        <p:nvGrpSpPr>
          <p:cNvPr id="136" name="Group 136">
            <a:extLst>
              <a:ext uri="{FF2B5EF4-FFF2-40B4-BE49-F238E27FC236}">
                <a16:creationId xmlns:a16="http://schemas.microsoft.com/office/drawing/2014/main" id="{0C9FCD92-CA0C-C555-3495-39272AD9688D}"/>
              </a:ext>
            </a:extLst>
          </p:cNvPr>
          <p:cNvGrpSpPr/>
          <p:nvPr/>
        </p:nvGrpSpPr>
        <p:grpSpPr>
          <a:xfrm>
            <a:off x="1914643" y="547837"/>
            <a:ext cx="2210565" cy="876869"/>
            <a:chOff x="0" y="0"/>
            <a:chExt cx="786013" cy="311789"/>
          </a:xfrm>
        </p:grpSpPr>
        <p:sp>
          <p:nvSpPr>
            <p:cNvPr id="137" name="Freeform 137">
              <a:extLst>
                <a:ext uri="{FF2B5EF4-FFF2-40B4-BE49-F238E27FC236}">
                  <a16:creationId xmlns:a16="http://schemas.microsoft.com/office/drawing/2014/main" id="{D5B8B58D-7D35-3AAB-2E06-9FA37AC3B8DE}"/>
                </a:ext>
              </a:extLst>
            </p:cNvPr>
            <p:cNvSpPr/>
            <p:nvPr/>
          </p:nvSpPr>
          <p:spPr>
            <a:xfrm>
              <a:off x="0" y="0"/>
              <a:ext cx="786013" cy="311789"/>
            </a:xfrm>
            <a:custGeom>
              <a:avLst/>
              <a:gdLst/>
              <a:ahLst/>
              <a:cxnLst/>
              <a:rect l="l" t="t" r="r" b="b"/>
              <a:pathLst>
                <a:path w="786013" h="311789">
                  <a:moveTo>
                    <a:pt x="0" y="0"/>
                  </a:moveTo>
                  <a:lnTo>
                    <a:pt x="786013" y="0"/>
                  </a:lnTo>
                  <a:lnTo>
                    <a:pt x="786013" y="311789"/>
                  </a:lnTo>
                  <a:lnTo>
                    <a:pt x="0" y="311789"/>
                  </a:lnTo>
                  <a:close/>
                </a:path>
              </a:pathLst>
            </a:custGeom>
            <a:solidFill>
              <a:srgbClr val="FFFFFF"/>
            </a:solidFill>
            <a:ln w="9525" cap="sq">
              <a:solidFill>
                <a:srgbClr val="000000"/>
              </a:solidFill>
              <a:prstDash val="solid"/>
              <a:miter/>
            </a:ln>
          </p:spPr>
          <p:txBody>
            <a:bodyPr/>
            <a:lstStyle/>
            <a:p>
              <a:endParaRPr lang="en-SG" sz="1088"/>
            </a:p>
          </p:txBody>
        </p:sp>
        <p:sp>
          <p:nvSpPr>
            <p:cNvPr id="138" name="TextBox 138">
              <a:extLst>
                <a:ext uri="{FF2B5EF4-FFF2-40B4-BE49-F238E27FC236}">
                  <a16:creationId xmlns:a16="http://schemas.microsoft.com/office/drawing/2014/main" id="{10985012-C6F3-4C60-8416-667BA25B3355}"/>
                </a:ext>
              </a:extLst>
            </p:cNvPr>
            <p:cNvSpPr txBox="1"/>
            <p:nvPr/>
          </p:nvSpPr>
          <p:spPr>
            <a:xfrm>
              <a:off x="0" y="-28575"/>
              <a:ext cx="786013" cy="340364"/>
            </a:xfrm>
            <a:prstGeom prst="rect">
              <a:avLst/>
            </a:prstGeom>
          </p:spPr>
          <p:txBody>
            <a:bodyPr lIns="40638" tIns="40638" rIns="40638" bIns="40638" rtlCol="0" anchor="ctr"/>
            <a:lstStyle/>
            <a:p>
              <a:pPr algn="ctr">
                <a:lnSpc>
                  <a:spcPts val="2016"/>
                </a:lnSpc>
              </a:pPr>
              <a:endParaRPr sz="1088"/>
            </a:p>
          </p:txBody>
        </p:sp>
      </p:grpSp>
      <p:grpSp>
        <p:nvGrpSpPr>
          <p:cNvPr id="139" name="Group 139">
            <a:extLst>
              <a:ext uri="{FF2B5EF4-FFF2-40B4-BE49-F238E27FC236}">
                <a16:creationId xmlns:a16="http://schemas.microsoft.com/office/drawing/2014/main" id="{82C9A861-3288-7C42-CCAF-F1A97EB54789}"/>
              </a:ext>
            </a:extLst>
          </p:cNvPr>
          <p:cNvGrpSpPr/>
          <p:nvPr/>
        </p:nvGrpSpPr>
        <p:grpSpPr>
          <a:xfrm>
            <a:off x="4541455" y="551790"/>
            <a:ext cx="1935703" cy="872914"/>
            <a:chOff x="0" y="0"/>
            <a:chExt cx="688280" cy="310383"/>
          </a:xfrm>
        </p:grpSpPr>
        <p:sp>
          <p:nvSpPr>
            <p:cNvPr id="140" name="Freeform 140">
              <a:extLst>
                <a:ext uri="{FF2B5EF4-FFF2-40B4-BE49-F238E27FC236}">
                  <a16:creationId xmlns:a16="http://schemas.microsoft.com/office/drawing/2014/main" id="{3E300C61-4390-3DC4-CC2B-3A5719CC5CAC}"/>
                </a:ext>
              </a:extLst>
            </p:cNvPr>
            <p:cNvSpPr/>
            <p:nvPr/>
          </p:nvSpPr>
          <p:spPr>
            <a:xfrm>
              <a:off x="0" y="0"/>
              <a:ext cx="688280" cy="310383"/>
            </a:xfrm>
            <a:custGeom>
              <a:avLst/>
              <a:gdLst/>
              <a:ahLst/>
              <a:cxnLst/>
              <a:rect l="l" t="t" r="r" b="b"/>
              <a:pathLst>
                <a:path w="688280" h="310383">
                  <a:moveTo>
                    <a:pt x="0" y="0"/>
                  </a:moveTo>
                  <a:lnTo>
                    <a:pt x="688280" y="0"/>
                  </a:lnTo>
                  <a:lnTo>
                    <a:pt x="688280" y="310383"/>
                  </a:lnTo>
                  <a:lnTo>
                    <a:pt x="0" y="310383"/>
                  </a:lnTo>
                  <a:close/>
                </a:path>
              </a:pathLst>
            </a:custGeom>
            <a:solidFill>
              <a:srgbClr val="FFFFFF"/>
            </a:solidFill>
          </p:spPr>
          <p:txBody>
            <a:bodyPr/>
            <a:lstStyle/>
            <a:p>
              <a:endParaRPr lang="en-SG" sz="1088"/>
            </a:p>
          </p:txBody>
        </p:sp>
        <p:sp>
          <p:nvSpPr>
            <p:cNvPr id="141" name="TextBox 141">
              <a:extLst>
                <a:ext uri="{FF2B5EF4-FFF2-40B4-BE49-F238E27FC236}">
                  <a16:creationId xmlns:a16="http://schemas.microsoft.com/office/drawing/2014/main" id="{F55D8ED3-483C-DEC0-8F6D-5206661008E5}"/>
                </a:ext>
              </a:extLst>
            </p:cNvPr>
            <p:cNvSpPr txBox="1"/>
            <p:nvPr/>
          </p:nvSpPr>
          <p:spPr>
            <a:xfrm>
              <a:off x="0" y="-28575"/>
              <a:ext cx="688280" cy="338958"/>
            </a:xfrm>
            <a:prstGeom prst="rect">
              <a:avLst/>
            </a:prstGeom>
          </p:spPr>
          <p:txBody>
            <a:bodyPr lIns="40638" tIns="40638" rIns="40638" bIns="40638" rtlCol="0" anchor="ctr"/>
            <a:lstStyle/>
            <a:p>
              <a:pPr algn="ctr">
                <a:lnSpc>
                  <a:spcPts val="2016"/>
                </a:lnSpc>
              </a:pPr>
              <a:endParaRPr sz="1088"/>
            </a:p>
          </p:txBody>
        </p:sp>
      </p:grpSp>
      <p:grpSp>
        <p:nvGrpSpPr>
          <p:cNvPr id="142" name="Group 142">
            <a:extLst>
              <a:ext uri="{FF2B5EF4-FFF2-40B4-BE49-F238E27FC236}">
                <a16:creationId xmlns:a16="http://schemas.microsoft.com/office/drawing/2014/main" id="{03605E15-7860-8EB2-F297-D58D1D66A3EC}"/>
              </a:ext>
            </a:extLst>
          </p:cNvPr>
          <p:cNvGrpSpPr/>
          <p:nvPr/>
        </p:nvGrpSpPr>
        <p:grpSpPr>
          <a:xfrm>
            <a:off x="-1" y="547834"/>
            <a:ext cx="1914643" cy="872914"/>
            <a:chOff x="0" y="0"/>
            <a:chExt cx="791825" cy="310383"/>
          </a:xfrm>
        </p:grpSpPr>
        <p:sp>
          <p:nvSpPr>
            <p:cNvPr id="143" name="Freeform 143">
              <a:extLst>
                <a:ext uri="{FF2B5EF4-FFF2-40B4-BE49-F238E27FC236}">
                  <a16:creationId xmlns:a16="http://schemas.microsoft.com/office/drawing/2014/main" id="{2CAC029E-799B-2695-4F87-79EC42FBB26C}"/>
                </a:ext>
              </a:extLst>
            </p:cNvPr>
            <p:cNvSpPr/>
            <p:nvPr/>
          </p:nvSpPr>
          <p:spPr>
            <a:xfrm>
              <a:off x="0" y="0"/>
              <a:ext cx="791824" cy="310383"/>
            </a:xfrm>
            <a:custGeom>
              <a:avLst/>
              <a:gdLst/>
              <a:ahLst/>
              <a:cxnLst/>
              <a:rect l="l" t="t" r="r" b="b"/>
              <a:pathLst>
                <a:path w="791824" h="310383">
                  <a:moveTo>
                    <a:pt x="0" y="0"/>
                  </a:moveTo>
                  <a:lnTo>
                    <a:pt x="791824" y="0"/>
                  </a:lnTo>
                  <a:lnTo>
                    <a:pt x="791824" y="310383"/>
                  </a:lnTo>
                  <a:lnTo>
                    <a:pt x="0" y="310383"/>
                  </a:lnTo>
                  <a:close/>
                </a:path>
              </a:pathLst>
            </a:custGeom>
            <a:solidFill>
              <a:srgbClr val="FFFFFF"/>
            </a:solidFill>
            <a:ln w="9525" cap="sq">
              <a:solidFill>
                <a:srgbClr val="000000"/>
              </a:solidFill>
              <a:prstDash val="solid"/>
              <a:miter/>
            </a:ln>
          </p:spPr>
          <p:txBody>
            <a:bodyPr/>
            <a:lstStyle/>
            <a:p>
              <a:endParaRPr lang="en-SG" sz="1088"/>
            </a:p>
          </p:txBody>
        </p:sp>
        <p:sp>
          <p:nvSpPr>
            <p:cNvPr id="144" name="TextBox 144">
              <a:extLst>
                <a:ext uri="{FF2B5EF4-FFF2-40B4-BE49-F238E27FC236}">
                  <a16:creationId xmlns:a16="http://schemas.microsoft.com/office/drawing/2014/main" id="{E3762255-92C4-CD4D-E7F5-9C991B5F0917}"/>
                </a:ext>
              </a:extLst>
            </p:cNvPr>
            <p:cNvSpPr txBox="1"/>
            <p:nvPr/>
          </p:nvSpPr>
          <p:spPr>
            <a:xfrm>
              <a:off x="0" y="-28575"/>
              <a:ext cx="791825" cy="338958"/>
            </a:xfrm>
            <a:prstGeom prst="rect">
              <a:avLst/>
            </a:prstGeom>
          </p:spPr>
          <p:txBody>
            <a:bodyPr lIns="40638" tIns="40638" rIns="40638" bIns="40638" rtlCol="0" anchor="ctr"/>
            <a:lstStyle/>
            <a:p>
              <a:pPr algn="ctr">
                <a:lnSpc>
                  <a:spcPts val="2016"/>
                </a:lnSpc>
              </a:pPr>
              <a:endParaRPr sz="1088"/>
            </a:p>
          </p:txBody>
        </p:sp>
      </p:grpSp>
      <p:grpSp>
        <p:nvGrpSpPr>
          <p:cNvPr id="145" name="Group 145">
            <a:extLst>
              <a:ext uri="{FF2B5EF4-FFF2-40B4-BE49-F238E27FC236}">
                <a16:creationId xmlns:a16="http://schemas.microsoft.com/office/drawing/2014/main" id="{3AD433E6-43B2-1EFC-F1C2-CCBC373A0567}"/>
              </a:ext>
            </a:extLst>
          </p:cNvPr>
          <p:cNvGrpSpPr/>
          <p:nvPr/>
        </p:nvGrpSpPr>
        <p:grpSpPr>
          <a:xfrm>
            <a:off x="4125209" y="547837"/>
            <a:ext cx="2381488" cy="876869"/>
            <a:chOff x="0" y="0"/>
            <a:chExt cx="846789" cy="311789"/>
          </a:xfrm>
        </p:grpSpPr>
        <p:sp>
          <p:nvSpPr>
            <p:cNvPr id="146" name="Freeform 146">
              <a:extLst>
                <a:ext uri="{FF2B5EF4-FFF2-40B4-BE49-F238E27FC236}">
                  <a16:creationId xmlns:a16="http://schemas.microsoft.com/office/drawing/2014/main" id="{97050B9C-E72A-3EC2-3215-E12BB29DAF96}"/>
                </a:ext>
              </a:extLst>
            </p:cNvPr>
            <p:cNvSpPr/>
            <p:nvPr/>
          </p:nvSpPr>
          <p:spPr>
            <a:xfrm>
              <a:off x="0" y="0"/>
              <a:ext cx="846789" cy="311789"/>
            </a:xfrm>
            <a:custGeom>
              <a:avLst/>
              <a:gdLst/>
              <a:ahLst/>
              <a:cxnLst/>
              <a:rect l="l" t="t" r="r" b="b"/>
              <a:pathLst>
                <a:path w="846789" h="311789">
                  <a:moveTo>
                    <a:pt x="0" y="0"/>
                  </a:moveTo>
                  <a:lnTo>
                    <a:pt x="846789" y="0"/>
                  </a:lnTo>
                  <a:lnTo>
                    <a:pt x="846789" y="311789"/>
                  </a:lnTo>
                  <a:lnTo>
                    <a:pt x="0" y="311789"/>
                  </a:lnTo>
                  <a:close/>
                </a:path>
              </a:pathLst>
            </a:custGeom>
            <a:solidFill>
              <a:srgbClr val="FFFFFF"/>
            </a:solidFill>
            <a:ln w="9525" cap="sq">
              <a:solidFill>
                <a:srgbClr val="000000"/>
              </a:solidFill>
              <a:prstDash val="solid"/>
              <a:miter/>
            </a:ln>
          </p:spPr>
          <p:txBody>
            <a:bodyPr/>
            <a:lstStyle/>
            <a:p>
              <a:endParaRPr lang="en-SG" sz="1088"/>
            </a:p>
          </p:txBody>
        </p:sp>
        <p:sp>
          <p:nvSpPr>
            <p:cNvPr id="147" name="TextBox 147">
              <a:extLst>
                <a:ext uri="{FF2B5EF4-FFF2-40B4-BE49-F238E27FC236}">
                  <a16:creationId xmlns:a16="http://schemas.microsoft.com/office/drawing/2014/main" id="{CACD067C-E91C-ABD4-3668-22FA1C8119AF}"/>
                </a:ext>
              </a:extLst>
            </p:cNvPr>
            <p:cNvSpPr txBox="1"/>
            <p:nvPr/>
          </p:nvSpPr>
          <p:spPr>
            <a:xfrm>
              <a:off x="0" y="-28575"/>
              <a:ext cx="846789" cy="340364"/>
            </a:xfrm>
            <a:prstGeom prst="rect">
              <a:avLst/>
            </a:prstGeom>
          </p:spPr>
          <p:txBody>
            <a:bodyPr lIns="40638" tIns="40638" rIns="40638" bIns="40638" rtlCol="0" anchor="ctr"/>
            <a:lstStyle/>
            <a:p>
              <a:pPr algn="ctr">
                <a:lnSpc>
                  <a:spcPts val="2016"/>
                </a:lnSpc>
              </a:pPr>
              <a:endParaRPr sz="1088"/>
            </a:p>
          </p:txBody>
        </p:sp>
      </p:grpSp>
      <p:grpSp>
        <p:nvGrpSpPr>
          <p:cNvPr id="148" name="Group 148">
            <a:extLst>
              <a:ext uri="{FF2B5EF4-FFF2-40B4-BE49-F238E27FC236}">
                <a16:creationId xmlns:a16="http://schemas.microsoft.com/office/drawing/2014/main" id="{9EF9F1E6-B62E-BA01-87D1-1AA045E1E99B}"/>
              </a:ext>
            </a:extLst>
          </p:cNvPr>
          <p:cNvGrpSpPr/>
          <p:nvPr/>
        </p:nvGrpSpPr>
        <p:grpSpPr>
          <a:xfrm>
            <a:off x="0" y="551792"/>
            <a:ext cx="1914644" cy="868958"/>
            <a:chOff x="0" y="0"/>
            <a:chExt cx="774911" cy="308976"/>
          </a:xfrm>
        </p:grpSpPr>
        <p:sp>
          <p:nvSpPr>
            <p:cNvPr id="149" name="Freeform 149">
              <a:extLst>
                <a:ext uri="{FF2B5EF4-FFF2-40B4-BE49-F238E27FC236}">
                  <a16:creationId xmlns:a16="http://schemas.microsoft.com/office/drawing/2014/main" id="{188323A3-3C28-3A6E-9E82-E10AA9B69F75}"/>
                </a:ext>
              </a:extLst>
            </p:cNvPr>
            <p:cNvSpPr/>
            <p:nvPr/>
          </p:nvSpPr>
          <p:spPr>
            <a:xfrm>
              <a:off x="0" y="0"/>
              <a:ext cx="774911" cy="308976"/>
            </a:xfrm>
            <a:custGeom>
              <a:avLst/>
              <a:gdLst/>
              <a:ahLst/>
              <a:cxnLst/>
              <a:rect l="l" t="t" r="r" b="b"/>
              <a:pathLst>
                <a:path w="774911" h="308976">
                  <a:moveTo>
                    <a:pt x="0" y="0"/>
                  </a:moveTo>
                  <a:lnTo>
                    <a:pt x="774911" y="0"/>
                  </a:lnTo>
                  <a:lnTo>
                    <a:pt x="774911" y="308976"/>
                  </a:lnTo>
                  <a:lnTo>
                    <a:pt x="0" y="308976"/>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150" name="TextBox 150">
              <a:extLst>
                <a:ext uri="{FF2B5EF4-FFF2-40B4-BE49-F238E27FC236}">
                  <a16:creationId xmlns:a16="http://schemas.microsoft.com/office/drawing/2014/main" id="{585329B7-C3F2-82E4-20FC-0670D1332D8A}"/>
                </a:ext>
              </a:extLst>
            </p:cNvPr>
            <p:cNvSpPr txBox="1"/>
            <p:nvPr/>
          </p:nvSpPr>
          <p:spPr>
            <a:xfrm>
              <a:off x="0" y="-28575"/>
              <a:ext cx="774911" cy="337551"/>
            </a:xfrm>
            <a:prstGeom prst="rect">
              <a:avLst/>
            </a:prstGeom>
          </p:spPr>
          <p:txBody>
            <a:bodyPr lIns="40638" tIns="40638" rIns="40638" bIns="40638" rtlCol="0" anchor="ctr"/>
            <a:lstStyle/>
            <a:p>
              <a:pPr algn="ctr">
                <a:lnSpc>
                  <a:spcPts val="2016"/>
                </a:lnSpc>
              </a:pPr>
              <a:endParaRPr sz="1088"/>
            </a:p>
          </p:txBody>
        </p:sp>
      </p:grpSp>
      <p:sp>
        <p:nvSpPr>
          <p:cNvPr id="151" name="TextBox 151">
            <a:extLst>
              <a:ext uri="{FF2B5EF4-FFF2-40B4-BE49-F238E27FC236}">
                <a16:creationId xmlns:a16="http://schemas.microsoft.com/office/drawing/2014/main" id="{ABB69F4A-9A2D-2D4D-F97C-34E085E18819}"/>
              </a:ext>
            </a:extLst>
          </p:cNvPr>
          <p:cNvSpPr txBox="1"/>
          <p:nvPr/>
        </p:nvSpPr>
        <p:spPr>
          <a:xfrm>
            <a:off x="286939" y="864826"/>
            <a:ext cx="1098699" cy="240066"/>
          </a:xfrm>
          <a:prstGeom prst="rect">
            <a:avLst/>
          </a:prstGeom>
        </p:spPr>
        <p:txBody>
          <a:bodyPr wrap="square"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Subgroup 1</a:t>
            </a:r>
          </a:p>
        </p:txBody>
      </p:sp>
      <p:sp>
        <p:nvSpPr>
          <p:cNvPr id="152" name="TextBox 152">
            <a:extLst>
              <a:ext uri="{FF2B5EF4-FFF2-40B4-BE49-F238E27FC236}">
                <a16:creationId xmlns:a16="http://schemas.microsoft.com/office/drawing/2014/main" id="{76F78289-AB08-6BDF-BF76-5FCC0D974F60}"/>
              </a:ext>
            </a:extLst>
          </p:cNvPr>
          <p:cNvSpPr txBox="1"/>
          <p:nvPr/>
        </p:nvSpPr>
        <p:spPr>
          <a:xfrm>
            <a:off x="2563301" y="839652"/>
            <a:ext cx="1098699" cy="240066"/>
          </a:xfrm>
          <a:prstGeom prst="rect">
            <a:avLst/>
          </a:prstGeom>
        </p:spPr>
        <p:txBody>
          <a:bodyPr wrap="square"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Subgroup 2</a:t>
            </a:r>
          </a:p>
        </p:txBody>
      </p:sp>
      <p:sp>
        <p:nvSpPr>
          <p:cNvPr id="153" name="TextBox 153">
            <a:extLst>
              <a:ext uri="{FF2B5EF4-FFF2-40B4-BE49-F238E27FC236}">
                <a16:creationId xmlns:a16="http://schemas.microsoft.com/office/drawing/2014/main" id="{6F4445B8-DE71-F8AD-CDCC-14767D1376C6}"/>
              </a:ext>
            </a:extLst>
          </p:cNvPr>
          <p:cNvSpPr txBox="1"/>
          <p:nvPr/>
        </p:nvSpPr>
        <p:spPr>
          <a:xfrm>
            <a:off x="4948195" y="569454"/>
            <a:ext cx="653230" cy="545919"/>
          </a:xfrm>
          <a:prstGeom prst="rect">
            <a:avLst/>
          </a:prstGeom>
        </p:spPr>
        <p:txBody>
          <a:bodyPr lIns="0" tIns="0" rIns="0" bIns="0" rtlCol="0" anchor="t">
            <a:spAutoFit/>
          </a:bodyPr>
          <a:lstStyle/>
          <a:p>
            <a:pPr algn="ctr">
              <a:lnSpc>
                <a:spcPts val="2207"/>
              </a:lnSpc>
              <a:spcBef>
                <a:spcPct val="0"/>
              </a:spcBef>
            </a:pPr>
            <a:r>
              <a:rPr lang="en-US" sz="1577" dirty="0">
                <a:solidFill>
                  <a:srgbClr val="000000"/>
                </a:solidFill>
                <a:latin typeface="Canva Sans"/>
                <a:ea typeface="Canva Sans"/>
                <a:cs typeface="Canva Sans"/>
                <a:sym typeface="Canva Sans"/>
              </a:rPr>
              <a:t> Group</a:t>
            </a:r>
          </a:p>
        </p:txBody>
      </p:sp>
      <p:grpSp>
        <p:nvGrpSpPr>
          <p:cNvPr id="154" name="Group 154">
            <a:extLst>
              <a:ext uri="{FF2B5EF4-FFF2-40B4-BE49-F238E27FC236}">
                <a16:creationId xmlns:a16="http://schemas.microsoft.com/office/drawing/2014/main" id="{50358E73-52F1-CD04-1BBD-197CE7703B67}"/>
              </a:ext>
            </a:extLst>
          </p:cNvPr>
          <p:cNvGrpSpPr/>
          <p:nvPr/>
        </p:nvGrpSpPr>
        <p:grpSpPr>
          <a:xfrm>
            <a:off x="6724305" y="5177825"/>
            <a:ext cx="3473079" cy="2047619"/>
            <a:chOff x="0" y="0"/>
            <a:chExt cx="5788719" cy="3412850"/>
          </a:xfrm>
        </p:grpSpPr>
        <p:sp>
          <p:nvSpPr>
            <p:cNvPr id="155" name="Freeform 155">
              <a:extLst>
                <a:ext uri="{FF2B5EF4-FFF2-40B4-BE49-F238E27FC236}">
                  <a16:creationId xmlns:a16="http://schemas.microsoft.com/office/drawing/2014/main" id="{73E9F8D2-D2E8-AB6E-9F1B-CACB2030058D}"/>
                </a:ext>
              </a:extLst>
            </p:cNvPr>
            <p:cNvSpPr/>
            <p:nvPr/>
          </p:nvSpPr>
          <p:spPr>
            <a:xfrm>
              <a:off x="1826934" y="225732"/>
              <a:ext cx="360766" cy="360766"/>
            </a:xfrm>
            <a:custGeom>
              <a:avLst/>
              <a:gdLst/>
              <a:ahLst/>
              <a:cxnLst/>
              <a:rect l="l" t="t" r="r" b="b"/>
              <a:pathLst>
                <a:path w="360766" h="360766">
                  <a:moveTo>
                    <a:pt x="0" y="0"/>
                  </a:moveTo>
                  <a:lnTo>
                    <a:pt x="360766" y="0"/>
                  </a:lnTo>
                  <a:lnTo>
                    <a:pt x="360766" y="360766"/>
                  </a:lnTo>
                  <a:lnTo>
                    <a:pt x="0" y="360766"/>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SG" sz="1088"/>
            </a:p>
          </p:txBody>
        </p:sp>
        <p:grpSp>
          <p:nvGrpSpPr>
            <p:cNvPr id="156" name="Group 156">
              <a:extLst>
                <a:ext uri="{FF2B5EF4-FFF2-40B4-BE49-F238E27FC236}">
                  <a16:creationId xmlns:a16="http://schemas.microsoft.com/office/drawing/2014/main" id="{26AA878E-6234-925F-8EF8-43C4FCF1AF0B}"/>
                </a:ext>
              </a:extLst>
            </p:cNvPr>
            <p:cNvGrpSpPr/>
            <p:nvPr/>
          </p:nvGrpSpPr>
          <p:grpSpPr>
            <a:xfrm>
              <a:off x="580722" y="1269566"/>
              <a:ext cx="5207997" cy="2143284"/>
              <a:chOff x="0" y="0"/>
              <a:chExt cx="1111039" cy="457234"/>
            </a:xfrm>
          </p:grpSpPr>
          <p:sp>
            <p:nvSpPr>
              <p:cNvPr id="157" name="Freeform 157">
                <a:extLst>
                  <a:ext uri="{FF2B5EF4-FFF2-40B4-BE49-F238E27FC236}">
                    <a16:creationId xmlns:a16="http://schemas.microsoft.com/office/drawing/2014/main" id="{6B300713-FFAB-A5C4-77D1-0A02551E16FF}"/>
                  </a:ext>
                </a:extLst>
              </p:cNvPr>
              <p:cNvSpPr/>
              <p:nvPr/>
            </p:nvSpPr>
            <p:spPr>
              <a:xfrm>
                <a:off x="0" y="0"/>
                <a:ext cx="1111039" cy="457234"/>
              </a:xfrm>
              <a:custGeom>
                <a:avLst/>
                <a:gdLst/>
                <a:ahLst/>
                <a:cxnLst/>
                <a:rect l="l" t="t" r="r" b="b"/>
                <a:pathLst>
                  <a:path w="1111039" h="457234">
                    <a:moveTo>
                      <a:pt x="67390" y="0"/>
                    </a:moveTo>
                    <a:lnTo>
                      <a:pt x="1043649" y="0"/>
                    </a:lnTo>
                    <a:cubicBezTo>
                      <a:pt x="1061522" y="0"/>
                      <a:pt x="1078663" y="7100"/>
                      <a:pt x="1091301" y="19738"/>
                    </a:cubicBezTo>
                    <a:cubicBezTo>
                      <a:pt x="1103939" y="32376"/>
                      <a:pt x="1111039" y="49517"/>
                      <a:pt x="1111039" y="67390"/>
                    </a:cubicBezTo>
                    <a:lnTo>
                      <a:pt x="1111039" y="389844"/>
                    </a:lnTo>
                    <a:cubicBezTo>
                      <a:pt x="1111039" y="427062"/>
                      <a:pt x="1080868" y="457234"/>
                      <a:pt x="1043649" y="457234"/>
                    </a:cubicBezTo>
                    <a:lnTo>
                      <a:pt x="67390" y="457234"/>
                    </a:lnTo>
                    <a:cubicBezTo>
                      <a:pt x="49517" y="457234"/>
                      <a:pt x="32376" y="450134"/>
                      <a:pt x="19738" y="437496"/>
                    </a:cubicBezTo>
                    <a:cubicBezTo>
                      <a:pt x="7100" y="424858"/>
                      <a:pt x="0" y="407717"/>
                      <a:pt x="0" y="389844"/>
                    </a:cubicBezTo>
                    <a:lnTo>
                      <a:pt x="0" y="67390"/>
                    </a:lnTo>
                    <a:cubicBezTo>
                      <a:pt x="0" y="49517"/>
                      <a:pt x="7100" y="32376"/>
                      <a:pt x="19738" y="19738"/>
                    </a:cubicBezTo>
                    <a:cubicBezTo>
                      <a:pt x="32376" y="7100"/>
                      <a:pt x="49517" y="0"/>
                      <a:pt x="67390" y="0"/>
                    </a:cubicBezTo>
                    <a:close/>
                  </a:path>
                </a:pathLst>
              </a:custGeom>
              <a:solidFill>
                <a:srgbClr val="FFD775"/>
              </a:solidFill>
            </p:spPr>
            <p:txBody>
              <a:bodyPr/>
              <a:lstStyle/>
              <a:p>
                <a:endParaRPr lang="en-SG" sz="1088"/>
              </a:p>
            </p:txBody>
          </p:sp>
          <p:sp>
            <p:nvSpPr>
              <p:cNvPr id="158" name="TextBox 158">
                <a:extLst>
                  <a:ext uri="{FF2B5EF4-FFF2-40B4-BE49-F238E27FC236}">
                    <a16:creationId xmlns:a16="http://schemas.microsoft.com/office/drawing/2014/main" id="{D9D5D3C3-A54C-11CD-A52D-F862E7A3DD3C}"/>
                  </a:ext>
                </a:extLst>
              </p:cNvPr>
              <p:cNvSpPr txBox="1"/>
              <p:nvPr/>
            </p:nvSpPr>
            <p:spPr>
              <a:xfrm>
                <a:off x="0" y="-28575"/>
                <a:ext cx="1111039" cy="485809"/>
              </a:xfrm>
              <a:prstGeom prst="rect">
                <a:avLst/>
              </a:prstGeom>
            </p:spPr>
            <p:txBody>
              <a:bodyPr lIns="40638" tIns="40638" rIns="40638" bIns="40638" rtlCol="0" anchor="ctr"/>
              <a:lstStyle/>
              <a:p>
                <a:pPr algn="ctr">
                  <a:lnSpc>
                    <a:spcPts val="2016"/>
                  </a:lnSpc>
                </a:pPr>
                <a:endParaRPr sz="1088"/>
              </a:p>
            </p:txBody>
          </p:sp>
        </p:grpSp>
        <p:sp>
          <p:nvSpPr>
            <p:cNvPr id="159" name="Freeform 159">
              <a:extLst>
                <a:ext uri="{FF2B5EF4-FFF2-40B4-BE49-F238E27FC236}">
                  <a16:creationId xmlns:a16="http://schemas.microsoft.com/office/drawing/2014/main" id="{D8440F18-A36A-5D73-D21A-02CA9E6CCCA4}"/>
                </a:ext>
              </a:extLst>
            </p:cNvPr>
            <p:cNvSpPr/>
            <p:nvPr/>
          </p:nvSpPr>
          <p:spPr>
            <a:xfrm>
              <a:off x="0" y="0"/>
              <a:ext cx="2370378" cy="1846790"/>
            </a:xfrm>
            <a:custGeom>
              <a:avLst/>
              <a:gdLst/>
              <a:ahLst/>
              <a:cxnLst/>
              <a:rect l="l" t="t" r="r" b="b"/>
              <a:pathLst>
                <a:path w="2370378" h="1846790">
                  <a:moveTo>
                    <a:pt x="0" y="0"/>
                  </a:moveTo>
                  <a:lnTo>
                    <a:pt x="2370378" y="0"/>
                  </a:lnTo>
                  <a:lnTo>
                    <a:pt x="2370378" y="1846790"/>
                  </a:lnTo>
                  <a:lnTo>
                    <a:pt x="0" y="1846790"/>
                  </a:lnTo>
                  <a:lnTo>
                    <a:pt x="0" y="0"/>
                  </a:lnTo>
                  <a:close/>
                </a:path>
              </a:pathLst>
            </a:custGeom>
            <a:blipFill>
              <a:blip r:embed="rId19"/>
              <a:stretch>
                <a:fillRect t="-6394" b="-6394"/>
              </a:stretch>
            </a:blipFill>
            <a:ln cap="sq">
              <a:noFill/>
              <a:prstDash val="solid"/>
              <a:miter/>
            </a:ln>
          </p:spPr>
          <p:txBody>
            <a:bodyPr/>
            <a:lstStyle/>
            <a:p>
              <a:endParaRPr lang="en-SG" sz="1088"/>
            </a:p>
          </p:txBody>
        </p:sp>
        <p:sp>
          <p:nvSpPr>
            <p:cNvPr id="160" name="TextBox 160">
              <a:extLst>
                <a:ext uri="{FF2B5EF4-FFF2-40B4-BE49-F238E27FC236}">
                  <a16:creationId xmlns:a16="http://schemas.microsoft.com/office/drawing/2014/main" id="{DD7CCF4C-A1E7-463F-DF49-034140C593DD}"/>
                </a:ext>
              </a:extLst>
            </p:cNvPr>
            <p:cNvSpPr txBox="1"/>
            <p:nvPr/>
          </p:nvSpPr>
          <p:spPr>
            <a:xfrm>
              <a:off x="839804" y="1665376"/>
              <a:ext cx="4846579" cy="823980"/>
            </a:xfrm>
            <a:prstGeom prst="rect">
              <a:avLst/>
            </a:prstGeom>
          </p:spPr>
          <p:txBody>
            <a:bodyPr lIns="0" tIns="0" rIns="0" bIns="0" rtlCol="0" anchor="t">
              <a:spAutoFit/>
            </a:bodyPr>
            <a:lstStyle/>
            <a:p>
              <a:pPr algn="ctr">
                <a:lnSpc>
                  <a:spcPts val="2016"/>
                </a:lnSpc>
                <a:spcBef>
                  <a:spcPct val="0"/>
                </a:spcBef>
              </a:pPr>
              <a:r>
                <a:rPr lang="en-US" sz="1440">
                  <a:solidFill>
                    <a:srgbClr val="000000"/>
                  </a:solidFill>
                  <a:latin typeface="Roboto Mono"/>
                  <a:ea typeface="Roboto Mono"/>
                  <a:cs typeface="Roboto Mono"/>
                  <a:sym typeface="Roboto Mono"/>
                </a:rPr>
                <a:t>Let Kiki help you plan quickly.</a:t>
              </a:r>
            </a:p>
          </p:txBody>
        </p:sp>
        <p:sp>
          <p:nvSpPr>
            <p:cNvPr id="161" name="TextBox 161">
              <a:extLst>
                <a:ext uri="{FF2B5EF4-FFF2-40B4-BE49-F238E27FC236}">
                  <a16:creationId xmlns:a16="http://schemas.microsoft.com/office/drawing/2014/main" id="{79581E3F-E839-67DB-E96C-5ED59084C1AB}"/>
                </a:ext>
              </a:extLst>
            </p:cNvPr>
            <p:cNvSpPr txBox="1"/>
            <p:nvPr/>
          </p:nvSpPr>
          <p:spPr>
            <a:xfrm>
              <a:off x="3727779" y="2698067"/>
              <a:ext cx="579680" cy="271882"/>
            </a:xfrm>
            <a:prstGeom prst="rect">
              <a:avLst/>
            </a:prstGeom>
          </p:spPr>
          <p:txBody>
            <a:bodyPr lIns="0" tIns="0" rIns="0" bIns="0" rtlCol="0" anchor="t">
              <a:spAutoFit/>
            </a:bodyPr>
            <a:lstStyle/>
            <a:p>
              <a:pPr algn="ctr">
                <a:lnSpc>
                  <a:spcPts val="1224"/>
                </a:lnSpc>
              </a:pPr>
              <a:r>
                <a:rPr lang="en-US" sz="1440">
                  <a:solidFill>
                    <a:srgbClr val="000000"/>
                  </a:solidFill>
                  <a:latin typeface="Canva Sans"/>
                  <a:ea typeface="Canva Sans"/>
                  <a:cs typeface="Canva Sans"/>
                  <a:sym typeface="Canva Sans"/>
                </a:rPr>
                <a:t>Yes</a:t>
              </a:r>
            </a:p>
          </p:txBody>
        </p:sp>
        <p:sp>
          <p:nvSpPr>
            <p:cNvPr id="162" name="TextBox 162">
              <a:extLst>
                <a:ext uri="{FF2B5EF4-FFF2-40B4-BE49-F238E27FC236}">
                  <a16:creationId xmlns:a16="http://schemas.microsoft.com/office/drawing/2014/main" id="{D1525011-D575-99F9-8828-EC151E2E47BF}"/>
                </a:ext>
              </a:extLst>
            </p:cNvPr>
            <p:cNvSpPr txBox="1"/>
            <p:nvPr/>
          </p:nvSpPr>
          <p:spPr>
            <a:xfrm>
              <a:off x="1454062" y="2698065"/>
              <a:ext cx="474264" cy="271882"/>
            </a:xfrm>
            <a:prstGeom prst="rect">
              <a:avLst/>
            </a:prstGeom>
          </p:spPr>
          <p:txBody>
            <a:bodyPr lIns="0" tIns="0" rIns="0" bIns="0" rtlCol="0" anchor="t">
              <a:spAutoFit/>
            </a:bodyPr>
            <a:lstStyle/>
            <a:p>
              <a:pPr algn="ctr">
                <a:lnSpc>
                  <a:spcPts val="1224"/>
                </a:lnSpc>
              </a:pPr>
              <a:r>
                <a:rPr lang="en-US" sz="1440">
                  <a:solidFill>
                    <a:srgbClr val="000000"/>
                  </a:solidFill>
                  <a:latin typeface="Canva Sans"/>
                  <a:ea typeface="Canva Sans"/>
                  <a:cs typeface="Canva Sans"/>
                  <a:sym typeface="Canva Sans"/>
                </a:rPr>
                <a:t>No</a:t>
              </a:r>
            </a:p>
          </p:txBody>
        </p:sp>
        <p:grpSp>
          <p:nvGrpSpPr>
            <p:cNvPr id="163" name="Group 163">
              <a:extLst>
                <a:ext uri="{FF2B5EF4-FFF2-40B4-BE49-F238E27FC236}">
                  <a16:creationId xmlns:a16="http://schemas.microsoft.com/office/drawing/2014/main" id="{CF281D81-C1E7-A131-380C-B42B10BE64F5}"/>
                </a:ext>
              </a:extLst>
            </p:cNvPr>
            <p:cNvGrpSpPr/>
            <p:nvPr/>
          </p:nvGrpSpPr>
          <p:grpSpPr>
            <a:xfrm>
              <a:off x="839802" y="2531111"/>
              <a:ext cx="1616551" cy="561239"/>
              <a:chOff x="0" y="0"/>
              <a:chExt cx="344864" cy="119731"/>
            </a:xfrm>
          </p:grpSpPr>
          <p:sp>
            <p:nvSpPr>
              <p:cNvPr id="164" name="Freeform 164">
                <a:hlinkClick r:id="rId20" action="ppaction://hlinksldjump"/>
                <a:extLst>
                  <a:ext uri="{FF2B5EF4-FFF2-40B4-BE49-F238E27FC236}">
                    <a16:creationId xmlns:a16="http://schemas.microsoft.com/office/drawing/2014/main" id="{DB3F50A9-9725-FA8C-30AB-4DEC69DB768D}"/>
                  </a:ext>
                </a:extLst>
              </p:cNvPr>
              <p:cNvSpPr/>
              <p:nvPr/>
            </p:nvSpPr>
            <p:spPr>
              <a:xfrm>
                <a:off x="0" y="0"/>
                <a:ext cx="344864" cy="119731"/>
              </a:xfrm>
              <a:custGeom>
                <a:avLst/>
                <a:gdLst/>
                <a:ahLst/>
                <a:cxnLst/>
                <a:rect l="l" t="t" r="r" b="b"/>
                <a:pathLst>
                  <a:path w="344864" h="119731">
                    <a:moveTo>
                      <a:pt x="59866" y="0"/>
                    </a:moveTo>
                    <a:lnTo>
                      <a:pt x="284999" y="0"/>
                    </a:lnTo>
                    <a:cubicBezTo>
                      <a:pt x="318062" y="0"/>
                      <a:pt x="344864" y="26803"/>
                      <a:pt x="344864" y="59866"/>
                    </a:cubicBezTo>
                    <a:lnTo>
                      <a:pt x="344864" y="59866"/>
                    </a:lnTo>
                    <a:cubicBezTo>
                      <a:pt x="344864" y="75743"/>
                      <a:pt x="338557" y="90970"/>
                      <a:pt x="327330" y="102197"/>
                    </a:cubicBezTo>
                    <a:cubicBezTo>
                      <a:pt x="316103" y="113424"/>
                      <a:pt x="300876" y="119731"/>
                      <a:pt x="284999" y="119731"/>
                    </a:cubicBezTo>
                    <a:lnTo>
                      <a:pt x="59866" y="119731"/>
                    </a:lnTo>
                    <a:cubicBezTo>
                      <a:pt x="43988" y="119731"/>
                      <a:pt x="28761" y="113424"/>
                      <a:pt x="17534" y="102197"/>
                    </a:cubicBezTo>
                    <a:cubicBezTo>
                      <a:pt x="6307" y="90970"/>
                      <a:pt x="0" y="75743"/>
                      <a:pt x="0" y="59866"/>
                    </a:cubicBezTo>
                    <a:lnTo>
                      <a:pt x="0" y="59866"/>
                    </a:lnTo>
                    <a:cubicBezTo>
                      <a:pt x="0" y="43988"/>
                      <a:pt x="6307" y="28761"/>
                      <a:pt x="17534" y="17534"/>
                    </a:cubicBezTo>
                    <a:cubicBezTo>
                      <a:pt x="28761" y="6307"/>
                      <a:pt x="43988" y="0"/>
                      <a:pt x="59866" y="0"/>
                    </a:cubicBezTo>
                    <a:close/>
                  </a:path>
                </a:pathLst>
              </a:custGeom>
              <a:solidFill>
                <a:srgbClr val="000000">
                  <a:alpha val="0"/>
                </a:srgbClr>
              </a:solidFill>
              <a:ln w="9525" cap="rnd">
                <a:solidFill>
                  <a:srgbClr val="F34336"/>
                </a:solidFill>
                <a:prstDash val="solid"/>
                <a:round/>
              </a:ln>
            </p:spPr>
            <p:txBody>
              <a:bodyPr/>
              <a:lstStyle/>
              <a:p>
                <a:endParaRPr lang="en-SG" sz="1088"/>
              </a:p>
            </p:txBody>
          </p:sp>
          <p:sp>
            <p:nvSpPr>
              <p:cNvPr id="165" name="TextBox 165">
                <a:extLst>
                  <a:ext uri="{FF2B5EF4-FFF2-40B4-BE49-F238E27FC236}">
                    <a16:creationId xmlns:a16="http://schemas.microsoft.com/office/drawing/2014/main" id="{A7CCCB30-11B5-EB1F-DA06-3BFA1CD08072}"/>
                  </a:ext>
                </a:extLst>
              </p:cNvPr>
              <p:cNvSpPr txBox="1"/>
              <p:nvPr/>
            </p:nvSpPr>
            <p:spPr>
              <a:xfrm>
                <a:off x="0" y="-28575"/>
                <a:ext cx="344864" cy="148306"/>
              </a:xfrm>
              <a:prstGeom prst="rect">
                <a:avLst/>
              </a:prstGeom>
            </p:spPr>
            <p:txBody>
              <a:bodyPr lIns="40638" tIns="40638" rIns="40638" bIns="40638" rtlCol="0" anchor="ctr"/>
              <a:lstStyle/>
              <a:p>
                <a:pPr algn="ctr">
                  <a:lnSpc>
                    <a:spcPts val="2016"/>
                  </a:lnSpc>
                </a:pPr>
                <a:endParaRPr sz="1088"/>
              </a:p>
            </p:txBody>
          </p:sp>
        </p:grpSp>
        <p:grpSp>
          <p:nvGrpSpPr>
            <p:cNvPr id="166" name="Group 166">
              <a:extLst>
                <a:ext uri="{FF2B5EF4-FFF2-40B4-BE49-F238E27FC236}">
                  <a16:creationId xmlns:a16="http://schemas.microsoft.com/office/drawing/2014/main" id="{817C863F-9D34-00FB-1486-A08C1D9FEFEE}"/>
                </a:ext>
              </a:extLst>
            </p:cNvPr>
            <p:cNvGrpSpPr/>
            <p:nvPr/>
          </p:nvGrpSpPr>
          <p:grpSpPr>
            <a:xfrm>
              <a:off x="3259659" y="2553402"/>
              <a:ext cx="1616551" cy="538948"/>
              <a:chOff x="0" y="0"/>
              <a:chExt cx="344864" cy="114975"/>
            </a:xfrm>
          </p:grpSpPr>
          <p:sp>
            <p:nvSpPr>
              <p:cNvPr id="167" name="Freeform 167">
                <a:hlinkClick r:id="rId21" action="ppaction://hlinksldjump"/>
                <a:extLst>
                  <a:ext uri="{FF2B5EF4-FFF2-40B4-BE49-F238E27FC236}">
                    <a16:creationId xmlns:a16="http://schemas.microsoft.com/office/drawing/2014/main" id="{6F799760-3EC1-45B8-91ED-0F21FD2402AC}"/>
                  </a:ext>
                </a:extLst>
              </p:cNvPr>
              <p:cNvSpPr/>
              <p:nvPr/>
            </p:nvSpPr>
            <p:spPr>
              <a:xfrm>
                <a:off x="0" y="0"/>
                <a:ext cx="344864" cy="114975"/>
              </a:xfrm>
              <a:custGeom>
                <a:avLst/>
                <a:gdLst/>
                <a:ahLst/>
                <a:cxnLst/>
                <a:rect l="l" t="t" r="r" b="b"/>
                <a:pathLst>
                  <a:path w="344864" h="114975">
                    <a:moveTo>
                      <a:pt x="57488" y="0"/>
                    </a:moveTo>
                    <a:lnTo>
                      <a:pt x="287377" y="0"/>
                    </a:lnTo>
                    <a:cubicBezTo>
                      <a:pt x="319126" y="0"/>
                      <a:pt x="344864" y="25738"/>
                      <a:pt x="344864" y="57488"/>
                    </a:cubicBezTo>
                    <a:lnTo>
                      <a:pt x="344864" y="57488"/>
                    </a:lnTo>
                    <a:cubicBezTo>
                      <a:pt x="344864" y="89237"/>
                      <a:pt x="319126" y="114975"/>
                      <a:pt x="287377" y="114975"/>
                    </a:cubicBezTo>
                    <a:lnTo>
                      <a:pt x="57488" y="114975"/>
                    </a:lnTo>
                    <a:cubicBezTo>
                      <a:pt x="25738" y="114975"/>
                      <a:pt x="0" y="89237"/>
                      <a:pt x="0" y="57488"/>
                    </a:cubicBezTo>
                    <a:lnTo>
                      <a:pt x="0" y="57488"/>
                    </a:lnTo>
                    <a:cubicBezTo>
                      <a:pt x="0" y="25738"/>
                      <a:pt x="25738" y="0"/>
                      <a:pt x="57488" y="0"/>
                    </a:cubicBezTo>
                    <a:close/>
                  </a:path>
                </a:pathLst>
              </a:custGeom>
              <a:solidFill>
                <a:srgbClr val="000000">
                  <a:alpha val="0"/>
                </a:srgbClr>
              </a:solidFill>
              <a:ln w="9525" cap="rnd">
                <a:solidFill>
                  <a:srgbClr val="F34336"/>
                </a:solidFill>
                <a:prstDash val="solid"/>
                <a:round/>
              </a:ln>
            </p:spPr>
            <p:txBody>
              <a:bodyPr/>
              <a:lstStyle/>
              <a:p>
                <a:endParaRPr lang="en-SG" sz="1088"/>
              </a:p>
            </p:txBody>
          </p:sp>
          <p:sp>
            <p:nvSpPr>
              <p:cNvPr id="168" name="TextBox 168">
                <a:extLst>
                  <a:ext uri="{FF2B5EF4-FFF2-40B4-BE49-F238E27FC236}">
                    <a16:creationId xmlns:a16="http://schemas.microsoft.com/office/drawing/2014/main" id="{67ECAE26-BC8E-4B23-352E-041D1F11DA75}"/>
                  </a:ext>
                </a:extLst>
              </p:cNvPr>
              <p:cNvSpPr txBox="1"/>
              <p:nvPr/>
            </p:nvSpPr>
            <p:spPr>
              <a:xfrm>
                <a:off x="0" y="-28575"/>
                <a:ext cx="344864" cy="143550"/>
              </a:xfrm>
              <a:prstGeom prst="rect">
                <a:avLst/>
              </a:prstGeom>
            </p:spPr>
            <p:txBody>
              <a:bodyPr lIns="40638" tIns="40638" rIns="40638" bIns="40638" rtlCol="0" anchor="ctr"/>
              <a:lstStyle/>
              <a:p>
                <a:pPr algn="ctr">
                  <a:lnSpc>
                    <a:spcPts val="2016"/>
                  </a:lnSpc>
                </a:pPr>
                <a:endParaRPr sz="1088"/>
              </a:p>
            </p:txBody>
          </p:sp>
        </p:grpSp>
      </p:grpSp>
      <p:sp>
        <p:nvSpPr>
          <p:cNvPr id="169" name="Freeform 19">
            <a:extLst>
              <a:ext uri="{FF2B5EF4-FFF2-40B4-BE49-F238E27FC236}">
                <a16:creationId xmlns:a16="http://schemas.microsoft.com/office/drawing/2014/main" id="{D494F352-2A64-81D6-9F7B-F82E9B1F1CC3}"/>
              </a:ext>
            </a:extLst>
          </p:cNvPr>
          <p:cNvSpPr/>
          <p:nvPr/>
        </p:nvSpPr>
        <p:spPr>
          <a:xfrm>
            <a:off x="10617" y="4455102"/>
            <a:ext cx="629155" cy="314578"/>
          </a:xfrm>
          <a:custGeom>
            <a:avLst/>
            <a:gdLst/>
            <a:ahLst/>
            <a:cxnLst/>
            <a:rect l="l" t="t" r="r" b="b"/>
            <a:pathLst>
              <a:path w="786479" h="393240">
                <a:moveTo>
                  <a:pt x="0" y="0"/>
                </a:moveTo>
                <a:lnTo>
                  <a:pt x="786480" y="0"/>
                </a:lnTo>
                <a:lnTo>
                  <a:pt x="786480" y="393239"/>
                </a:lnTo>
                <a:lnTo>
                  <a:pt x="0" y="393239"/>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SG" sz="1088"/>
          </a:p>
        </p:txBody>
      </p:sp>
      <p:sp>
        <p:nvSpPr>
          <p:cNvPr id="170" name="TextBox 75">
            <a:extLst>
              <a:ext uri="{FF2B5EF4-FFF2-40B4-BE49-F238E27FC236}">
                <a16:creationId xmlns:a16="http://schemas.microsoft.com/office/drawing/2014/main" id="{9FF3AAAF-543F-1867-4C4B-84B5842EE3DA}"/>
              </a:ext>
            </a:extLst>
          </p:cNvPr>
          <p:cNvSpPr txBox="1"/>
          <p:nvPr/>
        </p:nvSpPr>
        <p:spPr>
          <a:xfrm>
            <a:off x="1075681" y="6716050"/>
            <a:ext cx="1332514" cy="264560"/>
          </a:xfrm>
          <a:prstGeom prst="rect">
            <a:avLst/>
          </a:prstGeom>
        </p:spPr>
        <p:txBody>
          <a:bodyPr wrap="square" lIns="0" tIns="0" rIns="0" bIns="0" rtlCol="0" anchor="t">
            <a:spAutoFit/>
          </a:bodyPr>
          <a:lstStyle/>
          <a:p>
            <a:pPr>
              <a:lnSpc>
                <a:spcPts val="2239"/>
              </a:lnSpc>
              <a:spcBef>
                <a:spcPct val="0"/>
              </a:spcBef>
            </a:pPr>
            <a:r>
              <a:rPr lang="en-US" sz="1599" b="1" dirty="0">
                <a:solidFill>
                  <a:srgbClr val="000000"/>
                </a:solidFill>
                <a:latin typeface="Canva Sans Bold"/>
                <a:ea typeface="Canva Sans Bold"/>
                <a:cs typeface="Canva Sans Bold"/>
                <a:sym typeface="Canva Sans Bold"/>
              </a:rPr>
              <a:t>Fireworks</a:t>
            </a:r>
          </a:p>
        </p:txBody>
      </p:sp>
      <p:sp>
        <p:nvSpPr>
          <p:cNvPr id="171" name="TextBox 82">
            <a:extLst>
              <a:ext uri="{FF2B5EF4-FFF2-40B4-BE49-F238E27FC236}">
                <a16:creationId xmlns:a16="http://schemas.microsoft.com/office/drawing/2014/main" id="{3DD955E0-41F9-A0D0-9C18-217DD233A403}"/>
              </a:ext>
            </a:extLst>
          </p:cNvPr>
          <p:cNvSpPr txBox="1"/>
          <p:nvPr/>
        </p:nvSpPr>
        <p:spPr>
          <a:xfrm>
            <a:off x="667250" y="6770678"/>
            <a:ext cx="257663" cy="264624"/>
          </a:xfrm>
          <a:prstGeom prst="rect">
            <a:avLst/>
          </a:prstGeom>
        </p:spPr>
        <p:txBody>
          <a:bodyPr wrap="square" lIns="0" tIns="0" rIns="0" bIns="0" rtlCol="0" anchor="t">
            <a:spAutoFit/>
          </a:bodyPr>
          <a:lstStyle/>
          <a:p>
            <a:pPr>
              <a:lnSpc>
                <a:spcPts val="2240"/>
              </a:lnSpc>
              <a:spcBef>
                <a:spcPct val="0"/>
              </a:spcBef>
            </a:pPr>
            <a:r>
              <a:rPr lang="en-US" sz="1600" b="1" dirty="0">
                <a:solidFill>
                  <a:srgbClr val="000000"/>
                </a:solidFill>
                <a:latin typeface="Canva Sans Bold"/>
                <a:ea typeface="Canva Sans Bold"/>
                <a:cs typeface="Canva Sans Bold"/>
                <a:sym typeface="Canva Sans Bold"/>
              </a:rPr>
              <a:t>8.</a:t>
            </a:r>
          </a:p>
        </p:txBody>
      </p:sp>
      <p:sp>
        <p:nvSpPr>
          <p:cNvPr id="172" name="TextBox 102">
            <a:extLst>
              <a:ext uri="{FF2B5EF4-FFF2-40B4-BE49-F238E27FC236}">
                <a16:creationId xmlns:a16="http://schemas.microsoft.com/office/drawing/2014/main" id="{1DDCF3CC-A7CE-6EC6-454B-F039DB4066C7}"/>
              </a:ext>
            </a:extLst>
          </p:cNvPr>
          <p:cNvSpPr txBox="1"/>
          <p:nvPr/>
        </p:nvSpPr>
        <p:spPr>
          <a:xfrm>
            <a:off x="3124507" y="6780346"/>
            <a:ext cx="126216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18:00 - 19:00</a:t>
            </a:r>
          </a:p>
        </p:txBody>
      </p:sp>
      <p:sp>
        <p:nvSpPr>
          <p:cNvPr id="173" name="TextBox 102">
            <a:extLst>
              <a:ext uri="{FF2B5EF4-FFF2-40B4-BE49-F238E27FC236}">
                <a16:creationId xmlns:a16="http://schemas.microsoft.com/office/drawing/2014/main" id="{28B968E9-A43E-0ABE-45ED-CC80B0FFBF2E}"/>
              </a:ext>
            </a:extLst>
          </p:cNvPr>
          <p:cNvSpPr txBox="1"/>
          <p:nvPr/>
        </p:nvSpPr>
        <p:spPr>
          <a:xfrm>
            <a:off x="4788579" y="6888732"/>
            <a:ext cx="1262165" cy="215508"/>
          </a:xfrm>
          <a:prstGeom prst="rect">
            <a:avLst/>
          </a:prstGeom>
        </p:spPr>
        <p:txBody>
          <a:bodyPr wrap="square" lIns="0" tIns="0" rIns="0" bIns="0" rtlCol="0" anchor="t">
            <a:spAutoFit/>
          </a:bodyPr>
          <a:lstStyle/>
          <a:p>
            <a:pPr>
              <a:lnSpc>
                <a:spcPts val="1792"/>
              </a:lnSpc>
              <a:spcBef>
                <a:spcPct val="0"/>
              </a:spcBef>
            </a:pPr>
            <a:r>
              <a:rPr lang="en-US" sz="1280" dirty="0">
                <a:solidFill>
                  <a:srgbClr val="000000"/>
                </a:solidFill>
                <a:latin typeface="Canva Sans"/>
                <a:ea typeface="Canva Sans"/>
                <a:cs typeface="Canva Sans"/>
                <a:sym typeface="Canva Sans"/>
              </a:rPr>
              <a:t>200 m</a:t>
            </a:r>
          </a:p>
        </p:txBody>
      </p:sp>
      <p:sp>
        <p:nvSpPr>
          <p:cNvPr id="213" name="Freeform 11">
            <a:hlinkClick r:id="rId22" action="ppaction://hlinksldjump"/>
            <a:extLst>
              <a:ext uri="{FF2B5EF4-FFF2-40B4-BE49-F238E27FC236}">
                <a16:creationId xmlns:a16="http://schemas.microsoft.com/office/drawing/2014/main" id="{8BBF78E6-18E8-35B4-C2E3-4ADF02F259EA}"/>
              </a:ext>
            </a:extLst>
          </p:cNvPr>
          <p:cNvSpPr/>
          <p:nvPr/>
        </p:nvSpPr>
        <p:spPr>
          <a:xfrm>
            <a:off x="9024846" y="79763"/>
            <a:ext cx="332501" cy="332501"/>
          </a:xfrm>
          <a:custGeom>
            <a:avLst/>
            <a:gdLst/>
            <a:ahLst/>
            <a:cxnLst/>
            <a:rect l="l" t="t" r="r" b="b"/>
            <a:pathLst>
              <a:path w="415644" h="415644">
                <a:moveTo>
                  <a:pt x="0" y="0"/>
                </a:moveTo>
                <a:lnTo>
                  <a:pt x="415645" y="0"/>
                </a:lnTo>
                <a:lnTo>
                  <a:pt x="415645" y="415644"/>
                </a:lnTo>
                <a:lnTo>
                  <a:pt x="0" y="415644"/>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SG" sz="1088"/>
          </a:p>
        </p:txBody>
      </p:sp>
      <p:sp>
        <p:nvSpPr>
          <p:cNvPr id="214" name="Freeform 12">
            <a:hlinkClick r:id="rId25" action="ppaction://hlinksldjump"/>
            <a:extLst>
              <a:ext uri="{FF2B5EF4-FFF2-40B4-BE49-F238E27FC236}">
                <a16:creationId xmlns:a16="http://schemas.microsoft.com/office/drawing/2014/main" id="{092C5039-D807-0A49-375E-23B16D44646E}"/>
              </a:ext>
            </a:extLst>
          </p:cNvPr>
          <p:cNvSpPr/>
          <p:nvPr/>
        </p:nvSpPr>
        <p:spPr>
          <a:xfrm>
            <a:off x="9680257" y="17429"/>
            <a:ext cx="394835" cy="394835"/>
          </a:xfrm>
          <a:custGeom>
            <a:avLst/>
            <a:gdLst/>
            <a:ahLst/>
            <a:cxnLst/>
            <a:rect l="l" t="t" r="r" b="b"/>
            <a:pathLst>
              <a:path w="493565" h="493565">
                <a:moveTo>
                  <a:pt x="0" y="0"/>
                </a:moveTo>
                <a:lnTo>
                  <a:pt x="493565" y="0"/>
                </a:lnTo>
                <a:lnTo>
                  <a:pt x="493565" y="493565"/>
                </a:lnTo>
                <a:lnTo>
                  <a:pt x="0" y="493565"/>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txBody>
          <a:bodyPr/>
          <a:lstStyle/>
          <a:p>
            <a:endParaRPr lang="en-SG" sz="1088"/>
          </a:p>
        </p:txBody>
      </p:sp>
      <p:grpSp>
        <p:nvGrpSpPr>
          <p:cNvPr id="215" name="Group 16">
            <a:extLst>
              <a:ext uri="{FF2B5EF4-FFF2-40B4-BE49-F238E27FC236}">
                <a16:creationId xmlns:a16="http://schemas.microsoft.com/office/drawing/2014/main" id="{89539BA4-B387-A7CD-8EB7-C35C32CB3759}"/>
              </a:ext>
            </a:extLst>
          </p:cNvPr>
          <p:cNvGrpSpPr/>
          <p:nvPr/>
        </p:nvGrpSpPr>
        <p:grpSpPr>
          <a:xfrm>
            <a:off x="8515090" y="3134505"/>
            <a:ext cx="1542181" cy="445844"/>
            <a:chOff x="0" y="0"/>
            <a:chExt cx="812800" cy="234980"/>
          </a:xfrm>
        </p:grpSpPr>
        <p:sp>
          <p:nvSpPr>
            <p:cNvPr id="216" name="Freeform 17">
              <a:extLst>
                <a:ext uri="{FF2B5EF4-FFF2-40B4-BE49-F238E27FC236}">
                  <a16:creationId xmlns:a16="http://schemas.microsoft.com/office/drawing/2014/main" id="{D35EAEEB-5D15-C8AF-7A36-DAB90A42A5A4}"/>
                </a:ext>
              </a:extLst>
            </p:cNvPr>
            <p:cNvSpPr/>
            <p:nvPr/>
          </p:nvSpPr>
          <p:spPr>
            <a:xfrm>
              <a:off x="0" y="0"/>
              <a:ext cx="812800" cy="234980"/>
            </a:xfrm>
            <a:custGeom>
              <a:avLst/>
              <a:gdLst/>
              <a:ahLst/>
              <a:cxnLst/>
              <a:rect l="l" t="t" r="r" b="b"/>
              <a:pathLst>
                <a:path w="812800" h="234980">
                  <a:moveTo>
                    <a:pt x="117490" y="0"/>
                  </a:moveTo>
                  <a:lnTo>
                    <a:pt x="695310" y="0"/>
                  </a:lnTo>
                  <a:cubicBezTo>
                    <a:pt x="726470" y="0"/>
                    <a:pt x="756354" y="12378"/>
                    <a:pt x="778388" y="34412"/>
                  </a:cubicBezTo>
                  <a:cubicBezTo>
                    <a:pt x="800422" y="56446"/>
                    <a:pt x="812800" y="86330"/>
                    <a:pt x="812800" y="117490"/>
                  </a:cubicBezTo>
                  <a:lnTo>
                    <a:pt x="812800" y="117490"/>
                  </a:lnTo>
                  <a:cubicBezTo>
                    <a:pt x="812800" y="148650"/>
                    <a:pt x="800422" y="178534"/>
                    <a:pt x="778388" y="200568"/>
                  </a:cubicBezTo>
                  <a:cubicBezTo>
                    <a:pt x="756354" y="222602"/>
                    <a:pt x="726470" y="234980"/>
                    <a:pt x="695310" y="234980"/>
                  </a:cubicBezTo>
                  <a:lnTo>
                    <a:pt x="117490" y="234980"/>
                  </a:lnTo>
                  <a:cubicBezTo>
                    <a:pt x="86330" y="234980"/>
                    <a:pt x="56446" y="222602"/>
                    <a:pt x="34412" y="200568"/>
                  </a:cubicBezTo>
                  <a:cubicBezTo>
                    <a:pt x="12378" y="178534"/>
                    <a:pt x="0" y="148650"/>
                    <a:pt x="0" y="117490"/>
                  </a:cubicBezTo>
                  <a:lnTo>
                    <a:pt x="0" y="117490"/>
                  </a:lnTo>
                  <a:cubicBezTo>
                    <a:pt x="0" y="86330"/>
                    <a:pt x="12378" y="56446"/>
                    <a:pt x="34412" y="34412"/>
                  </a:cubicBezTo>
                  <a:cubicBezTo>
                    <a:pt x="56446" y="12378"/>
                    <a:pt x="86330" y="0"/>
                    <a:pt x="117490" y="0"/>
                  </a:cubicBezTo>
                  <a:close/>
                </a:path>
              </a:pathLst>
            </a:custGeom>
            <a:solidFill>
              <a:srgbClr val="F34336"/>
            </a:solidFill>
          </p:spPr>
          <p:txBody>
            <a:bodyPr/>
            <a:lstStyle/>
            <a:p>
              <a:endParaRPr lang="en-SG" sz="1088"/>
            </a:p>
          </p:txBody>
        </p:sp>
        <p:sp>
          <p:nvSpPr>
            <p:cNvPr id="217" name="TextBox 18">
              <a:extLst>
                <a:ext uri="{FF2B5EF4-FFF2-40B4-BE49-F238E27FC236}">
                  <a16:creationId xmlns:a16="http://schemas.microsoft.com/office/drawing/2014/main" id="{D1A3AA70-FAAE-F1F7-3B25-39725AD47BBD}"/>
                </a:ext>
              </a:extLst>
            </p:cNvPr>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grpSp>
        <p:nvGrpSpPr>
          <p:cNvPr id="218" name="Group 36">
            <a:extLst>
              <a:ext uri="{FF2B5EF4-FFF2-40B4-BE49-F238E27FC236}">
                <a16:creationId xmlns:a16="http://schemas.microsoft.com/office/drawing/2014/main" id="{D4820C69-F3A8-1248-A1C5-4DAE09145066}"/>
              </a:ext>
            </a:extLst>
          </p:cNvPr>
          <p:cNvGrpSpPr/>
          <p:nvPr/>
        </p:nvGrpSpPr>
        <p:grpSpPr>
          <a:xfrm>
            <a:off x="6995959" y="1102558"/>
            <a:ext cx="1792975" cy="474845"/>
            <a:chOff x="0" y="0"/>
            <a:chExt cx="654453" cy="168841"/>
          </a:xfrm>
        </p:grpSpPr>
        <p:sp>
          <p:nvSpPr>
            <p:cNvPr id="219" name="Freeform 37">
              <a:extLst>
                <a:ext uri="{FF2B5EF4-FFF2-40B4-BE49-F238E27FC236}">
                  <a16:creationId xmlns:a16="http://schemas.microsoft.com/office/drawing/2014/main" id="{D23CBFDA-D66E-27EB-D137-763D191F8832}"/>
                </a:ext>
              </a:extLst>
            </p:cNvPr>
            <p:cNvSpPr/>
            <p:nvPr/>
          </p:nvSpPr>
          <p:spPr>
            <a:xfrm>
              <a:off x="0" y="0"/>
              <a:ext cx="654453" cy="168841"/>
            </a:xfrm>
            <a:custGeom>
              <a:avLst/>
              <a:gdLst/>
              <a:ahLst/>
              <a:cxnLst/>
              <a:rect l="l" t="t" r="r" b="b"/>
              <a:pathLst>
                <a:path w="654453" h="168841">
                  <a:moveTo>
                    <a:pt x="0" y="0"/>
                  </a:moveTo>
                  <a:lnTo>
                    <a:pt x="654453" y="0"/>
                  </a:lnTo>
                  <a:lnTo>
                    <a:pt x="654453" y="168841"/>
                  </a:lnTo>
                  <a:lnTo>
                    <a:pt x="0" y="168841"/>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220" name="TextBox 38">
              <a:extLst>
                <a:ext uri="{FF2B5EF4-FFF2-40B4-BE49-F238E27FC236}">
                  <a16:creationId xmlns:a16="http://schemas.microsoft.com/office/drawing/2014/main" id="{F186F968-E8A8-24CE-60D3-65B3A3C9CC59}"/>
                </a:ext>
              </a:extLst>
            </p:cNvPr>
            <p:cNvSpPr txBox="1"/>
            <p:nvPr/>
          </p:nvSpPr>
          <p:spPr>
            <a:xfrm>
              <a:off x="0" y="-28575"/>
              <a:ext cx="654453" cy="197416"/>
            </a:xfrm>
            <a:prstGeom prst="rect">
              <a:avLst/>
            </a:prstGeom>
          </p:spPr>
          <p:txBody>
            <a:bodyPr lIns="40638" tIns="40638" rIns="40638" bIns="40638" rtlCol="0" anchor="ctr"/>
            <a:lstStyle/>
            <a:p>
              <a:pPr algn="ctr">
                <a:lnSpc>
                  <a:spcPts val="2016"/>
                </a:lnSpc>
              </a:pPr>
              <a:endParaRPr sz="1088"/>
            </a:p>
          </p:txBody>
        </p:sp>
      </p:grpSp>
      <p:grpSp>
        <p:nvGrpSpPr>
          <p:cNvPr id="221" name="Group 39">
            <a:extLst>
              <a:ext uri="{FF2B5EF4-FFF2-40B4-BE49-F238E27FC236}">
                <a16:creationId xmlns:a16="http://schemas.microsoft.com/office/drawing/2014/main" id="{60246086-13BD-61E0-9760-9DE592A1C363}"/>
              </a:ext>
            </a:extLst>
          </p:cNvPr>
          <p:cNvGrpSpPr/>
          <p:nvPr/>
        </p:nvGrpSpPr>
        <p:grpSpPr>
          <a:xfrm>
            <a:off x="8785225" y="1102558"/>
            <a:ext cx="403148" cy="474845"/>
            <a:chOff x="0" y="0"/>
            <a:chExt cx="143348" cy="168841"/>
          </a:xfrm>
        </p:grpSpPr>
        <p:sp>
          <p:nvSpPr>
            <p:cNvPr id="222" name="Freeform 40">
              <a:extLst>
                <a:ext uri="{FF2B5EF4-FFF2-40B4-BE49-F238E27FC236}">
                  <a16:creationId xmlns:a16="http://schemas.microsoft.com/office/drawing/2014/main" id="{916A8CCE-7749-690A-A6CC-5A54C99C7023}"/>
                </a:ext>
              </a:extLst>
            </p:cNvPr>
            <p:cNvSpPr/>
            <p:nvPr/>
          </p:nvSpPr>
          <p:spPr>
            <a:xfrm>
              <a:off x="0" y="0"/>
              <a:ext cx="143348" cy="168841"/>
            </a:xfrm>
            <a:custGeom>
              <a:avLst/>
              <a:gdLst/>
              <a:ahLst/>
              <a:cxnLst/>
              <a:rect l="l" t="t" r="r" b="b"/>
              <a:pathLst>
                <a:path w="143348" h="168841">
                  <a:moveTo>
                    <a:pt x="0" y="0"/>
                  </a:moveTo>
                  <a:lnTo>
                    <a:pt x="143348" y="0"/>
                  </a:lnTo>
                  <a:lnTo>
                    <a:pt x="143348" y="168841"/>
                  </a:lnTo>
                  <a:lnTo>
                    <a:pt x="0" y="168841"/>
                  </a:lnTo>
                  <a:close/>
                </a:path>
              </a:pathLst>
            </a:custGeom>
            <a:solidFill>
              <a:srgbClr val="FDFDFD">
                <a:alpha val="38824"/>
              </a:srgbClr>
            </a:solidFill>
            <a:ln w="9525" cap="sq">
              <a:solidFill>
                <a:srgbClr val="000000">
                  <a:alpha val="38824"/>
                </a:srgbClr>
              </a:solidFill>
              <a:prstDash val="solid"/>
              <a:miter/>
            </a:ln>
          </p:spPr>
          <p:txBody>
            <a:bodyPr/>
            <a:lstStyle/>
            <a:p>
              <a:endParaRPr lang="en-SG" sz="1088"/>
            </a:p>
          </p:txBody>
        </p:sp>
        <p:sp>
          <p:nvSpPr>
            <p:cNvPr id="223" name="TextBox 41">
              <a:extLst>
                <a:ext uri="{FF2B5EF4-FFF2-40B4-BE49-F238E27FC236}">
                  <a16:creationId xmlns:a16="http://schemas.microsoft.com/office/drawing/2014/main" id="{86A2F8EC-F4D4-14BA-9ADF-D6F7C6BD2AA9}"/>
                </a:ext>
              </a:extLst>
            </p:cNvPr>
            <p:cNvSpPr txBox="1"/>
            <p:nvPr/>
          </p:nvSpPr>
          <p:spPr>
            <a:xfrm>
              <a:off x="0" y="-28575"/>
              <a:ext cx="143348" cy="197416"/>
            </a:xfrm>
            <a:prstGeom prst="rect">
              <a:avLst/>
            </a:prstGeom>
          </p:spPr>
          <p:txBody>
            <a:bodyPr lIns="40638" tIns="40638" rIns="40638" bIns="40638" rtlCol="0" anchor="ctr"/>
            <a:lstStyle/>
            <a:p>
              <a:pPr algn="ctr">
                <a:lnSpc>
                  <a:spcPts val="2016"/>
                </a:lnSpc>
              </a:pPr>
              <a:endParaRPr sz="1088"/>
            </a:p>
          </p:txBody>
        </p:sp>
      </p:grpSp>
      <p:sp>
        <p:nvSpPr>
          <p:cNvPr id="224" name="TextBox 68">
            <a:extLst>
              <a:ext uri="{FF2B5EF4-FFF2-40B4-BE49-F238E27FC236}">
                <a16:creationId xmlns:a16="http://schemas.microsoft.com/office/drawing/2014/main" id="{3779F267-8481-74CD-9C01-24762EC95105}"/>
              </a:ext>
            </a:extLst>
          </p:cNvPr>
          <p:cNvSpPr txBox="1"/>
          <p:nvPr/>
        </p:nvSpPr>
        <p:spPr>
          <a:xfrm>
            <a:off x="7280124" y="3223639"/>
            <a:ext cx="680217" cy="248594"/>
          </a:xfrm>
          <a:prstGeom prst="rect">
            <a:avLst/>
          </a:prstGeom>
        </p:spPr>
        <p:txBody>
          <a:bodyPr wrap="square" lIns="0" tIns="0" rIns="0" bIns="0" rtlCol="0" anchor="t">
            <a:spAutoFit/>
          </a:bodyPr>
          <a:lstStyle/>
          <a:p>
            <a:pPr algn="ctr">
              <a:lnSpc>
                <a:spcPts val="2046"/>
              </a:lnSpc>
              <a:spcBef>
                <a:spcPct val="0"/>
              </a:spcBef>
            </a:pPr>
            <a:r>
              <a:rPr lang="en-US" sz="1461" dirty="0">
                <a:solidFill>
                  <a:srgbClr val="FFFFFF"/>
                </a:solidFill>
                <a:latin typeface="League Spartan"/>
                <a:ea typeface="League Spartan"/>
                <a:cs typeface="League Spartan"/>
                <a:sym typeface="League Spartan"/>
              </a:rPr>
              <a:t>Reset</a:t>
            </a:r>
          </a:p>
        </p:txBody>
      </p:sp>
      <p:sp>
        <p:nvSpPr>
          <p:cNvPr id="226" name="TextBox 70">
            <a:extLst>
              <a:ext uri="{FF2B5EF4-FFF2-40B4-BE49-F238E27FC236}">
                <a16:creationId xmlns:a16="http://schemas.microsoft.com/office/drawing/2014/main" id="{AA9F8ABD-5BD5-B0E9-259A-EB058BBFC114}"/>
              </a:ext>
            </a:extLst>
          </p:cNvPr>
          <p:cNvSpPr txBox="1"/>
          <p:nvPr/>
        </p:nvSpPr>
        <p:spPr>
          <a:xfrm>
            <a:off x="6948366" y="746560"/>
            <a:ext cx="731939" cy="240066"/>
          </a:xfrm>
          <a:prstGeom prst="rect">
            <a:avLst/>
          </a:prstGeom>
        </p:spPr>
        <p:txBody>
          <a:bodyPr wrap="square" lIns="0" tIns="0" rIns="0" bIns="0" rtlCol="0" anchor="t">
            <a:spAutoFit/>
          </a:bodyPr>
          <a:lstStyle/>
          <a:p>
            <a:pPr algn="ctr">
              <a:lnSpc>
                <a:spcPts val="2016"/>
              </a:lnSpc>
              <a:spcBef>
                <a:spcPct val="0"/>
              </a:spcBef>
            </a:pPr>
            <a:r>
              <a:rPr lang="en-US" sz="1440" dirty="0">
                <a:solidFill>
                  <a:srgbClr val="000000"/>
                </a:solidFill>
                <a:latin typeface="Canva Sans"/>
                <a:ea typeface="Canva Sans"/>
                <a:cs typeface="Canva Sans"/>
                <a:sym typeface="Canva Sans"/>
              </a:rPr>
              <a:t>Type</a:t>
            </a:r>
          </a:p>
        </p:txBody>
      </p:sp>
      <p:sp>
        <p:nvSpPr>
          <p:cNvPr id="227" name="TextBox 114">
            <a:hlinkClick r:id="rId28" action="ppaction://hlinksldjump"/>
            <a:extLst>
              <a:ext uri="{FF2B5EF4-FFF2-40B4-BE49-F238E27FC236}">
                <a16:creationId xmlns:a16="http://schemas.microsoft.com/office/drawing/2014/main" id="{17D38897-2259-29A6-3797-A5DFF9C0F5EB}"/>
              </a:ext>
            </a:extLst>
          </p:cNvPr>
          <p:cNvSpPr txBox="1"/>
          <p:nvPr/>
        </p:nvSpPr>
        <p:spPr>
          <a:xfrm>
            <a:off x="7121130" y="1264381"/>
            <a:ext cx="1118349" cy="264560"/>
          </a:xfrm>
          <a:prstGeom prst="rect">
            <a:avLst/>
          </a:prstGeom>
        </p:spPr>
        <p:txBody>
          <a:bodyPr wrap="square" lIns="0" tIns="0" rIns="0" bIns="0" rtlCol="0" anchor="t">
            <a:spAutoFit/>
          </a:bodyPr>
          <a:lstStyle/>
          <a:p>
            <a:pPr algn="ctr">
              <a:lnSpc>
                <a:spcPts val="2239"/>
              </a:lnSpc>
              <a:spcBef>
                <a:spcPct val="0"/>
              </a:spcBef>
            </a:pPr>
            <a:r>
              <a:rPr lang="en-US" sz="1599" dirty="0">
                <a:solidFill>
                  <a:srgbClr val="000000"/>
                </a:solidFill>
                <a:latin typeface="Canva Sans"/>
                <a:ea typeface="Canva Sans"/>
                <a:cs typeface="Canva Sans"/>
                <a:sym typeface="Canva Sans"/>
              </a:rPr>
              <a:t>Split Group</a:t>
            </a:r>
          </a:p>
        </p:txBody>
      </p:sp>
      <p:grpSp>
        <p:nvGrpSpPr>
          <p:cNvPr id="228" name="Group 108">
            <a:extLst>
              <a:ext uri="{FF2B5EF4-FFF2-40B4-BE49-F238E27FC236}">
                <a16:creationId xmlns:a16="http://schemas.microsoft.com/office/drawing/2014/main" id="{97366AD4-81F3-89D6-FB8E-E663BD6B2AF9}"/>
              </a:ext>
            </a:extLst>
          </p:cNvPr>
          <p:cNvGrpSpPr/>
          <p:nvPr/>
        </p:nvGrpSpPr>
        <p:grpSpPr>
          <a:xfrm>
            <a:off x="7000680" y="1578600"/>
            <a:ext cx="1784544" cy="1292182"/>
            <a:chOff x="0" y="0"/>
            <a:chExt cx="643751" cy="466139"/>
          </a:xfrm>
        </p:grpSpPr>
        <p:sp>
          <p:nvSpPr>
            <p:cNvPr id="229" name="Freeform 109">
              <a:extLst>
                <a:ext uri="{FF2B5EF4-FFF2-40B4-BE49-F238E27FC236}">
                  <a16:creationId xmlns:a16="http://schemas.microsoft.com/office/drawing/2014/main" id="{8225F4E5-CDA1-7290-8851-8D219F0DB937}"/>
                </a:ext>
              </a:extLst>
            </p:cNvPr>
            <p:cNvSpPr/>
            <p:nvPr/>
          </p:nvSpPr>
          <p:spPr>
            <a:xfrm>
              <a:off x="0" y="0"/>
              <a:ext cx="643751" cy="466139"/>
            </a:xfrm>
            <a:custGeom>
              <a:avLst/>
              <a:gdLst/>
              <a:ahLst/>
              <a:cxnLst/>
              <a:rect l="l" t="t" r="r" b="b"/>
              <a:pathLst>
                <a:path w="643751" h="466139">
                  <a:moveTo>
                    <a:pt x="0" y="0"/>
                  </a:moveTo>
                  <a:lnTo>
                    <a:pt x="643751" y="0"/>
                  </a:lnTo>
                  <a:lnTo>
                    <a:pt x="643751" y="466139"/>
                  </a:lnTo>
                  <a:lnTo>
                    <a:pt x="0" y="466139"/>
                  </a:lnTo>
                  <a:close/>
                </a:path>
              </a:pathLst>
            </a:custGeom>
            <a:solidFill>
              <a:srgbClr val="FDFDFD"/>
            </a:solidFill>
            <a:ln w="9525" cap="sq">
              <a:solidFill>
                <a:srgbClr val="A6A6A6"/>
              </a:solidFill>
              <a:prstDash val="solid"/>
              <a:miter/>
            </a:ln>
          </p:spPr>
          <p:txBody>
            <a:bodyPr/>
            <a:lstStyle/>
            <a:p>
              <a:endParaRPr lang="en-SG" sz="1088"/>
            </a:p>
          </p:txBody>
        </p:sp>
        <p:sp>
          <p:nvSpPr>
            <p:cNvPr id="230" name="TextBox 110">
              <a:extLst>
                <a:ext uri="{FF2B5EF4-FFF2-40B4-BE49-F238E27FC236}">
                  <a16:creationId xmlns:a16="http://schemas.microsoft.com/office/drawing/2014/main" id="{5777A527-D0A1-3E4F-1007-F33450DA7D6B}"/>
                </a:ext>
              </a:extLst>
            </p:cNvPr>
            <p:cNvSpPr txBox="1"/>
            <p:nvPr/>
          </p:nvSpPr>
          <p:spPr>
            <a:xfrm>
              <a:off x="0" y="-28575"/>
              <a:ext cx="643751" cy="494714"/>
            </a:xfrm>
            <a:prstGeom prst="rect">
              <a:avLst/>
            </a:prstGeom>
          </p:spPr>
          <p:txBody>
            <a:bodyPr lIns="40638" tIns="40638" rIns="40638" bIns="40638" rtlCol="0" anchor="ctr"/>
            <a:lstStyle/>
            <a:p>
              <a:pPr algn="ctr">
                <a:lnSpc>
                  <a:spcPts val="2016"/>
                </a:lnSpc>
              </a:pPr>
              <a:endParaRPr sz="1088"/>
            </a:p>
          </p:txBody>
        </p:sp>
      </p:grpSp>
      <p:grpSp>
        <p:nvGrpSpPr>
          <p:cNvPr id="231" name="Group 41">
            <a:extLst>
              <a:ext uri="{FF2B5EF4-FFF2-40B4-BE49-F238E27FC236}">
                <a16:creationId xmlns:a16="http://schemas.microsoft.com/office/drawing/2014/main" id="{7FA22368-2373-C704-F06D-B6E22D59AEDE}"/>
              </a:ext>
            </a:extLst>
          </p:cNvPr>
          <p:cNvGrpSpPr/>
          <p:nvPr/>
        </p:nvGrpSpPr>
        <p:grpSpPr>
          <a:xfrm>
            <a:off x="7210917" y="2101115"/>
            <a:ext cx="685837" cy="469257"/>
            <a:chOff x="0" y="0"/>
            <a:chExt cx="243864" cy="166854"/>
          </a:xfrm>
        </p:grpSpPr>
        <p:sp>
          <p:nvSpPr>
            <p:cNvPr id="232" name="Freeform 42">
              <a:extLst>
                <a:ext uri="{FF2B5EF4-FFF2-40B4-BE49-F238E27FC236}">
                  <a16:creationId xmlns:a16="http://schemas.microsoft.com/office/drawing/2014/main" id="{4BC87E34-3B45-2B67-B9E2-3124302F4371}"/>
                </a:ext>
              </a:extLst>
            </p:cNvPr>
            <p:cNvSpPr/>
            <p:nvPr/>
          </p:nvSpPr>
          <p:spPr>
            <a:xfrm>
              <a:off x="0" y="0"/>
              <a:ext cx="243864" cy="166854"/>
            </a:xfrm>
            <a:custGeom>
              <a:avLst/>
              <a:gdLst/>
              <a:ahLst/>
              <a:cxnLst/>
              <a:rect l="l" t="t" r="r" b="b"/>
              <a:pathLst>
                <a:path w="243864" h="166854">
                  <a:moveTo>
                    <a:pt x="0" y="0"/>
                  </a:moveTo>
                  <a:lnTo>
                    <a:pt x="243864" y="0"/>
                  </a:lnTo>
                  <a:lnTo>
                    <a:pt x="243864" y="166854"/>
                  </a:lnTo>
                  <a:lnTo>
                    <a:pt x="0" y="166854"/>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233" name="TextBox 43">
              <a:extLst>
                <a:ext uri="{FF2B5EF4-FFF2-40B4-BE49-F238E27FC236}">
                  <a16:creationId xmlns:a16="http://schemas.microsoft.com/office/drawing/2014/main" id="{BE1397FA-6FFD-E118-A221-5D17897D4953}"/>
                </a:ext>
              </a:extLst>
            </p:cNvPr>
            <p:cNvSpPr txBox="1"/>
            <p:nvPr/>
          </p:nvSpPr>
          <p:spPr>
            <a:xfrm>
              <a:off x="0" y="-28575"/>
              <a:ext cx="243864" cy="195429"/>
            </a:xfrm>
            <a:prstGeom prst="rect">
              <a:avLst/>
            </a:prstGeom>
          </p:spPr>
          <p:txBody>
            <a:bodyPr lIns="40638" tIns="40638" rIns="40638" bIns="40638" rtlCol="0" anchor="ctr"/>
            <a:lstStyle/>
            <a:p>
              <a:pPr algn="ctr">
                <a:lnSpc>
                  <a:spcPts val="2016"/>
                </a:lnSpc>
              </a:pPr>
              <a:endParaRPr sz="1088"/>
            </a:p>
          </p:txBody>
        </p:sp>
      </p:grpSp>
      <p:sp>
        <p:nvSpPr>
          <p:cNvPr id="234" name="TextBox 66">
            <a:extLst>
              <a:ext uri="{FF2B5EF4-FFF2-40B4-BE49-F238E27FC236}">
                <a16:creationId xmlns:a16="http://schemas.microsoft.com/office/drawing/2014/main" id="{21CC77DC-032E-F2F3-81F5-B025F75B48C2}"/>
              </a:ext>
            </a:extLst>
          </p:cNvPr>
          <p:cNvSpPr txBox="1"/>
          <p:nvPr/>
        </p:nvSpPr>
        <p:spPr>
          <a:xfrm>
            <a:off x="6930004" y="1772339"/>
            <a:ext cx="1877295" cy="496546"/>
          </a:xfrm>
          <a:prstGeom prst="rect">
            <a:avLst/>
          </a:prstGeom>
        </p:spPr>
        <p:txBody>
          <a:bodyPr lIns="0" tIns="0" rIns="0" bIns="0" rtlCol="0" anchor="t">
            <a:spAutoFit/>
          </a:bodyPr>
          <a:lstStyle/>
          <a:p>
            <a:pPr algn="ctr">
              <a:lnSpc>
                <a:spcPts val="2016"/>
              </a:lnSpc>
              <a:spcBef>
                <a:spcPct val="0"/>
              </a:spcBef>
            </a:pPr>
            <a:r>
              <a:rPr lang="en-US" sz="1440">
                <a:solidFill>
                  <a:srgbClr val="000000"/>
                </a:solidFill>
                <a:latin typeface="Canva Sans"/>
                <a:ea typeface="Canva Sans"/>
                <a:cs typeface="Canva Sans"/>
                <a:sym typeface="Canva Sans"/>
              </a:rPr>
              <a:t>Average Waiting Time</a:t>
            </a:r>
          </a:p>
        </p:txBody>
      </p:sp>
      <p:sp>
        <p:nvSpPr>
          <p:cNvPr id="235" name="TextBox 103">
            <a:extLst>
              <a:ext uri="{FF2B5EF4-FFF2-40B4-BE49-F238E27FC236}">
                <a16:creationId xmlns:a16="http://schemas.microsoft.com/office/drawing/2014/main" id="{5F41C79E-74AD-E52D-3ADC-BA844768BC0E}"/>
              </a:ext>
            </a:extLst>
          </p:cNvPr>
          <p:cNvSpPr txBox="1"/>
          <p:nvPr/>
        </p:nvSpPr>
        <p:spPr>
          <a:xfrm>
            <a:off x="8006358" y="2251730"/>
            <a:ext cx="106009" cy="264560"/>
          </a:xfrm>
          <a:prstGeom prst="rect">
            <a:avLst/>
          </a:prstGeom>
        </p:spPr>
        <p:txBody>
          <a:bodyPr lIns="0" tIns="0" rIns="0" bIns="0" rtlCol="0" anchor="t">
            <a:spAutoFit/>
          </a:bodyPr>
          <a:lstStyle/>
          <a:p>
            <a:pPr algn="ctr">
              <a:lnSpc>
                <a:spcPts val="2239"/>
              </a:lnSpc>
              <a:spcBef>
                <a:spcPct val="0"/>
              </a:spcBef>
            </a:pPr>
            <a:r>
              <a:rPr lang="en-US" sz="1599">
                <a:solidFill>
                  <a:srgbClr val="000000"/>
                </a:solidFill>
                <a:latin typeface="Canva Sans"/>
                <a:ea typeface="Canva Sans"/>
                <a:cs typeface="Canva Sans"/>
                <a:sym typeface="Canva Sans"/>
              </a:rPr>
              <a:t>+</a:t>
            </a:r>
          </a:p>
        </p:txBody>
      </p:sp>
      <p:sp>
        <p:nvSpPr>
          <p:cNvPr id="236" name="TextBox 105">
            <a:extLst>
              <a:ext uri="{FF2B5EF4-FFF2-40B4-BE49-F238E27FC236}">
                <a16:creationId xmlns:a16="http://schemas.microsoft.com/office/drawing/2014/main" id="{88C76728-7C74-EE41-2BEF-987A429BA05B}"/>
              </a:ext>
            </a:extLst>
          </p:cNvPr>
          <p:cNvSpPr txBox="1"/>
          <p:nvPr/>
        </p:nvSpPr>
        <p:spPr>
          <a:xfrm>
            <a:off x="8219041" y="2285764"/>
            <a:ext cx="421272" cy="240066"/>
          </a:xfrm>
          <a:prstGeom prst="rect">
            <a:avLst/>
          </a:prstGeom>
        </p:spPr>
        <p:txBody>
          <a:bodyPr lIns="0" tIns="0" rIns="0" bIns="0" rtlCol="0" anchor="t">
            <a:spAutoFit/>
          </a:bodyPr>
          <a:lstStyle/>
          <a:p>
            <a:pPr algn="ctr">
              <a:lnSpc>
                <a:spcPts val="2016"/>
              </a:lnSpc>
              <a:spcBef>
                <a:spcPct val="0"/>
              </a:spcBef>
            </a:pPr>
            <a:r>
              <a:rPr lang="en-US" sz="1440">
                <a:solidFill>
                  <a:srgbClr val="000000"/>
                </a:solidFill>
                <a:latin typeface="Canva Sans"/>
                <a:ea typeface="Canva Sans"/>
                <a:cs typeface="Canva Sans"/>
                <a:sym typeface="Canva Sans"/>
              </a:rPr>
              <a:t>mins</a:t>
            </a:r>
          </a:p>
        </p:txBody>
      </p:sp>
      <p:sp>
        <p:nvSpPr>
          <p:cNvPr id="237" name="TextBox 107">
            <a:extLst>
              <a:ext uri="{FF2B5EF4-FFF2-40B4-BE49-F238E27FC236}">
                <a16:creationId xmlns:a16="http://schemas.microsoft.com/office/drawing/2014/main" id="{7997357D-C132-02E0-859F-2A167A1458EC}"/>
              </a:ext>
            </a:extLst>
          </p:cNvPr>
          <p:cNvSpPr txBox="1"/>
          <p:nvPr/>
        </p:nvSpPr>
        <p:spPr>
          <a:xfrm>
            <a:off x="7370211" y="2215803"/>
            <a:ext cx="231638" cy="546688"/>
          </a:xfrm>
          <a:prstGeom prst="rect">
            <a:avLst/>
          </a:prstGeom>
        </p:spPr>
        <p:txBody>
          <a:bodyPr lIns="0" tIns="0" rIns="0" bIns="0" rtlCol="0" anchor="t">
            <a:spAutoFit/>
          </a:bodyPr>
          <a:lstStyle/>
          <a:p>
            <a:pPr algn="ctr">
              <a:lnSpc>
                <a:spcPts val="2239"/>
              </a:lnSpc>
              <a:spcBef>
                <a:spcPct val="0"/>
              </a:spcBef>
            </a:pPr>
            <a:r>
              <a:rPr lang="en-US" sz="1599">
                <a:solidFill>
                  <a:srgbClr val="000000"/>
                </a:solidFill>
                <a:latin typeface="Canva Sans"/>
                <a:ea typeface="Canva Sans"/>
                <a:cs typeface="Canva Sans"/>
                <a:sym typeface="Canva Sans"/>
              </a:rPr>
              <a:t>25</a:t>
            </a:r>
          </a:p>
        </p:txBody>
      </p:sp>
      <p:grpSp>
        <p:nvGrpSpPr>
          <p:cNvPr id="238" name="Group 108">
            <a:extLst>
              <a:ext uri="{FF2B5EF4-FFF2-40B4-BE49-F238E27FC236}">
                <a16:creationId xmlns:a16="http://schemas.microsoft.com/office/drawing/2014/main" id="{A407B797-7161-45C0-ADE1-D9E6C635E852}"/>
              </a:ext>
            </a:extLst>
          </p:cNvPr>
          <p:cNvGrpSpPr/>
          <p:nvPr/>
        </p:nvGrpSpPr>
        <p:grpSpPr>
          <a:xfrm>
            <a:off x="7000680" y="1578600"/>
            <a:ext cx="1784544" cy="1292182"/>
            <a:chOff x="0" y="0"/>
            <a:chExt cx="643751" cy="466139"/>
          </a:xfrm>
        </p:grpSpPr>
        <p:sp>
          <p:nvSpPr>
            <p:cNvPr id="239" name="Freeform 109">
              <a:extLst>
                <a:ext uri="{FF2B5EF4-FFF2-40B4-BE49-F238E27FC236}">
                  <a16:creationId xmlns:a16="http://schemas.microsoft.com/office/drawing/2014/main" id="{1AA4C8FB-F093-6EBC-C6EE-7FF645FF6EBE}"/>
                </a:ext>
              </a:extLst>
            </p:cNvPr>
            <p:cNvSpPr/>
            <p:nvPr/>
          </p:nvSpPr>
          <p:spPr>
            <a:xfrm>
              <a:off x="0" y="0"/>
              <a:ext cx="643751" cy="466139"/>
            </a:xfrm>
            <a:custGeom>
              <a:avLst/>
              <a:gdLst/>
              <a:ahLst/>
              <a:cxnLst/>
              <a:rect l="l" t="t" r="r" b="b"/>
              <a:pathLst>
                <a:path w="643751" h="466139">
                  <a:moveTo>
                    <a:pt x="0" y="0"/>
                  </a:moveTo>
                  <a:lnTo>
                    <a:pt x="643751" y="0"/>
                  </a:lnTo>
                  <a:lnTo>
                    <a:pt x="643751" y="466139"/>
                  </a:lnTo>
                  <a:lnTo>
                    <a:pt x="0" y="466139"/>
                  </a:lnTo>
                  <a:close/>
                </a:path>
              </a:pathLst>
            </a:custGeom>
            <a:solidFill>
              <a:srgbClr val="FDFDFD"/>
            </a:solidFill>
            <a:ln w="9525" cap="sq">
              <a:solidFill>
                <a:srgbClr val="A6A6A6"/>
              </a:solidFill>
              <a:prstDash val="solid"/>
              <a:miter/>
            </a:ln>
          </p:spPr>
          <p:txBody>
            <a:bodyPr/>
            <a:lstStyle/>
            <a:p>
              <a:endParaRPr lang="en-SG" sz="1088"/>
            </a:p>
          </p:txBody>
        </p:sp>
        <p:sp>
          <p:nvSpPr>
            <p:cNvPr id="240" name="TextBox 110">
              <a:extLst>
                <a:ext uri="{FF2B5EF4-FFF2-40B4-BE49-F238E27FC236}">
                  <a16:creationId xmlns:a16="http://schemas.microsoft.com/office/drawing/2014/main" id="{00441D85-4E15-4A13-5E12-ABA771C22DEA}"/>
                </a:ext>
              </a:extLst>
            </p:cNvPr>
            <p:cNvSpPr txBox="1"/>
            <p:nvPr/>
          </p:nvSpPr>
          <p:spPr>
            <a:xfrm>
              <a:off x="0" y="-28575"/>
              <a:ext cx="643751" cy="494714"/>
            </a:xfrm>
            <a:prstGeom prst="rect">
              <a:avLst/>
            </a:prstGeom>
          </p:spPr>
          <p:txBody>
            <a:bodyPr lIns="40638" tIns="40638" rIns="40638" bIns="40638" rtlCol="0" anchor="ctr"/>
            <a:lstStyle/>
            <a:p>
              <a:pPr algn="ctr">
                <a:lnSpc>
                  <a:spcPts val="2016"/>
                </a:lnSpc>
              </a:pPr>
              <a:endParaRPr sz="1088"/>
            </a:p>
          </p:txBody>
        </p:sp>
      </p:grpSp>
      <p:sp>
        <p:nvSpPr>
          <p:cNvPr id="241" name="AutoShape 111">
            <a:extLst>
              <a:ext uri="{FF2B5EF4-FFF2-40B4-BE49-F238E27FC236}">
                <a16:creationId xmlns:a16="http://schemas.microsoft.com/office/drawing/2014/main" id="{64C678D4-9788-7E3C-E10C-F8BD095CC4C2}"/>
              </a:ext>
            </a:extLst>
          </p:cNvPr>
          <p:cNvSpPr/>
          <p:nvPr/>
        </p:nvSpPr>
        <p:spPr>
          <a:xfrm flipV="1">
            <a:off x="7000680" y="2022398"/>
            <a:ext cx="1784544" cy="0"/>
          </a:xfrm>
          <a:prstGeom prst="line">
            <a:avLst/>
          </a:prstGeom>
          <a:ln w="9525" cap="flat">
            <a:solidFill>
              <a:srgbClr val="B4B4B4"/>
            </a:solidFill>
            <a:prstDash val="solid"/>
            <a:headEnd type="none" w="sm" len="sm"/>
            <a:tailEnd type="none" w="sm" len="sm"/>
          </a:ln>
        </p:spPr>
        <p:txBody>
          <a:bodyPr/>
          <a:lstStyle/>
          <a:p>
            <a:endParaRPr lang="en-SG" sz="1088"/>
          </a:p>
        </p:txBody>
      </p:sp>
      <p:sp>
        <p:nvSpPr>
          <p:cNvPr id="242" name="AutoShape 112">
            <a:extLst>
              <a:ext uri="{FF2B5EF4-FFF2-40B4-BE49-F238E27FC236}">
                <a16:creationId xmlns:a16="http://schemas.microsoft.com/office/drawing/2014/main" id="{237DE8EB-F378-3DFE-1A49-E828993115BF}"/>
              </a:ext>
            </a:extLst>
          </p:cNvPr>
          <p:cNvSpPr/>
          <p:nvPr/>
        </p:nvSpPr>
        <p:spPr>
          <a:xfrm>
            <a:off x="7000680" y="2442985"/>
            <a:ext cx="1784544" cy="0"/>
          </a:xfrm>
          <a:prstGeom prst="line">
            <a:avLst/>
          </a:prstGeom>
          <a:ln w="9525" cap="flat">
            <a:solidFill>
              <a:srgbClr val="B4B4B4"/>
            </a:solidFill>
            <a:prstDash val="solid"/>
            <a:headEnd type="none" w="sm" len="sm"/>
            <a:tailEnd type="none" w="sm" len="sm"/>
          </a:ln>
        </p:spPr>
        <p:txBody>
          <a:bodyPr/>
          <a:lstStyle/>
          <a:p>
            <a:endParaRPr lang="en-SG" sz="1088"/>
          </a:p>
        </p:txBody>
      </p:sp>
      <p:grpSp>
        <p:nvGrpSpPr>
          <p:cNvPr id="243" name="Group 113">
            <a:extLst>
              <a:ext uri="{FF2B5EF4-FFF2-40B4-BE49-F238E27FC236}">
                <a16:creationId xmlns:a16="http://schemas.microsoft.com/office/drawing/2014/main" id="{9D9D1BEC-2DEA-1658-2A6F-6245B7321A0C}"/>
              </a:ext>
            </a:extLst>
          </p:cNvPr>
          <p:cNvGrpSpPr/>
          <p:nvPr/>
        </p:nvGrpSpPr>
        <p:grpSpPr>
          <a:xfrm>
            <a:off x="7000680" y="2402745"/>
            <a:ext cx="1784544" cy="433697"/>
            <a:chOff x="0" y="0"/>
            <a:chExt cx="643751" cy="156451"/>
          </a:xfrm>
        </p:grpSpPr>
        <p:sp>
          <p:nvSpPr>
            <p:cNvPr id="244" name="Freeform 114">
              <a:extLst>
                <a:ext uri="{FF2B5EF4-FFF2-40B4-BE49-F238E27FC236}">
                  <a16:creationId xmlns:a16="http://schemas.microsoft.com/office/drawing/2014/main" id="{9FEFB425-6297-F294-F034-EC0C8FD7B492}"/>
                </a:ext>
              </a:extLst>
            </p:cNvPr>
            <p:cNvSpPr/>
            <p:nvPr/>
          </p:nvSpPr>
          <p:spPr>
            <a:xfrm>
              <a:off x="0" y="0"/>
              <a:ext cx="643751" cy="156451"/>
            </a:xfrm>
            <a:custGeom>
              <a:avLst/>
              <a:gdLst/>
              <a:ahLst/>
              <a:cxnLst/>
              <a:rect l="l" t="t" r="r" b="b"/>
              <a:pathLst>
                <a:path w="643751" h="156451">
                  <a:moveTo>
                    <a:pt x="0" y="0"/>
                  </a:moveTo>
                  <a:lnTo>
                    <a:pt x="643751" y="0"/>
                  </a:lnTo>
                  <a:lnTo>
                    <a:pt x="643751" y="156451"/>
                  </a:lnTo>
                  <a:lnTo>
                    <a:pt x="0" y="156451"/>
                  </a:lnTo>
                  <a:close/>
                </a:path>
              </a:pathLst>
            </a:custGeom>
            <a:solidFill>
              <a:srgbClr val="FFF1EF"/>
            </a:solidFill>
            <a:ln w="9525" cap="sq">
              <a:solidFill>
                <a:srgbClr val="A6A6A6"/>
              </a:solidFill>
              <a:prstDash val="solid"/>
              <a:miter/>
            </a:ln>
          </p:spPr>
          <p:txBody>
            <a:bodyPr/>
            <a:lstStyle/>
            <a:p>
              <a:endParaRPr lang="en-SG" sz="1088"/>
            </a:p>
          </p:txBody>
        </p:sp>
        <p:sp>
          <p:nvSpPr>
            <p:cNvPr id="245" name="TextBox 115">
              <a:extLst>
                <a:ext uri="{FF2B5EF4-FFF2-40B4-BE49-F238E27FC236}">
                  <a16:creationId xmlns:a16="http://schemas.microsoft.com/office/drawing/2014/main" id="{76B2D837-092D-06E8-0989-8338909D45FC}"/>
                </a:ext>
              </a:extLst>
            </p:cNvPr>
            <p:cNvSpPr txBox="1"/>
            <p:nvPr/>
          </p:nvSpPr>
          <p:spPr>
            <a:xfrm>
              <a:off x="0" y="-28575"/>
              <a:ext cx="643751" cy="185026"/>
            </a:xfrm>
            <a:prstGeom prst="rect">
              <a:avLst/>
            </a:prstGeom>
          </p:spPr>
          <p:txBody>
            <a:bodyPr lIns="40638" tIns="40638" rIns="40638" bIns="40638" rtlCol="0" anchor="ctr"/>
            <a:lstStyle/>
            <a:p>
              <a:pPr algn="ctr">
                <a:lnSpc>
                  <a:spcPts val="2016"/>
                </a:lnSpc>
              </a:pPr>
              <a:endParaRPr sz="1088"/>
            </a:p>
          </p:txBody>
        </p:sp>
      </p:grpSp>
      <p:sp>
        <p:nvSpPr>
          <p:cNvPr id="246" name="TextBox 116">
            <a:extLst>
              <a:ext uri="{FF2B5EF4-FFF2-40B4-BE49-F238E27FC236}">
                <a16:creationId xmlns:a16="http://schemas.microsoft.com/office/drawing/2014/main" id="{886436BB-7D55-1149-87DD-50031706FB2A}"/>
              </a:ext>
            </a:extLst>
          </p:cNvPr>
          <p:cNvSpPr txBox="1"/>
          <p:nvPr/>
        </p:nvSpPr>
        <p:spPr>
          <a:xfrm>
            <a:off x="7178125" y="2107676"/>
            <a:ext cx="955998" cy="263790"/>
          </a:xfrm>
          <a:prstGeom prst="rect">
            <a:avLst/>
          </a:prstGeom>
        </p:spPr>
        <p:txBody>
          <a:bodyPr lIns="0" tIns="0" rIns="0" bIns="0" rtlCol="0" anchor="t">
            <a:spAutoFit/>
          </a:bodyPr>
          <a:lstStyle/>
          <a:p>
            <a:pPr algn="ctr">
              <a:lnSpc>
                <a:spcPts val="2207"/>
              </a:lnSpc>
              <a:spcBef>
                <a:spcPct val="0"/>
              </a:spcBef>
            </a:pPr>
            <a:r>
              <a:rPr lang="en-US" sz="1577" dirty="0">
                <a:solidFill>
                  <a:srgbClr val="000000"/>
                </a:solidFill>
                <a:latin typeface="Canva Sans"/>
                <a:ea typeface="Canva Sans"/>
                <a:cs typeface="Canva Sans"/>
                <a:sym typeface="Canva Sans"/>
              </a:rPr>
              <a:t>Individual</a:t>
            </a:r>
          </a:p>
        </p:txBody>
      </p:sp>
      <p:sp>
        <p:nvSpPr>
          <p:cNvPr id="247" name="TextBox 117">
            <a:extLst>
              <a:ext uri="{FF2B5EF4-FFF2-40B4-BE49-F238E27FC236}">
                <a16:creationId xmlns:a16="http://schemas.microsoft.com/office/drawing/2014/main" id="{BBCBF743-BF3A-40B8-AD2C-1DBDBBB7E8F9}"/>
              </a:ext>
            </a:extLst>
          </p:cNvPr>
          <p:cNvSpPr txBox="1"/>
          <p:nvPr/>
        </p:nvSpPr>
        <p:spPr>
          <a:xfrm>
            <a:off x="7010626" y="1717191"/>
            <a:ext cx="882326" cy="263790"/>
          </a:xfrm>
          <a:prstGeom prst="rect">
            <a:avLst/>
          </a:prstGeom>
        </p:spPr>
        <p:txBody>
          <a:bodyPr wrap="square" lIns="0" tIns="0" rIns="0" bIns="0" rtlCol="0" anchor="t">
            <a:spAutoFit/>
          </a:bodyPr>
          <a:lstStyle/>
          <a:p>
            <a:pPr algn="ctr">
              <a:lnSpc>
                <a:spcPts val="2207"/>
              </a:lnSpc>
              <a:spcBef>
                <a:spcPct val="0"/>
              </a:spcBef>
            </a:pPr>
            <a:r>
              <a:rPr lang="en-US" sz="1577" dirty="0">
                <a:solidFill>
                  <a:srgbClr val="000000"/>
                </a:solidFill>
                <a:latin typeface="Canva Sans"/>
                <a:ea typeface="Canva Sans"/>
                <a:cs typeface="Canva Sans"/>
                <a:sym typeface="Canva Sans"/>
              </a:rPr>
              <a:t>Group</a:t>
            </a:r>
          </a:p>
        </p:txBody>
      </p:sp>
      <p:sp>
        <p:nvSpPr>
          <p:cNvPr id="248" name="TextBox 118">
            <a:hlinkClick r:id="rId28" action="ppaction://hlinksldjump"/>
            <a:extLst>
              <a:ext uri="{FF2B5EF4-FFF2-40B4-BE49-F238E27FC236}">
                <a16:creationId xmlns:a16="http://schemas.microsoft.com/office/drawing/2014/main" id="{1E3BDE5C-4A3E-960D-89C5-DEC43A8DA561}"/>
              </a:ext>
            </a:extLst>
          </p:cNvPr>
          <p:cNvSpPr txBox="1"/>
          <p:nvPr/>
        </p:nvSpPr>
        <p:spPr>
          <a:xfrm>
            <a:off x="7124027" y="2509590"/>
            <a:ext cx="1269085" cy="263790"/>
          </a:xfrm>
          <a:prstGeom prst="rect">
            <a:avLst/>
          </a:prstGeom>
        </p:spPr>
        <p:txBody>
          <a:bodyPr wrap="square" lIns="0" tIns="0" rIns="0" bIns="0" rtlCol="0" anchor="t">
            <a:spAutoFit/>
          </a:bodyPr>
          <a:lstStyle/>
          <a:p>
            <a:pPr algn="ctr">
              <a:lnSpc>
                <a:spcPts val="2207"/>
              </a:lnSpc>
              <a:spcBef>
                <a:spcPct val="0"/>
              </a:spcBef>
            </a:pPr>
            <a:r>
              <a:rPr lang="en-US" sz="1577" dirty="0">
                <a:solidFill>
                  <a:srgbClr val="000000"/>
                </a:solidFill>
                <a:latin typeface="Canva Sans"/>
                <a:ea typeface="Canva Sans"/>
                <a:cs typeface="Canva Sans"/>
                <a:sym typeface="Canva Sans"/>
              </a:rPr>
              <a:t>Split Group</a:t>
            </a:r>
          </a:p>
        </p:txBody>
      </p:sp>
      <p:grpSp>
        <p:nvGrpSpPr>
          <p:cNvPr id="249" name="Group 63">
            <a:extLst>
              <a:ext uri="{FF2B5EF4-FFF2-40B4-BE49-F238E27FC236}">
                <a16:creationId xmlns:a16="http://schemas.microsoft.com/office/drawing/2014/main" id="{B89844C1-322A-AD7D-56D0-CA3D8B976779}"/>
              </a:ext>
            </a:extLst>
          </p:cNvPr>
          <p:cNvGrpSpPr/>
          <p:nvPr/>
        </p:nvGrpSpPr>
        <p:grpSpPr>
          <a:xfrm rot="-10653150">
            <a:off x="8892505" y="1274230"/>
            <a:ext cx="204308" cy="178770"/>
            <a:chOff x="0" y="0"/>
            <a:chExt cx="812800" cy="711200"/>
          </a:xfrm>
        </p:grpSpPr>
        <p:sp>
          <p:nvSpPr>
            <p:cNvPr id="250" name="Freeform 64">
              <a:extLst>
                <a:ext uri="{FF2B5EF4-FFF2-40B4-BE49-F238E27FC236}">
                  <a16:creationId xmlns:a16="http://schemas.microsoft.com/office/drawing/2014/main" id="{8D720D0D-2AD7-460F-2342-ED745904039D}"/>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dirty="0"/>
            </a:p>
          </p:txBody>
        </p:sp>
        <p:sp>
          <p:nvSpPr>
            <p:cNvPr id="251" name="TextBox 65">
              <a:extLst>
                <a:ext uri="{FF2B5EF4-FFF2-40B4-BE49-F238E27FC236}">
                  <a16:creationId xmlns:a16="http://schemas.microsoft.com/office/drawing/2014/main" id="{FED3F6CF-A134-4850-48D0-08B365FDFA0C}"/>
                </a:ext>
              </a:extLst>
            </p:cNvPr>
            <p:cNvSpPr txBox="1"/>
            <p:nvPr/>
          </p:nvSpPr>
          <p:spPr>
            <a:xfrm>
              <a:off x="127000" y="22225"/>
              <a:ext cx="558800" cy="358775"/>
            </a:xfrm>
            <a:prstGeom prst="rect">
              <a:avLst/>
            </a:prstGeom>
          </p:spPr>
          <p:txBody>
            <a:bodyPr lIns="40638" tIns="40638" rIns="40638" bIns="40638" rtlCol="0" anchor="ctr"/>
            <a:lstStyle/>
            <a:p>
              <a:pPr algn="ctr">
                <a:lnSpc>
                  <a:spcPts val="2016"/>
                </a:lnSpc>
              </a:pPr>
              <a:endParaRPr sz="1088" dirty="0"/>
            </a:p>
          </p:txBody>
        </p:sp>
      </p:grpSp>
      <p:grpSp>
        <p:nvGrpSpPr>
          <p:cNvPr id="252" name="Group 13">
            <a:extLst>
              <a:ext uri="{FF2B5EF4-FFF2-40B4-BE49-F238E27FC236}">
                <a16:creationId xmlns:a16="http://schemas.microsoft.com/office/drawing/2014/main" id="{662BFC54-4D94-F4AF-1CA7-275A76906DEB}"/>
              </a:ext>
            </a:extLst>
          </p:cNvPr>
          <p:cNvGrpSpPr/>
          <p:nvPr/>
        </p:nvGrpSpPr>
        <p:grpSpPr>
          <a:xfrm>
            <a:off x="6801317" y="3140954"/>
            <a:ext cx="1546440" cy="447075"/>
            <a:chOff x="0" y="0"/>
            <a:chExt cx="812800" cy="234980"/>
          </a:xfrm>
        </p:grpSpPr>
        <p:sp>
          <p:nvSpPr>
            <p:cNvPr id="253" name="Freeform 14">
              <a:extLst>
                <a:ext uri="{FF2B5EF4-FFF2-40B4-BE49-F238E27FC236}">
                  <a16:creationId xmlns:a16="http://schemas.microsoft.com/office/drawing/2014/main" id="{590AC378-371B-499C-298C-5D915F608E04}"/>
                </a:ext>
              </a:extLst>
            </p:cNvPr>
            <p:cNvSpPr/>
            <p:nvPr/>
          </p:nvSpPr>
          <p:spPr>
            <a:xfrm>
              <a:off x="0" y="0"/>
              <a:ext cx="812800" cy="234980"/>
            </a:xfrm>
            <a:custGeom>
              <a:avLst/>
              <a:gdLst/>
              <a:ahLst/>
              <a:cxnLst/>
              <a:rect l="l" t="t" r="r" b="b"/>
              <a:pathLst>
                <a:path w="812800" h="234980">
                  <a:moveTo>
                    <a:pt x="117490" y="0"/>
                  </a:moveTo>
                  <a:lnTo>
                    <a:pt x="695310" y="0"/>
                  </a:lnTo>
                  <a:cubicBezTo>
                    <a:pt x="726470" y="0"/>
                    <a:pt x="756354" y="12378"/>
                    <a:pt x="778388" y="34412"/>
                  </a:cubicBezTo>
                  <a:cubicBezTo>
                    <a:pt x="800422" y="56446"/>
                    <a:pt x="812800" y="86330"/>
                    <a:pt x="812800" y="117490"/>
                  </a:cubicBezTo>
                  <a:lnTo>
                    <a:pt x="812800" y="117490"/>
                  </a:lnTo>
                  <a:cubicBezTo>
                    <a:pt x="812800" y="148650"/>
                    <a:pt x="800422" y="178534"/>
                    <a:pt x="778388" y="200568"/>
                  </a:cubicBezTo>
                  <a:cubicBezTo>
                    <a:pt x="756354" y="222602"/>
                    <a:pt x="726470" y="234980"/>
                    <a:pt x="695310" y="234980"/>
                  </a:cubicBezTo>
                  <a:lnTo>
                    <a:pt x="117490" y="234980"/>
                  </a:lnTo>
                  <a:cubicBezTo>
                    <a:pt x="86330" y="234980"/>
                    <a:pt x="56446" y="222602"/>
                    <a:pt x="34412" y="200568"/>
                  </a:cubicBezTo>
                  <a:cubicBezTo>
                    <a:pt x="12378" y="178534"/>
                    <a:pt x="0" y="148650"/>
                    <a:pt x="0" y="117490"/>
                  </a:cubicBezTo>
                  <a:lnTo>
                    <a:pt x="0" y="117490"/>
                  </a:lnTo>
                  <a:cubicBezTo>
                    <a:pt x="0" y="86330"/>
                    <a:pt x="12378" y="56446"/>
                    <a:pt x="34412" y="34412"/>
                  </a:cubicBezTo>
                  <a:cubicBezTo>
                    <a:pt x="56446" y="12378"/>
                    <a:pt x="86330" y="0"/>
                    <a:pt x="117490" y="0"/>
                  </a:cubicBezTo>
                  <a:close/>
                </a:path>
              </a:pathLst>
            </a:custGeom>
            <a:solidFill>
              <a:srgbClr val="F34336"/>
            </a:solidFill>
          </p:spPr>
          <p:txBody>
            <a:bodyPr/>
            <a:lstStyle/>
            <a:p>
              <a:endParaRPr lang="en-SG" sz="1088" dirty="0"/>
            </a:p>
          </p:txBody>
        </p:sp>
        <p:sp>
          <p:nvSpPr>
            <p:cNvPr id="254" name="TextBox 15">
              <a:extLst>
                <a:ext uri="{FF2B5EF4-FFF2-40B4-BE49-F238E27FC236}">
                  <a16:creationId xmlns:a16="http://schemas.microsoft.com/office/drawing/2014/main" id="{B616138F-64F6-F8C1-6A5E-AB23928C3F04}"/>
                </a:ext>
              </a:extLst>
            </p:cNvPr>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sp>
        <p:nvSpPr>
          <p:cNvPr id="258" name="TextBox 84">
            <a:extLst>
              <a:ext uri="{FF2B5EF4-FFF2-40B4-BE49-F238E27FC236}">
                <a16:creationId xmlns:a16="http://schemas.microsoft.com/office/drawing/2014/main" id="{83A7FB85-45D8-FE30-DBD0-1242399D59ED}"/>
              </a:ext>
            </a:extLst>
          </p:cNvPr>
          <p:cNvSpPr txBox="1"/>
          <p:nvPr/>
        </p:nvSpPr>
        <p:spPr>
          <a:xfrm>
            <a:off x="6990501" y="3244138"/>
            <a:ext cx="944746" cy="240707"/>
          </a:xfrm>
          <a:prstGeom prst="rect">
            <a:avLst/>
          </a:prstGeom>
        </p:spPr>
        <p:txBody>
          <a:bodyPr wrap="square" lIns="0" tIns="0" rIns="0" bIns="0" rtlCol="0" anchor="t">
            <a:spAutoFit/>
          </a:bodyPr>
          <a:lstStyle/>
          <a:p>
            <a:pPr algn="ctr">
              <a:lnSpc>
                <a:spcPts val="2046"/>
              </a:lnSpc>
              <a:spcBef>
                <a:spcPct val="0"/>
              </a:spcBef>
            </a:pPr>
            <a:r>
              <a:rPr lang="en-US" sz="1461" b="1" dirty="0">
                <a:solidFill>
                  <a:srgbClr val="FFFFFF"/>
                </a:solidFill>
                <a:latin typeface="Canva Sans"/>
                <a:ea typeface="Canva Sans"/>
                <a:cs typeface="Canva Sans"/>
                <a:sym typeface="Canva Sans"/>
              </a:rPr>
              <a:t>Reset</a:t>
            </a:r>
          </a:p>
        </p:txBody>
      </p:sp>
      <p:sp>
        <p:nvSpPr>
          <p:cNvPr id="259" name="TextBox 84">
            <a:hlinkClick r:id="rId21" action="ppaction://hlinksldjump"/>
            <a:extLst>
              <a:ext uri="{FF2B5EF4-FFF2-40B4-BE49-F238E27FC236}">
                <a16:creationId xmlns:a16="http://schemas.microsoft.com/office/drawing/2014/main" id="{7B6FCD62-317C-CBCD-3761-E6AE585764F5}"/>
              </a:ext>
            </a:extLst>
          </p:cNvPr>
          <p:cNvSpPr txBox="1"/>
          <p:nvPr/>
        </p:nvSpPr>
        <p:spPr>
          <a:xfrm>
            <a:off x="8735511" y="3214690"/>
            <a:ext cx="944746" cy="240707"/>
          </a:xfrm>
          <a:prstGeom prst="rect">
            <a:avLst/>
          </a:prstGeom>
        </p:spPr>
        <p:txBody>
          <a:bodyPr wrap="square" lIns="0" tIns="0" rIns="0" bIns="0" rtlCol="0" anchor="t">
            <a:spAutoFit/>
          </a:bodyPr>
          <a:lstStyle/>
          <a:p>
            <a:pPr algn="ctr">
              <a:lnSpc>
                <a:spcPts val="2046"/>
              </a:lnSpc>
              <a:spcBef>
                <a:spcPct val="0"/>
              </a:spcBef>
            </a:pPr>
            <a:r>
              <a:rPr lang="en-US" sz="1461" b="1" dirty="0">
                <a:solidFill>
                  <a:srgbClr val="FFFFFF"/>
                </a:solidFill>
                <a:latin typeface="Canva Sans"/>
                <a:ea typeface="Canva Sans"/>
                <a:cs typeface="Canva Sans"/>
                <a:sym typeface="Canva Sans"/>
              </a:rPr>
              <a:t>Save</a:t>
            </a:r>
          </a:p>
        </p:txBody>
      </p:sp>
    </p:spTree>
    <p:extLst>
      <p:ext uri="{BB962C8B-B14F-4D97-AF65-F5344CB8AC3E}">
        <p14:creationId xmlns:p14="http://schemas.microsoft.com/office/powerpoint/2010/main" val="18745563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3613251910"/>
              </p:ext>
            </p:extLst>
          </p:nvPr>
        </p:nvGraphicFramePr>
        <p:xfrm>
          <a:off x="2150235" y="569470"/>
          <a:ext cx="4509179" cy="4401786"/>
        </p:xfrm>
        <a:graphic>
          <a:graphicData uri="http://schemas.openxmlformats.org/drawingml/2006/table">
            <a:tbl>
              <a:tblPr/>
              <a:tblGrid>
                <a:gridCol w="4509179">
                  <a:extLst>
                    <a:ext uri="{9D8B030D-6E8A-4147-A177-3AD203B41FA5}">
                      <a16:colId xmlns:a16="http://schemas.microsoft.com/office/drawing/2014/main" val="20000"/>
                    </a:ext>
                  </a:extLst>
                </a:gridCol>
              </a:tblGrid>
              <a:tr h="545505">
                <a:tc>
                  <a:txBody>
                    <a:bodyPr/>
                    <a:lstStyle/>
                    <a:p>
                      <a:pPr algn="ctr">
                        <a:lnSpc>
                          <a:spcPts val="2037"/>
                        </a:lnSpc>
                        <a:defRPr/>
                      </a:pPr>
                      <a:endParaRPr lang="en-US" sz="900"/>
                    </a:p>
                  </a:txBody>
                  <a:tcPr marL="123203" marR="123203" marT="123203" marB="123203" anchor="ctr">
                    <a:lnL w="18677" cap="flat" cmpd="sng" algn="ctr">
                      <a:solidFill>
                        <a:srgbClr val="000000"/>
                      </a:solidFill>
                      <a:prstDash val="solid"/>
                      <a:round/>
                      <a:headEnd type="none" w="med" len="med"/>
                      <a:tailEnd type="none" w="med" len="med"/>
                    </a:lnL>
                    <a:lnR w="18677" cap="flat" cmpd="sng" algn="ctr">
                      <a:solidFill>
                        <a:srgbClr val="000000"/>
                      </a:solidFill>
                      <a:prstDash val="solid"/>
                      <a:round/>
                      <a:headEnd type="none" w="med" len="med"/>
                      <a:tailEnd type="none" w="med" len="med"/>
                    </a:lnR>
                    <a:lnT w="18677" cap="flat" cmpd="sng" algn="ctr">
                      <a:solidFill>
                        <a:srgbClr val="000000"/>
                      </a:solidFill>
                      <a:prstDash val="solid"/>
                      <a:round/>
                      <a:headEnd type="none" w="med" len="med"/>
                      <a:tailEnd type="none" w="med" len="med"/>
                    </a:lnT>
                    <a:lnB w="18677"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61678">
                <a:tc>
                  <a:txBody>
                    <a:bodyPr/>
                    <a:lstStyle/>
                    <a:p>
                      <a:pPr algn="ctr">
                        <a:lnSpc>
                          <a:spcPts val="2037"/>
                        </a:lnSpc>
                        <a:defRPr/>
                      </a:pPr>
                      <a:endParaRPr lang="en-US" sz="900"/>
                    </a:p>
                  </a:txBody>
                  <a:tcPr marL="123203" marR="123203" marT="123203" marB="123203" anchor="ctr">
                    <a:lnL w="18677" cap="flat" cmpd="sng" algn="ctr">
                      <a:solidFill>
                        <a:srgbClr val="000000"/>
                      </a:solidFill>
                      <a:prstDash val="solid"/>
                      <a:round/>
                      <a:headEnd type="none" w="med" len="med"/>
                      <a:tailEnd type="none" w="med" len="med"/>
                    </a:lnL>
                    <a:lnR w="18677" cap="flat" cmpd="sng" algn="ctr">
                      <a:solidFill>
                        <a:srgbClr val="000000"/>
                      </a:solidFill>
                      <a:prstDash val="solid"/>
                      <a:round/>
                      <a:headEnd type="none" w="med" len="med"/>
                      <a:tailEnd type="none" w="med" len="med"/>
                    </a:lnR>
                    <a:lnT w="18677" cap="flat" cmpd="sng" algn="ctr">
                      <a:solidFill>
                        <a:srgbClr val="000000"/>
                      </a:solidFill>
                      <a:prstDash val="solid"/>
                      <a:round/>
                      <a:headEnd type="none" w="med" len="med"/>
                      <a:tailEnd type="none" w="med" len="med"/>
                    </a:lnT>
                    <a:lnB w="18677"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61678">
                <a:tc>
                  <a:txBody>
                    <a:bodyPr/>
                    <a:lstStyle/>
                    <a:p>
                      <a:pPr algn="ctr">
                        <a:lnSpc>
                          <a:spcPts val="2037"/>
                        </a:lnSpc>
                        <a:defRPr/>
                      </a:pPr>
                      <a:endParaRPr lang="en-US" sz="900"/>
                    </a:p>
                  </a:txBody>
                  <a:tcPr marL="123203" marR="123203" marT="123203" marB="123203" anchor="ctr">
                    <a:lnL w="18677" cap="flat" cmpd="sng" algn="ctr">
                      <a:solidFill>
                        <a:srgbClr val="000000"/>
                      </a:solidFill>
                      <a:prstDash val="solid"/>
                      <a:round/>
                      <a:headEnd type="none" w="med" len="med"/>
                      <a:tailEnd type="none" w="med" len="med"/>
                    </a:lnL>
                    <a:lnR w="18677" cap="flat" cmpd="sng" algn="ctr">
                      <a:solidFill>
                        <a:srgbClr val="000000"/>
                      </a:solidFill>
                      <a:prstDash val="solid"/>
                      <a:round/>
                      <a:headEnd type="none" w="med" len="med"/>
                      <a:tailEnd type="none" w="med" len="med"/>
                    </a:lnR>
                    <a:lnT w="18677" cap="flat" cmpd="sng" algn="ctr">
                      <a:solidFill>
                        <a:srgbClr val="000000"/>
                      </a:solidFill>
                      <a:prstDash val="solid"/>
                      <a:round/>
                      <a:headEnd type="none" w="med" len="med"/>
                      <a:tailEnd type="none" w="med" len="med"/>
                    </a:lnT>
                    <a:lnB w="18677"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60041">
                <a:tc>
                  <a:txBody>
                    <a:bodyPr/>
                    <a:lstStyle/>
                    <a:p>
                      <a:pPr algn="ctr">
                        <a:lnSpc>
                          <a:spcPts val="2037"/>
                        </a:lnSpc>
                        <a:defRPr/>
                      </a:pPr>
                      <a:endParaRPr lang="en-US" sz="900"/>
                    </a:p>
                  </a:txBody>
                  <a:tcPr marL="123203" marR="123203" marT="123203" marB="123203" anchor="ctr">
                    <a:lnL w="18677" cap="flat" cmpd="sng" algn="ctr">
                      <a:solidFill>
                        <a:srgbClr val="000000"/>
                      </a:solidFill>
                      <a:prstDash val="solid"/>
                      <a:round/>
                      <a:headEnd type="none" w="med" len="med"/>
                      <a:tailEnd type="none" w="med" len="med"/>
                    </a:lnL>
                    <a:lnR w="18677" cap="flat" cmpd="sng" algn="ctr">
                      <a:solidFill>
                        <a:srgbClr val="000000"/>
                      </a:solidFill>
                      <a:prstDash val="solid"/>
                      <a:round/>
                      <a:headEnd type="none" w="med" len="med"/>
                      <a:tailEnd type="none" w="med" len="med"/>
                    </a:lnR>
                    <a:lnT w="18677" cap="flat" cmpd="sng" algn="ctr">
                      <a:solidFill>
                        <a:srgbClr val="000000"/>
                      </a:solidFill>
                      <a:prstDash val="solid"/>
                      <a:round/>
                      <a:headEnd type="none" w="med" len="med"/>
                      <a:tailEnd type="none" w="med" len="med"/>
                    </a:lnT>
                    <a:lnB w="18677"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63316">
                <a:tc>
                  <a:txBody>
                    <a:bodyPr/>
                    <a:lstStyle/>
                    <a:p>
                      <a:pPr algn="ctr">
                        <a:lnSpc>
                          <a:spcPts val="2037"/>
                        </a:lnSpc>
                        <a:defRPr/>
                      </a:pPr>
                      <a:endParaRPr lang="en-US" sz="900"/>
                    </a:p>
                  </a:txBody>
                  <a:tcPr marL="123203" marR="123203" marT="123203" marB="123203" anchor="ctr">
                    <a:lnL w="18677" cap="flat" cmpd="sng" algn="ctr">
                      <a:solidFill>
                        <a:srgbClr val="000000"/>
                      </a:solidFill>
                      <a:prstDash val="solid"/>
                      <a:round/>
                      <a:headEnd type="none" w="med" len="med"/>
                      <a:tailEnd type="none" w="med" len="med"/>
                    </a:lnL>
                    <a:lnR w="18677" cap="flat" cmpd="sng" algn="ctr">
                      <a:solidFill>
                        <a:srgbClr val="000000"/>
                      </a:solidFill>
                      <a:prstDash val="solid"/>
                      <a:round/>
                      <a:headEnd type="none" w="med" len="med"/>
                      <a:tailEnd type="none" w="med" len="med"/>
                    </a:lnR>
                    <a:lnT w="18677" cap="flat" cmpd="sng" algn="ctr">
                      <a:solidFill>
                        <a:srgbClr val="000000"/>
                      </a:solidFill>
                      <a:prstDash val="solid"/>
                      <a:round/>
                      <a:headEnd type="none" w="med" len="med"/>
                      <a:tailEnd type="none" w="med" len="med"/>
                    </a:lnT>
                    <a:lnB w="18677"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63316">
                <a:tc>
                  <a:txBody>
                    <a:bodyPr/>
                    <a:lstStyle/>
                    <a:p>
                      <a:pPr algn="ctr">
                        <a:lnSpc>
                          <a:spcPts val="2037"/>
                        </a:lnSpc>
                        <a:defRPr/>
                      </a:pPr>
                      <a:endParaRPr lang="en-US" sz="900"/>
                    </a:p>
                  </a:txBody>
                  <a:tcPr marL="123203" marR="123203" marT="123203" marB="123203" anchor="ctr">
                    <a:lnL w="18677" cap="flat" cmpd="sng" algn="ctr">
                      <a:solidFill>
                        <a:srgbClr val="000000"/>
                      </a:solidFill>
                      <a:prstDash val="solid"/>
                      <a:round/>
                      <a:headEnd type="none" w="med" len="med"/>
                      <a:tailEnd type="none" w="med" len="med"/>
                    </a:lnL>
                    <a:lnR w="18677" cap="flat" cmpd="sng" algn="ctr">
                      <a:solidFill>
                        <a:srgbClr val="000000"/>
                      </a:solidFill>
                      <a:prstDash val="solid"/>
                      <a:round/>
                      <a:headEnd type="none" w="med" len="med"/>
                      <a:tailEnd type="none" w="med" len="med"/>
                    </a:lnR>
                    <a:lnT w="18677" cap="flat" cmpd="sng" algn="ctr">
                      <a:solidFill>
                        <a:srgbClr val="000000"/>
                      </a:solidFill>
                      <a:prstDash val="solid"/>
                      <a:round/>
                      <a:headEnd type="none" w="med" len="med"/>
                      <a:tailEnd type="none" w="med" len="med"/>
                    </a:lnT>
                    <a:lnB w="18677"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63316">
                <a:tc>
                  <a:txBody>
                    <a:bodyPr/>
                    <a:lstStyle/>
                    <a:p>
                      <a:pPr algn="ctr">
                        <a:lnSpc>
                          <a:spcPts val="2037"/>
                        </a:lnSpc>
                        <a:defRPr/>
                      </a:pPr>
                      <a:endParaRPr lang="en-US" sz="900"/>
                    </a:p>
                  </a:txBody>
                  <a:tcPr marL="123203" marR="123203" marT="123203" marB="123203" anchor="ctr">
                    <a:lnL w="18677" cap="flat" cmpd="sng" algn="ctr">
                      <a:solidFill>
                        <a:srgbClr val="000000"/>
                      </a:solidFill>
                      <a:prstDash val="solid"/>
                      <a:round/>
                      <a:headEnd type="none" w="med" len="med"/>
                      <a:tailEnd type="none" w="med" len="med"/>
                    </a:lnL>
                    <a:lnR w="18677" cap="flat" cmpd="sng" algn="ctr">
                      <a:solidFill>
                        <a:srgbClr val="000000"/>
                      </a:solidFill>
                      <a:prstDash val="solid"/>
                      <a:round/>
                      <a:headEnd type="none" w="med" len="med"/>
                      <a:tailEnd type="none" w="med" len="med"/>
                    </a:lnR>
                    <a:lnT w="18677" cap="flat" cmpd="sng" algn="ctr">
                      <a:solidFill>
                        <a:srgbClr val="000000"/>
                      </a:solidFill>
                      <a:prstDash val="solid"/>
                      <a:round/>
                      <a:headEnd type="none" w="med" len="med"/>
                      <a:tailEnd type="none" w="med" len="med"/>
                    </a:lnT>
                    <a:lnB w="18677"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82936">
                <a:tc>
                  <a:txBody>
                    <a:bodyPr/>
                    <a:lstStyle/>
                    <a:p>
                      <a:pPr algn="ctr">
                        <a:lnSpc>
                          <a:spcPts val="2037"/>
                        </a:lnSpc>
                        <a:defRPr/>
                      </a:pPr>
                      <a:endParaRPr lang="en-US" sz="900" dirty="0"/>
                    </a:p>
                  </a:txBody>
                  <a:tcPr marL="123203" marR="123203" marT="123203" marB="123203" anchor="ctr">
                    <a:lnL w="18677" cap="flat" cmpd="sng" algn="ctr">
                      <a:solidFill>
                        <a:srgbClr val="000000"/>
                      </a:solidFill>
                      <a:prstDash val="solid"/>
                      <a:round/>
                      <a:headEnd type="none" w="med" len="med"/>
                      <a:tailEnd type="none" w="med" len="med"/>
                    </a:lnL>
                    <a:lnR w="18677" cap="flat" cmpd="sng" algn="ctr">
                      <a:solidFill>
                        <a:srgbClr val="000000"/>
                      </a:solidFill>
                      <a:prstDash val="solid"/>
                      <a:round/>
                      <a:headEnd type="none" w="med" len="med"/>
                      <a:tailEnd type="none" w="med" len="med"/>
                    </a:lnR>
                    <a:lnT w="18677" cap="flat" cmpd="sng" algn="ctr">
                      <a:solidFill>
                        <a:srgbClr val="000000"/>
                      </a:solidFill>
                      <a:prstDash val="solid"/>
                      <a:round/>
                      <a:headEnd type="none" w="med" len="med"/>
                      <a:tailEnd type="none" w="med" len="med"/>
                    </a:lnT>
                    <a:lnB w="18677"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3" name="Group 3"/>
          <p:cNvGrpSpPr/>
          <p:nvPr/>
        </p:nvGrpSpPr>
        <p:grpSpPr>
          <a:xfrm>
            <a:off x="-914267" y="-59795"/>
            <a:ext cx="10994892" cy="629263"/>
            <a:chOff x="0" y="-28575"/>
            <a:chExt cx="5428272" cy="841375"/>
          </a:xfrm>
        </p:grpSpPr>
        <p:sp>
          <p:nvSpPr>
            <p:cNvPr id="4" name="Freeform 4"/>
            <p:cNvSpPr/>
            <p:nvPr/>
          </p:nvSpPr>
          <p:spPr>
            <a:xfrm>
              <a:off x="402110" y="0"/>
              <a:ext cx="5026161" cy="812800"/>
            </a:xfrm>
            <a:custGeom>
              <a:avLst/>
              <a:gdLst/>
              <a:ahLst/>
              <a:cxnLst/>
              <a:rect l="l" t="t" r="r" b="b"/>
              <a:pathLst>
                <a:path w="5428271" h="812800">
                  <a:moveTo>
                    <a:pt x="0" y="0"/>
                  </a:moveTo>
                  <a:lnTo>
                    <a:pt x="5428271" y="0"/>
                  </a:lnTo>
                  <a:lnTo>
                    <a:pt x="5428271" y="812800"/>
                  </a:lnTo>
                  <a:lnTo>
                    <a:pt x="0" y="812800"/>
                  </a:lnTo>
                  <a:close/>
                </a:path>
              </a:pathLst>
            </a:custGeom>
            <a:solidFill>
              <a:srgbClr val="F34336"/>
            </a:solidFill>
          </p:spPr>
          <p:txBody>
            <a:bodyPr/>
            <a:lstStyle/>
            <a:p>
              <a:endParaRPr lang="en-SG" sz="1088"/>
            </a:p>
          </p:txBody>
        </p:sp>
        <p:sp>
          <p:nvSpPr>
            <p:cNvPr id="5" name="TextBox 5"/>
            <p:cNvSpPr txBox="1"/>
            <p:nvPr/>
          </p:nvSpPr>
          <p:spPr>
            <a:xfrm>
              <a:off x="0" y="-28575"/>
              <a:ext cx="5428272" cy="841375"/>
            </a:xfrm>
            <a:prstGeom prst="rect">
              <a:avLst/>
            </a:prstGeom>
          </p:spPr>
          <p:txBody>
            <a:bodyPr lIns="40638" tIns="40638" rIns="40638" bIns="40638" rtlCol="0" anchor="ctr"/>
            <a:lstStyle/>
            <a:p>
              <a:pPr algn="ctr">
                <a:lnSpc>
                  <a:spcPts val="2016"/>
                </a:lnSpc>
              </a:pPr>
              <a:endParaRPr sz="1088"/>
            </a:p>
          </p:txBody>
        </p:sp>
      </p:grpSp>
      <p:sp>
        <p:nvSpPr>
          <p:cNvPr id="6" name="Freeform 6"/>
          <p:cNvSpPr/>
          <p:nvPr/>
        </p:nvSpPr>
        <p:spPr>
          <a:xfrm>
            <a:off x="2229244" y="2423458"/>
            <a:ext cx="508643" cy="254322"/>
          </a:xfrm>
          <a:custGeom>
            <a:avLst/>
            <a:gdLst/>
            <a:ahLst/>
            <a:cxnLst/>
            <a:rect l="l" t="t" r="r" b="b"/>
            <a:pathLst>
              <a:path w="635832" h="317916">
                <a:moveTo>
                  <a:pt x="0" y="0"/>
                </a:moveTo>
                <a:lnTo>
                  <a:pt x="635832" y="0"/>
                </a:lnTo>
                <a:lnTo>
                  <a:pt x="635832" y="317916"/>
                </a:lnTo>
                <a:lnTo>
                  <a:pt x="0" y="3179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SG" sz="1088"/>
          </a:p>
        </p:txBody>
      </p:sp>
      <p:sp>
        <p:nvSpPr>
          <p:cNvPr id="7" name="Freeform 7"/>
          <p:cNvSpPr/>
          <p:nvPr/>
        </p:nvSpPr>
        <p:spPr>
          <a:xfrm>
            <a:off x="2246031" y="683165"/>
            <a:ext cx="508643" cy="254322"/>
          </a:xfrm>
          <a:custGeom>
            <a:avLst/>
            <a:gdLst/>
            <a:ahLst/>
            <a:cxnLst/>
            <a:rect l="l" t="t" r="r" b="b"/>
            <a:pathLst>
              <a:path w="635832" h="317916">
                <a:moveTo>
                  <a:pt x="0" y="0"/>
                </a:moveTo>
                <a:lnTo>
                  <a:pt x="635832" y="0"/>
                </a:lnTo>
                <a:lnTo>
                  <a:pt x="635832" y="317916"/>
                </a:lnTo>
                <a:lnTo>
                  <a:pt x="0" y="3179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SG" sz="1088"/>
          </a:p>
        </p:txBody>
      </p:sp>
      <p:sp>
        <p:nvSpPr>
          <p:cNvPr id="8" name="Freeform 8"/>
          <p:cNvSpPr/>
          <p:nvPr/>
        </p:nvSpPr>
        <p:spPr>
          <a:xfrm>
            <a:off x="2234677" y="2946538"/>
            <a:ext cx="508643" cy="254322"/>
          </a:xfrm>
          <a:custGeom>
            <a:avLst/>
            <a:gdLst/>
            <a:ahLst/>
            <a:cxnLst/>
            <a:rect l="l" t="t" r="r" b="b"/>
            <a:pathLst>
              <a:path w="635832" h="317916">
                <a:moveTo>
                  <a:pt x="0" y="0"/>
                </a:moveTo>
                <a:lnTo>
                  <a:pt x="635832" y="0"/>
                </a:lnTo>
                <a:lnTo>
                  <a:pt x="635832" y="317916"/>
                </a:lnTo>
                <a:lnTo>
                  <a:pt x="0" y="3179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SG" sz="1088"/>
          </a:p>
        </p:txBody>
      </p:sp>
      <p:sp>
        <p:nvSpPr>
          <p:cNvPr id="9" name="Freeform 9"/>
          <p:cNvSpPr/>
          <p:nvPr/>
        </p:nvSpPr>
        <p:spPr>
          <a:xfrm>
            <a:off x="2234897" y="3571504"/>
            <a:ext cx="508643" cy="254322"/>
          </a:xfrm>
          <a:custGeom>
            <a:avLst/>
            <a:gdLst/>
            <a:ahLst/>
            <a:cxnLst/>
            <a:rect l="l" t="t" r="r" b="b"/>
            <a:pathLst>
              <a:path w="635832" h="317916">
                <a:moveTo>
                  <a:pt x="0" y="0"/>
                </a:moveTo>
                <a:lnTo>
                  <a:pt x="635832" y="0"/>
                </a:lnTo>
                <a:lnTo>
                  <a:pt x="635832" y="317916"/>
                </a:lnTo>
                <a:lnTo>
                  <a:pt x="0" y="3179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SG" sz="1088"/>
          </a:p>
        </p:txBody>
      </p:sp>
      <p:sp>
        <p:nvSpPr>
          <p:cNvPr id="10" name="Freeform 10"/>
          <p:cNvSpPr/>
          <p:nvPr/>
        </p:nvSpPr>
        <p:spPr>
          <a:xfrm>
            <a:off x="2234676" y="4107384"/>
            <a:ext cx="508643" cy="254322"/>
          </a:xfrm>
          <a:custGeom>
            <a:avLst/>
            <a:gdLst/>
            <a:ahLst/>
            <a:cxnLst/>
            <a:rect l="l" t="t" r="r" b="b"/>
            <a:pathLst>
              <a:path w="635832" h="317916">
                <a:moveTo>
                  <a:pt x="0" y="0"/>
                </a:moveTo>
                <a:lnTo>
                  <a:pt x="635832" y="0"/>
                </a:lnTo>
                <a:lnTo>
                  <a:pt x="635832" y="317916"/>
                </a:lnTo>
                <a:lnTo>
                  <a:pt x="0" y="3179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SG" sz="1088"/>
          </a:p>
        </p:txBody>
      </p:sp>
      <p:sp>
        <p:nvSpPr>
          <p:cNvPr id="11" name="Freeform 11"/>
          <p:cNvSpPr/>
          <p:nvPr/>
        </p:nvSpPr>
        <p:spPr>
          <a:xfrm>
            <a:off x="2188598" y="4683453"/>
            <a:ext cx="508643" cy="254322"/>
          </a:xfrm>
          <a:custGeom>
            <a:avLst/>
            <a:gdLst/>
            <a:ahLst/>
            <a:cxnLst/>
            <a:rect l="l" t="t" r="r" b="b"/>
            <a:pathLst>
              <a:path w="635832" h="317916">
                <a:moveTo>
                  <a:pt x="0" y="0"/>
                </a:moveTo>
                <a:lnTo>
                  <a:pt x="635831" y="0"/>
                </a:lnTo>
                <a:lnTo>
                  <a:pt x="635831" y="317916"/>
                </a:lnTo>
                <a:lnTo>
                  <a:pt x="0" y="3179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SG" sz="1088"/>
          </a:p>
        </p:txBody>
      </p:sp>
      <p:sp>
        <p:nvSpPr>
          <p:cNvPr id="12" name="Freeform 12"/>
          <p:cNvSpPr/>
          <p:nvPr/>
        </p:nvSpPr>
        <p:spPr>
          <a:xfrm>
            <a:off x="2223102" y="1910293"/>
            <a:ext cx="508643" cy="254322"/>
          </a:xfrm>
          <a:custGeom>
            <a:avLst/>
            <a:gdLst/>
            <a:ahLst/>
            <a:cxnLst/>
            <a:rect l="l" t="t" r="r" b="b"/>
            <a:pathLst>
              <a:path w="635832" h="317916">
                <a:moveTo>
                  <a:pt x="0" y="0"/>
                </a:moveTo>
                <a:lnTo>
                  <a:pt x="635832" y="0"/>
                </a:lnTo>
                <a:lnTo>
                  <a:pt x="635832" y="317916"/>
                </a:lnTo>
                <a:lnTo>
                  <a:pt x="0" y="3179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SG" sz="1088"/>
          </a:p>
        </p:txBody>
      </p:sp>
      <p:sp>
        <p:nvSpPr>
          <p:cNvPr id="13" name="Freeform 13"/>
          <p:cNvSpPr/>
          <p:nvPr/>
        </p:nvSpPr>
        <p:spPr>
          <a:xfrm>
            <a:off x="2197016" y="1316727"/>
            <a:ext cx="508643" cy="254322"/>
          </a:xfrm>
          <a:custGeom>
            <a:avLst/>
            <a:gdLst/>
            <a:ahLst/>
            <a:cxnLst/>
            <a:rect l="l" t="t" r="r" b="b"/>
            <a:pathLst>
              <a:path w="635832" h="317916">
                <a:moveTo>
                  <a:pt x="0" y="0"/>
                </a:moveTo>
                <a:lnTo>
                  <a:pt x="635832" y="0"/>
                </a:lnTo>
                <a:lnTo>
                  <a:pt x="635832" y="317915"/>
                </a:lnTo>
                <a:lnTo>
                  <a:pt x="0" y="31791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SG" sz="1088"/>
          </a:p>
        </p:txBody>
      </p:sp>
      <p:sp>
        <p:nvSpPr>
          <p:cNvPr id="14" name="Freeform 14"/>
          <p:cNvSpPr/>
          <p:nvPr/>
        </p:nvSpPr>
        <p:spPr>
          <a:xfrm>
            <a:off x="6315017" y="4557211"/>
            <a:ext cx="252484" cy="252484"/>
          </a:xfrm>
          <a:custGeom>
            <a:avLst/>
            <a:gdLst/>
            <a:ahLst/>
            <a:cxnLst/>
            <a:rect l="l" t="t" r="r" b="b"/>
            <a:pathLst>
              <a:path w="315619" h="315619">
                <a:moveTo>
                  <a:pt x="0" y="0"/>
                </a:moveTo>
                <a:lnTo>
                  <a:pt x="315619" y="0"/>
                </a:lnTo>
                <a:lnTo>
                  <a:pt x="315619" y="315619"/>
                </a:lnTo>
                <a:lnTo>
                  <a:pt x="0" y="3156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15" name="Freeform 15"/>
          <p:cNvSpPr/>
          <p:nvPr/>
        </p:nvSpPr>
        <p:spPr>
          <a:xfrm>
            <a:off x="6329152" y="1737345"/>
            <a:ext cx="252484" cy="252484"/>
          </a:xfrm>
          <a:custGeom>
            <a:avLst/>
            <a:gdLst/>
            <a:ahLst/>
            <a:cxnLst/>
            <a:rect l="l" t="t" r="r" b="b"/>
            <a:pathLst>
              <a:path w="315619" h="315619">
                <a:moveTo>
                  <a:pt x="0" y="0"/>
                </a:moveTo>
                <a:lnTo>
                  <a:pt x="315619" y="0"/>
                </a:lnTo>
                <a:lnTo>
                  <a:pt x="315619" y="315619"/>
                </a:lnTo>
                <a:lnTo>
                  <a:pt x="0" y="3156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16" name="Freeform 16"/>
          <p:cNvSpPr/>
          <p:nvPr/>
        </p:nvSpPr>
        <p:spPr>
          <a:xfrm>
            <a:off x="6337202" y="1176978"/>
            <a:ext cx="252484" cy="252484"/>
          </a:xfrm>
          <a:custGeom>
            <a:avLst/>
            <a:gdLst/>
            <a:ahLst/>
            <a:cxnLst/>
            <a:rect l="l" t="t" r="r" b="b"/>
            <a:pathLst>
              <a:path w="315619" h="315619">
                <a:moveTo>
                  <a:pt x="0" y="0"/>
                </a:moveTo>
                <a:lnTo>
                  <a:pt x="315619" y="0"/>
                </a:lnTo>
                <a:lnTo>
                  <a:pt x="315619" y="315620"/>
                </a:lnTo>
                <a:lnTo>
                  <a:pt x="0" y="31562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17" name="Freeform 17"/>
          <p:cNvSpPr/>
          <p:nvPr/>
        </p:nvSpPr>
        <p:spPr>
          <a:xfrm>
            <a:off x="6336382" y="613519"/>
            <a:ext cx="252484" cy="252484"/>
          </a:xfrm>
          <a:custGeom>
            <a:avLst/>
            <a:gdLst/>
            <a:ahLst/>
            <a:cxnLst/>
            <a:rect l="l" t="t" r="r" b="b"/>
            <a:pathLst>
              <a:path w="315619" h="315619">
                <a:moveTo>
                  <a:pt x="0" y="0"/>
                </a:moveTo>
                <a:lnTo>
                  <a:pt x="315619" y="0"/>
                </a:lnTo>
                <a:lnTo>
                  <a:pt x="315619" y="315619"/>
                </a:lnTo>
                <a:lnTo>
                  <a:pt x="0" y="3156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18" name="Freeform 18"/>
          <p:cNvSpPr/>
          <p:nvPr/>
        </p:nvSpPr>
        <p:spPr>
          <a:xfrm>
            <a:off x="6270693" y="3379461"/>
            <a:ext cx="252484" cy="252484"/>
          </a:xfrm>
          <a:custGeom>
            <a:avLst/>
            <a:gdLst/>
            <a:ahLst/>
            <a:cxnLst/>
            <a:rect l="l" t="t" r="r" b="b"/>
            <a:pathLst>
              <a:path w="315619" h="315619">
                <a:moveTo>
                  <a:pt x="0" y="0"/>
                </a:moveTo>
                <a:lnTo>
                  <a:pt x="315619" y="0"/>
                </a:lnTo>
                <a:lnTo>
                  <a:pt x="315619" y="315619"/>
                </a:lnTo>
                <a:lnTo>
                  <a:pt x="0" y="3156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19" name="Freeform 19"/>
          <p:cNvSpPr/>
          <p:nvPr/>
        </p:nvSpPr>
        <p:spPr>
          <a:xfrm>
            <a:off x="6304291" y="2886810"/>
            <a:ext cx="252484" cy="252484"/>
          </a:xfrm>
          <a:custGeom>
            <a:avLst/>
            <a:gdLst/>
            <a:ahLst/>
            <a:cxnLst/>
            <a:rect l="l" t="t" r="r" b="b"/>
            <a:pathLst>
              <a:path w="315619" h="315619">
                <a:moveTo>
                  <a:pt x="0" y="0"/>
                </a:moveTo>
                <a:lnTo>
                  <a:pt x="315619" y="0"/>
                </a:lnTo>
                <a:lnTo>
                  <a:pt x="315619" y="315619"/>
                </a:lnTo>
                <a:lnTo>
                  <a:pt x="0" y="3156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20" name="Freeform 20"/>
          <p:cNvSpPr/>
          <p:nvPr/>
        </p:nvSpPr>
        <p:spPr>
          <a:xfrm>
            <a:off x="6304291" y="2300804"/>
            <a:ext cx="252484" cy="252484"/>
          </a:xfrm>
          <a:custGeom>
            <a:avLst/>
            <a:gdLst/>
            <a:ahLst/>
            <a:cxnLst/>
            <a:rect l="l" t="t" r="r" b="b"/>
            <a:pathLst>
              <a:path w="315619" h="315619">
                <a:moveTo>
                  <a:pt x="0" y="0"/>
                </a:moveTo>
                <a:lnTo>
                  <a:pt x="315619" y="0"/>
                </a:lnTo>
                <a:lnTo>
                  <a:pt x="315619" y="315619"/>
                </a:lnTo>
                <a:lnTo>
                  <a:pt x="0" y="3156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21" name="Freeform 21"/>
          <p:cNvSpPr/>
          <p:nvPr/>
        </p:nvSpPr>
        <p:spPr>
          <a:xfrm>
            <a:off x="6299779" y="3950164"/>
            <a:ext cx="252484" cy="252484"/>
          </a:xfrm>
          <a:custGeom>
            <a:avLst/>
            <a:gdLst/>
            <a:ahLst/>
            <a:cxnLst/>
            <a:rect l="l" t="t" r="r" b="b"/>
            <a:pathLst>
              <a:path w="315619" h="315619">
                <a:moveTo>
                  <a:pt x="0" y="0"/>
                </a:moveTo>
                <a:lnTo>
                  <a:pt x="315619" y="0"/>
                </a:lnTo>
                <a:lnTo>
                  <a:pt x="315619" y="315620"/>
                </a:lnTo>
                <a:lnTo>
                  <a:pt x="0" y="31562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22" name="TextBox 22"/>
          <p:cNvSpPr txBox="1"/>
          <p:nvPr/>
        </p:nvSpPr>
        <p:spPr>
          <a:xfrm>
            <a:off x="3694257" y="121972"/>
            <a:ext cx="2922253" cy="352019"/>
          </a:xfrm>
          <a:prstGeom prst="rect">
            <a:avLst/>
          </a:prstGeom>
        </p:spPr>
        <p:txBody>
          <a:bodyPr wrap="square" lIns="0" tIns="0" rIns="0" bIns="0" rtlCol="0" anchor="t">
            <a:spAutoFit/>
          </a:bodyPr>
          <a:lstStyle/>
          <a:p>
            <a:pPr>
              <a:lnSpc>
                <a:spcPts val="2670"/>
              </a:lnSpc>
              <a:spcBef>
                <a:spcPct val="0"/>
              </a:spcBef>
            </a:pPr>
            <a:r>
              <a:rPr lang="en-US" sz="2400" b="1" dirty="0">
                <a:solidFill>
                  <a:srgbClr val="FFFFFF"/>
                </a:solidFill>
                <a:latin typeface="League Spartan" panose="020B0604020202020204" charset="0"/>
                <a:ea typeface="Canva Sans Bold"/>
                <a:cs typeface="Canva Sans Bold"/>
                <a:sym typeface="Canva Sans Bold"/>
              </a:rPr>
              <a:t>Confirmed Plan</a:t>
            </a:r>
          </a:p>
        </p:txBody>
      </p:sp>
      <p:sp>
        <p:nvSpPr>
          <p:cNvPr id="23" name="TextBox 23"/>
          <p:cNvSpPr txBox="1"/>
          <p:nvPr/>
        </p:nvSpPr>
        <p:spPr>
          <a:xfrm>
            <a:off x="3242014" y="762182"/>
            <a:ext cx="1162809" cy="215957"/>
          </a:xfrm>
          <a:prstGeom prst="rect">
            <a:avLst/>
          </a:prstGeom>
        </p:spPr>
        <p:txBody>
          <a:bodyPr wrap="square" lIns="0" tIns="0" rIns="0" bIns="0" rtlCol="0" anchor="t">
            <a:spAutoFit/>
          </a:bodyPr>
          <a:lstStyle/>
          <a:p>
            <a:pPr>
              <a:lnSpc>
                <a:spcPts val="1810"/>
              </a:lnSpc>
              <a:spcBef>
                <a:spcPct val="0"/>
              </a:spcBef>
            </a:pPr>
            <a:r>
              <a:rPr lang="en-US" sz="1293" b="1" dirty="0">
                <a:solidFill>
                  <a:srgbClr val="000000"/>
                </a:solidFill>
                <a:latin typeface="Canva Sans Bold"/>
                <a:ea typeface="Canva Sans Bold"/>
                <a:cs typeface="Canva Sans Bold"/>
                <a:sym typeface="Canva Sans Bold"/>
              </a:rPr>
              <a:t>Burger Queen</a:t>
            </a:r>
          </a:p>
        </p:txBody>
      </p:sp>
      <p:sp>
        <p:nvSpPr>
          <p:cNvPr id="24" name="TextBox 24"/>
          <p:cNvSpPr txBox="1"/>
          <p:nvPr/>
        </p:nvSpPr>
        <p:spPr>
          <a:xfrm>
            <a:off x="3179764" y="3040435"/>
            <a:ext cx="948739" cy="215957"/>
          </a:xfrm>
          <a:prstGeom prst="rect">
            <a:avLst/>
          </a:prstGeom>
        </p:spPr>
        <p:txBody>
          <a:bodyPr lIns="0" tIns="0" rIns="0" bIns="0" rtlCol="0" anchor="t">
            <a:spAutoFit/>
          </a:bodyPr>
          <a:lstStyle/>
          <a:p>
            <a:pPr>
              <a:lnSpc>
                <a:spcPts val="1810"/>
              </a:lnSpc>
              <a:spcBef>
                <a:spcPct val="0"/>
              </a:spcBef>
            </a:pPr>
            <a:r>
              <a:rPr lang="en-US" sz="1293" b="1" dirty="0">
                <a:solidFill>
                  <a:srgbClr val="000000"/>
                </a:solidFill>
                <a:latin typeface="Canva Sans Bold"/>
                <a:ea typeface="Canva Sans Bold"/>
                <a:cs typeface="Canva Sans Bold"/>
                <a:sym typeface="Canva Sans Bold"/>
              </a:rPr>
              <a:t>Music Show</a:t>
            </a:r>
          </a:p>
        </p:txBody>
      </p:sp>
      <p:sp>
        <p:nvSpPr>
          <p:cNvPr id="25" name="TextBox 25"/>
          <p:cNvSpPr txBox="1"/>
          <p:nvPr/>
        </p:nvSpPr>
        <p:spPr>
          <a:xfrm>
            <a:off x="3235420" y="1938907"/>
            <a:ext cx="1015730" cy="215957"/>
          </a:xfrm>
          <a:prstGeom prst="rect">
            <a:avLst/>
          </a:prstGeom>
        </p:spPr>
        <p:txBody>
          <a:bodyPr lIns="0" tIns="0" rIns="0" bIns="0" rtlCol="0" anchor="t">
            <a:spAutoFit/>
          </a:bodyPr>
          <a:lstStyle/>
          <a:p>
            <a:pPr>
              <a:lnSpc>
                <a:spcPts val="1810"/>
              </a:lnSpc>
              <a:spcBef>
                <a:spcPct val="0"/>
              </a:spcBef>
            </a:pPr>
            <a:r>
              <a:rPr lang="en-US" sz="1293" b="1" dirty="0">
                <a:solidFill>
                  <a:srgbClr val="000000"/>
                </a:solidFill>
                <a:latin typeface="Canva Sans Bold"/>
                <a:ea typeface="Canva Sans Bold"/>
                <a:cs typeface="Canva Sans Bold"/>
                <a:sym typeface="Canva Sans Bold"/>
              </a:rPr>
              <a:t>Bumper cars</a:t>
            </a:r>
          </a:p>
        </p:txBody>
      </p:sp>
      <p:sp>
        <p:nvSpPr>
          <p:cNvPr id="26" name="TextBox 26"/>
          <p:cNvSpPr txBox="1"/>
          <p:nvPr/>
        </p:nvSpPr>
        <p:spPr>
          <a:xfrm>
            <a:off x="3184687" y="3606552"/>
            <a:ext cx="1220136" cy="215957"/>
          </a:xfrm>
          <a:prstGeom prst="rect">
            <a:avLst/>
          </a:prstGeom>
        </p:spPr>
        <p:txBody>
          <a:bodyPr wrap="square" lIns="0" tIns="0" rIns="0" bIns="0" rtlCol="0" anchor="t">
            <a:spAutoFit/>
          </a:bodyPr>
          <a:lstStyle/>
          <a:p>
            <a:pPr>
              <a:lnSpc>
                <a:spcPts val="1810"/>
              </a:lnSpc>
              <a:spcBef>
                <a:spcPct val="0"/>
              </a:spcBef>
            </a:pPr>
            <a:r>
              <a:rPr lang="en-US" sz="1293" b="1" dirty="0">
                <a:solidFill>
                  <a:srgbClr val="000000"/>
                </a:solidFill>
                <a:latin typeface="Canva Sans Bold"/>
                <a:ea typeface="Canva Sans Bold"/>
                <a:cs typeface="Canva Sans Bold"/>
                <a:sym typeface="Canva Sans Bold"/>
              </a:rPr>
              <a:t>Ferris wheels</a:t>
            </a:r>
          </a:p>
        </p:txBody>
      </p:sp>
      <p:sp>
        <p:nvSpPr>
          <p:cNvPr id="27" name="TextBox 27"/>
          <p:cNvSpPr txBox="1"/>
          <p:nvPr/>
        </p:nvSpPr>
        <p:spPr>
          <a:xfrm>
            <a:off x="3206537" y="4683453"/>
            <a:ext cx="807144" cy="215957"/>
          </a:xfrm>
          <a:prstGeom prst="rect">
            <a:avLst/>
          </a:prstGeom>
        </p:spPr>
        <p:txBody>
          <a:bodyPr wrap="square" lIns="0" tIns="0" rIns="0" bIns="0" rtlCol="0" anchor="t">
            <a:spAutoFit/>
          </a:bodyPr>
          <a:lstStyle/>
          <a:p>
            <a:pPr>
              <a:lnSpc>
                <a:spcPts val="1810"/>
              </a:lnSpc>
              <a:spcBef>
                <a:spcPct val="0"/>
              </a:spcBef>
            </a:pPr>
            <a:r>
              <a:rPr lang="en-US" sz="1293" b="1" dirty="0">
                <a:solidFill>
                  <a:srgbClr val="000000"/>
                </a:solidFill>
                <a:latin typeface="Canva Sans Bold"/>
                <a:ea typeface="Canva Sans Bold"/>
                <a:cs typeface="Canva Sans Bold"/>
                <a:sym typeface="Canva Sans Bold"/>
              </a:rPr>
              <a:t>Fireworks</a:t>
            </a:r>
          </a:p>
        </p:txBody>
      </p:sp>
      <p:sp>
        <p:nvSpPr>
          <p:cNvPr id="28" name="TextBox 28"/>
          <p:cNvSpPr txBox="1"/>
          <p:nvPr/>
        </p:nvSpPr>
        <p:spPr>
          <a:xfrm>
            <a:off x="3206537" y="4172669"/>
            <a:ext cx="1541510" cy="215957"/>
          </a:xfrm>
          <a:prstGeom prst="rect">
            <a:avLst/>
          </a:prstGeom>
        </p:spPr>
        <p:txBody>
          <a:bodyPr wrap="square" lIns="0" tIns="0" rIns="0" bIns="0" rtlCol="0" anchor="t">
            <a:spAutoFit/>
          </a:bodyPr>
          <a:lstStyle/>
          <a:p>
            <a:pPr>
              <a:lnSpc>
                <a:spcPts val="1810"/>
              </a:lnSpc>
              <a:spcBef>
                <a:spcPct val="0"/>
              </a:spcBef>
            </a:pPr>
            <a:r>
              <a:rPr lang="en-US" sz="1293" b="1" dirty="0">
                <a:solidFill>
                  <a:srgbClr val="000000"/>
                </a:solidFill>
                <a:latin typeface="Canva Sans Bold"/>
                <a:ea typeface="Canva Sans Bold"/>
                <a:cs typeface="Canva Sans Bold"/>
                <a:sym typeface="Canva Sans Bold"/>
              </a:rPr>
              <a:t>Ice Cream Corner</a:t>
            </a:r>
          </a:p>
        </p:txBody>
      </p:sp>
      <p:sp>
        <p:nvSpPr>
          <p:cNvPr id="29" name="TextBox 29"/>
          <p:cNvSpPr txBox="1"/>
          <p:nvPr/>
        </p:nvSpPr>
        <p:spPr>
          <a:xfrm>
            <a:off x="3179764" y="2506497"/>
            <a:ext cx="956901" cy="215957"/>
          </a:xfrm>
          <a:prstGeom prst="rect">
            <a:avLst/>
          </a:prstGeom>
        </p:spPr>
        <p:txBody>
          <a:bodyPr lIns="0" tIns="0" rIns="0" bIns="0" rtlCol="0" anchor="t">
            <a:spAutoFit/>
          </a:bodyPr>
          <a:lstStyle/>
          <a:p>
            <a:pPr>
              <a:lnSpc>
                <a:spcPts val="1810"/>
              </a:lnSpc>
              <a:spcBef>
                <a:spcPct val="0"/>
              </a:spcBef>
            </a:pPr>
            <a:r>
              <a:rPr lang="en-US" sz="1293" b="1" dirty="0">
                <a:solidFill>
                  <a:srgbClr val="000000"/>
                </a:solidFill>
                <a:latin typeface="Canva Sans Bold"/>
                <a:ea typeface="Canva Sans Bold"/>
                <a:cs typeface="Canva Sans Bold"/>
                <a:sym typeface="Canva Sans Bold"/>
              </a:rPr>
              <a:t>Pizza House</a:t>
            </a:r>
          </a:p>
        </p:txBody>
      </p:sp>
      <p:sp>
        <p:nvSpPr>
          <p:cNvPr id="30" name="TextBox 30"/>
          <p:cNvSpPr txBox="1"/>
          <p:nvPr/>
        </p:nvSpPr>
        <p:spPr>
          <a:xfrm>
            <a:off x="3206537" y="1370145"/>
            <a:ext cx="1256129" cy="215957"/>
          </a:xfrm>
          <a:prstGeom prst="rect">
            <a:avLst/>
          </a:prstGeom>
        </p:spPr>
        <p:txBody>
          <a:bodyPr lIns="0" tIns="0" rIns="0" bIns="0" rtlCol="0" anchor="t">
            <a:spAutoFit/>
          </a:bodyPr>
          <a:lstStyle/>
          <a:p>
            <a:pPr>
              <a:lnSpc>
                <a:spcPts val="1810"/>
              </a:lnSpc>
              <a:spcBef>
                <a:spcPct val="0"/>
              </a:spcBef>
            </a:pPr>
            <a:r>
              <a:rPr lang="en-US" sz="1293" b="1" dirty="0">
                <a:solidFill>
                  <a:srgbClr val="000000"/>
                </a:solidFill>
                <a:latin typeface="Canva Sans Bold"/>
                <a:ea typeface="Canva Sans Bold"/>
                <a:cs typeface="Canva Sans Bold"/>
                <a:sym typeface="Canva Sans Bold"/>
              </a:rPr>
              <a:t>Castle Playtime</a:t>
            </a:r>
          </a:p>
        </p:txBody>
      </p:sp>
      <p:sp>
        <p:nvSpPr>
          <p:cNvPr id="31" name="TextBox 31"/>
          <p:cNvSpPr txBox="1"/>
          <p:nvPr/>
        </p:nvSpPr>
        <p:spPr>
          <a:xfrm>
            <a:off x="2889252" y="759074"/>
            <a:ext cx="135292" cy="215957"/>
          </a:xfrm>
          <a:prstGeom prst="rect">
            <a:avLst/>
          </a:prstGeom>
        </p:spPr>
        <p:txBody>
          <a:bodyPr lIns="0" tIns="0" rIns="0" bIns="0" rtlCol="0" anchor="t">
            <a:spAutoFit/>
          </a:bodyPr>
          <a:lstStyle/>
          <a:p>
            <a:pPr>
              <a:lnSpc>
                <a:spcPts val="1810"/>
              </a:lnSpc>
              <a:spcBef>
                <a:spcPct val="0"/>
              </a:spcBef>
            </a:pPr>
            <a:r>
              <a:rPr lang="en-US" sz="1293" b="1" dirty="0">
                <a:solidFill>
                  <a:srgbClr val="000000"/>
                </a:solidFill>
                <a:latin typeface="Canva Sans Bold"/>
                <a:ea typeface="Canva Sans Bold"/>
                <a:cs typeface="Canva Sans Bold"/>
                <a:sym typeface="Canva Sans Bold"/>
              </a:rPr>
              <a:t>1.</a:t>
            </a:r>
          </a:p>
        </p:txBody>
      </p:sp>
      <p:sp>
        <p:nvSpPr>
          <p:cNvPr id="32" name="TextBox 32"/>
          <p:cNvSpPr txBox="1"/>
          <p:nvPr/>
        </p:nvSpPr>
        <p:spPr>
          <a:xfrm>
            <a:off x="2862751" y="1363424"/>
            <a:ext cx="136832" cy="446789"/>
          </a:xfrm>
          <a:prstGeom prst="rect">
            <a:avLst/>
          </a:prstGeom>
        </p:spPr>
        <p:txBody>
          <a:bodyPr lIns="0" tIns="0" rIns="0" bIns="0" rtlCol="0" anchor="t">
            <a:spAutoFit/>
          </a:bodyPr>
          <a:lstStyle/>
          <a:p>
            <a:pPr>
              <a:lnSpc>
                <a:spcPts val="1810"/>
              </a:lnSpc>
              <a:spcBef>
                <a:spcPct val="0"/>
              </a:spcBef>
            </a:pPr>
            <a:r>
              <a:rPr lang="en-US" sz="1293" b="1" dirty="0">
                <a:solidFill>
                  <a:srgbClr val="000000"/>
                </a:solidFill>
                <a:latin typeface="Canva Sans Bold"/>
                <a:ea typeface="Canva Sans Bold"/>
                <a:cs typeface="Canva Sans Bold"/>
                <a:sym typeface="Canva Sans Bold"/>
              </a:rPr>
              <a:t>2.</a:t>
            </a:r>
          </a:p>
        </p:txBody>
      </p:sp>
      <p:sp>
        <p:nvSpPr>
          <p:cNvPr id="33" name="TextBox 33"/>
          <p:cNvSpPr txBox="1"/>
          <p:nvPr/>
        </p:nvSpPr>
        <p:spPr>
          <a:xfrm>
            <a:off x="2836350" y="1922137"/>
            <a:ext cx="138372" cy="446789"/>
          </a:xfrm>
          <a:prstGeom prst="rect">
            <a:avLst/>
          </a:prstGeom>
        </p:spPr>
        <p:txBody>
          <a:bodyPr lIns="0" tIns="0" rIns="0" bIns="0" rtlCol="0" anchor="t">
            <a:spAutoFit/>
          </a:bodyPr>
          <a:lstStyle/>
          <a:p>
            <a:pPr>
              <a:lnSpc>
                <a:spcPts val="1810"/>
              </a:lnSpc>
              <a:spcBef>
                <a:spcPct val="0"/>
              </a:spcBef>
            </a:pPr>
            <a:r>
              <a:rPr lang="en-US" sz="1293" b="1" dirty="0">
                <a:solidFill>
                  <a:srgbClr val="000000"/>
                </a:solidFill>
                <a:latin typeface="Canva Sans Bold"/>
                <a:ea typeface="Canva Sans Bold"/>
                <a:cs typeface="Canva Sans Bold"/>
                <a:sym typeface="Canva Sans Bold"/>
              </a:rPr>
              <a:t>3.</a:t>
            </a:r>
          </a:p>
        </p:txBody>
      </p:sp>
      <p:sp>
        <p:nvSpPr>
          <p:cNvPr id="34" name="TextBox 34"/>
          <p:cNvSpPr txBox="1"/>
          <p:nvPr/>
        </p:nvSpPr>
        <p:spPr>
          <a:xfrm>
            <a:off x="2790793" y="4732046"/>
            <a:ext cx="143916" cy="446789"/>
          </a:xfrm>
          <a:prstGeom prst="rect">
            <a:avLst/>
          </a:prstGeom>
        </p:spPr>
        <p:txBody>
          <a:bodyPr lIns="0" tIns="0" rIns="0" bIns="0" rtlCol="0" anchor="t">
            <a:spAutoFit/>
          </a:bodyPr>
          <a:lstStyle/>
          <a:p>
            <a:pPr>
              <a:lnSpc>
                <a:spcPts val="1810"/>
              </a:lnSpc>
              <a:spcBef>
                <a:spcPct val="0"/>
              </a:spcBef>
            </a:pPr>
            <a:r>
              <a:rPr lang="en-US" sz="1293" b="1" dirty="0">
                <a:solidFill>
                  <a:srgbClr val="000000"/>
                </a:solidFill>
                <a:latin typeface="Canva Sans Bold"/>
                <a:ea typeface="Canva Sans Bold"/>
                <a:cs typeface="Canva Sans Bold"/>
                <a:sym typeface="Canva Sans Bold"/>
              </a:rPr>
              <a:t>8.</a:t>
            </a:r>
          </a:p>
        </p:txBody>
      </p:sp>
      <p:sp>
        <p:nvSpPr>
          <p:cNvPr id="35" name="TextBox 35"/>
          <p:cNvSpPr txBox="1"/>
          <p:nvPr/>
        </p:nvSpPr>
        <p:spPr>
          <a:xfrm>
            <a:off x="2836350" y="4155444"/>
            <a:ext cx="110421" cy="446789"/>
          </a:xfrm>
          <a:prstGeom prst="rect">
            <a:avLst/>
          </a:prstGeom>
        </p:spPr>
        <p:txBody>
          <a:bodyPr lIns="0" tIns="0" rIns="0" bIns="0" rtlCol="0" anchor="t">
            <a:spAutoFit/>
          </a:bodyPr>
          <a:lstStyle/>
          <a:p>
            <a:pPr>
              <a:lnSpc>
                <a:spcPts val="1810"/>
              </a:lnSpc>
              <a:spcBef>
                <a:spcPct val="0"/>
              </a:spcBef>
            </a:pPr>
            <a:r>
              <a:rPr lang="en-US" sz="1293" b="1" dirty="0">
                <a:solidFill>
                  <a:srgbClr val="000000"/>
                </a:solidFill>
                <a:latin typeface="Canva Sans Bold"/>
                <a:ea typeface="Canva Sans Bold"/>
                <a:cs typeface="Canva Sans Bold"/>
                <a:sym typeface="Canva Sans Bold"/>
              </a:rPr>
              <a:t>7.</a:t>
            </a:r>
          </a:p>
        </p:txBody>
      </p:sp>
      <p:sp>
        <p:nvSpPr>
          <p:cNvPr id="36" name="TextBox 36"/>
          <p:cNvSpPr txBox="1"/>
          <p:nvPr/>
        </p:nvSpPr>
        <p:spPr>
          <a:xfrm>
            <a:off x="2836350" y="3654144"/>
            <a:ext cx="147227" cy="446789"/>
          </a:xfrm>
          <a:prstGeom prst="rect">
            <a:avLst/>
          </a:prstGeom>
        </p:spPr>
        <p:txBody>
          <a:bodyPr lIns="0" tIns="0" rIns="0" bIns="0" rtlCol="0" anchor="t">
            <a:spAutoFit/>
          </a:bodyPr>
          <a:lstStyle/>
          <a:p>
            <a:pPr>
              <a:lnSpc>
                <a:spcPts val="1810"/>
              </a:lnSpc>
              <a:spcBef>
                <a:spcPct val="0"/>
              </a:spcBef>
            </a:pPr>
            <a:r>
              <a:rPr lang="en-US" sz="1293" b="1" dirty="0">
                <a:solidFill>
                  <a:srgbClr val="000000"/>
                </a:solidFill>
                <a:latin typeface="Canva Sans Bold"/>
                <a:ea typeface="Canva Sans Bold"/>
                <a:cs typeface="Canva Sans Bold"/>
                <a:sym typeface="Canva Sans Bold"/>
              </a:rPr>
              <a:t>6.</a:t>
            </a:r>
          </a:p>
        </p:txBody>
      </p:sp>
      <p:sp>
        <p:nvSpPr>
          <p:cNvPr id="37" name="TextBox 37"/>
          <p:cNvSpPr txBox="1"/>
          <p:nvPr/>
        </p:nvSpPr>
        <p:spPr>
          <a:xfrm>
            <a:off x="2836350" y="3022278"/>
            <a:ext cx="141144" cy="446789"/>
          </a:xfrm>
          <a:prstGeom prst="rect">
            <a:avLst/>
          </a:prstGeom>
        </p:spPr>
        <p:txBody>
          <a:bodyPr lIns="0" tIns="0" rIns="0" bIns="0" rtlCol="0" anchor="t">
            <a:spAutoFit/>
          </a:bodyPr>
          <a:lstStyle/>
          <a:p>
            <a:pPr>
              <a:lnSpc>
                <a:spcPts val="1810"/>
              </a:lnSpc>
              <a:spcBef>
                <a:spcPct val="0"/>
              </a:spcBef>
            </a:pPr>
            <a:r>
              <a:rPr lang="en-US" sz="1293" b="1" dirty="0">
                <a:solidFill>
                  <a:srgbClr val="000000"/>
                </a:solidFill>
                <a:latin typeface="Canva Sans Bold"/>
                <a:ea typeface="Canva Sans Bold"/>
                <a:cs typeface="Canva Sans Bold"/>
                <a:sym typeface="Canva Sans Bold"/>
              </a:rPr>
              <a:t>5.</a:t>
            </a:r>
          </a:p>
        </p:txBody>
      </p:sp>
      <p:sp>
        <p:nvSpPr>
          <p:cNvPr id="38" name="TextBox 38"/>
          <p:cNvSpPr txBox="1"/>
          <p:nvPr/>
        </p:nvSpPr>
        <p:spPr>
          <a:xfrm>
            <a:off x="2848964" y="2385378"/>
            <a:ext cx="145534" cy="446789"/>
          </a:xfrm>
          <a:prstGeom prst="rect">
            <a:avLst/>
          </a:prstGeom>
        </p:spPr>
        <p:txBody>
          <a:bodyPr lIns="0" tIns="0" rIns="0" bIns="0" rtlCol="0" anchor="t">
            <a:spAutoFit/>
          </a:bodyPr>
          <a:lstStyle/>
          <a:p>
            <a:pPr>
              <a:lnSpc>
                <a:spcPts val="1810"/>
              </a:lnSpc>
              <a:spcBef>
                <a:spcPct val="0"/>
              </a:spcBef>
            </a:pPr>
            <a:r>
              <a:rPr lang="en-US" sz="1293" b="1" dirty="0">
                <a:solidFill>
                  <a:srgbClr val="000000"/>
                </a:solidFill>
                <a:latin typeface="Canva Sans Bold"/>
                <a:ea typeface="Canva Sans Bold"/>
                <a:cs typeface="Canva Sans Bold"/>
                <a:sym typeface="Canva Sans Bold"/>
              </a:rPr>
              <a:t>4.</a:t>
            </a:r>
          </a:p>
        </p:txBody>
      </p:sp>
      <p:sp>
        <p:nvSpPr>
          <p:cNvPr id="39" name="TextBox 39"/>
          <p:cNvSpPr txBox="1"/>
          <p:nvPr/>
        </p:nvSpPr>
        <p:spPr>
          <a:xfrm>
            <a:off x="6008120" y="3693609"/>
            <a:ext cx="447226" cy="168892"/>
          </a:xfrm>
          <a:prstGeom prst="rect">
            <a:avLst/>
          </a:prstGeom>
        </p:spPr>
        <p:txBody>
          <a:bodyPr lIns="0" tIns="0" rIns="0" bIns="0" rtlCol="0" anchor="t">
            <a:spAutoFit/>
          </a:bodyPr>
          <a:lstStyle/>
          <a:p>
            <a:pPr>
              <a:lnSpc>
                <a:spcPts val="1448"/>
              </a:lnSpc>
              <a:spcBef>
                <a:spcPct val="0"/>
              </a:spcBef>
            </a:pPr>
            <a:r>
              <a:rPr lang="en-US" sz="1034" dirty="0">
                <a:solidFill>
                  <a:srgbClr val="000000"/>
                </a:solidFill>
                <a:latin typeface="Canva Sans"/>
                <a:ea typeface="Canva Sans"/>
                <a:cs typeface="Canva Sans"/>
                <a:sym typeface="Canva Sans"/>
              </a:rPr>
              <a:t>500 m </a:t>
            </a:r>
          </a:p>
        </p:txBody>
      </p:sp>
      <p:sp>
        <p:nvSpPr>
          <p:cNvPr id="40" name="TextBox 40"/>
          <p:cNvSpPr txBox="1"/>
          <p:nvPr/>
        </p:nvSpPr>
        <p:spPr>
          <a:xfrm>
            <a:off x="6120466" y="1992380"/>
            <a:ext cx="334880" cy="168892"/>
          </a:xfrm>
          <a:prstGeom prst="rect">
            <a:avLst/>
          </a:prstGeom>
        </p:spPr>
        <p:txBody>
          <a:bodyPr lIns="0" tIns="0" rIns="0" bIns="0" rtlCol="0" anchor="t">
            <a:spAutoFit/>
          </a:bodyPr>
          <a:lstStyle/>
          <a:p>
            <a:pPr>
              <a:lnSpc>
                <a:spcPts val="1448"/>
              </a:lnSpc>
              <a:spcBef>
                <a:spcPct val="0"/>
              </a:spcBef>
            </a:pPr>
            <a:r>
              <a:rPr lang="en-US" sz="1034" dirty="0">
                <a:solidFill>
                  <a:srgbClr val="000000"/>
                </a:solidFill>
                <a:latin typeface="Canva Sans"/>
                <a:ea typeface="Canva Sans"/>
                <a:cs typeface="Canva Sans"/>
                <a:sym typeface="Canva Sans"/>
              </a:rPr>
              <a:t>25 m </a:t>
            </a:r>
          </a:p>
        </p:txBody>
      </p:sp>
      <p:sp>
        <p:nvSpPr>
          <p:cNvPr id="41" name="TextBox 41"/>
          <p:cNvSpPr txBox="1"/>
          <p:nvPr/>
        </p:nvSpPr>
        <p:spPr>
          <a:xfrm>
            <a:off x="6028217" y="3171946"/>
            <a:ext cx="427129" cy="168892"/>
          </a:xfrm>
          <a:prstGeom prst="rect">
            <a:avLst/>
          </a:prstGeom>
        </p:spPr>
        <p:txBody>
          <a:bodyPr lIns="0" tIns="0" rIns="0" bIns="0" rtlCol="0" anchor="t">
            <a:spAutoFit/>
          </a:bodyPr>
          <a:lstStyle/>
          <a:p>
            <a:pPr>
              <a:lnSpc>
                <a:spcPts val="1448"/>
              </a:lnSpc>
              <a:spcBef>
                <a:spcPct val="0"/>
              </a:spcBef>
            </a:pPr>
            <a:r>
              <a:rPr lang="en-US" sz="1034" dirty="0">
                <a:solidFill>
                  <a:srgbClr val="000000"/>
                </a:solidFill>
                <a:latin typeface="Canva Sans"/>
                <a:ea typeface="Canva Sans"/>
                <a:cs typeface="Canva Sans"/>
                <a:sym typeface="Canva Sans"/>
              </a:rPr>
              <a:t>250 m </a:t>
            </a:r>
          </a:p>
        </p:txBody>
      </p:sp>
      <p:sp>
        <p:nvSpPr>
          <p:cNvPr id="42" name="TextBox 42"/>
          <p:cNvSpPr txBox="1"/>
          <p:nvPr/>
        </p:nvSpPr>
        <p:spPr>
          <a:xfrm>
            <a:off x="5978530" y="2565837"/>
            <a:ext cx="437139" cy="168892"/>
          </a:xfrm>
          <a:prstGeom prst="rect">
            <a:avLst/>
          </a:prstGeom>
        </p:spPr>
        <p:txBody>
          <a:bodyPr lIns="0" tIns="0" rIns="0" bIns="0" rtlCol="0" anchor="t">
            <a:spAutoFit/>
          </a:bodyPr>
          <a:lstStyle/>
          <a:p>
            <a:pPr>
              <a:lnSpc>
                <a:spcPts val="1448"/>
              </a:lnSpc>
              <a:spcBef>
                <a:spcPct val="0"/>
              </a:spcBef>
            </a:pPr>
            <a:r>
              <a:rPr lang="en-US" sz="1034" dirty="0">
                <a:solidFill>
                  <a:srgbClr val="000000"/>
                </a:solidFill>
                <a:latin typeface="Canva Sans"/>
                <a:ea typeface="Canva Sans"/>
                <a:cs typeface="Canva Sans"/>
                <a:sym typeface="Canva Sans"/>
              </a:rPr>
              <a:t>100 m </a:t>
            </a:r>
          </a:p>
        </p:txBody>
      </p:sp>
      <p:sp>
        <p:nvSpPr>
          <p:cNvPr id="43" name="TextBox 43"/>
          <p:cNvSpPr txBox="1"/>
          <p:nvPr/>
        </p:nvSpPr>
        <p:spPr>
          <a:xfrm>
            <a:off x="6123544" y="1378354"/>
            <a:ext cx="342119" cy="168892"/>
          </a:xfrm>
          <a:prstGeom prst="rect">
            <a:avLst/>
          </a:prstGeom>
        </p:spPr>
        <p:txBody>
          <a:bodyPr lIns="0" tIns="0" rIns="0" bIns="0" rtlCol="0" anchor="t">
            <a:spAutoFit/>
          </a:bodyPr>
          <a:lstStyle/>
          <a:p>
            <a:pPr>
              <a:lnSpc>
                <a:spcPts val="1448"/>
              </a:lnSpc>
              <a:spcBef>
                <a:spcPct val="0"/>
              </a:spcBef>
            </a:pPr>
            <a:r>
              <a:rPr lang="en-US" sz="1034" dirty="0">
                <a:solidFill>
                  <a:srgbClr val="000000"/>
                </a:solidFill>
                <a:latin typeface="Canva Sans"/>
                <a:ea typeface="Canva Sans"/>
                <a:cs typeface="Canva Sans"/>
                <a:sym typeface="Canva Sans"/>
              </a:rPr>
              <a:t>70 m </a:t>
            </a:r>
          </a:p>
        </p:txBody>
      </p:sp>
      <p:sp>
        <p:nvSpPr>
          <p:cNvPr id="44" name="TextBox 44"/>
          <p:cNvSpPr txBox="1"/>
          <p:nvPr/>
        </p:nvSpPr>
        <p:spPr>
          <a:xfrm>
            <a:off x="6069410" y="820300"/>
            <a:ext cx="332648" cy="168892"/>
          </a:xfrm>
          <a:prstGeom prst="rect">
            <a:avLst/>
          </a:prstGeom>
        </p:spPr>
        <p:txBody>
          <a:bodyPr lIns="0" tIns="0" rIns="0" bIns="0" rtlCol="0" anchor="t">
            <a:spAutoFit/>
          </a:bodyPr>
          <a:lstStyle/>
          <a:p>
            <a:pPr>
              <a:lnSpc>
                <a:spcPts val="1448"/>
              </a:lnSpc>
              <a:spcBef>
                <a:spcPct val="0"/>
              </a:spcBef>
            </a:pPr>
            <a:r>
              <a:rPr lang="en-US" sz="1034" dirty="0">
                <a:solidFill>
                  <a:srgbClr val="000000"/>
                </a:solidFill>
                <a:latin typeface="Canva Sans"/>
                <a:ea typeface="Canva Sans"/>
                <a:cs typeface="Canva Sans"/>
                <a:sym typeface="Canva Sans"/>
              </a:rPr>
              <a:t>15 m </a:t>
            </a:r>
          </a:p>
        </p:txBody>
      </p:sp>
      <p:sp>
        <p:nvSpPr>
          <p:cNvPr id="45" name="TextBox 45"/>
          <p:cNvSpPr txBox="1"/>
          <p:nvPr/>
        </p:nvSpPr>
        <p:spPr>
          <a:xfrm>
            <a:off x="5946039" y="4718250"/>
            <a:ext cx="419429" cy="168892"/>
          </a:xfrm>
          <a:prstGeom prst="rect">
            <a:avLst/>
          </a:prstGeom>
        </p:spPr>
        <p:txBody>
          <a:bodyPr lIns="0" tIns="0" rIns="0" bIns="0" rtlCol="0" anchor="t">
            <a:spAutoFit/>
          </a:bodyPr>
          <a:lstStyle/>
          <a:p>
            <a:pPr>
              <a:lnSpc>
                <a:spcPts val="1448"/>
              </a:lnSpc>
              <a:spcBef>
                <a:spcPct val="0"/>
              </a:spcBef>
            </a:pPr>
            <a:r>
              <a:rPr lang="en-US" sz="1034" dirty="0">
                <a:solidFill>
                  <a:srgbClr val="000000"/>
                </a:solidFill>
                <a:latin typeface="Canva Sans"/>
                <a:ea typeface="Canva Sans"/>
                <a:cs typeface="Canva Sans"/>
                <a:sym typeface="Canva Sans"/>
              </a:rPr>
              <a:t>120 m </a:t>
            </a:r>
          </a:p>
        </p:txBody>
      </p:sp>
      <p:sp>
        <p:nvSpPr>
          <p:cNvPr id="46" name="TextBox 46"/>
          <p:cNvSpPr txBox="1"/>
          <p:nvPr/>
        </p:nvSpPr>
        <p:spPr>
          <a:xfrm>
            <a:off x="5972690" y="4192814"/>
            <a:ext cx="519377" cy="168892"/>
          </a:xfrm>
          <a:prstGeom prst="rect">
            <a:avLst/>
          </a:prstGeom>
        </p:spPr>
        <p:txBody>
          <a:bodyPr lIns="0" tIns="0" rIns="0" bIns="0" rtlCol="0" anchor="t">
            <a:spAutoFit/>
          </a:bodyPr>
          <a:lstStyle/>
          <a:p>
            <a:pPr>
              <a:lnSpc>
                <a:spcPts val="1448"/>
              </a:lnSpc>
              <a:spcBef>
                <a:spcPct val="0"/>
              </a:spcBef>
            </a:pPr>
            <a:r>
              <a:rPr lang="en-US" sz="1034" dirty="0">
                <a:solidFill>
                  <a:srgbClr val="000000"/>
                </a:solidFill>
                <a:latin typeface="Canva Sans"/>
                <a:ea typeface="Canva Sans"/>
                <a:cs typeface="Canva Sans"/>
                <a:sym typeface="Canva Sans"/>
              </a:rPr>
              <a:t>2500 m </a:t>
            </a:r>
          </a:p>
        </p:txBody>
      </p:sp>
      <p:sp>
        <p:nvSpPr>
          <p:cNvPr id="47" name="TextBox 47"/>
          <p:cNvSpPr txBox="1"/>
          <p:nvPr/>
        </p:nvSpPr>
        <p:spPr>
          <a:xfrm>
            <a:off x="4736478" y="833196"/>
            <a:ext cx="1120090" cy="168892"/>
          </a:xfrm>
          <a:prstGeom prst="rect">
            <a:avLst/>
          </a:prstGeom>
        </p:spPr>
        <p:txBody>
          <a:bodyPr wrap="square" lIns="0" tIns="0" rIns="0" bIns="0" rtlCol="0" anchor="t">
            <a:spAutoFit/>
          </a:bodyPr>
          <a:lstStyle/>
          <a:p>
            <a:pPr>
              <a:lnSpc>
                <a:spcPts val="1448"/>
              </a:lnSpc>
              <a:spcBef>
                <a:spcPct val="0"/>
              </a:spcBef>
            </a:pPr>
            <a:r>
              <a:rPr lang="en-US" sz="1034" dirty="0">
                <a:solidFill>
                  <a:srgbClr val="000000"/>
                </a:solidFill>
                <a:latin typeface="Canva Sans"/>
                <a:ea typeface="Canva Sans"/>
                <a:cs typeface="Canva Sans"/>
                <a:sym typeface="Canva Sans"/>
              </a:rPr>
              <a:t>10:00 - 10:30</a:t>
            </a:r>
          </a:p>
        </p:txBody>
      </p:sp>
      <p:sp>
        <p:nvSpPr>
          <p:cNvPr id="48" name="TextBox 48"/>
          <p:cNvSpPr txBox="1"/>
          <p:nvPr/>
        </p:nvSpPr>
        <p:spPr>
          <a:xfrm>
            <a:off x="4717539" y="1323915"/>
            <a:ext cx="934731" cy="168892"/>
          </a:xfrm>
          <a:prstGeom prst="rect">
            <a:avLst/>
          </a:prstGeom>
        </p:spPr>
        <p:txBody>
          <a:bodyPr wrap="square" lIns="0" tIns="0" rIns="0" bIns="0" rtlCol="0" anchor="t">
            <a:spAutoFit/>
          </a:bodyPr>
          <a:lstStyle/>
          <a:p>
            <a:pPr>
              <a:lnSpc>
                <a:spcPts val="1448"/>
              </a:lnSpc>
              <a:spcBef>
                <a:spcPct val="0"/>
              </a:spcBef>
            </a:pPr>
            <a:r>
              <a:rPr lang="en-US" sz="1034" dirty="0">
                <a:solidFill>
                  <a:srgbClr val="000000"/>
                </a:solidFill>
                <a:latin typeface="Canva Sans"/>
                <a:ea typeface="Canva Sans"/>
                <a:cs typeface="Canva Sans"/>
                <a:sym typeface="Canva Sans"/>
              </a:rPr>
              <a:t>10:35 - 11:30</a:t>
            </a:r>
          </a:p>
        </p:txBody>
      </p:sp>
      <p:sp>
        <p:nvSpPr>
          <p:cNvPr id="49" name="TextBox 49"/>
          <p:cNvSpPr txBox="1"/>
          <p:nvPr/>
        </p:nvSpPr>
        <p:spPr>
          <a:xfrm>
            <a:off x="4672781" y="1932506"/>
            <a:ext cx="788960" cy="168892"/>
          </a:xfrm>
          <a:prstGeom prst="rect">
            <a:avLst/>
          </a:prstGeom>
        </p:spPr>
        <p:txBody>
          <a:bodyPr lIns="0" tIns="0" rIns="0" bIns="0" rtlCol="0" anchor="t">
            <a:spAutoFit/>
          </a:bodyPr>
          <a:lstStyle/>
          <a:p>
            <a:pPr>
              <a:lnSpc>
                <a:spcPts val="1448"/>
              </a:lnSpc>
              <a:spcBef>
                <a:spcPct val="0"/>
              </a:spcBef>
            </a:pPr>
            <a:r>
              <a:rPr lang="en-US" sz="1034" dirty="0">
                <a:solidFill>
                  <a:srgbClr val="000000"/>
                </a:solidFill>
                <a:latin typeface="Canva Sans"/>
                <a:ea typeface="Canva Sans"/>
                <a:cs typeface="Canva Sans"/>
                <a:sym typeface="Canva Sans"/>
              </a:rPr>
              <a:t>11:35 - 12:05</a:t>
            </a:r>
          </a:p>
        </p:txBody>
      </p:sp>
      <p:sp>
        <p:nvSpPr>
          <p:cNvPr id="50" name="TextBox 50"/>
          <p:cNvSpPr txBox="1"/>
          <p:nvPr/>
        </p:nvSpPr>
        <p:spPr>
          <a:xfrm>
            <a:off x="4658446" y="2535930"/>
            <a:ext cx="797045" cy="168892"/>
          </a:xfrm>
          <a:prstGeom prst="rect">
            <a:avLst/>
          </a:prstGeom>
        </p:spPr>
        <p:txBody>
          <a:bodyPr lIns="0" tIns="0" rIns="0" bIns="0" rtlCol="0" anchor="t">
            <a:spAutoFit/>
          </a:bodyPr>
          <a:lstStyle/>
          <a:p>
            <a:pPr>
              <a:lnSpc>
                <a:spcPts val="1448"/>
              </a:lnSpc>
              <a:spcBef>
                <a:spcPct val="0"/>
              </a:spcBef>
            </a:pPr>
            <a:r>
              <a:rPr lang="en-US" sz="1034" dirty="0">
                <a:solidFill>
                  <a:srgbClr val="000000"/>
                </a:solidFill>
                <a:latin typeface="Canva Sans"/>
                <a:ea typeface="Canva Sans"/>
                <a:cs typeface="Canva Sans"/>
                <a:sym typeface="Canva Sans"/>
              </a:rPr>
              <a:t>12:10 - 12:50</a:t>
            </a:r>
          </a:p>
        </p:txBody>
      </p:sp>
      <p:sp>
        <p:nvSpPr>
          <p:cNvPr id="51" name="TextBox 51"/>
          <p:cNvSpPr txBox="1"/>
          <p:nvPr/>
        </p:nvSpPr>
        <p:spPr>
          <a:xfrm>
            <a:off x="4658498" y="3077600"/>
            <a:ext cx="993772" cy="168892"/>
          </a:xfrm>
          <a:prstGeom prst="rect">
            <a:avLst/>
          </a:prstGeom>
        </p:spPr>
        <p:txBody>
          <a:bodyPr wrap="square" lIns="0" tIns="0" rIns="0" bIns="0" rtlCol="0" anchor="t">
            <a:spAutoFit/>
          </a:bodyPr>
          <a:lstStyle/>
          <a:p>
            <a:pPr>
              <a:lnSpc>
                <a:spcPts val="1448"/>
              </a:lnSpc>
              <a:spcBef>
                <a:spcPct val="0"/>
              </a:spcBef>
            </a:pPr>
            <a:r>
              <a:rPr lang="en-US" sz="1034" dirty="0">
                <a:solidFill>
                  <a:srgbClr val="000000"/>
                </a:solidFill>
                <a:latin typeface="Canva Sans"/>
                <a:ea typeface="Canva Sans"/>
                <a:cs typeface="Canva Sans"/>
                <a:sym typeface="Canva Sans"/>
              </a:rPr>
              <a:t>12:55 - 13.30</a:t>
            </a:r>
          </a:p>
        </p:txBody>
      </p:sp>
      <p:sp>
        <p:nvSpPr>
          <p:cNvPr id="52" name="TextBox 52"/>
          <p:cNvSpPr txBox="1"/>
          <p:nvPr/>
        </p:nvSpPr>
        <p:spPr>
          <a:xfrm>
            <a:off x="4672781" y="3596769"/>
            <a:ext cx="818605" cy="168892"/>
          </a:xfrm>
          <a:prstGeom prst="rect">
            <a:avLst/>
          </a:prstGeom>
        </p:spPr>
        <p:txBody>
          <a:bodyPr lIns="0" tIns="0" rIns="0" bIns="0" rtlCol="0" anchor="t">
            <a:spAutoFit/>
          </a:bodyPr>
          <a:lstStyle/>
          <a:p>
            <a:pPr>
              <a:lnSpc>
                <a:spcPts val="1448"/>
              </a:lnSpc>
              <a:spcBef>
                <a:spcPct val="0"/>
              </a:spcBef>
            </a:pPr>
            <a:r>
              <a:rPr lang="en-US" sz="1034" dirty="0">
                <a:solidFill>
                  <a:srgbClr val="000000"/>
                </a:solidFill>
                <a:latin typeface="Canva Sans"/>
                <a:ea typeface="Canva Sans"/>
                <a:cs typeface="Canva Sans"/>
                <a:sym typeface="Canva Sans"/>
              </a:rPr>
              <a:t>13:40 - 14.30</a:t>
            </a:r>
          </a:p>
        </p:txBody>
      </p:sp>
      <p:sp>
        <p:nvSpPr>
          <p:cNvPr id="53" name="TextBox 53"/>
          <p:cNvSpPr txBox="1"/>
          <p:nvPr/>
        </p:nvSpPr>
        <p:spPr>
          <a:xfrm>
            <a:off x="4759906" y="4106056"/>
            <a:ext cx="993772" cy="168892"/>
          </a:xfrm>
          <a:prstGeom prst="rect">
            <a:avLst/>
          </a:prstGeom>
        </p:spPr>
        <p:txBody>
          <a:bodyPr wrap="square" lIns="0" tIns="0" rIns="0" bIns="0" rtlCol="0" anchor="t">
            <a:spAutoFit/>
          </a:bodyPr>
          <a:lstStyle/>
          <a:p>
            <a:pPr>
              <a:lnSpc>
                <a:spcPts val="1448"/>
              </a:lnSpc>
              <a:spcBef>
                <a:spcPct val="0"/>
              </a:spcBef>
            </a:pPr>
            <a:r>
              <a:rPr lang="en-US" sz="1034" dirty="0">
                <a:solidFill>
                  <a:srgbClr val="000000"/>
                </a:solidFill>
                <a:latin typeface="Canva Sans"/>
                <a:ea typeface="Canva Sans"/>
                <a:cs typeface="Canva Sans"/>
                <a:sym typeface="Canva Sans"/>
              </a:rPr>
              <a:t>14:35 - 14.55</a:t>
            </a:r>
          </a:p>
        </p:txBody>
      </p:sp>
      <p:sp>
        <p:nvSpPr>
          <p:cNvPr id="54" name="TextBox 54"/>
          <p:cNvSpPr txBox="1"/>
          <p:nvPr/>
        </p:nvSpPr>
        <p:spPr>
          <a:xfrm>
            <a:off x="4736478" y="4617639"/>
            <a:ext cx="993771" cy="168892"/>
          </a:xfrm>
          <a:prstGeom prst="rect">
            <a:avLst/>
          </a:prstGeom>
        </p:spPr>
        <p:txBody>
          <a:bodyPr wrap="square" lIns="0" tIns="0" rIns="0" bIns="0" rtlCol="0" anchor="t">
            <a:spAutoFit/>
          </a:bodyPr>
          <a:lstStyle/>
          <a:p>
            <a:pPr>
              <a:lnSpc>
                <a:spcPts val="1448"/>
              </a:lnSpc>
              <a:spcBef>
                <a:spcPct val="0"/>
              </a:spcBef>
            </a:pPr>
            <a:r>
              <a:rPr lang="en-US" sz="1034" dirty="0">
                <a:solidFill>
                  <a:srgbClr val="000000"/>
                </a:solidFill>
                <a:latin typeface="Canva Sans"/>
                <a:ea typeface="Canva Sans"/>
                <a:cs typeface="Canva Sans"/>
                <a:sym typeface="Canva Sans"/>
              </a:rPr>
              <a:t>18:00 - 19:00</a:t>
            </a:r>
          </a:p>
        </p:txBody>
      </p:sp>
      <p:grpSp>
        <p:nvGrpSpPr>
          <p:cNvPr id="55" name="Group 55"/>
          <p:cNvGrpSpPr/>
          <p:nvPr/>
        </p:nvGrpSpPr>
        <p:grpSpPr>
          <a:xfrm>
            <a:off x="9917178" y="549948"/>
            <a:ext cx="133152" cy="7052916"/>
            <a:chOff x="0" y="0"/>
            <a:chExt cx="58562" cy="3101991"/>
          </a:xfrm>
        </p:grpSpPr>
        <p:sp>
          <p:nvSpPr>
            <p:cNvPr id="56" name="Freeform 56"/>
            <p:cNvSpPr/>
            <p:nvPr/>
          </p:nvSpPr>
          <p:spPr>
            <a:xfrm>
              <a:off x="0" y="0"/>
              <a:ext cx="58562" cy="3101991"/>
            </a:xfrm>
            <a:custGeom>
              <a:avLst/>
              <a:gdLst/>
              <a:ahLst/>
              <a:cxnLst/>
              <a:rect l="l" t="t" r="r" b="b"/>
              <a:pathLst>
                <a:path w="58562" h="3101991">
                  <a:moveTo>
                    <a:pt x="0" y="0"/>
                  </a:moveTo>
                  <a:lnTo>
                    <a:pt x="58562" y="0"/>
                  </a:lnTo>
                  <a:lnTo>
                    <a:pt x="58562" y="3101991"/>
                  </a:lnTo>
                  <a:lnTo>
                    <a:pt x="0" y="3101991"/>
                  </a:lnTo>
                  <a:close/>
                </a:path>
              </a:pathLst>
            </a:custGeom>
            <a:solidFill>
              <a:srgbClr val="FDFDFD"/>
            </a:solidFill>
            <a:ln w="9525" cap="sq">
              <a:solidFill>
                <a:srgbClr val="000000"/>
              </a:solidFill>
              <a:prstDash val="solid"/>
              <a:miter/>
            </a:ln>
          </p:spPr>
          <p:txBody>
            <a:bodyPr/>
            <a:lstStyle/>
            <a:p>
              <a:endParaRPr lang="en-SG" sz="1088"/>
            </a:p>
          </p:txBody>
        </p:sp>
        <p:sp>
          <p:nvSpPr>
            <p:cNvPr id="57" name="TextBox 57"/>
            <p:cNvSpPr txBox="1"/>
            <p:nvPr/>
          </p:nvSpPr>
          <p:spPr>
            <a:xfrm>
              <a:off x="0" y="-28575"/>
              <a:ext cx="58562" cy="3130566"/>
            </a:xfrm>
            <a:prstGeom prst="rect">
              <a:avLst/>
            </a:prstGeom>
          </p:spPr>
          <p:txBody>
            <a:bodyPr lIns="32854" tIns="32854" rIns="32854" bIns="32854" rtlCol="0" anchor="ctr"/>
            <a:lstStyle/>
            <a:p>
              <a:pPr algn="ctr">
                <a:lnSpc>
                  <a:spcPts val="2016"/>
                </a:lnSpc>
              </a:pPr>
              <a:endParaRPr sz="1088"/>
            </a:p>
          </p:txBody>
        </p:sp>
      </p:grpSp>
      <p:grpSp>
        <p:nvGrpSpPr>
          <p:cNvPr id="58" name="Group 58"/>
          <p:cNvGrpSpPr/>
          <p:nvPr/>
        </p:nvGrpSpPr>
        <p:grpSpPr>
          <a:xfrm>
            <a:off x="9942095" y="5739380"/>
            <a:ext cx="80082" cy="1038364"/>
            <a:chOff x="0" y="0"/>
            <a:chExt cx="35221" cy="456690"/>
          </a:xfrm>
        </p:grpSpPr>
        <p:sp>
          <p:nvSpPr>
            <p:cNvPr id="59" name="Freeform 59"/>
            <p:cNvSpPr/>
            <p:nvPr/>
          </p:nvSpPr>
          <p:spPr>
            <a:xfrm>
              <a:off x="0" y="0"/>
              <a:ext cx="35221" cy="456690"/>
            </a:xfrm>
            <a:custGeom>
              <a:avLst/>
              <a:gdLst/>
              <a:ahLst/>
              <a:cxnLst/>
              <a:rect l="l" t="t" r="r" b="b"/>
              <a:pathLst>
                <a:path w="35221" h="456690">
                  <a:moveTo>
                    <a:pt x="0" y="0"/>
                  </a:moveTo>
                  <a:lnTo>
                    <a:pt x="35221" y="0"/>
                  </a:lnTo>
                  <a:lnTo>
                    <a:pt x="35221" y="456690"/>
                  </a:lnTo>
                  <a:lnTo>
                    <a:pt x="0" y="456690"/>
                  </a:lnTo>
                  <a:close/>
                </a:path>
              </a:pathLst>
            </a:custGeom>
            <a:solidFill>
              <a:srgbClr val="F34336"/>
            </a:solidFill>
            <a:ln cap="sq">
              <a:noFill/>
              <a:prstDash val="solid"/>
              <a:miter/>
            </a:ln>
          </p:spPr>
          <p:txBody>
            <a:bodyPr/>
            <a:lstStyle/>
            <a:p>
              <a:endParaRPr lang="en-SG" sz="1088"/>
            </a:p>
          </p:txBody>
        </p:sp>
        <p:sp>
          <p:nvSpPr>
            <p:cNvPr id="60" name="TextBox 60"/>
            <p:cNvSpPr txBox="1"/>
            <p:nvPr/>
          </p:nvSpPr>
          <p:spPr>
            <a:xfrm>
              <a:off x="0" y="-28575"/>
              <a:ext cx="35221" cy="485265"/>
            </a:xfrm>
            <a:prstGeom prst="rect">
              <a:avLst/>
            </a:prstGeom>
          </p:spPr>
          <p:txBody>
            <a:bodyPr lIns="32854" tIns="32854" rIns="32854" bIns="32854" rtlCol="0" anchor="ctr"/>
            <a:lstStyle/>
            <a:p>
              <a:pPr algn="ctr">
                <a:lnSpc>
                  <a:spcPts val="2016"/>
                </a:lnSpc>
              </a:pPr>
              <a:endParaRPr sz="1088"/>
            </a:p>
          </p:txBody>
        </p:sp>
      </p:grpSp>
      <p:grpSp>
        <p:nvGrpSpPr>
          <p:cNvPr id="61" name="Group 61"/>
          <p:cNvGrpSpPr/>
          <p:nvPr/>
        </p:nvGrpSpPr>
        <p:grpSpPr>
          <a:xfrm>
            <a:off x="9928656" y="592083"/>
            <a:ext cx="106960" cy="308901"/>
            <a:chOff x="0" y="0"/>
            <a:chExt cx="178274" cy="514857"/>
          </a:xfrm>
        </p:grpSpPr>
        <p:grpSp>
          <p:nvGrpSpPr>
            <p:cNvPr id="62" name="Group 62"/>
            <p:cNvGrpSpPr/>
            <p:nvPr/>
          </p:nvGrpSpPr>
          <p:grpSpPr>
            <a:xfrm>
              <a:off x="0" y="0"/>
              <a:ext cx="178274" cy="514857"/>
              <a:chOff x="0" y="0"/>
              <a:chExt cx="37497" cy="108291"/>
            </a:xfrm>
          </p:grpSpPr>
          <p:sp>
            <p:nvSpPr>
              <p:cNvPr id="63" name="Freeform 63"/>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64" name="TextBox 64"/>
              <p:cNvSpPr txBox="1"/>
              <p:nvPr/>
            </p:nvSpPr>
            <p:spPr>
              <a:xfrm>
                <a:off x="0" y="-28575"/>
                <a:ext cx="37497" cy="136866"/>
              </a:xfrm>
              <a:prstGeom prst="rect">
                <a:avLst/>
              </a:prstGeom>
            </p:spPr>
            <p:txBody>
              <a:bodyPr lIns="32854" tIns="32854" rIns="32854" bIns="32854" rtlCol="0" anchor="ctr"/>
              <a:lstStyle/>
              <a:p>
                <a:pPr algn="ctr">
                  <a:lnSpc>
                    <a:spcPts val="2016"/>
                  </a:lnSpc>
                </a:pPr>
                <a:endParaRPr sz="1088"/>
              </a:p>
            </p:txBody>
          </p:sp>
        </p:grpSp>
        <p:grpSp>
          <p:nvGrpSpPr>
            <p:cNvPr id="65" name="Group 65"/>
            <p:cNvGrpSpPr/>
            <p:nvPr/>
          </p:nvGrpSpPr>
          <p:grpSpPr>
            <a:xfrm>
              <a:off x="36477" y="174136"/>
              <a:ext cx="141797" cy="124072"/>
              <a:chOff x="0" y="0"/>
              <a:chExt cx="812800" cy="711200"/>
            </a:xfrm>
          </p:grpSpPr>
          <p:sp>
            <p:nvSpPr>
              <p:cNvPr id="66" name="Freeform 66"/>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34336"/>
              </a:solidFill>
            </p:spPr>
            <p:txBody>
              <a:bodyPr/>
              <a:lstStyle/>
              <a:p>
                <a:endParaRPr lang="en-SG" sz="1088"/>
              </a:p>
            </p:txBody>
          </p:sp>
          <p:sp>
            <p:nvSpPr>
              <p:cNvPr id="67" name="TextBox 67"/>
              <p:cNvSpPr txBox="1"/>
              <p:nvPr/>
            </p:nvSpPr>
            <p:spPr>
              <a:xfrm>
                <a:off x="127000" y="301625"/>
                <a:ext cx="558800" cy="358775"/>
              </a:xfrm>
              <a:prstGeom prst="rect">
                <a:avLst/>
              </a:prstGeom>
            </p:spPr>
            <p:txBody>
              <a:bodyPr lIns="32854" tIns="32854" rIns="32854" bIns="32854" rtlCol="0" anchor="ctr"/>
              <a:lstStyle/>
              <a:p>
                <a:pPr algn="ctr">
                  <a:lnSpc>
                    <a:spcPts val="2016"/>
                  </a:lnSpc>
                </a:pPr>
                <a:endParaRPr sz="1088"/>
              </a:p>
            </p:txBody>
          </p:sp>
        </p:grpSp>
      </p:grpSp>
      <p:grpSp>
        <p:nvGrpSpPr>
          <p:cNvPr id="68" name="Group 68"/>
          <p:cNvGrpSpPr/>
          <p:nvPr/>
        </p:nvGrpSpPr>
        <p:grpSpPr>
          <a:xfrm>
            <a:off x="9907892" y="6822234"/>
            <a:ext cx="116220" cy="319065"/>
            <a:chOff x="0" y="0"/>
            <a:chExt cx="193708" cy="531799"/>
          </a:xfrm>
        </p:grpSpPr>
        <p:grpSp>
          <p:nvGrpSpPr>
            <p:cNvPr id="69" name="Group 69"/>
            <p:cNvGrpSpPr/>
            <p:nvPr/>
          </p:nvGrpSpPr>
          <p:grpSpPr>
            <a:xfrm>
              <a:off x="9567" y="0"/>
              <a:ext cx="184141" cy="531799"/>
              <a:chOff x="0" y="0"/>
              <a:chExt cx="37497" cy="108291"/>
            </a:xfrm>
          </p:grpSpPr>
          <p:sp>
            <p:nvSpPr>
              <p:cNvPr id="70" name="Freeform 70"/>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71" name="TextBox 71"/>
              <p:cNvSpPr txBox="1"/>
              <p:nvPr/>
            </p:nvSpPr>
            <p:spPr>
              <a:xfrm>
                <a:off x="0" y="-28575"/>
                <a:ext cx="37497" cy="136866"/>
              </a:xfrm>
              <a:prstGeom prst="rect">
                <a:avLst/>
              </a:prstGeom>
            </p:spPr>
            <p:txBody>
              <a:bodyPr lIns="32854" tIns="32854" rIns="32854" bIns="32854" rtlCol="0" anchor="ctr"/>
              <a:lstStyle/>
              <a:p>
                <a:pPr algn="ctr">
                  <a:lnSpc>
                    <a:spcPts val="2016"/>
                  </a:lnSpc>
                </a:pPr>
                <a:endParaRPr sz="1088"/>
              </a:p>
            </p:txBody>
          </p:sp>
        </p:grpSp>
        <p:grpSp>
          <p:nvGrpSpPr>
            <p:cNvPr id="72" name="Group 72"/>
            <p:cNvGrpSpPr/>
            <p:nvPr/>
          </p:nvGrpSpPr>
          <p:grpSpPr>
            <a:xfrm>
              <a:off x="0" y="211471"/>
              <a:ext cx="182534" cy="159717"/>
              <a:chOff x="0" y="0"/>
              <a:chExt cx="812800" cy="711200"/>
            </a:xfrm>
          </p:grpSpPr>
          <p:sp>
            <p:nvSpPr>
              <p:cNvPr id="73" name="Freeform 73"/>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74" name="TextBox 74"/>
              <p:cNvSpPr txBox="1"/>
              <p:nvPr/>
            </p:nvSpPr>
            <p:spPr>
              <a:xfrm>
                <a:off x="127000" y="22225"/>
                <a:ext cx="558800" cy="358775"/>
              </a:xfrm>
              <a:prstGeom prst="rect">
                <a:avLst/>
              </a:prstGeom>
            </p:spPr>
            <p:txBody>
              <a:bodyPr lIns="32854" tIns="32854" rIns="32854" bIns="32854" rtlCol="0" anchor="ctr"/>
              <a:lstStyle/>
              <a:p>
                <a:pPr algn="ctr">
                  <a:lnSpc>
                    <a:spcPts val="2016"/>
                  </a:lnSpc>
                </a:pPr>
                <a:endParaRPr sz="1088"/>
              </a:p>
            </p:txBody>
          </p:sp>
        </p:grpSp>
      </p:grpSp>
      <p:grpSp>
        <p:nvGrpSpPr>
          <p:cNvPr id="75" name="Group 75"/>
          <p:cNvGrpSpPr/>
          <p:nvPr/>
        </p:nvGrpSpPr>
        <p:grpSpPr>
          <a:xfrm>
            <a:off x="2910277" y="5379347"/>
            <a:ext cx="1546440" cy="447075"/>
            <a:chOff x="0" y="0"/>
            <a:chExt cx="812800" cy="234980"/>
          </a:xfrm>
        </p:grpSpPr>
        <p:sp>
          <p:nvSpPr>
            <p:cNvPr id="76" name="Freeform 76"/>
            <p:cNvSpPr/>
            <p:nvPr/>
          </p:nvSpPr>
          <p:spPr>
            <a:xfrm>
              <a:off x="0" y="0"/>
              <a:ext cx="812800" cy="234980"/>
            </a:xfrm>
            <a:custGeom>
              <a:avLst/>
              <a:gdLst/>
              <a:ahLst/>
              <a:cxnLst/>
              <a:rect l="l" t="t" r="r" b="b"/>
              <a:pathLst>
                <a:path w="812800" h="234980">
                  <a:moveTo>
                    <a:pt x="117490" y="0"/>
                  </a:moveTo>
                  <a:lnTo>
                    <a:pt x="695310" y="0"/>
                  </a:lnTo>
                  <a:cubicBezTo>
                    <a:pt x="726470" y="0"/>
                    <a:pt x="756354" y="12378"/>
                    <a:pt x="778388" y="34412"/>
                  </a:cubicBezTo>
                  <a:cubicBezTo>
                    <a:pt x="800422" y="56446"/>
                    <a:pt x="812800" y="86330"/>
                    <a:pt x="812800" y="117490"/>
                  </a:cubicBezTo>
                  <a:lnTo>
                    <a:pt x="812800" y="117490"/>
                  </a:lnTo>
                  <a:cubicBezTo>
                    <a:pt x="812800" y="148650"/>
                    <a:pt x="800422" y="178534"/>
                    <a:pt x="778388" y="200568"/>
                  </a:cubicBezTo>
                  <a:cubicBezTo>
                    <a:pt x="756354" y="222602"/>
                    <a:pt x="726470" y="234980"/>
                    <a:pt x="695310" y="234980"/>
                  </a:cubicBezTo>
                  <a:lnTo>
                    <a:pt x="117490" y="234980"/>
                  </a:lnTo>
                  <a:cubicBezTo>
                    <a:pt x="86330" y="234980"/>
                    <a:pt x="56446" y="222602"/>
                    <a:pt x="34412" y="200568"/>
                  </a:cubicBezTo>
                  <a:cubicBezTo>
                    <a:pt x="12378" y="178534"/>
                    <a:pt x="0" y="148650"/>
                    <a:pt x="0" y="117490"/>
                  </a:cubicBezTo>
                  <a:lnTo>
                    <a:pt x="0" y="117490"/>
                  </a:lnTo>
                  <a:cubicBezTo>
                    <a:pt x="0" y="86330"/>
                    <a:pt x="12378" y="56446"/>
                    <a:pt x="34412" y="34412"/>
                  </a:cubicBezTo>
                  <a:cubicBezTo>
                    <a:pt x="56446" y="12378"/>
                    <a:pt x="86330" y="0"/>
                    <a:pt x="117490" y="0"/>
                  </a:cubicBezTo>
                  <a:close/>
                </a:path>
              </a:pathLst>
            </a:custGeom>
            <a:solidFill>
              <a:srgbClr val="F34336"/>
            </a:solidFill>
          </p:spPr>
          <p:txBody>
            <a:bodyPr/>
            <a:lstStyle/>
            <a:p>
              <a:endParaRPr lang="en-SG" sz="1088"/>
            </a:p>
          </p:txBody>
        </p:sp>
        <p:sp>
          <p:nvSpPr>
            <p:cNvPr id="77" name="TextBox 77"/>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grpSp>
        <p:nvGrpSpPr>
          <p:cNvPr id="78" name="Group 78"/>
          <p:cNvGrpSpPr/>
          <p:nvPr/>
        </p:nvGrpSpPr>
        <p:grpSpPr>
          <a:xfrm>
            <a:off x="4638255" y="5380580"/>
            <a:ext cx="1542181" cy="445844"/>
            <a:chOff x="0" y="0"/>
            <a:chExt cx="812800" cy="234980"/>
          </a:xfrm>
        </p:grpSpPr>
        <p:sp>
          <p:nvSpPr>
            <p:cNvPr id="79" name="Freeform 79"/>
            <p:cNvSpPr/>
            <p:nvPr/>
          </p:nvSpPr>
          <p:spPr>
            <a:xfrm>
              <a:off x="0" y="0"/>
              <a:ext cx="812800" cy="234980"/>
            </a:xfrm>
            <a:custGeom>
              <a:avLst/>
              <a:gdLst/>
              <a:ahLst/>
              <a:cxnLst/>
              <a:rect l="l" t="t" r="r" b="b"/>
              <a:pathLst>
                <a:path w="812800" h="234980">
                  <a:moveTo>
                    <a:pt x="117490" y="0"/>
                  </a:moveTo>
                  <a:lnTo>
                    <a:pt x="695310" y="0"/>
                  </a:lnTo>
                  <a:cubicBezTo>
                    <a:pt x="726470" y="0"/>
                    <a:pt x="756354" y="12378"/>
                    <a:pt x="778388" y="34412"/>
                  </a:cubicBezTo>
                  <a:cubicBezTo>
                    <a:pt x="800422" y="56446"/>
                    <a:pt x="812800" y="86330"/>
                    <a:pt x="812800" y="117490"/>
                  </a:cubicBezTo>
                  <a:lnTo>
                    <a:pt x="812800" y="117490"/>
                  </a:lnTo>
                  <a:cubicBezTo>
                    <a:pt x="812800" y="148650"/>
                    <a:pt x="800422" y="178534"/>
                    <a:pt x="778388" y="200568"/>
                  </a:cubicBezTo>
                  <a:cubicBezTo>
                    <a:pt x="756354" y="222602"/>
                    <a:pt x="726470" y="234980"/>
                    <a:pt x="695310" y="234980"/>
                  </a:cubicBezTo>
                  <a:lnTo>
                    <a:pt x="117490" y="234980"/>
                  </a:lnTo>
                  <a:cubicBezTo>
                    <a:pt x="86330" y="234980"/>
                    <a:pt x="56446" y="222602"/>
                    <a:pt x="34412" y="200568"/>
                  </a:cubicBezTo>
                  <a:cubicBezTo>
                    <a:pt x="12378" y="178534"/>
                    <a:pt x="0" y="148650"/>
                    <a:pt x="0" y="117490"/>
                  </a:cubicBezTo>
                  <a:lnTo>
                    <a:pt x="0" y="117490"/>
                  </a:lnTo>
                  <a:cubicBezTo>
                    <a:pt x="0" y="86330"/>
                    <a:pt x="12378" y="56446"/>
                    <a:pt x="34412" y="34412"/>
                  </a:cubicBezTo>
                  <a:cubicBezTo>
                    <a:pt x="56446" y="12378"/>
                    <a:pt x="86330" y="0"/>
                    <a:pt x="117490" y="0"/>
                  </a:cubicBezTo>
                  <a:close/>
                </a:path>
              </a:pathLst>
            </a:custGeom>
            <a:solidFill>
              <a:srgbClr val="F34336"/>
            </a:solidFill>
          </p:spPr>
          <p:txBody>
            <a:bodyPr/>
            <a:lstStyle/>
            <a:p>
              <a:endParaRPr lang="en-SG" sz="1088"/>
            </a:p>
          </p:txBody>
        </p:sp>
        <p:sp>
          <p:nvSpPr>
            <p:cNvPr id="80" name="TextBox 80"/>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sp>
        <p:nvSpPr>
          <p:cNvPr id="81" name="TextBox 81">
            <a:hlinkClick r:id="rId6" action="ppaction://hlinksldjump"/>
          </p:cNvPr>
          <p:cNvSpPr txBox="1"/>
          <p:nvPr/>
        </p:nvSpPr>
        <p:spPr>
          <a:xfrm>
            <a:off x="3482462" y="5469715"/>
            <a:ext cx="531219" cy="245388"/>
          </a:xfrm>
          <a:prstGeom prst="rect">
            <a:avLst/>
          </a:prstGeom>
        </p:spPr>
        <p:txBody>
          <a:bodyPr wrap="square" lIns="0" tIns="0" rIns="0" bIns="0" rtlCol="0" anchor="t">
            <a:spAutoFit/>
          </a:bodyPr>
          <a:lstStyle/>
          <a:p>
            <a:pPr algn="ctr">
              <a:lnSpc>
                <a:spcPts val="2046"/>
              </a:lnSpc>
              <a:spcBef>
                <a:spcPct val="0"/>
              </a:spcBef>
            </a:pPr>
            <a:r>
              <a:rPr lang="en-US" sz="1600" b="1" dirty="0">
                <a:solidFill>
                  <a:srgbClr val="FFFFFF"/>
                </a:solidFill>
                <a:latin typeface="Canva Sans"/>
                <a:ea typeface="Canva Sans"/>
                <a:cs typeface="Canva Sans"/>
                <a:sym typeface="Canva Sans"/>
              </a:rPr>
              <a:t>Edit</a:t>
            </a:r>
          </a:p>
        </p:txBody>
      </p:sp>
      <p:sp>
        <p:nvSpPr>
          <p:cNvPr id="82" name="TextBox 82">
            <a:hlinkClick r:id="rId7" action="ppaction://hlinksldjump"/>
          </p:cNvPr>
          <p:cNvSpPr txBox="1"/>
          <p:nvPr/>
        </p:nvSpPr>
        <p:spPr>
          <a:xfrm>
            <a:off x="5121696" y="5470633"/>
            <a:ext cx="590171" cy="245388"/>
          </a:xfrm>
          <a:prstGeom prst="rect">
            <a:avLst/>
          </a:prstGeom>
        </p:spPr>
        <p:txBody>
          <a:bodyPr wrap="square" lIns="0" tIns="0" rIns="0" bIns="0" rtlCol="0" anchor="t">
            <a:spAutoFit/>
          </a:bodyPr>
          <a:lstStyle/>
          <a:p>
            <a:pPr algn="ctr">
              <a:lnSpc>
                <a:spcPts val="2040"/>
              </a:lnSpc>
              <a:spcBef>
                <a:spcPct val="0"/>
              </a:spcBef>
            </a:pPr>
            <a:r>
              <a:rPr lang="en-US" sz="1600" b="1" dirty="0">
                <a:solidFill>
                  <a:srgbClr val="FFFFFF"/>
                </a:solidFill>
                <a:latin typeface="Canva Sans"/>
                <a:ea typeface="Canva Sans"/>
                <a:cs typeface="Canva Sans"/>
                <a:sym typeface="Canva Sans"/>
              </a:rPr>
              <a:t>Home</a:t>
            </a:r>
          </a:p>
        </p:txBody>
      </p:sp>
      <p:sp>
        <p:nvSpPr>
          <p:cNvPr id="83" name="Freeform 83">
            <a:hlinkClick r:id="rId7" action="ppaction://hlinksldjump"/>
          </p:cNvPr>
          <p:cNvSpPr/>
          <p:nvPr/>
        </p:nvSpPr>
        <p:spPr>
          <a:xfrm>
            <a:off x="9383712" y="52747"/>
            <a:ext cx="366361" cy="352019"/>
          </a:xfrm>
          <a:custGeom>
            <a:avLst/>
            <a:gdLst/>
            <a:ahLst/>
            <a:cxnLst/>
            <a:rect l="l" t="t" r="r" b="b"/>
            <a:pathLst>
              <a:path w="362970" h="362970">
                <a:moveTo>
                  <a:pt x="0" y="0"/>
                </a:moveTo>
                <a:lnTo>
                  <a:pt x="362970" y="0"/>
                </a:lnTo>
                <a:lnTo>
                  <a:pt x="362970" y="362970"/>
                </a:lnTo>
                <a:lnTo>
                  <a:pt x="0" y="36297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SG" sz="1088"/>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4242948447"/>
              </p:ext>
            </p:extLst>
          </p:nvPr>
        </p:nvGraphicFramePr>
        <p:xfrm>
          <a:off x="2511374" y="1091541"/>
          <a:ext cx="4509179" cy="4482166"/>
        </p:xfrm>
        <a:graphic>
          <a:graphicData uri="http://schemas.openxmlformats.org/drawingml/2006/table">
            <a:tbl>
              <a:tblPr/>
              <a:tblGrid>
                <a:gridCol w="4509179">
                  <a:extLst>
                    <a:ext uri="{9D8B030D-6E8A-4147-A177-3AD203B41FA5}">
                      <a16:colId xmlns:a16="http://schemas.microsoft.com/office/drawing/2014/main" val="20000"/>
                    </a:ext>
                  </a:extLst>
                </a:gridCol>
              </a:tblGrid>
              <a:tr h="545505">
                <a:tc>
                  <a:txBody>
                    <a:bodyPr/>
                    <a:lstStyle/>
                    <a:p>
                      <a:pPr algn="ctr">
                        <a:lnSpc>
                          <a:spcPts val="2037"/>
                        </a:lnSpc>
                        <a:defRPr/>
                      </a:pPr>
                      <a:endParaRPr lang="en-US" sz="900"/>
                    </a:p>
                  </a:txBody>
                  <a:tcPr marL="123203" marR="123203" marT="123203" marB="123203" anchor="ctr">
                    <a:lnL w="18677" cap="flat" cmpd="sng" algn="ctr">
                      <a:solidFill>
                        <a:srgbClr val="000000"/>
                      </a:solidFill>
                      <a:prstDash val="solid"/>
                      <a:round/>
                      <a:headEnd type="none" w="med" len="med"/>
                      <a:tailEnd type="none" w="med" len="med"/>
                    </a:lnL>
                    <a:lnR w="18677" cap="flat" cmpd="sng" algn="ctr">
                      <a:solidFill>
                        <a:srgbClr val="000000"/>
                      </a:solidFill>
                      <a:prstDash val="solid"/>
                      <a:round/>
                      <a:headEnd type="none" w="med" len="med"/>
                      <a:tailEnd type="none" w="med" len="med"/>
                    </a:lnR>
                    <a:lnT w="18677" cap="flat" cmpd="sng" algn="ctr">
                      <a:solidFill>
                        <a:srgbClr val="000000"/>
                      </a:solidFill>
                      <a:prstDash val="solid"/>
                      <a:round/>
                      <a:headEnd type="none" w="med" len="med"/>
                      <a:tailEnd type="none" w="med" len="med"/>
                    </a:lnT>
                    <a:lnB w="18677"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61678">
                <a:tc>
                  <a:txBody>
                    <a:bodyPr/>
                    <a:lstStyle/>
                    <a:p>
                      <a:pPr algn="ctr">
                        <a:lnSpc>
                          <a:spcPts val="2037"/>
                        </a:lnSpc>
                        <a:defRPr/>
                      </a:pPr>
                      <a:endParaRPr lang="en-US" sz="900"/>
                    </a:p>
                  </a:txBody>
                  <a:tcPr marL="123203" marR="123203" marT="123203" marB="123203" anchor="ctr">
                    <a:lnL w="18677" cap="flat" cmpd="sng" algn="ctr">
                      <a:solidFill>
                        <a:srgbClr val="000000"/>
                      </a:solidFill>
                      <a:prstDash val="solid"/>
                      <a:round/>
                      <a:headEnd type="none" w="med" len="med"/>
                      <a:tailEnd type="none" w="med" len="med"/>
                    </a:lnL>
                    <a:lnR w="18677" cap="flat" cmpd="sng" algn="ctr">
                      <a:solidFill>
                        <a:srgbClr val="000000"/>
                      </a:solidFill>
                      <a:prstDash val="solid"/>
                      <a:round/>
                      <a:headEnd type="none" w="med" len="med"/>
                      <a:tailEnd type="none" w="med" len="med"/>
                    </a:lnR>
                    <a:lnT w="18677" cap="flat" cmpd="sng" algn="ctr">
                      <a:solidFill>
                        <a:srgbClr val="000000"/>
                      </a:solidFill>
                      <a:prstDash val="solid"/>
                      <a:round/>
                      <a:headEnd type="none" w="med" len="med"/>
                      <a:tailEnd type="none" w="med" len="med"/>
                    </a:lnT>
                    <a:lnB w="18677"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61678">
                <a:tc>
                  <a:txBody>
                    <a:bodyPr/>
                    <a:lstStyle/>
                    <a:p>
                      <a:pPr algn="ctr">
                        <a:lnSpc>
                          <a:spcPts val="2037"/>
                        </a:lnSpc>
                        <a:defRPr/>
                      </a:pPr>
                      <a:endParaRPr lang="en-US" sz="900"/>
                    </a:p>
                  </a:txBody>
                  <a:tcPr marL="123203" marR="123203" marT="123203" marB="123203" anchor="ctr">
                    <a:lnL w="18677" cap="flat" cmpd="sng" algn="ctr">
                      <a:solidFill>
                        <a:srgbClr val="000000"/>
                      </a:solidFill>
                      <a:prstDash val="solid"/>
                      <a:round/>
                      <a:headEnd type="none" w="med" len="med"/>
                      <a:tailEnd type="none" w="med" len="med"/>
                    </a:lnL>
                    <a:lnR w="18677" cap="flat" cmpd="sng" algn="ctr">
                      <a:solidFill>
                        <a:srgbClr val="000000"/>
                      </a:solidFill>
                      <a:prstDash val="solid"/>
                      <a:round/>
                      <a:headEnd type="none" w="med" len="med"/>
                      <a:tailEnd type="none" w="med" len="med"/>
                    </a:lnR>
                    <a:lnT w="18677" cap="flat" cmpd="sng" algn="ctr">
                      <a:solidFill>
                        <a:srgbClr val="000000"/>
                      </a:solidFill>
                      <a:prstDash val="solid"/>
                      <a:round/>
                      <a:headEnd type="none" w="med" len="med"/>
                      <a:tailEnd type="none" w="med" len="med"/>
                    </a:lnT>
                    <a:lnB w="18677"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60041">
                <a:tc>
                  <a:txBody>
                    <a:bodyPr/>
                    <a:lstStyle/>
                    <a:p>
                      <a:pPr algn="ctr">
                        <a:lnSpc>
                          <a:spcPts val="2037"/>
                        </a:lnSpc>
                        <a:defRPr/>
                      </a:pPr>
                      <a:endParaRPr lang="en-US" sz="900"/>
                    </a:p>
                  </a:txBody>
                  <a:tcPr marL="123203" marR="123203" marT="123203" marB="123203" anchor="ctr">
                    <a:lnL w="18677" cap="flat" cmpd="sng" algn="ctr">
                      <a:solidFill>
                        <a:srgbClr val="000000"/>
                      </a:solidFill>
                      <a:prstDash val="solid"/>
                      <a:round/>
                      <a:headEnd type="none" w="med" len="med"/>
                      <a:tailEnd type="none" w="med" len="med"/>
                    </a:lnL>
                    <a:lnR w="18677" cap="flat" cmpd="sng" algn="ctr">
                      <a:solidFill>
                        <a:srgbClr val="000000"/>
                      </a:solidFill>
                      <a:prstDash val="solid"/>
                      <a:round/>
                      <a:headEnd type="none" w="med" len="med"/>
                      <a:tailEnd type="none" w="med" len="med"/>
                    </a:lnR>
                    <a:lnT w="18677" cap="flat" cmpd="sng" algn="ctr">
                      <a:solidFill>
                        <a:srgbClr val="000000"/>
                      </a:solidFill>
                      <a:prstDash val="solid"/>
                      <a:round/>
                      <a:headEnd type="none" w="med" len="med"/>
                      <a:tailEnd type="none" w="med" len="med"/>
                    </a:lnT>
                    <a:lnB w="18677"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63316">
                <a:tc>
                  <a:txBody>
                    <a:bodyPr/>
                    <a:lstStyle/>
                    <a:p>
                      <a:pPr algn="ctr">
                        <a:lnSpc>
                          <a:spcPts val="2037"/>
                        </a:lnSpc>
                        <a:defRPr/>
                      </a:pPr>
                      <a:endParaRPr lang="en-US" sz="900"/>
                    </a:p>
                  </a:txBody>
                  <a:tcPr marL="123203" marR="123203" marT="123203" marB="123203" anchor="ctr">
                    <a:lnL w="18677" cap="flat" cmpd="sng" algn="ctr">
                      <a:solidFill>
                        <a:srgbClr val="000000"/>
                      </a:solidFill>
                      <a:prstDash val="solid"/>
                      <a:round/>
                      <a:headEnd type="none" w="med" len="med"/>
                      <a:tailEnd type="none" w="med" len="med"/>
                    </a:lnL>
                    <a:lnR w="18677" cap="flat" cmpd="sng" algn="ctr">
                      <a:solidFill>
                        <a:srgbClr val="000000"/>
                      </a:solidFill>
                      <a:prstDash val="solid"/>
                      <a:round/>
                      <a:headEnd type="none" w="med" len="med"/>
                      <a:tailEnd type="none" w="med" len="med"/>
                    </a:lnR>
                    <a:lnT w="18677" cap="flat" cmpd="sng" algn="ctr">
                      <a:solidFill>
                        <a:srgbClr val="000000"/>
                      </a:solidFill>
                      <a:prstDash val="solid"/>
                      <a:round/>
                      <a:headEnd type="none" w="med" len="med"/>
                      <a:tailEnd type="none" w="med" len="med"/>
                    </a:lnT>
                    <a:lnB w="18677"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63316">
                <a:tc>
                  <a:txBody>
                    <a:bodyPr/>
                    <a:lstStyle/>
                    <a:p>
                      <a:pPr algn="ctr">
                        <a:lnSpc>
                          <a:spcPts val="2037"/>
                        </a:lnSpc>
                        <a:defRPr/>
                      </a:pPr>
                      <a:endParaRPr lang="en-US" sz="900" dirty="0"/>
                    </a:p>
                  </a:txBody>
                  <a:tcPr marL="123203" marR="123203" marT="123203" marB="123203" anchor="ctr">
                    <a:lnL w="18677" cap="flat" cmpd="sng" algn="ctr">
                      <a:solidFill>
                        <a:srgbClr val="000000"/>
                      </a:solidFill>
                      <a:prstDash val="solid"/>
                      <a:round/>
                      <a:headEnd type="none" w="med" len="med"/>
                      <a:tailEnd type="none" w="med" len="med"/>
                    </a:lnL>
                    <a:lnR w="18677" cap="flat" cmpd="sng" algn="ctr">
                      <a:solidFill>
                        <a:srgbClr val="000000"/>
                      </a:solidFill>
                      <a:prstDash val="solid"/>
                      <a:round/>
                      <a:headEnd type="none" w="med" len="med"/>
                      <a:tailEnd type="none" w="med" len="med"/>
                    </a:lnR>
                    <a:lnT w="18677" cap="flat" cmpd="sng" algn="ctr">
                      <a:solidFill>
                        <a:srgbClr val="000000"/>
                      </a:solidFill>
                      <a:prstDash val="solid"/>
                      <a:round/>
                      <a:headEnd type="none" w="med" len="med"/>
                      <a:tailEnd type="none" w="med" len="med"/>
                    </a:lnT>
                    <a:lnB w="18677"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63316">
                <a:tc>
                  <a:txBody>
                    <a:bodyPr/>
                    <a:lstStyle/>
                    <a:p>
                      <a:pPr algn="ctr">
                        <a:lnSpc>
                          <a:spcPts val="2037"/>
                        </a:lnSpc>
                        <a:defRPr/>
                      </a:pPr>
                      <a:endParaRPr lang="en-US" sz="900"/>
                    </a:p>
                  </a:txBody>
                  <a:tcPr marL="123203" marR="123203" marT="123203" marB="123203" anchor="ctr">
                    <a:lnL w="18677" cap="flat" cmpd="sng" algn="ctr">
                      <a:solidFill>
                        <a:srgbClr val="000000"/>
                      </a:solidFill>
                      <a:prstDash val="solid"/>
                      <a:round/>
                      <a:headEnd type="none" w="med" len="med"/>
                      <a:tailEnd type="none" w="med" len="med"/>
                    </a:lnL>
                    <a:lnR w="18677" cap="flat" cmpd="sng" algn="ctr">
                      <a:solidFill>
                        <a:srgbClr val="000000"/>
                      </a:solidFill>
                      <a:prstDash val="solid"/>
                      <a:round/>
                      <a:headEnd type="none" w="med" len="med"/>
                      <a:tailEnd type="none" w="med" len="med"/>
                    </a:lnR>
                    <a:lnT w="18677" cap="flat" cmpd="sng" algn="ctr">
                      <a:solidFill>
                        <a:srgbClr val="000000"/>
                      </a:solidFill>
                      <a:prstDash val="solid"/>
                      <a:round/>
                      <a:headEnd type="none" w="med" len="med"/>
                      <a:tailEnd type="none" w="med" len="med"/>
                    </a:lnT>
                    <a:lnB w="18677"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563316">
                <a:tc>
                  <a:txBody>
                    <a:bodyPr/>
                    <a:lstStyle/>
                    <a:p>
                      <a:pPr algn="ctr">
                        <a:lnSpc>
                          <a:spcPts val="2037"/>
                        </a:lnSpc>
                        <a:defRPr/>
                      </a:pPr>
                      <a:endParaRPr lang="en-US" sz="900" dirty="0"/>
                    </a:p>
                  </a:txBody>
                  <a:tcPr marL="123203" marR="123203" marT="123203" marB="123203" anchor="ctr">
                    <a:lnL w="18677" cap="flat" cmpd="sng" algn="ctr">
                      <a:solidFill>
                        <a:srgbClr val="000000"/>
                      </a:solidFill>
                      <a:prstDash val="solid"/>
                      <a:round/>
                      <a:headEnd type="none" w="med" len="med"/>
                      <a:tailEnd type="none" w="med" len="med"/>
                    </a:lnL>
                    <a:lnR w="18677" cap="flat" cmpd="sng" algn="ctr">
                      <a:solidFill>
                        <a:srgbClr val="000000"/>
                      </a:solidFill>
                      <a:prstDash val="solid"/>
                      <a:round/>
                      <a:headEnd type="none" w="med" len="med"/>
                      <a:tailEnd type="none" w="med" len="med"/>
                    </a:lnR>
                    <a:lnT w="18677" cap="flat" cmpd="sng" algn="ctr">
                      <a:solidFill>
                        <a:srgbClr val="000000"/>
                      </a:solidFill>
                      <a:prstDash val="solid"/>
                      <a:round/>
                      <a:headEnd type="none" w="med" len="med"/>
                      <a:tailEnd type="none" w="med" len="med"/>
                    </a:lnT>
                    <a:lnB w="18677"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3" name="Group 3"/>
          <p:cNvGrpSpPr/>
          <p:nvPr/>
        </p:nvGrpSpPr>
        <p:grpSpPr>
          <a:xfrm>
            <a:off x="0" y="-62813"/>
            <a:ext cx="10080626" cy="632282"/>
            <a:chOff x="0" y="0"/>
            <a:chExt cx="5428272" cy="812800"/>
          </a:xfrm>
        </p:grpSpPr>
        <p:sp>
          <p:nvSpPr>
            <p:cNvPr id="4" name="Freeform 4"/>
            <p:cNvSpPr/>
            <p:nvPr/>
          </p:nvSpPr>
          <p:spPr>
            <a:xfrm>
              <a:off x="0" y="0"/>
              <a:ext cx="5428271" cy="812800"/>
            </a:xfrm>
            <a:custGeom>
              <a:avLst/>
              <a:gdLst/>
              <a:ahLst/>
              <a:cxnLst/>
              <a:rect l="l" t="t" r="r" b="b"/>
              <a:pathLst>
                <a:path w="5428271" h="812800">
                  <a:moveTo>
                    <a:pt x="0" y="0"/>
                  </a:moveTo>
                  <a:lnTo>
                    <a:pt x="5428271" y="0"/>
                  </a:lnTo>
                  <a:lnTo>
                    <a:pt x="5428271" y="812800"/>
                  </a:lnTo>
                  <a:lnTo>
                    <a:pt x="0" y="812800"/>
                  </a:lnTo>
                  <a:close/>
                </a:path>
              </a:pathLst>
            </a:custGeom>
            <a:solidFill>
              <a:srgbClr val="F34336"/>
            </a:solidFill>
          </p:spPr>
          <p:txBody>
            <a:bodyPr/>
            <a:lstStyle/>
            <a:p>
              <a:endParaRPr lang="en-SG" sz="1088"/>
            </a:p>
          </p:txBody>
        </p:sp>
        <p:sp>
          <p:nvSpPr>
            <p:cNvPr id="5" name="TextBox 5"/>
            <p:cNvSpPr txBox="1"/>
            <p:nvPr/>
          </p:nvSpPr>
          <p:spPr>
            <a:xfrm>
              <a:off x="0" y="-28575"/>
              <a:ext cx="5428272" cy="841375"/>
            </a:xfrm>
            <a:prstGeom prst="rect">
              <a:avLst/>
            </a:prstGeom>
          </p:spPr>
          <p:txBody>
            <a:bodyPr lIns="40638" tIns="40638" rIns="40638" bIns="40638" rtlCol="0" anchor="ctr"/>
            <a:lstStyle/>
            <a:p>
              <a:pPr algn="ctr">
                <a:lnSpc>
                  <a:spcPts val="2016"/>
                </a:lnSpc>
              </a:pPr>
              <a:endParaRPr sz="1088"/>
            </a:p>
          </p:txBody>
        </p:sp>
      </p:grpSp>
      <p:sp>
        <p:nvSpPr>
          <p:cNvPr id="6" name="Freeform 6"/>
          <p:cNvSpPr/>
          <p:nvPr/>
        </p:nvSpPr>
        <p:spPr>
          <a:xfrm>
            <a:off x="2635189" y="2910200"/>
            <a:ext cx="508643" cy="254322"/>
          </a:xfrm>
          <a:custGeom>
            <a:avLst/>
            <a:gdLst/>
            <a:ahLst/>
            <a:cxnLst/>
            <a:rect l="l" t="t" r="r" b="b"/>
            <a:pathLst>
              <a:path w="635832" h="317916">
                <a:moveTo>
                  <a:pt x="0" y="0"/>
                </a:moveTo>
                <a:lnTo>
                  <a:pt x="635831" y="0"/>
                </a:lnTo>
                <a:lnTo>
                  <a:pt x="635831" y="317916"/>
                </a:lnTo>
                <a:lnTo>
                  <a:pt x="0" y="3179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SG" sz="1088"/>
          </a:p>
        </p:txBody>
      </p:sp>
      <p:sp>
        <p:nvSpPr>
          <p:cNvPr id="7" name="Freeform 7"/>
          <p:cNvSpPr/>
          <p:nvPr/>
        </p:nvSpPr>
        <p:spPr>
          <a:xfrm>
            <a:off x="2653841" y="1354337"/>
            <a:ext cx="508643" cy="254322"/>
          </a:xfrm>
          <a:custGeom>
            <a:avLst/>
            <a:gdLst/>
            <a:ahLst/>
            <a:cxnLst/>
            <a:rect l="l" t="t" r="r" b="b"/>
            <a:pathLst>
              <a:path w="635832" h="317916">
                <a:moveTo>
                  <a:pt x="0" y="0"/>
                </a:moveTo>
                <a:lnTo>
                  <a:pt x="635831" y="0"/>
                </a:lnTo>
                <a:lnTo>
                  <a:pt x="635831" y="317916"/>
                </a:lnTo>
                <a:lnTo>
                  <a:pt x="0" y="3179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SG" sz="1088"/>
          </a:p>
        </p:txBody>
      </p:sp>
      <p:sp>
        <p:nvSpPr>
          <p:cNvPr id="8" name="Freeform 8"/>
          <p:cNvSpPr/>
          <p:nvPr/>
        </p:nvSpPr>
        <p:spPr>
          <a:xfrm>
            <a:off x="2667521" y="3447530"/>
            <a:ext cx="508643" cy="254322"/>
          </a:xfrm>
          <a:custGeom>
            <a:avLst/>
            <a:gdLst/>
            <a:ahLst/>
            <a:cxnLst/>
            <a:rect l="l" t="t" r="r" b="b"/>
            <a:pathLst>
              <a:path w="635832" h="317916">
                <a:moveTo>
                  <a:pt x="0" y="0"/>
                </a:moveTo>
                <a:lnTo>
                  <a:pt x="635831" y="0"/>
                </a:lnTo>
                <a:lnTo>
                  <a:pt x="635831" y="317916"/>
                </a:lnTo>
                <a:lnTo>
                  <a:pt x="0" y="3179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SG" sz="1088"/>
          </a:p>
        </p:txBody>
      </p:sp>
      <p:sp>
        <p:nvSpPr>
          <p:cNvPr id="9" name="Freeform 9"/>
          <p:cNvSpPr/>
          <p:nvPr/>
        </p:nvSpPr>
        <p:spPr>
          <a:xfrm>
            <a:off x="2653841" y="4009039"/>
            <a:ext cx="508643" cy="254322"/>
          </a:xfrm>
          <a:custGeom>
            <a:avLst/>
            <a:gdLst/>
            <a:ahLst/>
            <a:cxnLst/>
            <a:rect l="l" t="t" r="r" b="b"/>
            <a:pathLst>
              <a:path w="635832" h="317916">
                <a:moveTo>
                  <a:pt x="0" y="0"/>
                </a:moveTo>
                <a:lnTo>
                  <a:pt x="635831" y="0"/>
                </a:lnTo>
                <a:lnTo>
                  <a:pt x="635831" y="317915"/>
                </a:lnTo>
                <a:lnTo>
                  <a:pt x="0" y="31791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SG" sz="1088"/>
          </a:p>
        </p:txBody>
      </p:sp>
      <p:sp>
        <p:nvSpPr>
          <p:cNvPr id="10" name="Freeform 10"/>
          <p:cNvSpPr/>
          <p:nvPr/>
        </p:nvSpPr>
        <p:spPr>
          <a:xfrm>
            <a:off x="2625080" y="4630058"/>
            <a:ext cx="508643" cy="254322"/>
          </a:xfrm>
          <a:custGeom>
            <a:avLst/>
            <a:gdLst/>
            <a:ahLst/>
            <a:cxnLst/>
            <a:rect l="l" t="t" r="r" b="b"/>
            <a:pathLst>
              <a:path w="635832" h="317916">
                <a:moveTo>
                  <a:pt x="0" y="0"/>
                </a:moveTo>
                <a:lnTo>
                  <a:pt x="635831" y="0"/>
                </a:lnTo>
                <a:lnTo>
                  <a:pt x="635831" y="317916"/>
                </a:lnTo>
                <a:lnTo>
                  <a:pt x="0" y="3179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SG" sz="1088" dirty="0"/>
          </a:p>
        </p:txBody>
      </p:sp>
      <p:sp>
        <p:nvSpPr>
          <p:cNvPr id="11" name="Freeform 11"/>
          <p:cNvSpPr/>
          <p:nvPr/>
        </p:nvSpPr>
        <p:spPr>
          <a:xfrm>
            <a:off x="2622507" y="5169967"/>
            <a:ext cx="508643" cy="254322"/>
          </a:xfrm>
          <a:custGeom>
            <a:avLst/>
            <a:gdLst/>
            <a:ahLst/>
            <a:cxnLst/>
            <a:rect l="l" t="t" r="r" b="b"/>
            <a:pathLst>
              <a:path w="635832" h="317916">
                <a:moveTo>
                  <a:pt x="0" y="0"/>
                </a:moveTo>
                <a:lnTo>
                  <a:pt x="635832" y="0"/>
                </a:lnTo>
                <a:lnTo>
                  <a:pt x="635832" y="317916"/>
                </a:lnTo>
                <a:lnTo>
                  <a:pt x="0" y="3179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SG" sz="1088"/>
          </a:p>
        </p:txBody>
      </p:sp>
      <p:sp>
        <p:nvSpPr>
          <p:cNvPr id="12" name="Freeform 12"/>
          <p:cNvSpPr/>
          <p:nvPr/>
        </p:nvSpPr>
        <p:spPr>
          <a:xfrm>
            <a:off x="2664245" y="2397664"/>
            <a:ext cx="508643" cy="254322"/>
          </a:xfrm>
          <a:custGeom>
            <a:avLst/>
            <a:gdLst/>
            <a:ahLst/>
            <a:cxnLst/>
            <a:rect l="l" t="t" r="r" b="b"/>
            <a:pathLst>
              <a:path w="635832" h="317916">
                <a:moveTo>
                  <a:pt x="0" y="0"/>
                </a:moveTo>
                <a:lnTo>
                  <a:pt x="635831" y="0"/>
                </a:lnTo>
                <a:lnTo>
                  <a:pt x="635831" y="317915"/>
                </a:lnTo>
                <a:lnTo>
                  <a:pt x="0" y="31791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SG" sz="1088"/>
          </a:p>
        </p:txBody>
      </p:sp>
      <p:sp>
        <p:nvSpPr>
          <p:cNvPr id="13" name="Freeform 13"/>
          <p:cNvSpPr/>
          <p:nvPr/>
        </p:nvSpPr>
        <p:spPr>
          <a:xfrm>
            <a:off x="2664245" y="1782712"/>
            <a:ext cx="508643" cy="254322"/>
          </a:xfrm>
          <a:custGeom>
            <a:avLst/>
            <a:gdLst/>
            <a:ahLst/>
            <a:cxnLst/>
            <a:rect l="l" t="t" r="r" b="b"/>
            <a:pathLst>
              <a:path w="635832" h="317916">
                <a:moveTo>
                  <a:pt x="0" y="0"/>
                </a:moveTo>
                <a:lnTo>
                  <a:pt x="635831" y="0"/>
                </a:lnTo>
                <a:lnTo>
                  <a:pt x="635831" y="317916"/>
                </a:lnTo>
                <a:lnTo>
                  <a:pt x="0" y="3179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SG" sz="1088"/>
          </a:p>
        </p:txBody>
      </p:sp>
      <p:sp>
        <p:nvSpPr>
          <p:cNvPr id="14" name="Freeform 14"/>
          <p:cNvSpPr/>
          <p:nvPr/>
        </p:nvSpPr>
        <p:spPr>
          <a:xfrm>
            <a:off x="6722965" y="5067135"/>
            <a:ext cx="252484" cy="252484"/>
          </a:xfrm>
          <a:custGeom>
            <a:avLst/>
            <a:gdLst/>
            <a:ahLst/>
            <a:cxnLst/>
            <a:rect l="l" t="t" r="r" b="b"/>
            <a:pathLst>
              <a:path w="315619" h="315619">
                <a:moveTo>
                  <a:pt x="0" y="0"/>
                </a:moveTo>
                <a:lnTo>
                  <a:pt x="315619" y="0"/>
                </a:lnTo>
                <a:lnTo>
                  <a:pt x="315619" y="315620"/>
                </a:lnTo>
                <a:lnTo>
                  <a:pt x="0" y="31562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15" name="Freeform 15"/>
          <p:cNvSpPr/>
          <p:nvPr/>
        </p:nvSpPr>
        <p:spPr>
          <a:xfrm>
            <a:off x="6740760" y="2267866"/>
            <a:ext cx="252484" cy="252484"/>
          </a:xfrm>
          <a:custGeom>
            <a:avLst/>
            <a:gdLst/>
            <a:ahLst/>
            <a:cxnLst/>
            <a:rect l="l" t="t" r="r" b="b"/>
            <a:pathLst>
              <a:path w="315619" h="315619">
                <a:moveTo>
                  <a:pt x="0" y="0"/>
                </a:moveTo>
                <a:lnTo>
                  <a:pt x="315619" y="0"/>
                </a:lnTo>
                <a:lnTo>
                  <a:pt x="315619" y="315619"/>
                </a:lnTo>
                <a:lnTo>
                  <a:pt x="0" y="3156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16" name="Freeform 16"/>
          <p:cNvSpPr/>
          <p:nvPr/>
        </p:nvSpPr>
        <p:spPr>
          <a:xfrm>
            <a:off x="6688820" y="1675535"/>
            <a:ext cx="252484" cy="252484"/>
          </a:xfrm>
          <a:custGeom>
            <a:avLst/>
            <a:gdLst/>
            <a:ahLst/>
            <a:cxnLst/>
            <a:rect l="l" t="t" r="r" b="b"/>
            <a:pathLst>
              <a:path w="315619" h="315619">
                <a:moveTo>
                  <a:pt x="0" y="0"/>
                </a:moveTo>
                <a:lnTo>
                  <a:pt x="315619" y="0"/>
                </a:lnTo>
                <a:lnTo>
                  <a:pt x="315619" y="315619"/>
                </a:lnTo>
                <a:lnTo>
                  <a:pt x="0" y="3156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17" name="Freeform 17"/>
          <p:cNvSpPr/>
          <p:nvPr/>
        </p:nvSpPr>
        <p:spPr>
          <a:xfrm>
            <a:off x="6754863" y="1169109"/>
            <a:ext cx="252484" cy="252484"/>
          </a:xfrm>
          <a:custGeom>
            <a:avLst/>
            <a:gdLst/>
            <a:ahLst/>
            <a:cxnLst/>
            <a:rect l="l" t="t" r="r" b="b"/>
            <a:pathLst>
              <a:path w="315619" h="315619">
                <a:moveTo>
                  <a:pt x="0" y="0"/>
                </a:moveTo>
                <a:lnTo>
                  <a:pt x="315619" y="0"/>
                </a:lnTo>
                <a:lnTo>
                  <a:pt x="315619" y="315619"/>
                </a:lnTo>
                <a:lnTo>
                  <a:pt x="0" y="3156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18" name="Freeform 18"/>
          <p:cNvSpPr/>
          <p:nvPr/>
        </p:nvSpPr>
        <p:spPr>
          <a:xfrm>
            <a:off x="6758888" y="3922546"/>
            <a:ext cx="252484" cy="252484"/>
          </a:xfrm>
          <a:custGeom>
            <a:avLst/>
            <a:gdLst/>
            <a:ahLst/>
            <a:cxnLst/>
            <a:rect l="l" t="t" r="r" b="b"/>
            <a:pathLst>
              <a:path w="315619" h="315619">
                <a:moveTo>
                  <a:pt x="0" y="0"/>
                </a:moveTo>
                <a:lnTo>
                  <a:pt x="315619" y="0"/>
                </a:lnTo>
                <a:lnTo>
                  <a:pt x="315619" y="315620"/>
                </a:lnTo>
                <a:lnTo>
                  <a:pt x="0" y="31562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19" name="Freeform 19"/>
          <p:cNvSpPr/>
          <p:nvPr/>
        </p:nvSpPr>
        <p:spPr>
          <a:xfrm>
            <a:off x="6754863" y="3371408"/>
            <a:ext cx="252484" cy="252484"/>
          </a:xfrm>
          <a:custGeom>
            <a:avLst/>
            <a:gdLst/>
            <a:ahLst/>
            <a:cxnLst/>
            <a:rect l="l" t="t" r="r" b="b"/>
            <a:pathLst>
              <a:path w="315619" h="315619">
                <a:moveTo>
                  <a:pt x="0" y="0"/>
                </a:moveTo>
                <a:lnTo>
                  <a:pt x="315619" y="0"/>
                </a:lnTo>
                <a:lnTo>
                  <a:pt x="315619" y="315620"/>
                </a:lnTo>
                <a:lnTo>
                  <a:pt x="0" y="31562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20" name="Freeform 20"/>
          <p:cNvSpPr/>
          <p:nvPr/>
        </p:nvSpPr>
        <p:spPr>
          <a:xfrm>
            <a:off x="6722965" y="2787104"/>
            <a:ext cx="252484" cy="252484"/>
          </a:xfrm>
          <a:custGeom>
            <a:avLst/>
            <a:gdLst/>
            <a:ahLst/>
            <a:cxnLst/>
            <a:rect l="l" t="t" r="r" b="b"/>
            <a:pathLst>
              <a:path w="315619" h="315619">
                <a:moveTo>
                  <a:pt x="0" y="0"/>
                </a:moveTo>
                <a:lnTo>
                  <a:pt x="315619" y="0"/>
                </a:lnTo>
                <a:lnTo>
                  <a:pt x="315619" y="315619"/>
                </a:lnTo>
                <a:lnTo>
                  <a:pt x="0" y="3156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21" name="Freeform 21"/>
          <p:cNvSpPr/>
          <p:nvPr/>
        </p:nvSpPr>
        <p:spPr>
          <a:xfrm>
            <a:off x="6732012" y="4516105"/>
            <a:ext cx="252484" cy="252484"/>
          </a:xfrm>
          <a:custGeom>
            <a:avLst/>
            <a:gdLst/>
            <a:ahLst/>
            <a:cxnLst/>
            <a:rect l="l" t="t" r="r" b="b"/>
            <a:pathLst>
              <a:path w="315619" h="315619">
                <a:moveTo>
                  <a:pt x="0" y="0"/>
                </a:moveTo>
                <a:lnTo>
                  <a:pt x="315619" y="0"/>
                </a:lnTo>
                <a:lnTo>
                  <a:pt x="315619" y="315619"/>
                </a:lnTo>
                <a:lnTo>
                  <a:pt x="0" y="3156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SG" sz="1088"/>
          </a:p>
        </p:txBody>
      </p:sp>
      <p:sp>
        <p:nvSpPr>
          <p:cNvPr id="22" name="TextBox 22"/>
          <p:cNvSpPr txBox="1"/>
          <p:nvPr/>
        </p:nvSpPr>
        <p:spPr>
          <a:xfrm>
            <a:off x="3883517" y="123150"/>
            <a:ext cx="2857243" cy="352019"/>
          </a:xfrm>
          <a:prstGeom prst="rect">
            <a:avLst/>
          </a:prstGeom>
        </p:spPr>
        <p:txBody>
          <a:bodyPr wrap="square" lIns="0" tIns="0" rIns="0" bIns="0" rtlCol="0" anchor="t">
            <a:spAutoFit/>
          </a:bodyPr>
          <a:lstStyle/>
          <a:p>
            <a:pPr>
              <a:lnSpc>
                <a:spcPts val="2670"/>
              </a:lnSpc>
              <a:spcBef>
                <a:spcPct val="0"/>
              </a:spcBef>
            </a:pPr>
            <a:r>
              <a:rPr lang="en-US" sz="2400" b="1" dirty="0">
                <a:solidFill>
                  <a:srgbClr val="FFF3E8"/>
                </a:solidFill>
                <a:latin typeface="League Spartan" panose="020B0604020202020204" charset="0"/>
                <a:ea typeface="Canva Sans Bold"/>
                <a:cs typeface="Canva Sans Bold"/>
                <a:sym typeface="Canva Sans Bold"/>
              </a:rPr>
              <a:t>Confirmed Plan</a:t>
            </a:r>
          </a:p>
        </p:txBody>
      </p:sp>
      <p:sp>
        <p:nvSpPr>
          <p:cNvPr id="23" name="TextBox 23"/>
          <p:cNvSpPr txBox="1"/>
          <p:nvPr/>
        </p:nvSpPr>
        <p:spPr>
          <a:xfrm>
            <a:off x="3603154" y="1284252"/>
            <a:ext cx="1696990" cy="215957"/>
          </a:xfrm>
          <a:prstGeom prst="rect">
            <a:avLst/>
          </a:prstGeom>
        </p:spPr>
        <p:txBody>
          <a:bodyPr wrap="square" lIns="0" tIns="0" rIns="0" bIns="0" rtlCol="0" anchor="t">
            <a:spAutoFit/>
          </a:bodyPr>
          <a:lstStyle/>
          <a:p>
            <a:pPr>
              <a:lnSpc>
                <a:spcPts val="1810"/>
              </a:lnSpc>
              <a:spcBef>
                <a:spcPct val="0"/>
              </a:spcBef>
            </a:pPr>
            <a:r>
              <a:rPr lang="en-US" sz="1293" b="1" dirty="0">
                <a:solidFill>
                  <a:srgbClr val="000000"/>
                </a:solidFill>
                <a:latin typeface="Canva Sans Bold"/>
                <a:ea typeface="Canva Sans Bold"/>
                <a:cs typeface="Canva Sans Bold"/>
                <a:sym typeface="Canva Sans Bold"/>
              </a:rPr>
              <a:t>Burger Queen</a:t>
            </a:r>
          </a:p>
        </p:txBody>
      </p:sp>
      <p:sp>
        <p:nvSpPr>
          <p:cNvPr id="24" name="TextBox 24"/>
          <p:cNvSpPr txBox="1"/>
          <p:nvPr/>
        </p:nvSpPr>
        <p:spPr>
          <a:xfrm>
            <a:off x="3612318" y="3562505"/>
            <a:ext cx="948739" cy="215957"/>
          </a:xfrm>
          <a:prstGeom prst="rect">
            <a:avLst/>
          </a:prstGeom>
        </p:spPr>
        <p:txBody>
          <a:bodyPr lIns="0" tIns="0" rIns="0" bIns="0" rtlCol="0" anchor="t">
            <a:spAutoFit/>
          </a:bodyPr>
          <a:lstStyle/>
          <a:p>
            <a:pPr>
              <a:lnSpc>
                <a:spcPts val="1810"/>
              </a:lnSpc>
              <a:spcBef>
                <a:spcPct val="0"/>
              </a:spcBef>
            </a:pPr>
            <a:r>
              <a:rPr lang="en-US" sz="1293" b="1" dirty="0">
                <a:solidFill>
                  <a:srgbClr val="000000"/>
                </a:solidFill>
                <a:latin typeface="Canva Sans Bold"/>
                <a:ea typeface="Canva Sans Bold"/>
                <a:cs typeface="Canva Sans Bold"/>
                <a:sym typeface="Canva Sans Bold"/>
              </a:rPr>
              <a:t>Music Show</a:t>
            </a:r>
          </a:p>
        </p:txBody>
      </p:sp>
      <p:sp>
        <p:nvSpPr>
          <p:cNvPr id="25" name="TextBox 25"/>
          <p:cNvSpPr txBox="1"/>
          <p:nvPr/>
        </p:nvSpPr>
        <p:spPr>
          <a:xfrm>
            <a:off x="3612318" y="2384603"/>
            <a:ext cx="1015730" cy="215957"/>
          </a:xfrm>
          <a:prstGeom prst="rect">
            <a:avLst/>
          </a:prstGeom>
        </p:spPr>
        <p:txBody>
          <a:bodyPr lIns="0" tIns="0" rIns="0" bIns="0" rtlCol="0" anchor="t">
            <a:spAutoFit/>
          </a:bodyPr>
          <a:lstStyle/>
          <a:p>
            <a:pPr>
              <a:lnSpc>
                <a:spcPts val="1810"/>
              </a:lnSpc>
              <a:spcBef>
                <a:spcPct val="0"/>
              </a:spcBef>
            </a:pPr>
            <a:r>
              <a:rPr lang="en-US" sz="1293" b="1" dirty="0">
                <a:solidFill>
                  <a:srgbClr val="000000"/>
                </a:solidFill>
                <a:latin typeface="Canva Sans Bold"/>
                <a:ea typeface="Canva Sans Bold"/>
                <a:cs typeface="Canva Sans Bold"/>
                <a:sym typeface="Canva Sans Bold"/>
              </a:rPr>
              <a:t>Bumper cars</a:t>
            </a:r>
          </a:p>
        </p:txBody>
      </p:sp>
      <p:sp>
        <p:nvSpPr>
          <p:cNvPr id="26" name="TextBox 26"/>
          <p:cNvSpPr txBox="1"/>
          <p:nvPr/>
        </p:nvSpPr>
        <p:spPr>
          <a:xfrm>
            <a:off x="3572382" y="4058382"/>
            <a:ext cx="1777764" cy="215957"/>
          </a:xfrm>
          <a:prstGeom prst="rect">
            <a:avLst/>
          </a:prstGeom>
        </p:spPr>
        <p:txBody>
          <a:bodyPr wrap="square" lIns="0" tIns="0" rIns="0" bIns="0" rtlCol="0" anchor="t">
            <a:spAutoFit/>
          </a:bodyPr>
          <a:lstStyle/>
          <a:p>
            <a:pPr>
              <a:lnSpc>
                <a:spcPts val="1810"/>
              </a:lnSpc>
              <a:spcBef>
                <a:spcPct val="0"/>
              </a:spcBef>
            </a:pPr>
            <a:r>
              <a:rPr lang="en-US" sz="1293" b="1" dirty="0">
                <a:solidFill>
                  <a:srgbClr val="000000"/>
                </a:solidFill>
                <a:latin typeface="Canva Sans Bold"/>
                <a:ea typeface="Canva Sans Bold"/>
                <a:cs typeface="Canva Sans Bold"/>
                <a:sym typeface="Canva Sans Bold"/>
              </a:rPr>
              <a:t>Ferris wheels</a:t>
            </a:r>
          </a:p>
        </p:txBody>
      </p:sp>
      <p:sp>
        <p:nvSpPr>
          <p:cNvPr id="27" name="TextBox 27"/>
          <p:cNvSpPr txBox="1"/>
          <p:nvPr/>
        </p:nvSpPr>
        <p:spPr>
          <a:xfrm>
            <a:off x="3571953" y="5117835"/>
            <a:ext cx="989104" cy="215957"/>
          </a:xfrm>
          <a:prstGeom prst="rect">
            <a:avLst/>
          </a:prstGeom>
        </p:spPr>
        <p:txBody>
          <a:bodyPr wrap="square" lIns="0" tIns="0" rIns="0" bIns="0" rtlCol="0" anchor="t">
            <a:spAutoFit/>
          </a:bodyPr>
          <a:lstStyle/>
          <a:p>
            <a:pPr>
              <a:lnSpc>
                <a:spcPts val="1810"/>
              </a:lnSpc>
              <a:spcBef>
                <a:spcPct val="0"/>
              </a:spcBef>
            </a:pPr>
            <a:r>
              <a:rPr lang="en-US" sz="1293" b="1" dirty="0">
                <a:solidFill>
                  <a:srgbClr val="000000"/>
                </a:solidFill>
                <a:latin typeface="Canva Sans Bold"/>
                <a:ea typeface="Canva Sans Bold"/>
                <a:cs typeface="Canva Sans Bold"/>
                <a:sym typeface="Canva Sans Bold"/>
              </a:rPr>
              <a:t>Fireworks</a:t>
            </a:r>
          </a:p>
        </p:txBody>
      </p:sp>
      <p:sp>
        <p:nvSpPr>
          <p:cNvPr id="28" name="TextBox 28"/>
          <p:cNvSpPr txBox="1"/>
          <p:nvPr/>
        </p:nvSpPr>
        <p:spPr>
          <a:xfrm>
            <a:off x="3542018" y="4655951"/>
            <a:ext cx="1613766" cy="215957"/>
          </a:xfrm>
          <a:prstGeom prst="rect">
            <a:avLst/>
          </a:prstGeom>
        </p:spPr>
        <p:txBody>
          <a:bodyPr wrap="square" lIns="0" tIns="0" rIns="0" bIns="0" rtlCol="0" anchor="t">
            <a:spAutoFit/>
          </a:bodyPr>
          <a:lstStyle/>
          <a:p>
            <a:pPr>
              <a:lnSpc>
                <a:spcPts val="1810"/>
              </a:lnSpc>
              <a:spcBef>
                <a:spcPct val="0"/>
              </a:spcBef>
            </a:pPr>
            <a:r>
              <a:rPr lang="en-US" sz="1293" b="1" dirty="0">
                <a:solidFill>
                  <a:srgbClr val="000000"/>
                </a:solidFill>
                <a:latin typeface="Canva Sans Bold"/>
                <a:ea typeface="Canva Sans Bold"/>
                <a:cs typeface="Canva Sans Bold"/>
                <a:sym typeface="Canva Sans Bold"/>
              </a:rPr>
              <a:t>Ice Cream Corner</a:t>
            </a:r>
          </a:p>
        </p:txBody>
      </p:sp>
      <p:sp>
        <p:nvSpPr>
          <p:cNvPr id="29" name="TextBox 29"/>
          <p:cNvSpPr txBox="1"/>
          <p:nvPr/>
        </p:nvSpPr>
        <p:spPr>
          <a:xfrm>
            <a:off x="3643056" y="2944121"/>
            <a:ext cx="956901" cy="215957"/>
          </a:xfrm>
          <a:prstGeom prst="rect">
            <a:avLst/>
          </a:prstGeom>
        </p:spPr>
        <p:txBody>
          <a:bodyPr lIns="0" tIns="0" rIns="0" bIns="0" rtlCol="0" anchor="t">
            <a:spAutoFit/>
          </a:bodyPr>
          <a:lstStyle/>
          <a:p>
            <a:pPr>
              <a:lnSpc>
                <a:spcPts val="1810"/>
              </a:lnSpc>
              <a:spcBef>
                <a:spcPct val="0"/>
              </a:spcBef>
            </a:pPr>
            <a:r>
              <a:rPr lang="en-US" sz="1293" b="1" dirty="0">
                <a:solidFill>
                  <a:srgbClr val="000000"/>
                </a:solidFill>
                <a:latin typeface="Canva Sans Bold"/>
                <a:ea typeface="Canva Sans Bold"/>
                <a:cs typeface="Canva Sans Bold"/>
                <a:sym typeface="Canva Sans Bold"/>
              </a:rPr>
              <a:t>Pizza House</a:t>
            </a:r>
          </a:p>
        </p:txBody>
      </p:sp>
      <p:sp>
        <p:nvSpPr>
          <p:cNvPr id="30" name="TextBox 30"/>
          <p:cNvSpPr txBox="1"/>
          <p:nvPr/>
        </p:nvSpPr>
        <p:spPr>
          <a:xfrm>
            <a:off x="3618037" y="1809386"/>
            <a:ext cx="1256129" cy="215957"/>
          </a:xfrm>
          <a:prstGeom prst="rect">
            <a:avLst/>
          </a:prstGeom>
        </p:spPr>
        <p:txBody>
          <a:bodyPr lIns="0" tIns="0" rIns="0" bIns="0" rtlCol="0" anchor="t">
            <a:spAutoFit/>
          </a:bodyPr>
          <a:lstStyle/>
          <a:p>
            <a:pPr>
              <a:lnSpc>
                <a:spcPts val="1810"/>
              </a:lnSpc>
              <a:spcBef>
                <a:spcPct val="0"/>
              </a:spcBef>
            </a:pPr>
            <a:r>
              <a:rPr lang="en-US" sz="1293" b="1" dirty="0">
                <a:solidFill>
                  <a:srgbClr val="000000"/>
                </a:solidFill>
                <a:latin typeface="Canva Sans Bold"/>
                <a:ea typeface="Canva Sans Bold"/>
                <a:cs typeface="Canva Sans Bold"/>
                <a:sym typeface="Canva Sans Bold"/>
              </a:rPr>
              <a:t>Castle Playtime</a:t>
            </a:r>
          </a:p>
        </p:txBody>
      </p:sp>
      <p:sp>
        <p:nvSpPr>
          <p:cNvPr id="31" name="TextBox 31"/>
          <p:cNvSpPr txBox="1"/>
          <p:nvPr/>
        </p:nvSpPr>
        <p:spPr>
          <a:xfrm>
            <a:off x="3278612" y="1310125"/>
            <a:ext cx="135292" cy="215957"/>
          </a:xfrm>
          <a:prstGeom prst="rect">
            <a:avLst/>
          </a:prstGeom>
        </p:spPr>
        <p:txBody>
          <a:bodyPr lIns="0" tIns="0" rIns="0" bIns="0" rtlCol="0" anchor="t">
            <a:spAutoFit/>
          </a:bodyPr>
          <a:lstStyle/>
          <a:p>
            <a:pPr>
              <a:lnSpc>
                <a:spcPts val="1810"/>
              </a:lnSpc>
              <a:spcBef>
                <a:spcPct val="0"/>
              </a:spcBef>
            </a:pPr>
            <a:r>
              <a:rPr lang="en-US" sz="1293" b="1">
                <a:solidFill>
                  <a:srgbClr val="000000"/>
                </a:solidFill>
                <a:latin typeface="Canva Sans Bold"/>
                <a:ea typeface="Canva Sans Bold"/>
                <a:cs typeface="Canva Sans Bold"/>
                <a:sym typeface="Canva Sans Bold"/>
              </a:rPr>
              <a:t>1.</a:t>
            </a:r>
          </a:p>
        </p:txBody>
      </p:sp>
      <p:sp>
        <p:nvSpPr>
          <p:cNvPr id="32" name="TextBox 32"/>
          <p:cNvSpPr txBox="1"/>
          <p:nvPr/>
        </p:nvSpPr>
        <p:spPr>
          <a:xfrm>
            <a:off x="3261569" y="1769551"/>
            <a:ext cx="136832" cy="446789"/>
          </a:xfrm>
          <a:prstGeom prst="rect">
            <a:avLst/>
          </a:prstGeom>
        </p:spPr>
        <p:txBody>
          <a:bodyPr lIns="0" tIns="0" rIns="0" bIns="0" rtlCol="0" anchor="t">
            <a:spAutoFit/>
          </a:bodyPr>
          <a:lstStyle/>
          <a:p>
            <a:pPr>
              <a:lnSpc>
                <a:spcPts val="1810"/>
              </a:lnSpc>
              <a:spcBef>
                <a:spcPct val="0"/>
              </a:spcBef>
            </a:pPr>
            <a:r>
              <a:rPr lang="en-US" sz="1293" b="1" dirty="0">
                <a:solidFill>
                  <a:srgbClr val="000000"/>
                </a:solidFill>
                <a:latin typeface="Canva Sans Bold"/>
                <a:ea typeface="Canva Sans Bold"/>
                <a:cs typeface="Canva Sans Bold"/>
                <a:sym typeface="Canva Sans Bold"/>
              </a:rPr>
              <a:t>2.</a:t>
            </a:r>
          </a:p>
        </p:txBody>
      </p:sp>
      <p:sp>
        <p:nvSpPr>
          <p:cNvPr id="33" name="TextBox 33"/>
          <p:cNvSpPr txBox="1"/>
          <p:nvPr/>
        </p:nvSpPr>
        <p:spPr>
          <a:xfrm>
            <a:off x="3248657" y="2307389"/>
            <a:ext cx="138372" cy="446789"/>
          </a:xfrm>
          <a:prstGeom prst="rect">
            <a:avLst/>
          </a:prstGeom>
        </p:spPr>
        <p:txBody>
          <a:bodyPr lIns="0" tIns="0" rIns="0" bIns="0" rtlCol="0" anchor="t">
            <a:spAutoFit/>
          </a:bodyPr>
          <a:lstStyle/>
          <a:p>
            <a:pPr>
              <a:lnSpc>
                <a:spcPts val="1810"/>
              </a:lnSpc>
              <a:spcBef>
                <a:spcPct val="0"/>
              </a:spcBef>
            </a:pPr>
            <a:r>
              <a:rPr lang="en-US" sz="1293" b="1" dirty="0">
                <a:solidFill>
                  <a:srgbClr val="000000"/>
                </a:solidFill>
                <a:latin typeface="Canva Sans Bold"/>
                <a:ea typeface="Canva Sans Bold"/>
                <a:cs typeface="Canva Sans Bold"/>
                <a:sym typeface="Canva Sans Bold"/>
              </a:rPr>
              <a:t>3.</a:t>
            </a:r>
          </a:p>
        </p:txBody>
      </p:sp>
      <p:sp>
        <p:nvSpPr>
          <p:cNvPr id="34" name="TextBox 34"/>
          <p:cNvSpPr txBox="1"/>
          <p:nvPr/>
        </p:nvSpPr>
        <p:spPr>
          <a:xfrm>
            <a:off x="3256070" y="5126918"/>
            <a:ext cx="143916" cy="446789"/>
          </a:xfrm>
          <a:prstGeom prst="rect">
            <a:avLst/>
          </a:prstGeom>
        </p:spPr>
        <p:txBody>
          <a:bodyPr lIns="0" tIns="0" rIns="0" bIns="0" rtlCol="0" anchor="t">
            <a:spAutoFit/>
          </a:bodyPr>
          <a:lstStyle/>
          <a:p>
            <a:pPr>
              <a:lnSpc>
                <a:spcPts val="1810"/>
              </a:lnSpc>
              <a:spcBef>
                <a:spcPct val="0"/>
              </a:spcBef>
            </a:pPr>
            <a:r>
              <a:rPr lang="en-US" sz="1293" b="1" dirty="0">
                <a:solidFill>
                  <a:srgbClr val="000000"/>
                </a:solidFill>
                <a:latin typeface="Canva Sans Bold"/>
                <a:ea typeface="Canva Sans Bold"/>
                <a:cs typeface="Canva Sans Bold"/>
                <a:sym typeface="Canva Sans Bold"/>
              </a:rPr>
              <a:t>8.</a:t>
            </a:r>
          </a:p>
        </p:txBody>
      </p:sp>
      <p:sp>
        <p:nvSpPr>
          <p:cNvPr id="35" name="TextBox 35"/>
          <p:cNvSpPr txBox="1"/>
          <p:nvPr/>
        </p:nvSpPr>
        <p:spPr>
          <a:xfrm>
            <a:off x="3255609" y="4640543"/>
            <a:ext cx="110421" cy="446789"/>
          </a:xfrm>
          <a:prstGeom prst="rect">
            <a:avLst/>
          </a:prstGeom>
        </p:spPr>
        <p:txBody>
          <a:bodyPr lIns="0" tIns="0" rIns="0" bIns="0" rtlCol="0" anchor="t">
            <a:spAutoFit/>
          </a:bodyPr>
          <a:lstStyle/>
          <a:p>
            <a:pPr>
              <a:lnSpc>
                <a:spcPts val="1810"/>
              </a:lnSpc>
              <a:spcBef>
                <a:spcPct val="0"/>
              </a:spcBef>
            </a:pPr>
            <a:r>
              <a:rPr lang="en-US" sz="1293" b="1" dirty="0">
                <a:solidFill>
                  <a:srgbClr val="000000"/>
                </a:solidFill>
                <a:latin typeface="Canva Sans Bold"/>
                <a:ea typeface="Canva Sans Bold"/>
                <a:cs typeface="Canva Sans Bold"/>
                <a:sym typeface="Canva Sans Bold"/>
              </a:rPr>
              <a:t>7.</a:t>
            </a:r>
          </a:p>
        </p:txBody>
      </p:sp>
      <p:sp>
        <p:nvSpPr>
          <p:cNvPr id="36" name="TextBox 36"/>
          <p:cNvSpPr txBox="1"/>
          <p:nvPr/>
        </p:nvSpPr>
        <p:spPr>
          <a:xfrm>
            <a:off x="3208208" y="4050607"/>
            <a:ext cx="147227" cy="446789"/>
          </a:xfrm>
          <a:prstGeom prst="rect">
            <a:avLst/>
          </a:prstGeom>
        </p:spPr>
        <p:txBody>
          <a:bodyPr lIns="0" tIns="0" rIns="0" bIns="0" rtlCol="0" anchor="t">
            <a:spAutoFit/>
          </a:bodyPr>
          <a:lstStyle/>
          <a:p>
            <a:pPr>
              <a:lnSpc>
                <a:spcPts val="1810"/>
              </a:lnSpc>
              <a:spcBef>
                <a:spcPct val="0"/>
              </a:spcBef>
            </a:pPr>
            <a:r>
              <a:rPr lang="en-US" sz="1293" b="1" dirty="0">
                <a:solidFill>
                  <a:srgbClr val="000000"/>
                </a:solidFill>
                <a:latin typeface="Canva Sans Bold"/>
                <a:ea typeface="Canva Sans Bold"/>
                <a:cs typeface="Canva Sans Bold"/>
                <a:sym typeface="Canva Sans Bold"/>
              </a:rPr>
              <a:t>6.</a:t>
            </a:r>
          </a:p>
        </p:txBody>
      </p:sp>
      <p:sp>
        <p:nvSpPr>
          <p:cNvPr id="37" name="TextBox 37"/>
          <p:cNvSpPr txBox="1"/>
          <p:nvPr/>
        </p:nvSpPr>
        <p:spPr>
          <a:xfrm>
            <a:off x="3243623" y="3509480"/>
            <a:ext cx="141144" cy="446789"/>
          </a:xfrm>
          <a:prstGeom prst="rect">
            <a:avLst/>
          </a:prstGeom>
        </p:spPr>
        <p:txBody>
          <a:bodyPr lIns="0" tIns="0" rIns="0" bIns="0" rtlCol="0" anchor="t">
            <a:spAutoFit/>
          </a:bodyPr>
          <a:lstStyle/>
          <a:p>
            <a:pPr>
              <a:lnSpc>
                <a:spcPts val="1810"/>
              </a:lnSpc>
              <a:spcBef>
                <a:spcPct val="0"/>
              </a:spcBef>
            </a:pPr>
            <a:r>
              <a:rPr lang="en-US" sz="1293" b="1" dirty="0">
                <a:solidFill>
                  <a:srgbClr val="000000"/>
                </a:solidFill>
                <a:latin typeface="Canva Sans Bold"/>
                <a:ea typeface="Canva Sans Bold"/>
                <a:cs typeface="Canva Sans Bold"/>
                <a:sym typeface="Canva Sans Bold"/>
              </a:rPr>
              <a:t>5.</a:t>
            </a:r>
          </a:p>
        </p:txBody>
      </p:sp>
      <p:sp>
        <p:nvSpPr>
          <p:cNvPr id="38" name="TextBox 38"/>
          <p:cNvSpPr txBox="1"/>
          <p:nvPr/>
        </p:nvSpPr>
        <p:spPr>
          <a:xfrm>
            <a:off x="3278850" y="2894407"/>
            <a:ext cx="145534" cy="446789"/>
          </a:xfrm>
          <a:prstGeom prst="rect">
            <a:avLst/>
          </a:prstGeom>
        </p:spPr>
        <p:txBody>
          <a:bodyPr lIns="0" tIns="0" rIns="0" bIns="0" rtlCol="0" anchor="t">
            <a:spAutoFit/>
          </a:bodyPr>
          <a:lstStyle/>
          <a:p>
            <a:pPr>
              <a:lnSpc>
                <a:spcPts val="1810"/>
              </a:lnSpc>
              <a:spcBef>
                <a:spcPct val="0"/>
              </a:spcBef>
            </a:pPr>
            <a:r>
              <a:rPr lang="en-US" sz="1293" b="1" dirty="0">
                <a:solidFill>
                  <a:srgbClr val="000000"/>
                </a:solidFill>
                <a:latin typeface="Canva Sans Bold"/>
                <a:ea typeface="Canva Sans Bold"/>
                <a:cs typeface="Canva Sans Bold"/>
                <a:sym typeface="Canva Sans Bold"/>
              </a:rPr>
              <a:t>4.</a:t>
            </a:r>
          </a:p>
        </p:txBody>
      </p:sp>
      <p:sp>
        <p:nvSpPr>
          <p:cNvPr id="39" name="TextBox 39"/>
          <p:cNvSpPr txBox="1"/>
          <p:nvPr/>
        </p:nvSpPr>
        <p:spPr>
          <a:xfrm>
            <a:off x="6356517" y="4735676"/>
            <a:ext cx="447226" cy="168892"/>
          </a:xfrm>
          <a:prstGeom prst="rect">
            <a:avLst/>
          </a:prstGeom>
        </p:spPr>
        <p:txBody>
          <a:bodyPr lIns="0" tIns="0" rIns="0" bIns="0" rtlCol="0" anchor="t">
            <a:spAutoFit/>
          </a:bodyPr>
          <a:lstStyle/>
          <a:p>
            <a:pPr>
              <a:lnSpc>
                <a:spcPts val="1448"/>
              </a:lnSpc>
              <a:spcBef>
                <a:spcPct val="0"/>
              </a:spcBef>
            </a:pPr>
            <a:r>
              <a:rPr lang="en-US" sz="1034" dirty="0">
                <a:solidFill>
                  <a:srgbClr val="000000"/>
                </a:solidFill>
                <a:latin typeface="Canva Sans"/>
                <a:ea typeface="Canva Sans"/>
                <a:cs typeface="Canva Sans"/>
                <a:sym typeface="Canva Sans"/>
              </a:rPr>
              <a:t>500 m </a:t>
            </a:r>
          </a:p>
        </p:txBody>
      </p:sp>
      <p:sp>
        <p:nvSpPr>
          <p:cNvPr id="40" name="TextBox 40"/>
          <p:cNvSpPr txBox="1"/>
          <p:nvPr/>
        </p:nvSpPr>
        <p:spPr>
          <a:xfrm>
            <a:off x="6378571" y="2408135"/>
            <a:ext cx="334880" cy="168892"/>
          </a:xfrm>
          <a:prstGeom prst="rect">
            <a:avLst/>
          </a:prstGeom>
        </p:spPr>
        <p:txBody>
          <a:bodyPr lIns="0" tIns="0" rIns="0" bIns="0" rtlCol="0" anchor="t">
            <a:spAutoFit/>
          </a:bodyPr>
          <a:lstStyle/>
          <a:p>
            <a:pPr>
              <a:lnSpc>
                <a:spcPts val="1448"/>
              </a:lnSpc>
              <a:spcBef>
                <a:spcPct val="0"/>
              </a:spcBef>
            </a:pPr>
            <a:r>
              <a:rPr lang="en-US" sz="1034" dirty="0">
                <a:solidFill>
                  <a:srgbClr val="000000"/>
                </a:solidFill>
                <a:latin typeface="Canva Sans"/>
                <a:ea typeface="Canva Sans"/>
                <a:cs typeface="Canva Sans"/>
                <a:sym typeface="Canva Sans"/>
              </a:rPr>
              <a:t>25 m </a:t>
            </a:r>
          </a:p>
        </p:txBody>
      </p:sp>
      <p:sp>
        <p:nvSpPr>
          <p:cNvPr id="41" name="TextBox 41"/>
          <p:cNvSpPr txBox="1"/>
          <p:nvPr/>
        </p:nvSpPr>
        <p:spPr>
          <a:xfrm>
            <a:off x="6434677" y="4131319"/>
            <a:ext cx="427129" cy="168892"/>
          </a:xfrm>
          <a:prstGeom prst="rect">
            <a:avLst/>
          </a:prstGeom>
        </p:spPr>
        <p:txBody>
          <a:bodyPr lIns="0" tIns="0" rIns="0" bIns="0" rtlCol="0" anchor="t">
            <a:spAutoFit/>
          </a:bodyPr>
          <a:lstStyle/>
          <a:p>
            <a:pPr>
              <a:lnSpc>
                <a:spcPts val="1448"/>
              </a:lnSpc>
              <a:spcBef>
                <a:spcPct val="0"/>
              </a:spcBef>
            </a:pPr>
            <a:r>
              <a:rPr lang="en-US" sz="1034" dirty="0">
                <a:solidFill>
                  <a:srgbClr val="000000"/>
                </a:solidFill>
                <a:latin typeface="Canva Sans"/>
                <a:ea typeface="Canva Sans"/>
                <a:cs typeface="Canva Sans"/>
                <a:sym typeface="Canva Sans"/>
              </a:rPr>
              <a:t>250 m </a:t>
            </a:r>
          </a:p>
        </p:txBody>
      </p:sp>
      <p:sp>
        <p:nvSpPr>
          <p:cNvPr id="42" name="TextBox 42"/>
          <p:cNvSpPr txBox="1"/>
          <p:nvPr/>
        </p:nvSpPr>
        <p:spPr>
          <a:xfrm>
            <a:off x="6379458" y="3563982"/>
            <a:ext cx="437139" cy="168892"/>
          </a:xfrm>
          <a:prstGeom prst="rect">
            <a:avLst/>
          </a:prstGeom>
        </p:spPr>
        <p:txBody>
          <a:bodyPr lIns="0" tIns="0" rIns="0" bIns="0" rtlCol="0" anchor="t">
            <a:spAutoFit/>
          </a:bodyPr>
          <a:lstStyle/>
          <a:p>
            <a:pPr>
              <a:lnSpc>
                <a:spcPts val="1448"/>
              </a:lnSpc>
              <a:spcBef>
                <a:spcPct val="0"/>
              </a:spcBef>
            </a:pPr>
            <a:r>
              <a:rPr lang="en-US" sz="1034" dirty="0">
                <a:solidFill>
                  <a:srgbClr val="000000"/>
                </a:solidFill>
                <a:latin typeface="Canva Sans"/>
                <a:ea typeface="Canva Sans"/>
                <a:cs typeface="Canva Sans"/>
                <a:sym typeface="Canva Sans"/>
              </a:rPr>
              <a:t>100 m </a:t>
            </a:r>
          </a:p>
        </p:txBody>
      </p:sp>
      <p:sp>
        <p:nvSpPr>
          <p:cNvPr id="43" name="TextBox 43"/>
          <p:cNvSpPr txBox="1"/>
          <p:nvPr/>
        </p:nvSpPr>
        <p:spPr>
          <a:xfrm>
            <a:off x="6334300" y="1832918"/>
            <a:ext cx="342119" cy="168892"/>
          </a:xfrm>
          <a:prstGeom prst="rect">
            <a:avLst/>
          </a:prstGeom>
        </p:spPr>
        <p:txBody>
          <a:bodyPr lIns="0" tIns="0" rIns="0" bIns="0" rtlCol="0" anchor="t">
            <a:spAutoFit/>
          </a:bodyPr>
          <a:lstStyle/>
          <a:p>
            <a:pPr>
              <a:lnSpc>
                <a:spcPts val="1448"/>
              </a:lnSpc>
              <a:spcBef>
                <a:spcPct val="0"/>
              </a:spcBef>
            </a:pPr>
            <a:r>
              <a:rPr lang="en-US" sz="1034" dirty="0">
                <a:solidFill>
                  <a:srgbClr val="000000"/>
                </a:solidFill>
                <a:latin typeface="Canva Sans"/>
                <a:ea typeface="Canva Sans"/>
                <a:cs typeface="Canva Sans"/>
                <a:sym typeface="Canva Sans"/>
              </a:rPr>
              <a:t>70 m </a:t>
            </a:r>
          </a:p>
        </p:txBody>
      </p:sp>
      <p:sp>
        <p:nvSpPr>
          <p:cNvPr id="44" name="TextBox 44"/>
          <p:cNvSpPr txBox="1"/>
          <p:nvPr/>
        </p:nvSpPr>
        <p:spPr>
          <a:xfrm>
            <a:off x="6302309" y="1312606"/>
            <a:ext cx="332648" cy="168892"/>
          </a:xfrm>
          <a:prstGeom prst="rect">
            <a:avLst/>
          </a:prstGeom>
        </p:spPr>
        <p:txBody>
          <a:bodyPr lIns="0" tIns="0" rIns="0" bIns="0" rtlCol="0" anchor="t">
            <a:spAutoFit/>
          </a:bodyPr>
          <a:lstStyle/>
          <a:p>
            <a:pPr>
              <a:lnSpc>
                <a:spcPts val="1448"/>
              </a:lnSpc>
              <a:spcBef>
                <a:spcPct val="0"/>
              </a:spcBef>
            </a:pPr>
            <a:r>
              <a:rPr lang="en-US" sz="1034" dirty="0">
                <a:solidFill>
                  <a:srgbClr val="000000"/>
                </a:solidFill>
                <a:latin typeface="Canva Sans"/>
                <a:ea typeface="Canva Sans"/>
                <a:cs typeface="Canva Sans"/>
                <a:sym typeface="Canva Sans"/>
              </a:rPr>
              <a:t>15 m </a:t>
            </a:r>
          </a:p>
        </p:txBody>
      </p:sp>
      <p:sp>
        <p:nvSpPr>
          <p:cNvPr id="45" name="TextBox 45"/>
          <p:cNvSpPr txBox="1"/>
          <p:nvPr/>
        </p:nvSpPr>
        <p:spPr>
          <a:xfrm>
            <a:off x="6336296" y="3033355"/>
            <a:ext cx="419429" cy="168892"/>
          </a:xfrm>
          <a:prstGeom prst="rect">
            <a:avLst/>
          </a:prstGeom>
        </p:spPr>
        <p:txBody>
          <a:bodyPr lIns="0" tIns="0" rIns="0" bIns="0" rtlCol="0" anchor="t">
            <a:spAutoFit/>
          </a:bodyPr>
          <a:lstStyle/>
          <a:p>
            <a:pPr>
              <a:lnSpc>
                <a:spcPts val="1448"/>
              </a:lnSpc>
              <a:spcBef>
                <a:spcPct val="0"/>
              </a:spcBef>
            </a:pPr>
            <a:r>
              <a:rPr lang="en-US" sz="1034" dirty="0">
                <a:solidFill>
                  <a:srgbClr val="000000"/>
                </a:solidFill>
                <a:latin typeface="Canva Sans"/>
                <a:ea typeface="Canva Sans"/>
                <a:cs typeface="Canva Sans"/>
                <a:sym typeface="Canva Sans"/>
              </a:rPr>
              <a:t>120 m </a:t>
            </a:r>
          </a:p>
        </p:txBody>
      </p:sp>
      <p:sp>
        <p:nvSpPr>
          <p:cNvPr id="46" name="TextBox 46"/>
          <p:cNvSpPr txBox="1"/>
          <p:nvPr/>
        </p:nvSpPr>
        <p:spPr>
          <a:xfrm>
            <a:off x="6334569" y="5225334"/>
            <a:ext cx="519377" cy="168892"/>
          </a:xfrm>
          <a:prstGeom prst="rect">
            <a:avLst/>
          </a:prstGeom>
        </p:spPr>
        <p:txBody>
          <a:bodyPr lIns="0" tIns="0" rIns="0" bIns="0" rtlCol="0" anchor="t">
            <a:spAutoFit/>
          </a:bodyPr>
          <a:lstStyle/>
          <a:p>
            <a:pPr>
              <a:lnSpc>
                <a:spcPts val="1448"/>
              </a:lnSpc>
              <a:spcBef>
                <a:spcPct val="0"/>
              </a:spcBef>
            </a:pPr>
            <a:r>
              <a:rPr lang="en-US" sz="1034" dirty="0">
                <a:solidFill>
                  <a:srgbClr val="000000"/>
                </a:solidFill>
                <a:latin typeface="Canva Sans"/>
                <a:ea typeface="Canva Sans"/>
                <a:cs typeface="Canva Sans"/>
                <a:sym typeface="Canva Sans"/>
              </a:rPr>
              <a:t>2500 m </a:t>
            </a:r>
          </a:p>
        </p:txBody>
      </p:sp>
      <p:sp>
        <p:nvSpPr>
          <p:cNvPr id="47" name="TextBox 47"/>
          <p:cNvSpPr txBox="1"/>
          <p:nvPr/>
        </p:nvSpPr>
        <p:spPr>
          <a:xfrm>
            <a:off x="5139544" y="1324147"/>
            <a:ext cx="1078163" cy="168892"/>
          </a:xfrm>
          <a:prstGeom prst="rect">
            <a:avLst/>
          </a:prstGeom>
        </p:spPr>
        <p:txBody>
          <a:bodyPr wrap="square" lIns="0" tIns="0" rIns="0" bIns="0" rtlCol="0" anchor="t">
            <a:spAutoFit/>
          </a:bodyPr>
          <a:lstStyle/>
          <a:p>
            <a:pPr>
              <a:lnSpc>
                <a:spcPts val="1448"/>
              </a:lnSpc>
              <a:spcBef>
                <a:spcPct val="0"/>
              </a:spcBef>
            </a:pPr>
            <a:r>
              <a:rPr lang="en-US" sz="1034" dirty="0">
                <a:solidFill>
                  <a:srgbClr val="000000"/>
                </a:solidFill>
                <a:latin typeface="Canva Sans"/>
                <a:ea typeface="Canva Sans"/>
                <a:cs typeface="Canva Sans"/>
                <a:sym typeface="Canva Sans"/>
              </a:rPr>
              <a:t>10:00 - 10:30</a:t>
            </a:r>
          </a:p>
        </p:txBody>
      </p:sp>
      <p:sp>
        <p:nvSpPr>
          <p:cNvPr id="48" name="TextBox 48"/>
          <p:cNvSpPr txBox="1"/>
          <p:nvPr/>
        </p:nvSpPr>
        <p:spPr>
          <a:xfrm>
            <a:off x="5155784" y="1801463"/>
            <a:ext cx="983924" cy="168892"/>
          </a:xfrm>
          <a:prstGeom prst="rect">
            <a:avLst/>
          </a:prstGeom>
        </p:spPr>
        <p:txBody>
          <a:bodyPr wrap="square" lIns="0" tIns="0" rIns="0" bIns="0" rtlCol="0" anchor="t">
            <a:spAutoFit/>
          </a:bodyPr>
          <a:lstStyle/>
          <a:p>
            <a:pPr>
              <a:lnSpc>
                <a:spcPts val="1448"/>
              </a:lnSpc>
              <a:spcBef>
                <a:spcPct val="0"/>
              </a:spcBef>
            </a:pPr>
            <a:r>
              <a:rPr lang="en-US" sz="1034" dirty="0">
                <a:solidFill>
                  <a:srgbClr val="000000"/>
                </a:solidFill>
                <a:latin typeface="Canva Sans"/>
                <a:ea typeface="Canva Sans"/>
                <a:cs typeface="Canva Sans"/>
                <a:sym typeface="Canva Sans"/>
              </a:rPr>
              <a:t>10:35 - 11:30</a:t>
            </a:r>
          </a:p>
        </p:txBody>
      </p:sp>
      <p:sp>
        <p:nvSpPr>
          <p:cNvPr id="49" name="TextBox 49"/>
          <p:cNvSpPr txBox="1"/>
          <p:nvPr/>
        </p:nvSpPr>
        <p:spPr>
          <a:xfrm>
            <a:off x="5179197" y="2397664"/>
            <a:ext cx="788960" cy="168892"/>
          </a:xfrm>
          <a:prstGeom prst="rect">
            <a:avLst/>
          </a:prstGeom>
        </p:spPr>
        <p:txBody>
          <a:bodyPr lIns="0" tIns="0" rIns="0" bIns="0" rtlCol="0" anchor="t">
            <a:spAutoFit/>
          </a:bodyPr>
          <a:lstStyle/>
          <a:p>
            <a:pPr>
              <a:lnSpc>
                <a:spcPts val="1448"/>
              </a:lnSpc>
              <a:spcBef>
                <a:spcPct val="0"/>
              </a:spcBef>
            </a:pPr>
            <a:r>
              <a:rPr lang="en-US" sz="1034" dirty="0">
                <a:solidFill>
                  <a:srgbClr val="000000"/>
                </a:solidFill>
                <a:latin typeface="Canva Sans"/>
                <a:ea typeface="Canva Sans"/>
                <a:cs typeface="Canva Sans"/>
                <a:sym typeface="Canva Sans"/>
              </a:rPr>
              <a:t>11:35 - 12:05</a:t>
            </a:r>
          </a:p>
        </p:txBody>
      </p:sp>
      <p:sp>
        <p:nvSpPr>
          <p:cNvPr id="50" name="TextBox 50"/>
          <p:cNvSpPr txBox="1"/>
          <p:nvPr/>
        </p:nvSpPr>
        <p:spPr>
          <a:xfrm>
            <a:off x="5132345" y="3047348"/>
            <a:ext cx="797045" cy="168892"/>
          </a:xfrm>
          <a:prstGeom prst="rect">
            <a:avLst/>
          </a:prstGeom>
        </p:spPr>
        <p:txBody>
          <a:bodyPr lIns="0" tIns="0" rIns="0" bIns="0" rtlCol="0" anchor="t">
            <a:spAutoFit/>
          </a:bodyPr>
          <a:lstStyle/>
          <a:p>
            <a:pPr>
              <a:lnSpc>
                <a:spcPts val="1448"/>
              </a:lnSpc>
              <a:spcBef>
                <a:spcPct val="0"/>
              </a:spcBef>
            </a:pPr>
            <a:r>
              <a:rPr lang="en-US" sz="1034" dirty="0">
                <a:solidFill>
                  <a:srgbClr val="000000"/>
                </a:solidFill>
                <a:latin typeface="Canva Sans"/>
                <a:ea typeface="Canva Sans"/>
                <a:cs typeface="Canva Sans"/>
                <a:sym typeface="Canva Sans"/>
              </a:rPr>
              <a:t>12:10 - 12:50</a:t>
            </a:r>
          </a:p>
        </p:txBody>
      </p:sp>
      <p:sp>
        <p:nvSpPr>
          <p:cNvPr id="51" name="TextBox 51"/>
          <p:cNvSpPr txBox="1"/>
          <p:nvPr/>
        </p:nvSpPr>
        <p:spPr>
          <a:xfrm>
            <a:off x="5155783" y="3503664"/>
            <a:ext cx="1061923" cy="168892"/>
          </a:xfrm>
          <a:prstGeom prst="rect">
            <a:avLst/>
          </a:prstGeom>
        </p:spPr>
        <p:txBody>
          <a:bodyPr wrap="square" lIns="0" tIns="0" rIns="0" bIns="0" rtlCol="0" anchor="t">
            <a:spAutoFit/>
          </a:bodyPr>
          <a:lstStyle/>
          <a:p>
            <a:pPr>
              <a:lnSpc>
                <a:spcPts val="1448"/>
              </a:lnSpc>
              <a:spcBef>
                <a:spcPct val="0"/>
              </a:spcBef>
            </a:pPr>
            <a:r>
              <a:rPr lang="en-US" sz="1034" dirty="0">
                <a:solidFill>
                  <a:srgbClr val="000000"/>
                </a:solidFill>
                <a:latin typeface="Canva Sans"/>
                <a:ea typeface="Canva Sans"/>
                <a:cs typeface="Canva Sans"/>
                <a:sym typeface="Canva Sans"/>
              </a:rPr>
              <a:t>12:55 - 13.30</a:t>
            </a:r>
          </a:p>
        </p:txBody>
      </p:sp>
      <p:sp>
        <p:nvSpPr>
          <p:cNvPr id="52" name="TextBox 52"/>
          <p:cNvSpPr txBox="1"/>
          <p:nvPr/>
        </p:nvSpPr>
        <p:spPr>
          <a:xfrm>
            <a:off x="5127878" y="4153348"/>
            <a:ext cx="818605" cy="168892"/>
          </a:xfrm>
          <a:prstGeom prst="rect">
            <a:avLst/>
          </a:prstGeom>
        </p:spPr>
        <p:txBody>
          <a:bodyPr lIns="0" tIns="0" rIns="0" bIns="0" rtlCol="0" anchor="t">
            <a:spAutoFit/>
          </a:bodyPr>
          <a:lstStyle/>
          <a:p>
            <a:pPr>
              <a:lnSpc>
                <a:spcPts val="1448"/>
              </a:lnSpc>
              <a:spcBef>
                <a:spcPct val="0"/>
              </a:spcBef>
            </a:pPr>
            <a:r>
              <a:rPr lang="en-US" sz="1034" dirty="0">
                <a:solidFill>
                  <a:srgbClr val="000000"/>
                </a:solidFill>
                <a:latin typeface="Canva Sans"/>
                <a:ea typeface="Canva Sans"/>
                <a:cs typeface="Canva Sans"/>
                <a:sym typeface="Canva Sans"/>
              </a:rPr>
              <a:t>13:40 - 14.30</a:t>
            </a:r>
          </a:p>
        </p:txBody>
      </p:sp>
      <p:sp>
        <p:nvSpPr>
          <p:cNvPr id="53" name="TextBox 53"/>
          <p:cNvSpPr txBox="1"/>
          <p:nvPr/>
        </p:nvSpPr>
        <p:spPr>
          <a:xfrm>
            <a:off x="5162272" y="4612871"/>
            <a:ext cx="977436" cy="168892"/>
          </a:xfrm>
          <a:prstGeom prst="rect">
            <a:avLst/>
          </a:prstGeom>
        </p:spPr>
        <p:txBody>
          <a:bodyPr wrap="square" lIns="0" tIns="0" rIns="0" bIns="0" rtlCol="0" anchor="t">
            <a:spAutoFit/>
          </a:bodyPr>
          <a:lstStyle/>
          <a:p>
            <a:pPr>
              <a:lnSpc>
                <a:spcPts val="1448"/>
              </a:lnSpc>
              <a:spcBef>
                <a:spcPct val="0"/>
              </a:spcBef>
            </a:pPr>
            <a:r>
              <a:rPr lang="en-US" sz="1034" dirty="0">
                <a:solidFill>
                  <a:srgbClr val="000000"/>
                </a:solidFill>
                <a:latin typeface="Canva Sans"/>
                <a:ea typeface="Canva Sans"/>
                <a:cs typeface="Canva Sans"/>
                <a:sym typeface="Canva Sans"/>
              </a:rPr>
              <a:t>14:35 - 14.55</a:t>
            </a:r>
          </a:p>
        </p:txBody>
      </p:sp>
      <p:sp>
        <p:nvSpPr>
          <p:cNvPr id="54" name="TextBox 54"/>
          <p:cNvSpPr txBox="1"/>
          <p:nvPr/>
        </p:nvSpPr>
        <p:spPr>
          <a:xfrm>
            <a:off x="5168791" y="5140888"/>
            <a:ext cx="989103" cy="168892"/>
          </a:xfrm>
          <a:prstGeom prst="rect">
            <a:avLst/>
          </a:prstGeom>
        </p:spPr>
        <p:txBody>
          <a:bodyPr wrap="square" lIns="0" tIns="0" rIns="0" bIns="0" rtlCol="0" anchor="t">
            <a:spAutoFit/>
          </a:bodyPr>
          <a:lstStyle/>
          <a:p>
            <a:pPr>
              <a:lnSpc>
                <a:spcPts val="1448"/>
              </a:lnSpc>
              <a:spcBef>
                <a:spcPct val="0"/>
              </a:spcBef>
            </a:pPr>
            <a:r>
              <a:rPr lang="en-US" sz="1034" dirty="0">
                <a:solidFill>
                  <a:srgbClr val="000000"/>
                </a:solidFill>
                <a:latin typeface="Canva Sans"/>
                <a:ea typeface="Canva Sans"/>
                <a:cs typeface="Canva Sans"/>
                <a:sym typeface="Canva Sans"/>
              </a:rPr>
              <a:t>18:00 - 19:00</a:t>
            </a:r>
          </a:p>
        </p:txBody>
      </p:sp>
      <p:grpSp>
        <p:nvGrpSpPr>
          <p:cNvPr id="55" name="Group 55"/>
          <p:cNvGrpSpPr/>
          <p:nvPr/>
        </p:nvGrpSpPr>
        <p:grpSpPr>
          <a:xfrm>
            <a:off x="9929567" y="575044"/>
            <a:ext cx="133152" cy="7052916"/>
            <a:chOff x="0" y="0"/>
            <a:chExt cx="58562" cy="3101991"/>
          </a:xfrm>
        </p:grpSpPr>
        <p:sp>
          <p:nvSpPr>
            <p:cNvPr id="56" name="Freeform 56"/>
            <p:cNvSpPr/>
            <p:nvPr/>
          </p:nvSpPr>
          <p:spPr>
            <a:xfrm>
              <a:off x="0" y="0"/>
              <a:ext cx="58562" cy="3101991"/>
            </a:xfrm>
            <a:custGeom>
              <a:avLst/>
              <a:gdLst/>
              <a:ahLst/>
              <a:cxnLst/>
              <a:rect l="l" t="t" r="r" b="b"/>
              <a:pathLst>
                <a:path w="58562" h="3101991">
                  <a:moveTo>
                    <a:pt x="0" y="0"/>
                  </a:moveTo>
                  <a:lnTo>
                    <a:pt x="58562" y="0"/>
                  </a:lnTo>
                  <a:lnTo>
                    <a:pt x="58562" y="3101991"/>
                  </a:lnTo>
                  <a:lnTo>
                    <a:pt x="0" y="3101991"/>
                  </a:lnTo>
                  <a:close/>
                </a:path>
              </a:pathLst>
            </a:custGeom>
            <a:solidFill>
              <a:srgbClr val="FDFDFD"/>
            </a:solidFill>
            <a:ln w="9525" cap="sq">
              <a:solidFill>
                <a:srgbClr val="000000"/>
              </a:solidFill>
              <a:prstDash val="solid"/>
              <a:miter/>
            </a:ln>
          </p:spPr>
          <p:txBody>
            <a:bodyPr/>
            <a:lstStyle/>
            <a:p>
              <a:endParaRPr lang="en-SG" sz="1088"/>
            </a:p>
          </p:txBody>
        </p:sp>
        <p:sp>
          <p:nvSpPr>
            <p:cNvPr id="57" name="TextBox 57"/>
            <p:cNvSpPr txBox="1"/>
            <p:nvPr/>
          </p:nvSpPr>
          <p:spPr>
            <a:xfrm>
              <a:off x="0" y="-28575"/>
              <a:ext cx="58562" cy="3130566"/>
            </a:xfrm>
            <a:prstGeom prst="rect">
              <a:avLst/>
            </a:prstGeom>
          </p:spPr>
          <p:txBody>
            <a:bodyPr lIns="32854" tIns="32854" rIns="32854" bIns="32854" rtlCol="0" anchor="ctr"/>
            <a:lstStyle/>
            <a:p>
              <a:pPr algn="ctr">
                <a:lnSpc>
                  <a:spcPts val="2016"/>
                </a:lnSpc>
              </a:pPr>
              <a:endParaRPr sz="1088"/>
            </a:p>
          </p:txBody>
        </p:sp>
      </p:grpSp>
      <p:grpSp>
        <p:nvGrpSpPr>
          <p:cNvPr id="58" name="Group 58"/>
          <p:cNvGrpSpPr/>
          <p:nvPr/>
        </p:nvGrpSpPr>
        <p:grpSpPr>
          <a:xfrm>
            <a:off x="9967706" y="5546877"/>
            <a:ext cx="80082" cy="1038364"/>
            <a:chOff x="0" y="0"/>
            <a:chExt cx="35221" cy="456690"/>
          </a:xfrm>
        </p:grpSpPr>
        <p:sp>
          <p:nvSpPr>
            <p:cNvPr id="59" name="Freeform 59"/>
            <p:cNvSpPr/>
            <p:nvPr/>
          </p:nvSpPr>
          <p:spPr>
            <a:xfrm>
              <a:off x="0" y="0"/>
              <a:ext cx="35221" cy="456690"/>
            </a:xfrm>
            <a:custGeom>
              <a:avLst/>
              <a:gdLst/>
              <a:ahLst/>
              <a:cxnLst/>
              <a:rect l="l" t="t" r="r" b="b"/>
              <a:pathLst>
                <a:path w="35221" h="456690">
                  <a:moveTo>
                    <a:pt x="0" y="0"/>
                  </a:moveTo>
                  <a:lnTo>
                    <a:pt x="35221" y="0"/>
                  </a:lnTo>
                  <a:lnTo>
                    <a:pt x="35221" y="456690"/>
                  </a:lnTo>
                  <a:lnTo>
                    <a:pt x="0" y="456690"/>
                  </a:lnTo>
                  <a:close/>
                </a:path>
              </a:pathLst>
            </a:custGeom>
            <a:solidFill>
              <a:srgbClr val="F34336"/>
            </a:solidFill>
            <a:ln cap="sq">
              <a:noFill/>
              <a:prstDash val="solid"/>
              <a:miter/>
            </a:ln>
          </p:spPr>
          <p:txBody>
            <a:bodyPr/>
            <a:lstStyle/>
            <a:p>
              <a:endParaRPr lang="en-SG" sz="1088"/>
            </a:p>
          </p:txBody>
        </p:sp>
        <p:sp>
          <p:nvSpPr>
            <p:cNvPr id="60" name="TextBox 60"/>
            <p:cNvSpPr txBox="1"/>
            <p:nvPr/>
          </p:nvSpPr>
          <p:spPr>
            <a:xfrm>
              <a:off x="0" y="-28575"/>
              <a:ext cx="35221" cy="485265"/>
            </a:xfrm>
            <a:prstGeom prst="rect">
              <a:avLst/>
            </a:prstGeom>
          </p:spPr>
          <p:txBody>
            <a:bodyPr lIns="32854" tIns="32854" rIns="32854" bIns="32854" rtlCol="0" anchor="ctr"/>
            <a:lstStyle/>
            <a:p>
              <a:pPr algn="ctr">
                <a:lnSpc>
                  <a:spcPts val="2016"/>
                </a:lnSpc>
              </a:pPr>
              <a:endParaRPr sz="1088"/>
            </a:p>
          </p:txBody>
        </p:sp>
      </p:grpSp>
      <p:grpSp>
        <p:nvGrpSpPr>
          <p:cNvPr id="61" name="Group 61"/>
          <p:cNvGrpSpPr/>
          <p:nvPr/>
        </p:nvGrpSpPr>
        <p:grpSpPr>
          <a:xfrm>
            <a:off x="9942663" y="559848"/>
            <a:ext cx="106960" cy="308901"/>
            <a:chOff x="0" y="0"/>
            <a:chExt cx="178274" cy="514857"/>
          </a:xfrm>
        </p:grpSpPr>
        <p:grpSp>
          <p:nvGrpSpPr>
            <p:cNvPr id="62" name="Group 62"/>
            <p:cNvGrpSpPr/>
            <p:nvPr/>
          </p:nvGrpSpPr>
          <p:grpSpPr>
            <a:xfrm>
              <a:off x="0" y="0"/>
              <a:ext cx="178274" cy="514857"/>
              <a:chOff x="0" y="0"/>
              <a:chExt cx="37497" cy="108291"/>
            </a:xfrm>
          </p:grpSpPr>
          <p:sp>
            <p:nvSpPr>
              <p:cNvPr id="63" name="Freeform 63"/>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64" name="TextBox 64"/>
              <p:cNvSpPr txBox="1"/>
              <p:nvPr/>
            </p:nvSpPr>
            <p:spPr>
              <a:xfrm>
                <a:off x="0" y="-28575"/>
                <a:ext cx="37497" cy="136866"/>
              </a:xfrm>
              <a:prstGeom prst="rect">
                <a:avLst/>
              </a:prstGeom>
            </p:spPr>
            <p:txBody>
              <a:bodyPr lIns="32854" tIns="32854" rIns="32854" bIns="32854" rtlCol="0" anchor="ctr"/>
              <a:lstStyle/>
              <a:p>
                <a:pPr algn="ctr">
                  <a:lnSpc>
                    <a:spcPts val="2016"/>
                  </a:lnSpc>
                </a:pPr>
                <a:endParaRPr sz="1088"/>
              </a:p>
            </p:txBody>
          </p:sp>
        </p:grpSp>
        <p:grpSp>
          <p:nvGrpSpPr>
            <p:cNvPr id="65" name="Group 65"/>
            <p:cNvGrpSpPr/>
            <p:nvPr/>
          </p:nvGrpSpPr>
          <p:grpSpPr>
            <a:xfrm>
              <a:off x="36477" y="174136"/>
              <a:ext cx="141797" cy="124072"/>
              <a:chOff x="0" y="0"/>
              <a:chExt cx="812800" cy="711200"/>
            </a:xfrm>
          </p:grpSpPr>
          <p:sp>
            <p:nvSpPr>
              <p:cNvPr id="66" name="Freeform 66"/>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34336"/>
              </a:solidFill>
            </p:spPr>
            <p:txBody>
              <a:bodyPr/>
              <a:lstStyle/>
              <a:p>
                <a:endParaRPr lang="en-SG" sz="1088"/>
              </a:p>
            </p:txBody>
          </p:sp>
          <p:sp>
            <p:nvSpPr>
              <p:cNvPr id="67" name="TextBox 67"/>
              <p:cNvSpPr txBox="1"/>
              <p:nvPr/>
            </p:nvSpPr>
            <p:spPr>
              <a:xfrm>
                <a:off x="127000" y="301625"/>
                <a:ext cx="558800" cy="358775"/>
              </a:xfrm>
              <a:prstGeom prst="rect">
                <a:avLst/>
              </a:prstGeom>
            </p:spPr>
            <p:txBody>
              <a:bodyPr lIns="32854" tIns="32854" rIns="32854" bIns="32854" rtlCol="0" anchor="ctr"/>
              <a:lstStyle/>
              <a:p>
                <a:pPr algn="ctr">
                  <a:lnSpc>
                    <a:spcPts val="2016"/>
                  </a:lnSpc>
                </a:pPr>
                <a:endParaRPr sz="1088"/>
              </a:p>
            </p:txBody>
          </p:sp>
        </p:grpSp>
      </p:grpSp>
      <p:grpSp>
        <p:nvGrpSpPr>
          <p:cNvPr id="68" name="Group 68"/>
          <p:cNvGrpSpPr/>
          <p:nvPr/>
        </p:nvGrpSpPr>
        <p:grpSpPr>
          <a:xfrm>
            <a:off x="9915170" y="6845453"/>
            <a:ext cx="116220" cy="319065"/>
            <a:chOff x="0" y="0"/>
            <a:chExt cx="193708" cy="531799"/>
          </a:xfrm>
        </p:grpSpPr>
        <p:grpSp>
          <p:nvGrpSpPr>
            <p:cNvPr id="69" name="Group 69"/>
            <p:cNvGrpSpPr/>
            <p:nvPr/>
          </p:nvGrpSpPr>
          <p:grpSpPr>
            <a:xfrm>
              <a:off x="9567" y="0"/>
              <a:ext cx="184141" cy="531799"/>
              <a:chOff x="0" y="0"/>
              <a:chExt cx="37497" cy="108291"/>
            </a:xfrm>
          </p:grpSpPr>
          <p:sp>
            <p:nvSpPr>
              <p:cNvPr id="70" name="Freeform 70"/>
              <p:cNvSpPr/>
              <p:nvPr/>
            </p:nvSpPr>
            <p:spPr>
              <a:xfrm>
                <a:off x="0" y="0"/>
                <a:ext cx="37497" cy="108291"/>
              </a:xfrm>
              <a:custGeom>
                <a:avLst/>
                <a:gdLst/>
                <a:ahLst/>
                <a:cxnLst/>
                <a:rect l="l" t="t" r="r" b="b"/>
                <a:pathLst>
                  <a:path w="37497" h="108291">
                    <a:moveTo>
                      <a:pt x="0" y="0"/>
                    </a:moveTo>
                    <a:lnTo>
                      <a:pt x="37497" y="0"/>
                    </a:lnTo>
                    <a:lnTo>
                      <a:pt x="37497" y="108291"/>
                    </a:lnTo>
                    <a:lnTo>
                      <a:pt x="0" y="108291"/>
                    </a:lnTo>
                    <a:close/>
                  </a:path>
                </a:pathLst>
              </a:custGeom>
              <a:solidFill>
                <a:srgbClr val="FDFDFD"/>
              </a:solidFill>
              <a:ln w="9525" cap="sq">
                <a:solidFill>
                  <a:srgbClr val="000000"/>
                </a:solidFill>
                <a:prstDash val="solid"/>
                <a:miter/>
              </a:ln>
            </p:spPr>
            <p:txBody>
              <a:bodyPr/>
              <a:lstStyle/>
              <a:p>
                <a:endParaRPr lang="en-SG" sz="1088"/>
              </a:p>
            </p:txBody>
          </p:sp>
          <p:sp>
            <p:nvSpPr>
              <p:cNvPr id="71" name="TextBox 71"/>
              <p:cNvSpPr txBox="1"/>
              <p:nvPr/>
            </p:nvSpPr>
            <p:spPr>
              <a:xfrm>
                <a:off x="0" y="-28575"/>
                <a:ext cx="37497" cy="136866"/>
              </a:xfrm>
              <a:prstGeom prst="rect">
                <a:avLst/>
              </a:prstGeom>
            </p:spPr>
            <p:txBody>
              <a:bodyPr lIns="32854" tIns="32854" rIns="32854" bIns="32854" rtlCol="0" anchor="ctr"/>
              <a:lstStyle/>
              <a:p>
                <a:pPr algn="ctr">
                  <a:lnSpc>
                    <a:spcPts val="2016"/>
                  </a:lnSpc>
                </a:pPr>
                <a:endParaRPr sz="1088"/>
              </a:p>
            </p:txBody>
          </p:sp>
        </p:grpSp>
        <p:grpSp>
          <p:nvGrpSpPr>
            <p:cNvPr id="72" name="Group 72"/>
            <p:cNvGrpSpPr/>
            <p:nvPr/>
          </p:nvGrpSpPr>
          <p:grpSpPr>
            <a:xfrm>
              <a:off x="0" y="211471"/>
              <a:ext cx="182534" cy="159717"/>
              <a:chOff x="0" y="0"/>
              <a:chExt cx="812800" cy="711200"/>
            </a:xfrm>
          </p:grpSpPr>
          <p:sp>
            <p:nvSpPr>
              <p:cNvPr id="73" name="Freeform 73"/>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34336"/>
              </a:solidFill>
            </p:spPr>
            <p:txBody>
              <a:bodyPr/>
              <a:lstStyle/>
              <a:p>
                <a:endParaRPr lang="en-SG" sz="1088"/>
              </a:p>
            </p:txBody>
          </p:sp>
          <p:sp>
            <p:nvSpPr>
              <p:cNvPr id="74" name="TextBox 74"/>
              <p:cNvSpPr txBox="1"/>
              <p:nvPr/>
            </p:nvSpPr>
            <p:spPr>
              <a:xfrm>
                <a:off x="127000" y="22225"/>
                <a:ext cx="558800" cy="358775"/>
              </a:xfrm>
              <a:prstGeom prst="rect">
                <a:avLst/>
              </a:prstGeom>
            </p:spPr>
            <p:txBody>
              <a:bodyPr lIns="32854" tIns="32854" rIns="32854" bIns="32854" rtlCol="0" anchor="ctr"/>
              <a:lstStyle/>
              <a:p>
                <a:pPr algn="ctr">
                  <a:lnSpc>
                    <a:spcPts val="2016"/>
                  </a:lnSpc>
                </a:pPr>
                <a:endParaRPr sz="1088"/>
              </a:p>
            </p:txBody>
          </p:sp>
        </p:grpSp>
      </p:grpSp>
      <p:grpSp>
        <p:nvGrpSpPr>
          <p:cNvPr id="75" name="Group 75"/>
          <p:cNvGrpSpPr/>
          <p:nvPr/>
        </p:nvGrpSpPr>
        <p:grpSpPr>
          <a:xfrm>
            <a:off x="3014616" y="5965125"/>
            <a:ext cx="1824025" cy="501442"/>
            <a:chOff x="-145897" y="-28575"/>
            <a:chExt cx="958697" cy="263555"/>
          </a:xfrm>
        </p:grpSpPr>
        <p:sp>
          <p:nvSpPr>
            <p:cNvPr id="76" name="Freeform 76">
              <a:hlinkClick r:id="rId6" action="ppaction://hlinksldjump"/>
            </p:cNvPr>
            <p:cNvSpPr/>
            <p:nvPr/>
          </p:nvSpPr>
          <p:spPr>
            <a:xfrm>
              <a:off x="-145897" y="-10715"/>
              <a:ext cx="812800" cy="234980"/>
            </a:xfrm>
            <a:custGeom>
              <a:avLst/>
              <a:gdLst/>
              <a:ahLst/>
              <a:cxnLst/>
              <a:rect l="l" t="t" r="r" b="b"/>
              <a:pathLst>
                <a:path w="812800" h="234980">
                  <a:moveTo>
                    <a:pt x="117490" y="0"/>
                  </a:moveTo>
                  <a:lnTo>
                    <a:pt x="695310" y="0"/>
                  </a:lnTo>
                  <a:cubicBezTo>
                    <a:pt x="726470" y="0"/>
                    <a:pt x="756354" y="12378"/>
                    <a:pt x="778388" y="34412"/>
                  </a:cubicBezTo>
                  <a:cubicBezTo>
                    <a:pt x="800422" y="56446"/>
                    <a:pt x="812800" y="86330"/>
                    <a:pt x="812800" y="117490"/>
                  </a:cubicBezTo>
                  <a:lnTo>
                    <a:pt x="812800" y="117490"/>
                  </a:lnTo>
                  <a:cubicBezTo>
                    <a:pt x="812800" y="148650"/>
                    <a:pt x="800422" y="178534"/>
                    <a:pt x="778388" y="200568"/>
                  </a:cubicBezTo>
                  <a:cubicBezTo>
                    <a:pt x="756354" y="222602"/>
                    <a:pt x="726470" y="234980"/>
                    <a:pt x="695310" y="234980"/>
                  </a:cubicBezTo>
                  <a:lnTo>
                    <a:pt x="117490" y="234980"/>
                  </a:lnTo>
                  <a:cubicBezTo>
                    <a:pt x="86330" y="234980"/>
                    <a:pt x="56446" y="222602"/>
                    <a:pt x="34412" y="200568"/>
                  </a:cubicBezTo>
                  <a:cubicBezTo>
                    <a:pt x="12378" y="178534"/>
                    <a:pt x="0" y="148650"/>
                    <a:pt x="0" y="117490"/>
                  </a:cubicBezTo>
                  <a:lnTo>
                    <a:pt x="0" y="117490"/>
                  </a:lnTo>
                  <a:cubicBezTo>
                    <a:pt x="0" y="86330"/>
                    <a:pt x="12378" y="56446"/>
                    <a:pt x="34412" y="34412"/>
                  </a:cubicBezTo>
                  <a:cubicBezTo>
                    <a:pt x="56446" y="12378"/>
                    <a:pt x="86330" y="0"/>
                    <a:pt x="117490" y="0"/>
                  </a:cubicBezTo>
                  <a:close/>
                </a:path>
              </a:pathLst>
            </a:custGeom>
            <a:solidFill>
              <a:srgbClr val="F34336"/>
            </a:solidFill>
          </p:spPr>
          <p:txBody>
            <a:bodyPr/>
            <a:lstStyle/>
            <a:p>
              <a:endParaRPr lang="en-SG" sz="1088" dirty="0"/>
            </a:p>
          </p:txBody>
        </p:sp>
        <p:sp>
          <p:nvSpPr>
            <p:cNvPr id="77" name="TextBox 77"/>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grpSp>
        <p:nvGrpSpPr>
          <p:cNvPr id="78" name="Group 78"/>
          <p:cNvGrpSpPr/>
          <p:nvPr/>
        </p:nvGrpSpPr>
        <p:grpSpPr>
          <a:xfrm>
            <a:off x="5121723" y="5992153"/>
            <a:ext cx="1542181" cy="445844"/>
            <a:chOff x="0" y="0"/>
            <a:chExt cx="812800" cy="234980"/>
          </a:xfrm>
        </p:grpSpPr>
        <p:sp>
          <p:nvSpPr>
            <p:cNvPr id="79" name="Freeform 79"/>
            <p:cNvSpPr/>
            <p:nvPr/>
          </p:nvSpPr>
          <p:spPr>
            <a:xfrm>
              <a:off x="0" y="0"/>
              <a:ext cx="812800" cy="234980"/>
            </a:xfrm>
            <a:custGeom>
              <a:avLst/>
              <a:gdLst/>
              <a:ahLst/>
              <a:cxnLst/>
              <a:rect l="l" t="t" r="r" b="b"/>
              <a:pathLst>
                <a:path w="812800" h="234980">
                  <a:moveTo>
                    <a:pt x="117490" y="0"/>
                  </a:moveTo>
                  <a:lnTo>
                    <a:pt x="695310" y="0"/>
                  </a:lnTo>
                  <a:cubicBezTo>
                    <a:pt x="726470" y="0"/>
                    <a:pt x="756354" y="12378"/>
                    <a:pt x="778388" y="34412"/>
                  </a:cubicBezTo>
                  <a:cubicBezTo>
                    <a:pt x="800422" y="56446"/>
                    <a:pt x="812800" y="86330"/>
                    <a:pt x="812800" y="117490"/>
                  </a:cubicBezTo>
                  <a:lnTo>
                    <a:pt x="812800" y="117490"/>
                  </a:lnTo>
                  <a:cubicBezTo>
                    <a:pt x="812800" y="148650"/>
                    <a:pt x="800422" y="178534"/>
                    <a:pt x="778388" y="200568"/>
                  </a:cubicBezTo>
                  <a:cubicBezTo>
                    <a:pt x="756354" y="222602"/>
                    <a:pt x="726470" y="234980"/>
                    <a:pt x="695310" y="234980"/>
                  </a:cubicBezTo>
                  <a:lnTo>
                    <a:pt x="117490" y="234980"/>
                  </a:lnTo>
                  <a:cubicBezTo>
                    <a:pt x="86330" y="234980"/>
                    <a:pt x="56446" y="222602"/>
                    <a:pt x="34412" y="200568"/>
                  </a:cubicBezTo>
                  <a:cubicBezTo>
                    <a:pt x="12378" y="178534"/>
                    <a:pt x="0" y="148650"/>
                    <a:pt x="0" y="117490"/>
                  </a:cubicBezTo>
                  <a:lnTo>
                    <a:pt x="0" y="117490"/>
                  </a:lnTo>
                  <a:cubicBezTo>
                    <a:pt x="0" y="86330"/>
                    <a:pt x="12378" y="56446"/>
                    <a:pt x="34412" y="34412"/>
                  </a:cubicBezTo>
                  <a:cubicBezTo>
                    <a:pt x="56446" y="12378"/>
                    <a:pt x="86330" y="0"/>
                    <a:pt x="117490" y="0"/>
                  </a:cubicBezTo>
                  <a:close/>
                </a:path>
              </a:pathLst>
            </a:custGeom>
            <a:solidFill>
              <a:srgbClr val="F34336"/>
            </a:solidFill>
          </p:spPr>
          <p:txBody>
            <a:bodyPr/>
            <a:lstStyle/>
            <a:p>
              <a:endParaRPr lang="en-SG" sz="1088"/>
            </a:p>
          </p:txBody>
        </p:sp>
        <p:sp>
          <p:nvSpPr>
            <p:cNvPr id="80" name="TextBox 80"/>
            <p:cNvSpPr txBox="1"/>
            <p:nvPr/>
          </p:nvSpPr>
          <p:spPr>
            <a:xfrm>
              <a:off x="0" y="-28575"/>
              <a:ext cx="812800" cy="263555"/>
            </a:xfrm>
            <a:prstGeom prst="rect">
              <a:avLst/>
            </a:prstGeom>
          </p:spPr>
          <p:txBody>
            <a:bodyPr lIns="40638" tIns="40638" rIns="40638" bIns="40638" rtlCol="0" anchor="ctr"/>
            <a:lstStyle/>
            <a:p>
              <a:pPr algn="ctr">
                <a:lnSpc>
                  <a:spcPts val="2016"/>
                </a:lnSpc>
              </a:pPr>
              <a:endParaRPr sz="1088"/>
            </a:p>
          </p:txBody>
        </p:sp>
      </p:grpSp>
      <p:sp>
        <p:nvSpPr>
          <p:cNvPr id="81" name="TextBox 81"/>
          <p:cNvSpPr txBox="1"/>
          <p:nvPr/>
        </p:nvSpPr>
        <p:spPr>
          <a:xfrm>
            <a:off x="3488796" y="6102289"/>
            <a:ext cx="664205" cy="245388"/>
          </a:xfrm>
          <a:prstGeom prst="rect">
            <a:avLst/>
          </a:prstGeom>
        </p:spPr>
        <p:txBody>
          <a:bodyPr wrap="square" lIns="0" tIns="0" rIns="0" bIns="0" rtlCol="0" anchor="t">
            <a:spAutoFit/>
          </a:bodyPr>
          <a:lstStyle/>
          <a:p>
            <a:pPr algn="ctr">
              <a:lnSpc>
                <a:spcPts val="2046"/>
              </a:lnSpc>
              <a:spcBef>
                <a:spcPct val="0"/>
              </a:spcBef>
            </a:pPr>
            <a:r>
              <a:rPr lang="en-US" sz="1600" b="1" dirty="0">
                <a:solidFill>
                  <a:srgbClr val="FFFFFF"/>
                </a:solidFill>
                <a:latin typeface="Canva Sans"/>
                <a:ea typeface="Canva Sans"/>
                <a:cs typeface="Canva Sans"/>
                <a:sym typeface="Canva Sans"/>
              </a:rPr>
              <a:t>Edit</a:t>
            </a:r>
          </a:p>
        </p:txBody>
      </p:sp>
      <p:sp>
        <p:nvSpPr>
          <p:cNvPr id="82" name="TextBox 82">
            <a:hlinkClick r:id="rId7" action="ppaction://hlinksldjump"/>
          </p:cNvPr>
          <p:cNvSpPr txBox="1"/>
          <p:nvPr/>
        </p:nvSpPr>
        <p:spPr>
          <a:xfrm>
            <a:off x="5518135" y="6053835"/>
            <a:ext cx="749356" cy="245388"/>
          </a:xfrm>
          <a:prstGeom prst="rect">
            <a:avLst/>
          </a:prstGeom>
        </p:spPr>
        <p:txBody>
          <a:bodyPr wrap="square" lIns="0" tIns="0" rIns="0" bIns="0" rtlCol="0" anchor="t">
            <a:spAutoFit/>
          </a:bodyPr>
          <a:lstStyle/>
          <a:p>
            <a:pPr algn="ctr">
              <a:lnSpc>
                <a:spcPts val="2040"/>
              </a:lnSpc>
              <a:spcBef>
                <a:spcPct val="0"/>
              </a:spcBef>
            </a:pPr>
            <a:r>
              <a:rPr lang="en-US" sz="1600" b="1" dirty="0">
                <a:solidFill>
                  <a:srgbClr val="FFFFFF"/>
                </a:solidFill>
                <a:latin typeface="Canva Sans"/>
                <a:ea typeface="Canva Sans"/>
                <a:cs typeface="Canva Sans"/>
                <a:sym typeface="Canva Sans"/>
              </a:rPr>
              <a:t>Home</a:t>
            </a:r>
          </a:p>
        </p:txBody>
      </p:sp>
      <p:sp>
        <p:nvSpPr>
          <p:cNvPr id="83" name="Freeform 83">
            <a:hlinkClick r:id="rId7" action="ppaction://hlinksldjump"/>
          </p:cNvPr>
          <p:cNvSpPr/>
          <p:nvPr/>
        </p:nvSpPr>
        <p:spPr>
          <a:xfrm>
            <a:off x="9307512" y="75198"/>
            <a:ext cx="366563" cy="356260"/>
          </a:xfrm>
          <a:custGeom>
            <a:avLst/>
            <a:gdLst/>
            <a:ahLst/>
            <a:cxnLst/>
            <a:rect l="l" t="t" r="r" b="b"/>
            <a:pathLst>
              <a:path w="362970" h="362970">
                <a:moveTo>
                  <a:pt x="0" y="0"/>
                </a:moveTo>
                <a:lnTo>
                  <a:pt x="362970" y="0"/>
                </a:lnTo>
                <a:lnTo>
                  <a:pt x="362970" y="362970"/>
                </a:lnTo>
                <a:lnTo>
                  <a:pt x="0" y="36297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SG" sz="1088"/>
          </a:p>
        </p:txBody>
      </p:sp>
      <p:grpSp>
        <p:nvGrpSpPr>
          <p:cNvPr id="84" name="Group 84"/>
          <p:cNvGrpSpPr/>
          <p:nvPr/>
        </p:nvGrpSpPr>
        <p:grpSpPr>
          <a:xfrm>
            <a:off x="4025848" y="551792"/>
            <a:ext cx="1807485" cy="536899"/>
            <a:chOff x="0" y="0"/>
            <a:chExt cx="653029" cy="193977"/>
          </a:xfrm>
        </p:grpSpPr>
        <p:sp>
          <p:nvSpPr>
            <p:cNvPr id="85" name="Freeform 85"/>
            <p:cNvSpPr/>
            <p:nvPr/>
          </p:nvSpPr>
          <p:spPr>
            <a:xfrm>
              <a:off x="0" y="0"/>
              <a:ext cx="653029" cy="193977"/>
            </a:xfrm>
            <a:custGeom>
              <a:avLst/>
              <a:gdLst/>
              <a:ahLst/>
              <a:cxnLst/>
              <a:rect l="l" t="t" r="r" b="b"/>
              <a:pathLst>
                <a:path w="653029" h="193977">
                  <a:moveTo>
                    <a:pt x="0" y="0"/>
                  </a:moveTo>
                  <a:lnTo>
                    <a:pt x="653029" y="0"/>
                  </a:lnTo>
                  <a:lnTo>
                    <a:pt x="653029" y="193977"/>
                  </a:lnTo>
                  <a:lnTo>
                    <a:pt x="0" y="193977"/>
                  </a:lnTo>
                  <a:close/>
                </a:path>
              </a:pathLst>
            </a:custGeom>
            <a:solidFill>
              <a:srgbClr val="FFFFFF"/>
            </a:solidFill>
            <a:ln w="9525" cap="sq">
              <a:solidFill>
                <a:srgbClr val="000000"/>
              </a:solidFill>
              <a:prstDash val="solid"/>
              <a:miter/>
            </a:ln>
          </p:spPr>
          <p:txBody>
            <a:bodyPr/>
            <a:lstStyle/>
            <a:p>
              <a:endParaRPr lang="en-SG" sz="1088"/>
            </a:p>
          </p:txBody>
        </p:sp>
        <p:sp>
          <p:nvSpPr>
            <p:cNvPr id="86" name="TextBox 86"/>
            <p:cNvSpPr txBox="1"/>
            <p:nvPr/>
          </p:nvSpPr>
          <p:spPr>
            <a:xfrm>
              <a:off x="0" y="-28575"/>
              <a:ext cx="653029" cy="222552"/>
            </a:xfrm>
            <a:prstGeom prst="rect">
              <a:avLst/>
            </a:prstGeom>
          </p:spPr>
          <p:txBody>
            <a:bodyPr lIns="40446" tIns="40446" rIns="40446" bIns="40446" rtlCol="0" anchor="ctr"/>
            <a:lstStyle/>
            <a:p>
              <a:pPr algn="ctr">
                <a:lnSpc>
                  <a:spcPts val="2016"/>
                </a:lnSpc>
              </a:pPr>
              <a:endParaRPr sz="1088"/>
            </a:p>
          </p:txBody>
        </p:sp>
      </p:grpSp>
      <p:grpSp>
        <p:nvGrpSpPr>
          <p:cNvPr id="87" name="Group 87"/>
          <p:cNvGrpSpPr/>
          <p:nvPr/>
        </p:nvGrpSpPr>
        <p:grpSpPr>
          <a:xfrm>
            <a:off x="2205002" y="551792"/>
            <a:ext cx="1820848" cy="533006"/>
            <a:chOff x="0" y="0"/>
            <a:chExt cx="657857" cy="192570"/>
          </a:xfrm>
        </p:grpSpPr>
        <p:sp>
          <p:nvSpPr>
            <p:cNvPr id="88" name="Freeform 88"/>
            <p:cNvSpPr/>
            <p:nvPr/>
          </p:nvSpPr>
          <p:spPr>
            <a:xfrm>
              <a:off x="0" y="0"/>
              <a:ext cx="657857" cy="192570"/>
            </a:xfrm>
            <a:custGeom>
              <a:avLst/>
              <a:gdLst/>
              <a:ahLst/>
              <a:cxnLst/>
              <a:rect l="l" t="t" r="r" b="b"/>
              <a:pathLst>
                <a:path w="657857" h="192570">
                  <a:moveTo>
                    <a:pt x="0" y="0"/>
                  </a:moveTo>
                  <a:lnTo>
                    <a:pt x="657857" y="0"/>
                  </a:lnTo>
                  <a:lnTo>
                    <a:pt x="657857" y="192570"/>
                  </a:lnTo>
                  <a:lnTo>
                    <a:pt x="0" y="192570"/>
                  </a:lnTo>
                  <a:close/>
                </a:path>
              </a:pathLst>
            </a:custGeom>
            <a:solidFill>
              <a:srgbClr val="FFFFFF"/>
            </a:solidFill>
            <a:ln w="9525" cap="sq">
              <a:solidFill>
                <a:srgbClr val="000000"/>
              </a:solidFill>
              <a:prstDash val="solid"/>
              <a:miter/>
            </a:ln>
          </p:spPr>
          <p:txBody>
            <a:bodyPr/>
            <a:lstStyle/>
            <a:p>
              <a:endParaRPr lang="en-SG" sz="1088"/>
            </a:p>
          </p:txBody>
        </p:sp>
        <p:sp>
          <p:nvSpPr>
            <p:cNvPr id="89" name="TextBox 89"/>
            <p:cNvSpPr txBox="1"/>
            <p:nvPr/>
          </p:nvSpPr>
          <p:spPr>
            <a:xfrm>
              <a:off x="0" y="-28575"/>
              <a:ext cx="657857" cy="221145"/>
            </a:xfrm>
            <a:prstGeom prst="rect">
              <a:avLst/>
            </a:prstGeom>
          </p:spPr>
          <p:txBody>
            <a:bodyPr lIns="40446" tIns="40446" rIns="40446" bIns="40446" rtlCol="0" anchor="ctr"/>
            <a:lstStyle/>
            <a:p>
              <a:pPr algn="ctr">
                <a:lnSpc>
                  <a:spcPts val="2016"/>
                </a:lnSpc>
              </a:pPr>
              <a:endParaRPr sz="1088"/>
            </a:p>
          </p:txBody>
        </p:sp>
      </p:grpSp>
      <p:grpSp>
        <p:nvGrpSpPr>
          <p:cNvPr id="90" name="Group 90"/>
          <p:cNvGrpSpPr/>
          <p:nvPr/>
        </p:nvGrpSpPr>
        <p:grpSpPr>
          <a:xfrm>
            <a:off x="5833333" y="551792"/>
            <a:ext cx="1539929" cy="536899"/>
            <a:chOff x="0" y="0"/>
            <a:chExt cx="704231" cy="193977"/>
          </a:xfrm>
        </p:grpSpPr>
        <p:sp>
          <p:nvSpPr>
            <p:cNvPr id="91" name="Freeform 91"/>
            <p:cNvSpPr/>
            <p:nvPr/>
          </p:nvSpPr>
          <p:spPr>
            <a:xfrm>
              <a:off x="0" y="0"/>
              <a:ext cx="704231" cy="193977"/>
            </a:xfrm>
            <a:custGeom>
              <a:avLst/>
              <a:gdLst/>
              <a:ahLst/>
              <a:cxnLst/>
              <a:rect l="l" t="t" r="r" b="b"/>
              <a:pathLst>
                <a:path w="704231" h="193977">
                  <a:moveTo>
                    <a:pt x="0" y="0"/>
                  </a:moveTo>
                  <a:lnTo>
                    <a:pt x="704231" y="0"/>
                  </a:lnTo>
                  <a:lnTo>
                    <a:pt x="704231" y="193977"/>
                  </a:lnTo>
                  <a:lnTo>
                    <a:pt x="0" y="193977"/>
                  </a:lnTo>
                  <a:close/>
                </a:path>
              </a:pathLst>
            </a:custGeom>
            <a:solidFill>
              <a:srgbClr val="FFFFFF"/>
            </a:solidFill>
            <a:ln w="9525" cap="sq">
              <a:solidFill>
                <a:srgbClr val="000000"/>
              </a:solidFill>
              <a:prstDash val="solid"/>
              <a:miter/>
            </a:ln>
          </p:spPr>
          <p:txBody>
            <a:bodyPr/>
            <a:lstStyle/>
            <a:p>
              <a:endParaRPr lang="en-SG" sz="1088"/>
            </a:p>
          </p:txBody>
        </p:sp>
        <p:sp>
          <p:nvSpPr>
            <p:cNvPr id="92" name="TextBox 92"/>
            <p:cNvSpPr txBox="1"/>
            <p:nvPr/>
          </p:nvSpPr>
          <p:spPr>
            <a:xfrm>
              <a:off x="0" y="-28575"/>
              <a:ext cx="704231" cy="222552"/>
            </a:xfrm>
            <a:prstGeom prst="rect">
              <a:avLst/>
            </a:prstGeom>
          </p:spPr>
          <p:txBody>
            <a:bodyPr lIns="40446" tIns="40446" rIns="40446" bIns="40446" rtlCol="0" anchor="ctr"/>
            <a:lstStyle/>
            <a:p>
              <a:pPr algn="ctr">
                <a:lnSpc>
                  <a:spcPts val="2016"/>
                </a:lnSpc>
              </a:pPr>
              <a:endParaRPr sz="1088"/>
            </a:p>
          </p:txBody>
        </p:sp>
      </p:grpSp>
      <p:grpSp>
        <p:nvGrpSpPr>
          <p:cNvPr id="93" name="Group 93"/>
          <p:cNvGrpSpPr/>
          <p:nvPr/>
        </p:nvGrpSpPr>
        <p:grpSpPr>
          <a:xfrm>
            <a:off x="2205002" y="555685"/>
            <a:ext cx="1820848" cy="533006"/>
            <a:chOff x="0" y="0"/>
            <a:chExt cx="657857" cy="192570"/>
          </a:xfrm>
        </p:grpSpPr>
        <p:sp>
          <p:nvSpPr>
            <p:cNvPr id="94" name="Freeform 94"/>
            <p:cNvSpPr/>
            <p:nvPr/>
          </p:nvSpPr>
          <p:spPr>
            <a:xfrm>
              <a:off x="0" y="0"/>
              <a:ext cx="657857" cy="192570"/>
            </a:xfrm>
            <a:custGeom>
              <a:avLst/>
              <a:gdLst/>
              <a:ahLst/>
              <a:cxnLst/>
              <a:rect l="l" t="t" r="r" b="b"/>
              <a:pathLst>
                <a:path w="657857" h="192570">
                  <a:moveTo>
                    <a:pt x="0" y="0"/>
                  </a:moveTo>
                  <a:lnTo>
                    <a:pt x="657857" y="0"/>
                  </a:lnTo>
                  <a:lnTo>
                    <a:pt x="657857" y="192570"/>
                  </a:lnTo>
                  <a:lnTo>
                    <a:pt x="0" y="192570"/>
                  </a:lnTo>
                  <a:close/>
                </a:path>
              </a:pathLst>
            </a:custGeom>
            <a:solidFill>
              <a:srgbClr val="FFCEB6">
                <a:alpha val="38824"/>
              </a:srgbClr>
            </a:solidFill>
            <a:ln w="9525" cap="sq">
              <a:solidFill>
                <a:srgbClr val="000000">
                  <a:alpha val="38824"/>
                </a:srgbClr>
              </a:solidFill>
              <a:prstDash val="solid"/>
              <a:miter/>
            </a:ln>
          </p:spPr>
          <p:txBody>
            <a:bodyPr/>
            <a:lstStyle/>
            <a:p>
              <a:endParaRPr lang="en-SG" sz="1088"/>
            </a:p>
          </p:txBody>
        </p:sp>
        <p:sp>
          <p:nvSpPr>
            <p:cNvPr id="95" name="TextBox 95"/>
            <p:cNvSpPr txBox="1"/>
            <p:nvPr/>
          </p:nvSpPr>
          <p:spPr>
            <a:xfrm>
              <a:off x="0" y="-28575"/>
              <a:ext cx="657857" cy="221145"/>
            </a:xfrm>
            <a:prstGeom prst="rect">
              <a:avLst/>
            </a:prstGeom>
          </p:spPr>
          <p:txBody>
            <a:bodyPr lIns="40446" tIns="40446" rIns="40446" bIns="40446" rtlCol="0" anchor="ctr"/>
            <a:lstStyle/>
            <a:p>
              <a:pPr algn="ctr">
                <a:lnSpc>
                  <a:spcPts val="2016"/>
                </a:lnSpc>
              </a:pPr>
              <a:endParaRPr sz="1088"/>
            </a:p>
          </p:txBody>
        </p:sp>
      </p:grpSp>
      <p:sp>
        <p:nvSpPr>
          <p:cNvPr id="96" name="TextBox 96"/>
          <p:cNvSpPr txBox="1"/>
          <p:nvPr/>
        </p:nvSpPr>
        <p:spPr>
          <a:xfrm>
            <a:off x="2439595" y="696654"/>
            <a:ext cx="1445778" cy="239425"/>
          </a:xfrm>
          <a:prstGeom prst="rect">
            <a:avLst/>
          </a:prstGeom>
        </p:spPr>
        <p:txBody>
          <a:bodyPr lIns="0" tIns="0" rIns="0" bIns="0" rtlCol="0" anchor="t">
            <a:spAutoFit/>
          </a:bodyPr>
          <a:lstStyle/>
          <a:p>
            <a:pPr algn="ctr">
              <a:lnSpc>
                <a:spcPts val="1990"/>
              </a:lnSpc>
              <a:spcBef>
                <a:spcPct val="0"/>
              </a:spcBef>
            </a:pPr>
            <a:r>
              <a:rPr lang="en-US" sz="1422" dirty="0">
                <a:solidFill>
                  <a:srgbClr val="000000"/>
                </a:solidFill>
                <a:latin typeface="Canva Sans"/>
                <a:ea typeface="Canva Sans"/>
                <a:cs typeface="Canva Sans"/>
                <a:sym typeface="Canva Sans"/>
              </a:rPr>
              <a:t>Subgroup 1</a:t>
            </a:r>
          </a:p>
        </p:txBody>
      </p:sp>
      <p:sp>
        <p:nvSpPr>
          <p:cNvPr id="97" name="TextBox 97"/>
          <p:cNvSpPr txBox="1"/>
          <p:nvPr/>
        </p:nvSpPr>
        <p:spPr>
          <a:xfrm>
            <a:off x="4386237" y="692489"/>
            <a:ext cx="1277105" cy="274755"/>
          </a:xfrm>
          <a:prstGeom prst="rect">
            <a:avLst/>
          </a:prstGeom>
        </p:spPr>
        <p:txBody>
          <a:bodyPr lIns="0" tIns="0" rIns="0" bIns="0" rtlCol="0" anchor="t">
            <a:spAutoFit/>
          </a:bodyPr>
          <a:lstStyle/>
          <a:p>
            <a:pPr algn="ctr">
              <a:lnSpc>
                <a:spcPts val="2264"/>
              </a:lnSpc>
              <a:spcBef>
                <a:spcPct val="0"/>
              </a:spcBef>
            </a:pPr>
            <a:r>
              <a:rPr lang="en-US" sz="1617" dirty="0">
                <a:solidFill>
                  <a:srgbClr val="000000"/>
                </a:solidFill>
                <a:latin typeface="Canva Sans"/>
                <a:ea typeface="Canva Sans"/>
                <a:cs typeface="Canva Sans"/>
                <a:sym typeface="Canva Sans"/>
              </a:rPr>
              <a:t>Subgroup 2</a:t>
            </a:r>
          </a:p>
        </p:txBody>
      </p:sp>
      <p:sp>
        <p:nvSpPr>
          <p:cNvPr id="98" name="TextBox 98"/>
          <p:cNvSpPr txBox="1"/>
          <p:nvPr/>
        </p:nvSpPr>
        <p:spPr>
          <a:xfrm>
            <a:off x="6151471" y="650043"/>
            <a:ext cx="1156766" cy="263149"/>
          </a:xfrm>
          <a:prstGeom prst="rect">
            <a:avLst/>
          </a:prstGeom>
        </p:spPr>
        <p:txBody>
          <a:bodyPr lIns="0" tIns="0" rIns="0" bIns="0" rtlCol="0" anchor="t">
            <a:spAutoFit/>
          </a:bodyPr>
          <a:lstStyle/>
          <a:p>
            <a:pPr algn="ctr">
              <a:lnSpc>
                <a:spcPts val="2180"/>
              </a:lnSpc>
              <a:spcBef>
                <a:spcPct val="0"/>
              </a:spcBef>
            </a:pPr>
            <a:r>
              <a:rPr lang="en-US" sz="1558" dirty="0">
                <a:solidFill>
                  <a:srgbClr val="000000"/>
                </a:solidFill>
                <a:latin typeface="Canva Sans"/>
                <a:ea typeface="Canva Sans"/>
                <a:cs typeface="Canva Sans"/>
                <a:sym typeface="Canva Sans"/>
              </a:rPr>
              <a:t> Group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363</TotalTime>
  <Words>3143</Words>
  <Application>Microsoft Office PowerPoint</Application>
  <PresentationFormat>Custom</PresentationFormat>
  <Paragraphs>1165</Paragraphs>
  <Slides>41</Slides>
  <Notes>12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41</vt:i4>
      </vt:variant>
    </vt:vector>
  </HeadingPairs>
  <TitlesOfParts>
    <vt:vector size="51" baseType="lpstr">
      <vt:lpstr>Calibri</vt:lpstr>
      <vt:lpstr>Trend Slab Four</vt:lpstr>
      <vt:lpstr>Aptos</vt:lpstr>
      <vt:lpstr>Arial</vt:lpstr>
      <vt:lpstr>Canva Sans Bold</vt:lpstr>
      <vt:lpstr>Canva Sans</vt:lpstr>
      <vt:lpstr>League Spartan</vt:lpstr>
      <vt:lpstr>Roboto Mono</vt:lpstr>
      <vt:lpstr>Roboto Mono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Multiversal studios</dc:title>
  <dc:creator>Nancy Bhati</dc:creator>
  <cp:lastModifiedBy>#BHATI NANCY#</cp:lastModifiedBy>
  <cp:revision>5</cp:revision>
  <dcterms:created xsi:type="dcterms:W3CDTF">2006-08-16T00:00:00Z</dcterms:created>
  <dcterms:modified xsi:type="dcterms:W3CDTF">2025-12-29T15:18:51Z</dcterms:modified>
  <dc:identifier>DAG3bPq4wCs</dc:identifier>
</cp:coreProperties>
</file>